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63" r:id="rId5"/>
    <p:sldId id="262" r:id="rId6"/>
    <p:sldId id="258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6" d="100"/>
          <a:sy n="106" d="100"/>
        </p:scale>
        <p:origin x="133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53AD59-7BEF-4687-BFC6-0DBE91DFAB84}" type="doc">
      <dgm:prSet loTypeId="urn:microsoft.com/office/officeart/2005/8/layout/hChevron3" loCatId="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107D189-2B0C-4402-BB93-6A8B4EADC6C4}">
      <dgm:prSet/>
      <dgm:spPr/>
      <dgm:t>
        <a:bodyPr/>
        <a:lstStyle/>
        <a:p>
          <a:r>
            <a:rPr lang="en-US" dirty="0"/>
            <a:t>Month 1-2:</a:t>
          </a:r>
        </a:p>
      </dgm:t>
    </dgm:pt>
    <dgm:pt modelId="{3C94F07B-DEF9-4223-A3DE-1DB2B94ECB56}" type="parTrans" cxnId="{D895FE24-4B30-4196-9580-77765AB12D7F}">
      <dgm:prSet/>
      <dgm:spPr/>
      <dgm:t>
        <a:bodyPr/>
        <a:lstStyle/>
        <a:p>
          <a:endParaRPr lang="en-US"/>
        </a:p>
      </dgm:t>
    </dgm:pt>
    <dgm:pt modelId="{AF7B96FA-F666-4F4C-9135-E69135D10919}" type="sibTrans" cxnId="{D895FE24-4B30-4196-9580-77765AB12D7F}">
      <dgm:prSet/>
      <dgm:spPr/>
      <dgm:t>
        <a:bodyPr/>
        <a:lstStyle/>
        <a:p>
          <a:endParaRPr lang="en-US"/>
        </a:p>
      </dgm:t>
    </dgm:pt>
    <dgm:pt modelId="{C47897BD-3E15-4C9E-B3AB-F2D24F3737F5}">
      <dgm:prSet/>
      <dgm:spPr/>
      <dgm:t>
        <a:bodyPr/>
        <a:lstStyle/>
        <a:p>
          <a:r>
            <a:rPr lang="en-US"/>
            <a:t>Frontend MVP (React Native setup, basic drawing interface)</a:t>
          </a:r>
        </a:p>
      </dgm:t>
    </dgm:pt>
    <dgm:pt modelId="{477A9CD5-48BA-48E6-91FA-771D51056555}" type="parTrans" cxnId="{4EBBA0A8-E287-4C7C-B791-59B1D8D776F7}">
      <dgm:prSet/>
      <dgm:spPr/>
      <dgm:t>
        <a:bodyPr/>
        <a:lstStyle/>
        <a:p>
          <a:endParaRPr lang="en-US"/>
        </a:p>
      </dgm:t>
    </dgm:pt>
    <dgm:pt modelId="{917F7DA4-98B5-49F9-9A12-96A713B87B13}" type="sibTrans" cxnId="{4EBBA0A8-E287-4C7C-B791-59B1D8D776F7}">
      <dgm:prSet/>
      <dgm:spPr/>
      <dgm:t>
        <a:bodyPr/>
        <a:lstStyle/>
        <a:p>
          <a:endParaRPr lang="en-US"/>
        </a:p>
      </dgm:t>
    </dgm:pt>
    <dgm:pt modelId="{F8412E13-26E8-4460-92B9-C5FBADEB9404}">
      <dgm:prSet/>
      <dgm:spPr/>
      <dgm:t>
        <a:bodyPr/>
        <a:lstStyle/>
        <a:p>
          <a:r>
            <a:rPr lang="en-US"/>
            <a:t>Initial UI/UX design</a:t>
          </a:r>
        </a:p>
      </dgm:t>
    </dgm:pt>
    <dgm:pt modelId="{DF304A8A-D12D-4249-8328-CA2A54F65924}" type="parTrans" cxnId="{27688B9D-78F9-4860-A0BD-F6376D64AEA7}">
      <dgm:prSet/>
      <dgm:spPr/>
      <dgm:t>
        <a:bodyPr/>
        <a:lstStyle/>
        <a:p>
          <a:endParaRPr lang="en-US"/>
        </a:p>
      </dgm:t>
    </dgm:pt>
    <dgm:pt modelId="{CDF16C0E-CE8F-4905-B5CD-3308B6091828}" type="sibTrans" cxnId="{27688B9D-78F9-4860-A0BD-F6376D64AEA7}">
      <dgm:prSet/>
      <dgm:spPr/>
      <dgm:t>
        <a:bodyPr/>
        <a:lstStyle/>
        <a:p>
          <a:endParaRPr lang="en-US"/>
        </a:p>
      </dgm:t>
    </dgm:pt>
    <dgm:pt modelId="{C2424C0E-9504-4DE3-8A74-783D3DC0EE11}">
      <dgm:prSet/>
      <dgm:spPr/>
      <dgm:t>
        <a:bodyPr/>
        <a:lstStyle/>
        <a:p>
          <a:r>
            <a:rPr lang="en-US"/>
            <a:t>Basic authentication flow</a:t>
          </a:r>
        </a:p>
      </dgm:t>
    </dgm:pt>
    <dgm:pt modelId="{DB0384C7-F907-4BFE-B45A-B925DA57EE14}" type="parTrans" cxnId="{9EBD2550-91BE-401B-9CA8-260FEDE21551}">
      <dgm:prSet/>
      <dgm:spPr/>
      <dgm:t>
        <a:bodyPr/>
        <a:lstStyle/>
        <a:p>
          <a:endParaRPr lang="en-US"/>
        </a:p>
      </dgm:t>
    </dgm:pt>
    <dgm:pt modelId="{3B40A476-617A-4D87-9549-B5BEB556067D}" type="sibTrans" cxnId="{9EBD2550-91BE-401B-9CA8-260FEDE21551}">
      <dgm:prSet/>
      <dgm:spPr/>
      <dgm:t>
        <a:bodyPr/>
        <a:lstStyle/>
        <a:p>
          <a:endParaRPr lang="en-US"/>
        </a:p>
      </dgm:t>
    </dgm:pt>
    <dgm:pt modelId="{8F7A605E-88EE-489E-A634-E851E1360D58}">
      <dgm:prSet/>
      <dgm:spPr/>
      <dgm:t>
        <a:bodyPr/>
        <a:lstStyle/>
        <a:p>
          <a:r>
            <a:rPr lang="en-US" dirty="0"/>
            <a:t>Local data storage setup</a:t>
          </a:r>
        </a:p>
      </dgm:t>
    </dgm:pt>
    <dgm:pt modelId="{EB0345FB-916D-4179-A8A9-52F2B30F1EA2}" type="parTrans" cxnId="{3F0FE8DF-AB43-4031-BDD8-B0EDD3CD0796}">
      <dgm:prSet/>
      <dgm:spPr/>
      <dgm:t>
        <a:bodyPr/>
        <a:lstStyle/>
        <a:p>
          <a:endParaRPr lang="en-US"/>
        </a:p>
      </dgm:t>
    </dgm:pt>
    <dgm:pt modelId="{527CF5E3-E0B4-4ED9-A8CE-14F574FC3085}" type="sibTrans" cxnId="{3F0FE8DF-AB43-4031-BDD8-B0EDD3CD0796}">
      <dgm:prSet/>
      <dgm:spPr/>
      <dgm:t>
        <a:bodyPr/>
        <a:lstStyle/>
        <a:p>
          <a:endParaRPr lang="en-US"/>
        </a:p>
      </dgm:t>
    </dgm:pt>
    <dgm:pt modelId="{11A584F6-64F7-2847-968B-2CD191468D66}" type="pres">
      <dgm:prSet presAssocID="{0153AD59-7BEF-4687-BFC6-0DBE91DFAB84}" presName="Name0" presStyleCnt="0">
        <dgm:presLayoutVars>
          <dgm:dir/>
          <dgm:resizeHandles val="exact"/>
        </dgm:presLayoutVars>
      </dgm:prSet>
      <dgm:spPr/>
    </dgm:pt>
    <dgm:pt modelId="{F7C7FC4C-4B6B-0B4B-B059-45CDC04A49CE}" type="pres">
      <dgm:prSet presAssocID="{4107D189-2B0C-4402-BB93-6A8B4EADC6C4}" presName="parTxOnly" presStyleLbl="node1" presStyleIdx="0" presStyleCnt="5">
        <dgm:presLayoutVars>
          <dgm:bulletEnabled val="1"/>
        </dgm:presLayoutVars>
      </dgm:prSet>
      <dgm:spPr/>
    </dgm:pt>
    <dgm:pt modelId="{5CFBE372-2A71-3E4E-8681-0D74B3C42835}" type="pres">
      <dgm:prSet presAssocID="{AF7B96FA-F666-4F4C-9135-E69135D10919}" presName="parSpace" presStyleCnt="0"/>
      <dgm:spPr/>
    </dgm:pt>
    <dgm:pt modelId="{BF9D21F8-62A6-2247-8E96-1C22B2B5CBE6}" type="pres">
      <dgm:prSet presAssocID="{C47897BD-3E15-4C9E-B3AB-F2D24F3737F5}" presName="parTxOnly" presStyleLbl="node1" presStyleIdx="1" presStyleCnt="5">
        <dgm:presLayoutVars>
          <dgm:bulletEnabled val="1"/>
        </dgm:presLayoutVars>
      </dgm:prSet>
      <dgm:spPr/>
    </dgm:pt>
    <dgm:pt modelId="{628C6F5C-6977-6E4C-9A77-F23125C08A6D}" type="pres">
      <dgm:prSet presAssocID="{917F7DA4-98B5-49F9-9A12-96A713B87B13}" presName="parSpace" presStyleCnt="0"/>
      <dgm:spPr/>
    </dgm:pt>
    <dgm:pt modelId="{225D840A-D46F-C342-8DDF-7882BD42A469}" type="pres">
      <dgm:prSet presAssocID="{F8412E13-26E8-4460-92B9-C5FBADEB9404}" presName="parTxOnly" presStyleLbl="node1" presStyleIdx="2" presStyleCnt="5">
        <dgm:presLayoutVars>
          <dgm:bulletEnabled val="1"/>
        </dgm:presLayoutVars>
      </dgm:prSet>
      <dgm:spPr/>
    </dgm:pt>
    <dgm:pt modelId="{B543B330-0007-8F43-B8DD-CF558943DA23}" type="pres">
      <dgm:prSet presAssocID="{CDF16C0E-CE8F-4905-B5CD-3308B6091828}" presName="parSpace" presStyleCnt="0"/>
      <dgm:spPr/>
    </dgm:pt>
    <dgm:pt modelId="{F8553C1E-990C-D548-98B9-90C7AC65ECC3}" type="pres">
      <dgm:prSet presAssocID="{C2424C0E-9504-4DE3-8A74-783D3DC0EE11}" presName="parTxOnly" presStyleLbl="node1" presStyleIdx="3" presStyleCnt="5">
        <dgm:presLayoutVars>
          <dgm:bulletEnabled val="1"/>
        </dgm:presLayoutVars>
      </dgm:prSet>
      <dgm:spPr/>
    </dgm:pt>
    <dgm:pt modelId="{F585CD92-710A-FC46-B4B3-7D3556AAECDF}" type="pres">
      <dgm:prSet presAssocID="{3B40A476-617A-4D87-9549-B5BEB556067D}" presName="parSpace" presStyleCnt="0"/>
      <dgm:spPr/>
    </dgm:pt>
    <dgm:pt modelId="{67A38559-BB64-ED47-800B-55A7EC48A0BD}" type="pres">
      <dgm:prSet presAssocID="{8F7A605E-88EE-489E-A634-E851E1360D58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030BAD00-1E23-A547-8F0C-62EBDB434896}" type="presOf" srcId="{C47897BD-3E15-4C9E-B3AB-F2D24F3737F5}" destId="{BF9D21F8-62A6-2247-8E96-1C22B2B5CBE6}" srcOrd="0" destOrd="0" presId="urn:microsoft.com/office/officeart/2005/8/layout/hChevron3"/>
    <dgm:cxn modelId="{D895FE24-4B30-4196-9580-77765AB12D7F}" srcId="{0153AD59-7BEF-4687-BFC6-0DBE91DFAB84}" destId="{4107D189-2B0C-4402-BB93-6A8B4EADC6C4}" srcOrd="0" destOrd="0" parTransId="{3C94F07B-DEF9-4223-A3DE-1DB2B94ECB56}" sibTransId="{AF7B96FA-F666-4F4C-9135-E69135D10919}"/>
    <dgm:cxn modelId="{A575043C-F79D-9E4F-9DB9-20F8DD6459E1}" type="presOf" srcId="{C2424C0E-9504-4DE3-8A74-783D3DC0EE11}" destId="{F8553C1E-990C-D548-98B9-90C7AC65ECC3}" srcOrd="0" destOrd="0" presId="urn:microsoft.com/office/officeart/2005/8/layout/hChevron3"/>
    <dgm:cxn modelId="{9EBD2550-91BE-401B-9CA8-260FEDE21551}" srcId="{0153AD59-7BEF-4687-BFC6-0DBE91DFAB84}" destId="{C2424C0E-9504-4DE3-8A74-783D3DC0EE11}" srcOrd="3" destOrd="0" parTransId="{DB0384C7-F907-4BFE-B45A-B925DA57EE14}" sibTransId="{3B40A476-617A-4D87-9549-B5BEB556067D}"/>
    <dgm:cxn modelId="{FAEE4990-C829-E845-9703-F01895ADD710}" type="presOf" srcId="{4107D189-2B0C-4402-BB93-6A8B4EADC6C4}" destId="{F7C7FC4C-4B6B-0B4B-B059-45CDC04A49CE}" srcOrd="0" destOrd="0" presId="urn:microsoft.com/office/officeart/2005/8/layout/hChevron3"/>
    <dgm:cxn modelId="{27688B9D-78F9-4860-A0BD-F6376D64AEA7}" srcId="{0153AD59-7BEF-4687-BFC6-0DBE91DFAB84}" destId="{F8412E13-26E8-4460-92B9-C5FBADEB9404}" srcOrd="2" destOrd="0" parTransId="{DF304A8A-D12D-4249-8328-CA2A54F65924}" sibTransId="{CDF16C0E-CE8F-4905-B5CD-3308B6091828}"/>
    <dgm:cxn modelId="{26208CA3-200A-E54F-A88C-B1C2CD05F216}" type="presOf" srcId="{8F7A605E-88EE-489E-A634-E851E1360D58}" destId="{67A38559-BB64-ED47-800B-55A7EC48A0BD}" srcOrd="0" destOrd="0" presId="urn:microsoft.com/office/officeart/2005/8/layout/hChevron3"/>
    <dgm:cxn modelId="{4EBBA0A8-E287-4C7C-B791-59B1D8D776F7}" srcId="{0153AD59-7BEF-4687-BFC6-0DBE91DFAB84}" destId="{C47897BD-3E15-4C9E-B3AB-F2D24F3737F5}" srcOrd="1" destOrd="0" parTransId="{477A9CD5-48BA-48E6-91FA-771D51056555}" sibTransId="{917F7DA4-98B5-49F9-9A12-96A713B87B13}"/>
    <dgm:cxn modelId="{22F36AB3-E29F-E941-B6AB-B7FD6A242609}" type="presOf" srcId="{0153AD59-7BEF-4687-BFC6-0DBE91DFAB84}" destId="{11A584F6-64F7-2847-968B-2CD191468D66}" srcOrd="0" destOrd="0" presId="urn:microsoft.com/office/officeart/2005/8/layout/hChevron3"/>
    <dgm:cxn modelId="{9AE518DC-401F-4A43-B05F-F78552BF3522}" type="presOf" srcId="{F8412E13-26E8-4460-92B9-C5FBADEB9404}" destId="{225D840A-D46F-C342-8DDF-7882BD42A469}" srcOrd="0" destOrd="0" presId="urn:microsoft.com/office/officeart/2005/8/layout/hChevron3"/>
    <dgm:cxn modelId="{3F0FE8DF-AB43-4031-BDD8-B0EDD3CD0796}" srcId="{0153AD59-7BEF-4687-BFC6-0DBE91DFAB84}" destId="{8F7A605E-88EE-489E-A634-E851E1360D58}" srcOrd="4" destOrd="0" parTransId="{EB0345FB-916D-4179-A8A9-52F2B30F1EA2}" sibTransId="{527CF5E3-E0B4-4ED9-A8CE-14F574FC3085}"/>
    <dgm:cxn modelId="{098331ED-C141-6742-8113-BC148566BD1A}" type="presParOf" srcId="{11A584F6-64F7-2847-968B-2CD191468D66}" destId="{F7C7FC4C-4B6B-0B4B-B059-45CDC04A49CE}" srcOrd="0" destOrd="0" presId="urn:microsoft.com/office/officeart/2005/8/layout/hChevron3"/>
    <dgm:cxn modelId="{38808AB5-247A-4044-8908-613E714E2C3C}" type="presParOf" srcId="{11A584F6-64F7-2847-968B-2CD191468D66}" destId="{5CFBE372-2A71-3E4E-8681-0D74B3C42835}" srcOrd="1" destOrd="0" presId="urn:microsoft.com/office/officeart/2005/8/layout/hChevron3"/>
    <dgm:cxn modelId="{638620D6-F6CC-8F41-8695-317F291FC0CF}" type="presParOf" srcId="{11A584F6-64F7-2847-968B-2CD191468D66}" destId="{BF9D21F8-62A6-2247-8E96-1C22B2B5CBE6}" srcOrd="2" destOrd="0" presId="urn:microsoft.com/office/officeart/2005/8/layout/hChevron3"/>
    <dgm:cxn modelId="{3059D12B-A13F-8540-91B6-221882B0BFBE}" type="presParOf" srcId="{11A584F6-64F7-2847-968B-2CD191468D66}" destId="{628C6F5C-6977-6E4C-9A77-F23125C08A6D}" srcOrd="3" destOrd="0" presId="urn:microsoft.com/office/officeart/2005/8/layout/hChevron3"/>
    <dgm:cxn modelId="{B72E036A-5476-8045-81ED-38BA53A2A0D0}" type="presParOf" srcId="{11A584F6-64F7-2847-968B-2CD191468D66}" destId="{225D840A-D46F-C342-8DDF-7882BD42A469}" srcOrd="4" destOrd="0" presId="urn:microsoft.com/office/officeart/2005/8/layout/hChevron3"/>
    <dgm:cxn modelId="{0F2E6392-F995-5747-B5C3-F4CB5505C3AA}" type="presParOf" srcId="{11A584F6-64F7-2847-968B-2CD191468D66}" destId="{B543B330-0007-8F43-B8DD-CF558943DA23}" srcOrd="5" destOrd="0" presId="urn:microsoft.com/office/officeart/2005/8/layout/hChevron3"/>
    <dgm:cxn modelId="{58FA8BD9-8E73-1A4F-82CE-1DE28E315953}" type="presParOf" srcId="{11A584F6-64F7-2847-968B-2CD191468D66}" destId="{F8553C1E-990C-D548-98B9-90C7AC65ECC3}" srcOrd="6" destOrd="0" presId="urn:microsoft.com/office/officeart/2005/8/layout/hChevron3"/>
    <dgm:cxn modelId="{35F767B1-D3FE-1C47-8813-7E794A7DF0C7}" type="presParOf" srcId="{11A584F6-64F7-2847-968B-2CD191468D66}" destId="{F585CD92-710A-FC46-B4B3-7D3556AAECDF}" srcOrd="7" destOrd="0" presId="urn:microsoft.com/office/officeart/2005/8/layout/hChevron3"/>
    <dgm:cxn modelId="{833C5779-FA9A-6243-83B0-41B283AE4EFB}" type="presParOf" srcId="{11A584F6-64F7-2847-968B-2CD191468D66}" destId="{67A38559-BB64-ED47-800B-55A7EC48A0BD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C8A56F3-4542-8F48-B285-0A7F6E5B9A09}" type="doc">
      <dgm:prSet loTypeId="urn:microsoft.com/office/officeart/2005/8/layout/hProcess3" loCatId="" qsTypeId="urn:microsoft.com/office/officeart/2005/8/quickstyle/simple1" qsCatId="simple" csTypeId="urn:microsoft.com/office/officeart/2005/8/colors/colorful1" csCatId="colorful" phldr="1"/>
      <dgm:spPr/>
    </dgm:pt>
    <dgm:pt modelId="{631AD9BA-CD5F-BC43-8CE9-4475CEBCFEAE}">
      <dgm:prSet/>
      <dgm:spPr/>
      <dgm:t>
        <a:bodyPr/>
        <a:lstStyle/>
        <a:p>
          <a:r>
            <a:rPr lang="en-US" dirty="0"/>
            <a:t>Month 2-3:</a:t>
          </a:r>
          <a:endParaRPr lang="en-GB" dirty="0"/>
        </a:p>
      </dgm:t>
    </dgm:pt>
    <dgm:pt modelId="{5E3DA5B4-05F6-6A41-96F3-A959FF05DF7C}" type="parTrans" cxnId="{74C1585D-4A3C-1042-8649-33287B42C903}">
      <dgm:prSet/>
      <dgm:spPr/>
      <dgm:t>
        <a:bodyPr/>
        <a:lstStyle/>
        <a:p>
          <a:endParaRPr lang="en-GB"/>
        </a:p>
      </dgm:t>
    </dgm:pt>
    <dgm:pt modelId="{3174C7A4-476B-AB47-B2ED-B82F8F703060}" type="sibTrans" cxnId="{74C1585D-4A3C-1042-8649-33287B42C903}">
      <dgm:prSet/>
      <dgm:spPr/>
      <dgm:t>
        <a:bodyPr/>
        <a:lstStyle/>
        <a:p>
          <a:endParaRPr lang="en-GB"/>
        </a:p>
      </dgm:t>
    </dgm:pt>
    <dgm:pt modelId="{D2ECE06C-8349-A644-9533-DD52D5F2F5D3}">
      <dgm:prSet/>
      <dgm:spPr/>
      <dgm:t>
        <a:bodyPr/>
        <a:lstStyle/>
        <a:p>
          <a:r>
            <a:rPr lang="en-US" dirty="0"/>
            <a:t>Backend infrastructure (Node.js, PostgreSQL, MongoDB)</a:t>
          </a:r>
        </a:p>
      </dgm:t>
    </dgm:pt>
    <dgm:pt modelId="{A3C1B869-476C-DE4C-8C3D-BD7ECA98E3EF}" type="parTrans" cxnId="{9DE6280B-FAEB-274B-9213-69A16B817AF3}">
      <dgm:prSet/>
      <dgm:spPr/>
      <dgm:t>
        <a:bodyPr/>
        <a:lstStyle/>
        <a:p>
          <a:endParaRPr lang="en-GB"/>
        </a:p>
      </dgm:t>
    </dgm:pt>
    <dgm:pt modelId="{42FFD42A-6C0F-D046-8887-E30E1D6EDD63}" type="sibTrans" cxnId="{9DE6280B-FAEB-274B-9213-69A16B817AF3}">
      <dgm:prSet/>
      <dgm:spPr/>
      <dgm:t>
        <a:bodyPr/>
        <a:lstStyle/>
        <a:p>
          <a:endParaRPr lang="en-GB"/>
        </a:p>
      </dgm:t>
    </dgm:pt>
    <dgm:pt modelId="{FAB36138-2B5D-D84E-B0BF-8767AB94A91E}">
      <dgm:prSet/>
      <dgm:spPr/>
      <dgm:t>
        <a:bodyPr/>
        <a:lstStyle/>
        <a:p>
          <a:r>
            <a:rPr lang="en-US"/>
            <a:t>MinIO integration</a:t>
          </a:r>
        </a:p>
      </dgm:t>
    </dgm:pt>
    <dgm:pt modelId="{3D9B5872-BC8C-8547-8D42-5E814B647F16}" type="parTrans" cxnId="{E7929505-777A-5847-8F54-D3F3D9FE9AEF}">
      <dgm:prSet/>
      <dgm:spPr/>
      <dgm:t>
        <a:bodyPr/>
        <a:lstStyle/>
        <a:p>
          <a:endParaRPr lang="en-GB"/>
        </a:p>
      </dgm:t>
    </dgm:pt>
    <dgm:pt modelId="{B05638DF-D18A-8A4C-8224-C5A9805B8203}" type="sibTrans" cxnId="{E7929505-777A-5847-8F54-D3F3D9FE9AEF}">
      <dgm:prSet/>
      <dgm:spPr/>
      <dgm:t>
        <a:bodyPr/>
        <a:lstStyle/>
        <a:p>
          <a:endParaRPr lang="en-GB"/>
        </a:p>
      </dgm:t>
    </dgm:pt>
    <dgm:pt modelId="{D9704F61-D8A5-0D43-9F90-831476758079}">
      <dgm:prSet/>
      <dgm:spPr/>
      <dgm:t>
        <a:bodyPr/>
        <a:lstStyle/>
        <a:p>
          <a:r>
            <a:rPr lang="en-US" dirty="0"/>
            <a:t>Basic API endpoints</a:t>
          </a:r>
        </a:p>
      </dgm:t>
    </dgm:pt>
    <dgm:pt modelId="{2E24077E-A3FA-1247-ABBC-BE4C058B5CAC}" type="parTrans" cxnId="{66716FF1-6213-824F-8DE1-88635A1E4F26}">
      <dgm:prSet/>
      <dgm:spPr/>
      <dgm:t>
        <a:bodyPr/>
        <a:lstStyle/>
        <a:p>
          <a:endParaRPr lang="en-GB"/>
        </a:p>
      </dgm:t>
    </dgm:pt>
    <dgm:pt modelId="{9FB26DCE-3B3D-2F45-AA2B-11B19EA90585}" type="sibTrans" cxnId="{66716FF1-6213-824F-8DE1-88635A1E4F26}">
      <dgm:prSet/>
      <dgm:spPr/>
      <dgm:t>
        <a:bodyPr/>
        <a:lstStyle/>
        <a:p>
          <a:endParaRPr lang="en-GB"/>
        </a:p>
      </dgm:t>
    </dgm:pt>
    <dgm:pt modelId="{0ED91101-C30D-1643-A474-258A9DA4A40A}">
      <dgm:prSet/>
      <dgm:spPr/>
      <dgm:t>
        <a:bodyPr/>
        <a:lstStyle/>
        <a:p>
          <a:r>
            <a:rPr lang="en-US" dirty="0"/>
            <a:t>Deploy Llama-3.2-vision model</a:t>
          </a:r>
        </a:p>
      </dgm:t>
    </dgm:pt>
    <dgm:pt modelId="{1F46C804-7E50-594B-A852-D0367926C6D1}" type="parTrans" cxnId="{C778A693-4105-EB45-9110-A77E3B84F829}">
      <dgm:prSet/>
      <dgm:spPr/>
      <dgm:t>
        <a:bodyPr/>
        <a:lstStyle/>
        <a:p>
          <a:endParaRPr lang="en-GB"/>
        </a:p>
      </dgm:t>
    </dgm:pt>
    <dgm:pt modelId="{F5FC13AE-924C-CC44-B0B7-7BEFA7A49CBC}" type="sibTrans" cxnId="{C778A693-4105-EB45-9110-A77E3B84F829}">
      <dgm:prSet/>
      <dgm:spPr/>
      <dgm:t>
        <a:bodyPr/>
        <a:lstStyle/>
        <a:p>
          <a:endParaRPr lang="en-GB"/>
        </a:p>
      </dgm:t>
    </dgm:pt>
    <dgm:pt modelId="{0A686B3C-BAE5-7D45-BD0B-2F7BCB0F3C9F}">
      <dgm:prSet/>
      <dgm:spPr/>
      <dgm:t>
        <a:bodyPr/>
        <a:lstStyle/>
        <a:p>
          <a:r>
            <a:rPr lang="en-US" dirty="0"/>
            <a:t>Initial security protocols</a:t>
          </a:r>
        </a:p>
      </dgm:t>
    </dgm:pt>
    <dgm:pt modelId="{9EEAAAE8-A534-A045-ABB5-D45C7F971CF3}" type="parTrans" cxnId="{2D751B09-88A7-4044-95C9-62E5FBB06EAE}">
      <dgm:prSet/>
      <dgm:spPr/>
      <dgm:t>
        <a:bodyPr/>
        <a:lstStyle/>
        <a:p>
          <a:endParaRPr lang="en-GB"/>
        </a:p>
      </dgm:t>
    </dgm:pt>
    <dgm:pt modelId="{711BBB8D-BDE5-964B-B638-80ED9BA225FC}" type="sibTrans" cxnId="{2D751B09-88A7-4044-95C9-62E5FBB06EAE}">
      <dgm:prSet/>
      <dgm:spPr/>
      <dgm:t>
        <a:bodyPr/>
        <a:lstStyle/>
        <a:p>
          <a:endParaRPr lang="en-GB"/>
        </a:p>
      </dgm:t>
    </dgm:pt>
    <dgm:pt modelId="{CF7763F6-5BD7-C047-B927-C32961418A18}" type="pres">
      <dgm:prSet presAssocID="{9C8A56F3-4542-8F48-B285-0A7F6E5B9A09}" presName="Name0" presStyleCnt="0">
        <dgm:presLayoutVars>
          <dgm:dir/>
          <dgm:animLvl val="lvl"/>
          <dgm:resizeHandles val="exact"/>
        </dgm:presLayoutVars>
      </dgm:prSet>
      <dgm:spPr/>
    </dgm:pt>
    <dgm:pt modelId="{2C8E98F7-A5A4-6F44-B2CD-911484678D5C}" type="pres">
      <dgm:prSet presAssocID="{9C8A56F3-4542-8F48-B285-0A7F6E5B9A09}" presName="dummy" presStyleCnt="0"/>
      <dgm:spPr/>
    </dgm:pt>
    <dgm:pt modelId="{02378D0D-3864-6942-A3D0-FDD88A169F6A}" type="pres">
      <dgm:prSet presAssocID="{9C8A56F3-4542-8F48-B285-0A7F6E5B9A09}" presName="linH" presStyleCnt="0"/>
      <dgm:spPr/>
    </dgm:pt>
    <dgm:pt modelId="{48FD3A1E-4B72-8745-ABC2-7B77284A61CD}" type="pres">
      <dgm:prSet presAssocID="{9C8A56F3-4542-8F48-B285-0A7F6E5B9A09}" presName="padding1" presStyleCnt="0"/>
      <dgm:spPr/>
    </dgm:pt>
    <dgm:pt modelId="{7B81D39E-A15D-D741-80AD-BCCBC5AEA2E9}" type="pres">
      <dgm:prSet presAssocID="{631AD9BA-CD5F-BC43-8CE9-4475CEBCFEAE}" presName="linV" presStyleCnt="0"/>
      <dgm:spPr/>
    </dgm:pt>
    <dgm:pt modelId="{9BCE2BEB-A4EA-124D-86D2-E88AF80836FF}" type="pres">
      <dgm:prSet presAssocID="{631AD9BA-CD5F-BC43-8CE9-4475CEBCFEAE}" presName="spVertical1" presStyleCnt="0"/>
      <dgm:spPr/>
    </dgm:pt>
    <dgm:pt modelId="{BDCC7F45-45BD-AF45-BEEC-089F56DEB6D9}" type="pres">
      <dgm:prSet presAssocID="{631AD9BA-CD5F-BC43-8CE9-4475CEBCFEAE}" presName="parTx" presStyleLbl="revTx" presStyleIdx="0" presStyleCnt="6">
        <dgm:presLayoutVars>
          <dgm:chMax val="0"/>
          <dgm:chPref val="0"/>
          <dgm:bulletEnabled val="1"/>
        </dgm:presLayoutVars>
      </dgm:prSet>
      <dgm:spPr/>
    </dgm:pt>
    <dgm:pt modelId="{601D2F4C-A179-9D4E-B0DD-D8F31BECB245}" type="pres">
      <dgm:prSet presAssocID="{631AD9BA-CD5F-BC43-8CE9-4475CEBCFEAE}" presName="spVertical2" presStyleCnt="0"/>
      <dgm:spPr/>
    </dgm:pt>
    <dgm:pt modelId="{A139EE4A-1A11-7F48-958E-A111870CBC78}" type="pres">
      <dgm:prSet presAssocID="{631AD9BA-CD5F-BC43-8CE9-4475CEBCFEAE}" presName="spVertical3" presStyleCnt="0"/>
      <dgm:spPr/>
    </dgm:pt>
    <dgm:pt modelId="{A9B05453-EAEA-C946-BE27-632DC786145A}" type="pres">
      <dgm:prSet presAssocID="{3174C7A4-476B-AB47-B2ED-B82F8F703060}" presName="space" presStyleCnt="0"/>
      <dgm:spPr/>
    </dgm:pt>
    <dgm:pt modelId="{28BDF148-A4B8-F943-8D89-52F7E6D4FCD2}" type="pres">
      <dgm:prSet presAssocID="{D2ECE06C-8349-A644-9533-DD52D5F2F5D3}" presName="linV" presStyleCnt="0"/>
      <dgm:spPr/>
    </dgm:pt>
    <dgm:pt modelId="{C6B08D78-1CB3-364C-B426-E92DA8DA0A25}" type="pres">
      <dgm:prSet presAssocID="{D2ECE06C-8349-A644-9533-DD52D5F2F5D3}" presName="spVertical1" presStyleCnt="0"/>
      <dgm:spPr/>
    </dgm:pt>
    <dgm:pt modelId="{D02B6E82-78A0-9249-AC9F-3FFBD456D136}" type="pres">
      <dgm:prSet presAssocID="{D2ECE06C-8349-A644-9533-DD52D5F2F5D3}" presName="parTx" presStyleLbl="revTx" presStyleIdx="1" presStyleCnt="6">
        <dgm:presLayoutVars>
          <dgm:chMax val="0"/>
          <dgm:chPref val="0"/>
          <dgm:bulletEnabled val="1"/>
        </dgm:presLayoutVars>
      </dgm:prSet>
      <dgm:spPr/>
    </dgm:pt>
    <dgm:pt modelId="{246F8B25-FC56-B245-8B18-492E4885F69E}" type="pres">
      <dgm:prSet presAssocID="{D2ECE06C-8349-A644-9533-DD52D5F2F5D3}" presName="spVertical2" presStyleCnt="0"/>
      <dgm:spPr/>
    </dgm:pt>
    <dgm:pt modelId="{00BEDD57-FBA7-524C-8D3E-39BF3D5A45D7}" type="pres">
      <dgm:prSet presAssocID="{D2ECE06C-8349-A644-9533-DD52D5F2F5D3}" presName="spVertical3" presStyleCnt="0"/>
      <dgm:spPr/>
    </dgm:pt>
    <dgm:pt modelId="{2865A0A9-B443-3044-ADA0-F881B2A91D90}" type="pres">
      <dgm:prSet presAssocID="{42FFD42A-6C0F-D046-8887-E30E1D6EDD63}" presName="space" presStyleCnt="0"/>
      <dgm:spPr/>
    </dgm:pt>
    <dgm:pt modelId="{06BE5E81-3D7A-D848-8113-3843C3302A5B}" type="pres">
      <dgm:prSet presAssocID="{FAB36138-2B5D-D84E-B0BF-8767AB94A91E}" presName="linV" presStyleCnt="0"/>
      <dgm:spPr/>
    </dgm:pt>
    <dgm:pt modelId="{2B0F4513-408C-9F48-BC28-1396086293EC}" type="pres">
      <dgm:prSet presAssocID="{FAB36138-2B5D-D84E-B0BF-8767AB94A91E}" presName="spVertical1" presStyleCnt="0"/>
      <dgm:spPr/>
    </dgm:pt>
    <dgm:pt modelId="{DF5D18F8-531D-814F-8D1D-09D3FBF14E14}" type="pres">
      <dgm:prSet presAssocID="{FAB36138-2B5D-D84E-B0BF-8767AB94A91E}" presName="parTx" presStyleLbl="revTx" presStyleIdx="2" presStyleCnt="6">
        <dgm:presLayoutVars>
          <dgm:chMax val="0"/>
          <dgm:chPref val="0"/>
          <dgm:bulletEnabled val="1"/>
        </dgm:presLayoutVars>
      </dgm:prSet>
      <dgm:spPr/>
    </dgm:pt>
    <dgm:pt modelId="{775F6B77-6BE1-AC46-A799-FABE7B68041A}" type="pres">
      <dgm:prSet presAssocID="{FAB36138-2B5D-D84E-B0BF-8767AB94A91E}" presName="spVertical2" presStyleCnt="0"/>
      <dgm:spPr/>
    </dgm:pt>
    <dgm:pt modelId="{CCF7702C-40F0-C54B-BB73-A3FB152E2C72}" type="pres">
      <dgm:prSet presAssocID="{FAB36138-2B5D-D84E-B0BF-8767AB94A91E}" presName="spVertical3" presStyleCnt="0"/>
      <dgm:spPr/>
    </dgm:pt>
    <dgm:pt modelId="{643C2A0E-19CA-CA40-92A5-12B47A8003D9}" type="pres">
      <dgm:prSet presAssocID="{B05638DF-D18A-8A4C-8224-C5A9805B8203}" presName="space" presStyleCnt="0"/>
      <dgm:spPr/>
    </dgm:pt>
    <dgm:pt modelId="{36904713-77F7-4744-8A6E-E1CF869BC563}" type="pres">
      <dgm:prSet presAssocID="{D9704F61-D8A5-0D43-9F90-831476758079}" presName="linV" presStyleCnt="0"/>
      <dgm:spPr/>
    </dgm:pt>
    <dgm:pt modelId="{438D961F-ECB2-0346-B714-2A0AE251A349}" type="pres">
      <dgm:prSet presAssocID="{D9704F61-D8A5-0D43-9F90-831476758079}" presName="spVertical1" presStyleCnt="0"/>
      <dgm:spPr/>
    </dgm:pt>
    <dgm:pt modelId="{9B949455-C7EF-4E40-818C-C3880D842762}" type="pres">
      <dgm:prSet presAssocID="{D9704F61-D8A5-0D43-9F90-831476758079}" presName="parTx" presStyleLbl="revTx" presStyleIdx="3" presStyleCnt="6">
        <dgm:presLayoutVars>
          <dgm:chMax val="0"/>
          <dgm:chPref val="0"/>
          <dgm:bulletEnabled val="1"/>
        </dgm:presLayoutVars>
      </dgm:prSet>
      <dgm:spPr/>
    </dgm:pt>
    <dgm:pt modelId="{5306AA8C-5817-AE4C-8C39-C4DB7A65E614}" type="pres">
      <dgm:prSet presAssocID="{D9704F61-D8A5-0D43-9F90-831476758079}" presName="spVertical2" presStyleCnt="0"/>
      <dgm:spPr/>
    </dgm:pt>
    <dgm:pt modelId="{E9406914-00D7-4B47-8E71-74102913271C}" type="pres">
      <dgm:prSet presAssocID="{D9704F61-D8A5-0D43-9F90-831476758079}" presName="spVertical3" presStyleCnt="0"/>
      <dgm:spPr/>
    </dgm:pt>
    <dgm:pt modelId="{5400BA21-A2DD-4545-921D-95CC0FFD0576}" type="pres">
      <dgm:prSet presAssocID="{9FB26DCE-3B3D-2F45-AA2B-11B19EA90585}" presName="space" presStyleCnt="0"/>
      <dgm:spPr/>
    </dgm:pt>
    <dgm:pt modelId="{FD7050C4-234D-3140-820F-E47FF16DC367}" type="pres">
      <dgm:prSet presAssocID="{0ED91101-C30D-1643-A474-258A9DA4A40A}" presName="linV" presStyleCnt="0"/>
      <dgm:spPr/>
    </dgm:pt>
    <dgm:pt modelId="{556D2275-5E91-004A-AC13-8E7EAAFB1525}" type="pres">
      <dgm:prSet presAssocID="{0ED91101-C30D-1643-A474-258A9DA4A40A}" presName="spVertical1" presStyleCnt="0"/>
      <dgm:spPr/>
    </dgm:pt>
    <dgm:pt modelId="{B7D6EC1E-0D57-5849-B1B2-B3619A845307}" type="pres">
      <dgm:prSet presAssocID="{0ED91101-C30D-1643-A474-258A9DA4A40A}" presName="parTx" presStyleLbl="revTx" presStyleIdx="4" presStyleCnt="6">
        <dgm:presLayoutVars>
          <dgm:chMax val="0"/>
          <dgm:chPref val="0"/>
          <dgm:bulletEnabled val="1"/>
        </dgm:presLayoutVars>
      </dgm:prSet>
      <dgm:spPr/>
    </dgm:pt>
    <dgm:pt modelId="{CBB98A2D-3744-7749-921D-BDC458016F30}" type="pres">
      <dgm:prSet presAssocID="{0ED91101-C30D-1643-A474-258A9DA4A40A}" presName="spVertical2" presStyleCnt="0"/>
      <dgm:spPr/>
    </dgm:pt>
    <dgm:pt modelId="{C8BB6291-BFB1-E844-90A8-924A7E17A963}" type="pres">
      <dgm:prSet presAssocID="{0ED91101-C30D-1643-A474-258A9DA4A40A}" presName="spVertical3" presStyleCnt="0"/>
      <dgm:spPr/>
    </dgm:pt>
    <dgm:pt modelId="{AFD4BEE4-15B4-E04F-9000-16B518413457}" type="pres">
      <dgm:prSet presAssocID="{F5FC13AE-924C-CC44-B0B7-7BEFA7A49CBC}" presName="space" presStyleCnt="0"/>
      <dgm:spPr/>
    </dgm:pt>
    <dgm:pt modelId="{A668E909-F329-A444-89DD-C79467ABB475}" type="pres">
      <dgm:prSet presAssocID="{0A686B3C-BAE5-7D45-BD0B-2F7BCB0F3C9F}" presName="linV" presStyleCnt="0"/>
      <dgm:spPr/>
    </dgm:pt>
    <dgm:pt modelId="{48E4A973-00BF-914D-95AD-59D61DB0488F}" type="pres">
      <dgm:prSet presAssocID="{0A686B3C-BAE5-7D45-BD0B-2F7BCB0F3C9F}" presName="spVertical1" presStyleCnt="0"/>
      <dgm:spPr/>
    </dgm:pt>
    <dgm:pt modelId="{2C60A3B1-6732-9245-927B-49CF05949D9E}" type="pres">
      <dgm:prSet presAssocID="{0A686B3C-BAE5-7D45-BD0B-2F7BCB0F3C9F}" presName="parTx" presStyleLbl="revTx" presStyleIdx="5" presStyleCnt="6">
        <dgm:presLayoutVars>
          <dgm:chMax val="0"/>
          <dgm:chPref val="0"/>
          <dgm:bulletEnabled val="1"/>
        </dgm:presLayoutVars>
      </dgm:prSet>
      <dgm:spPr/>
    </dgm:pt>
    <dgm:pt modelId="{C68D5946-5797-D146-8C18-DC68105A27D5}" type="pres">
      <dgm:prSet presAssocID="{0A686B3C-BAE5-7D45-BD0B-2F7BCB0F3C9F}" presName="spVertical2" presStyleCnt="0"/>
      <dgm:spPr/>
    </dgm:pt>
    <dgm:pt modelId="{049A68C9-B9A7-8740-A5D1-BF2425CBCB97}" type="pres">
      <dgm:prSet presAssocID="{0A686B3C-BAE5-7D45-BD0B-2F7BCB0F3C9F}" presName="spVertical3" presStyleCnt="0"/>
      <dgm:spPr/>
    </dgm:pt>
    <dgm:pt modelId="{4298B40A-04B0-C548-BF62-75653D9BCD6A}" type="pres">
      <dgm:prSet presAssocID="{9C8A56F3-4542-8F48-B285-0A7F6E5B9A09}" presName="padding2" presStyleCnt="0"/>
      <dgm:spPr/>
    </dgm:pt>
    <dgm:pt modelId="{FD3BB157-D1D9-5D42-94AC-2366027F8695}" type="pres">
      <dgm:prSet presAssocID="{9C8A56F3-4542-8F48-B285-0A7F6E5B9A09}" presName="negArrow" presStyleCnt="0"/>
      <dgm:spPr/>
    </dgm:pt>
    <dgm:pt modelId="{D066E932-C9E2-5742-94AF-C688E0E2942F}" type="pres">
      <dgm:prSet presAssocID="{9C8A56F3-4542-8F48-B285-0A7F6E5B9A09}" presName="backgroundArrow" presStyleLbl="node1" presStyleIdx="0" presStyleCnt="1"/>
      <dgm:spPr/>
    </dgm:pt>
  </dgm:ptLst>
  <dgm:cxnLst>
    <dgm:cxn modelId="{E7929505-777A-5847-8F54-D3F3D9FE9AEF}" srcId="{9C8A56F3-4542-8F48-B285-0A7F6E5B9A09}" destId="{FAB36138-2B5D-D84E-B0BF-8767AB94A91E}" srcOrd="2" destOrd="0" parTransId="{3D9B5872-BC8C-8547-8D42-5E814B647F16}" sibTransId="{B05638DF-D18A-8A4C-8224-C5A9805B8203}"/>
    <dgm:cxn modelId="{2D751B09-88A7-4044-95C9-62E5FBB06EAE}" srcId="{9C8A56F3-4542-8F48-B285-0A7F6E5B9A09}" destId="{0A686B3C-BAE5-7D45-BD0B-2F7BCB0F3C9F}" srcOrd="5" destOrd="0" parTransId="{9EEAAAE8-A534-A045-ABB5-D45C7F971CF3}" sibTransId="{711BBB8D-BDE5-964B-B638-80ED9BA225FC}"/>
    <dgm:cxn modelId="{9DE6280B-FAEB-274B-9213-69A16B817AF3}" srcId="{9C8A56F3-4542-8F48-B285-0A7F6E5B9A09}" destId="{D2ECE06C-8349-A644-9533-DD52D5F2F5D3}" srcOrd="1" destOrd="0" parTransId="{A3C1B869-476C-DE4C-8C3D-BD7ECA98E3EF}" sibTransId="{42FFD42A-6C0F-D046-8887-E30E1D6EDD63}"/>
    <dgm:cxn modelId="{8624540B-3D2A-B84C-B6DE-B0C77DE69B68}" type="presOf" srcId="{D2ECE06C-8349-A644-9533-DD52D5F2F5D3}" destId="{D02B6E82-78A0-9249-AC9F-3FFBD456D136}" srcOrd="0" destOrd="0" presId="urn:microsoft.com/office/officeart/2005/8/layout/hProcess3"/>
    <dgm:cxn modelId="{BA2E4244-03E8-5543-A3D5-F78CB35BC22D}" type="presOf" srcId="{0ED91101-C30D-1643-A474-258A9DA4A40A}" destId="{B7D6EC1E-0D57-5849-B1B2-B3619A845307}" srcOrd="0" destOrd="0" presId="urn:microsoft.com/office/officeart/2005/8/layout/hProcess3"/>
    <dgm:cxn modelId="{01C16349-8FC1-7B4C-8FAA-FED61D590051}" type="presOf" srcId="{FAB36138-2B5D-D84E-B0BF-8767AB94A91E}" destId="{DF5D18F8-531D-814F-8D1D-09D3FBF14E14}" srcOrd="0" destOrd="0" presId="urn:microsoft.com/office/officeart/2005/8/layout/hProcess3"/>
    <dgm:cxn modelId="{74C1585D-4A3C-1042-8649-33287B42C903}" srcId="{9C8A56F3-4542-8F48-B285-0A7F6E5B9A09}" destId="{631AD9BA-CD5F-BC43-8CE9-4475CEBCFEAE}" srcOrd="0" destOrd="0" parTransId="{5E3DA5B4-05F6-6A41-96F3-A959FF05DF7C}" sibTransId="{3174C7A4-476B-AB47-B2ED-B82F8F703060}"/>
    <dgm:cxn modelId="{C7C7736F-FD7B-D24F-AD29-CF3066D22BF2}" type="presOf" srcId="{D9704F61-D8A5-0D43-9F90-831476758079}" destId="{9B949455-C7EF-4E40-818C-C3880D842762}" srcOrd="0" destOrd="0" presId="urn:microsoft.com/office/officeart/2005/8/layout/hProcess3"/>
    <dgm:cxn modelId="{A4C65274-1938-2A41-A7C2-71E1D8DB1701}" type="presOf" srcId="{9C8A56F3-4542-8F48-B285-0A7F6E5B9A09}" destId="{CF7763F6-5BD7-C047-B927-C32961418A18}" srcOrd="0" destOrd="0" presId="urn:microsoft.com/office/officeart/2005/8/layout/hProcess3"/>
    <dgm:cxn modelId="{928AC285-8491-0442-887A-992BA5E89D4F}" type="presOf" srcId="{0A686B3C-BAE5-7D45-BD0B-2F7BCB0F3C9F}" destId="{2C60A3B1-6732-9245-927B-49CF05949D9E}" srcOrd="0" destOrd="0" presId="urn:microsoft.com/office/officeart/2005/8/layout/hProcess3"/>
    <dgm:cxn modelId="{2B6BF989-EBEC-E143-AD72-4C2CD2B5F070}" type="presOf" srcId="{631AD9BA-CD5F-BC43-8CE9-4475CEBCFEAE}" destId="{BDCC7F45-45BD-AF45-BEEC-089F56DEB6D9}" srcOrd="0" destOrd="0" presId="urn:microsoft.com/office/officeart/2005/8/layout/hProcess3"/>
    <dgm:cxn modelId="{C778A693-4105-EB45-9110-A77E3B84F829}" srcId="{9C8A56F3-4542-8F48-B285-0A7F6E5B9A09}" destId="{0ED91101-C30D-1643-A474-258A9DA4A40A}" srcOrd="4" destOrd="0" parTransId="{1F46C804-7E50-594B-A852-D0367926C6D1}" sibTransId="{F5FC13AE-924C-CC44-B0B7-7BEFA7A49CBC}"/>
    <dgm:cxn modelId="{66716FF1-6213-824F-8DE1-88635A1E4F26}" srcId="{9C8A56F3-4542-8F48-B285-0A7F6E5B9A09}" destId="{D9704F61-D8A5-0D43-9F90-831476758079}" srcOrd="3" destOrd="0" parTransId="{2E24077E-A3FA-1247-ABBC-BE4C058B5CAC}" sibTransId="{9FB26DCE-3B3D-2F45-AA2B-11B19EA90585}"/>
    <dgm:cxn modelId="{040B28DA-9E76-1C4A-B3CA-924A068B2BE8}" type="presParOf" srcId="{CF7763F6-5BD7-C047-B927-C32961418A18}" destId="{2C8E98F7-A5A4-6F44-B2CD-911484678D5C}" srcOrd="0" destOrd="0" presId="urn:microsoft.com/office/officeart/2005/8/layout/hProcess3"/>
    <dgm:cxn modelId="{FFB89EF5-F1ED-524D-BC11-6C06E19A5561}" type="presParOf" srcId="{CF7763F6-5BD7-C047-B927-C32961418A18}" destId="{02378D0D-3864-6942-A3D0-FDD88A169F6A}" srcOrd="1" destOrd="0" presId="urn:microsoft.com/office/officeart/2005/8/layout/hProcess3"/>
    <dgm:cxn modelId="{345520C9-1666-554D-9907-B6FF1E5470E9}" type="presParOf" srcId="{02378D0D-3864-6942-A3D0-FDD88A169F6A}" destId="{48FD3A1E-4B72-8745-ABC2-7B77284A61CD}" srcOrd="0" destOrd="0" presId="urn:microsoft.com/office/officeart/2005/8/layout/hProcess3"/>
    <dgm:cxn modelId="{2A3DFF34-C028-4D4C-9B32-E981994D153D}" type="presParOf" srcId="{02378D0D-3864-6942-A3D0-FDD88A169F6A}" destId="{7B81D39E-A15D-D741-80AD-BCCBC5AEA2E9}" srcOrd="1" destOrd="0" presId="urn:microsoft.com/office/officeart/2005/8/layout/hProcess3"/>
    <dgm:cxn modelId="{346A7803-38F9-0E49-A416-A352CF9D299E}" type="presParOf" srcId="{7B81D39E-A15D-D741-80AD-BCCBC5AEA2E9}" destId="{9BCE2BEB-A4EA-124D-86D2-E88AF80836FF}" srcOrd="0" destOrd="0" presId="urn:microsoft.com/office/officeart/2005/8/layout/hProcess3"/>
    <dgm:cxn modelId="{EE9B7C23-D595-0149-993B-FC3875EB72D0}" type="presParOf" srcId="{7B81D39E-A15D-D741-80AD-BCCBC5AEA2E9}" destId="{BDCC7F45-45BD-AF45-BEEC-089F56DEB6D9}" srcOrd="1" destOrd="0" presId="urn:microsoft.com/office/officeart/2005/8/layout/hProcess3"/>
    <dgm:cxn modelId="{248454A3-6FFC-CE4C-82C0-7DB90AD9AE8F}" type="presParOf" srcId="{7B81D39E-A15D-D741-80AD-BCCBC5AEA2E9}" destId="{601D2F4C-A179-9D4E-B0DD-D8F31BECB245}" srcOrd="2" destOrd="0" presId="urn:microsoft.com/office/officeart/2005/8/layout/hProcess3"/>
    <dgm:cxn modelId="{DF462A07-85AE-8643-89A1-FB9DD8B83C21}" type="presParOf" srcId="{7B81D39E-A15D-D741-80AD-BCCBC5AEA2E9}" destId="{A139EE4A-1A11-7F48-958E-A111870CBC78}" srcOrd="3" destOrd="0" presId="urn:microsoft.com/office/officeart/2005/8/layout/hProcess3"/>
    <dgm:cxn modelId="{B8286B6F-DD2E-A145-A40D-76CB6B64FF8C}" type="presParOf" srcId="{02378D0D-3864-6942-A3D0-FDD88A169F6A}" destId="{A9B05453-EAEA-C946-BE27-632DC786145A}" srcOrd="2" destOrd="0" presId="urn:microsoft.com/office/officeart/2005/8/layout/hProcess3"/>
    <dgm:cxn modelId="{8A0EA07A-F4F5-2044-9806-9EA3C8B6BF32}" type="presParOf" srcId="{02378D0D-3864-6942-A3D0-FDD88A169F6A}" destId="{28BDF148-A4B8-F943-8D89-52F7E6D4FCD2}" srcOrd="3" destOrd="0" presId="urn:microsoft.com/office/officeart/2005/8/layout/hProcess3"/>
    <dgm:cxn modelId="{0CE78B95-9C46-4243-A23A-F4EED4B5CBCA}" type="presParOf" srcId="{28BDF148-A4B8-F943-8D89-52F7E6D4FCD2}" destId="{C6B08D78-1CB3-364C-B426-E92DA8DA0A25}" srcOrd="0" destOrd="0" presId="urn:microsoft.com/office/officeart/2005/8/layout/hProcess3"/>
    <dgm:cxn modelId="{7EF77BE0-C8BA-1947-B2F5-2B1C443E812C}" type="presParOf" srcId="{28BDF148-A4B8-F943-8D89-52F7E6D4FCD2}" destId="{D02B6E82-78A0-9249-AC9F-3FFBD456D136}" srcOrd="1" destOrd="0" presId="urn:microsoft.com/office/officeart/2005/8/layout/hProcess3"/>
    <dgm:cxn modelId="{A0FD5F7A-BA0B-DA48-84A8-CBAB4756959D}" type="presParOf" srcId="{28BDF148-A4B8-F943-8D89-52F7E6D4FCD2}" destId="{246F8B25-FC56-B245-8B18-492E4885F69E}" srcOrd="2" destOrd="0" presId="urn:microsoft.com/office/officeart/2005/8/layout/hProcess3"/>
    <dgm:cxn modelId="{1C1DD977-990D-AB46-A19F-BBB91B32F21A}" type="presParOf" srcId="{28BDF148-A4B8-F943-8D89-52F7E6D4FCD2}" destId="{00BEDD57-FBA7-524C-8D3E-39BF3D5A45D7}" srcOrd="3" destOrd="0" presId="urn:microsoft.com/office/officeart/2005/8/layout/hProcess3"/>
    <dgm:cxn modelId="{5BAFF43A-450B-B440-B63A-C3AB0997116D}" type="presParOf" srcId="{02378D0D-3864-6942-A3D0-FDD88A169F6A}" destId="{2865A0A9-B443-3044-ADA0-F881B2A91D90}" srcOrd="4" destOrd="0" presId="urn:microsoft.com/office/officeart/2005/8/layout/hProcess3"/>
    <dgm:cxn modelId="{C411CAD2-47C5-EB43-AFE0-C5179794A496}" type="presParOf" srcId="{02378D0D-3864-6942-A3D0-FDD88A169F6A}" destId="{06BE5E81-3D7A-D848-8113-3843C3302A5B}" srcOrd="5" destOrd="0" presId="urn:microsoft.com/office/officeart/2005/8/layout/hProcess3"/>
    <dgm:cxn modelId="{B4C3F56E-44DC-E044-9366-B55FB9E189BB}" type="presParOf" srcId="{06BE5E81-3D7A-D848-8113-3843C3302A5B}" destId="{2B0F4513-408C-9F48-BC28-1396086293EC}" srcOrd="0" destOrd="0" presId="urn:microsoft.com/office/officeart/2005/8/layout/hProcess3"/>
    <dgm:cxn modelId="{4F37A668-4CDF-7A4D-87D9-8BC17A7DA617}" type="presParOf" srcId="{06BE5E81-3D7A-D848-8113-3843C3302A5B}" destId="{DF5D18F8-531D-814F-8D1D-09D3FBF14E14}" srcOrd="1" destOrd="0" presId="urn:microsoft.com/office/officeart/2005/8/layout/hProcess3"/>
    <dgm:cxn modelId="{357881DB-1757-E641-AE74-261B93E88FE2}" type="presParOf" srcId="{06BE5E81-3D7A-D848-8113-3843C3302A5B}" destId="{775F6B77-6BE1-AC46-A799-FABE7B68041A}" srcOrd="2" destOrd="0" presId="urn:microsoft.com/office/officeart/2005/8/layout/hProcess3"/>
    <dgm:cxn modelId="{9FD45325-13F6-F64C-B09E-B644C451ADF4}" type="presParOf" srcId="{06BE5E81-3D7A-D848-8113-3843C3302A5B}" destId="{CCF7702C-40F0-C54B-BB73-A3FB152E2C72}" srcOrd="3" destOrd="0" presId="urn:microsoft.com/office/officeart/2005/8/layout/hProcess3"/>
    <dgm:cxn modelId="{358FA6C4-461A-6E43-AEA2-70B038C5C852}" type="presParOf" srcId="{02378D0D-3864-6942-A3D0-FDD88A169F6A}" destId="{643C2A0E-19CA-CA40-92A5-12B47A8003D9}" srcOrd="6" destOrd="0" presId="urn:microsoft.com/office/officeart/2005/8/layout/hProcess3"/>
    <dgm:cxn modelId="{7DA0CE38-027A-254B-9B9D-D35603C560B1}" type="presParOf" srcId="{02378D0D-3864-6942-A3D0-FDD88A169F6A}" destId="{36904713-77F7-4744-8A6E-E1CF869BC563}" srcOrd="7" destOrd="0" presId="urn:microsoft.com/office/officeart/2005/8/layout/hProcess3"/>
    <dgm:cxn modelId="{C845DCCA-2D60-594B-9CBD-0D1451A0F714}" type="presParOf" srcId="{36904713-77F7-4744-8A6E-E1CF869BC563}" destId="{438D961F-ECB2-0346-B714-2A0AE251A349}" srcOrd="0" destOrd="0" presId="urn:microsoft.com/office/officeart/2005/8/layout/hProcess3"/>
    <dgm:cxn modelId="{31D5ED4E-DC4D-3448-9759-D2D17D3EDEB1}" type="presParOf" srcId="{36904713-77F7-4744-8A6E-E1CF869BC563}" destId="{9B949455-C7EF-4E40-818C-C3880D842762}" srcOrd="1" destOrd="0" presId="urn:microsoft.com/office/officeart/2005/8/layout/hProcess3"/>
    <dgm:cxn modelId="{4730D6E6-8E81-6149-8FF5-B2191B57D9F9}" type="presParOf" srcId="{36904713-77F7-4744-8A6E-E1CF869BC563}" destId="{5306AA8C-5817-AE4C-8C39-C4DB7A65E614}" srcOrd="2" destOrd="0" presId="urn:microsoft.com/office/officeart/2005/8/layout/hProcess3"/>
    <dgm:cxn modelId="{59DEF60D-903D-B648-80F8-729B70712B0F}" type="presParOf" srcId="{36904713-77F7-4744-8A6E-E1CF869BC563}" destId="{E9406914-00D7-4B47-8E71-74102913271C}" srcOrd="3" destOrd="0" presId="urn:microsoft.com/office/officeart/2005/8/layout/hProcess3"/>
    <dgm:cxn modelId="{CC5871D3-0971-2240-833D-5BA4BDE93D58}" type="presParOf" srcId="{02378D0D-3864-6942-A3D0-FDD88A169F6A}" destId="{5400BA21-A2DD-4545-921D-95CC0FFD0576}" srcOrd="8" destOrd="0" presId="urn:microsoft.com/office/officeart/2005/8/layout/hProcess3"/>
    <dgm:cxn modelId="{25582A44-AB0D-3E4C-A3D1-ECCA40971FEE}" type="presParOf" srcId="{02378D0D-3864-6942-A3D0-FDD88A169F6A}" destId="{FD7050C4-234D-3140-820F-E47FF16DC367}" srcOrd="9" destOrd="0" presId="urn:microsoft.com/office/officeart/2005/8/layout/hProcess3"/>
    <dgm:cxn modelId="{45789C5A-E213-4543-A2CB-6E2FBDC0DB44}" type="presParOf" srcId="{FD7050C4-234D-3140-820F-E47FF16DC367}" destId="{556D2275-5E91-004A-AC13-8E7EAAFB1525}" srcOrd="0" destOrd="0" presId="urn:microsoft.com/office/officeart/2005/8/layout/hProcess3"/>
    <dgm:cxn modelId="{3A42AC3D-F71E-7648-A11E-305F2132CB3B}" type="presParOf" srcId="{FD7050C4-234D-3140-820F-E47FF16DC367}" destId="{B7D6EC1E-0D57-5849-B1B2-B3619A845307}" srcOrd="1" destOrd="0" presId="urn:microsoft.com/office/officeart/2005/8/layout/hProcess3"/>
    <dgm:cxn modelId="{15F140A0-712B-A045-835A-43E11B8F9442}" type="presParOf" srcId="{FD7050C4-234D-3140-820F-E47FF16DC367}" destId="{CBB98A2D-3744-7749-921D-BDC458016F30}" srcOrd="2" destOrd="0" presId="urn:microsoft.com/office/officeart/2005/8/layout/hProcess3"/>
    <dgm:cxn modelId="{39C1A1DF-FE1E-B948-AFEB-E5D0564C7307}" type="presParOf" srcId="{FD7050C4-234D-3140-820F-E47FF16DC367}" destId="{C8BB6291-BFB1-E844-90A8-924A7E17A963}" srcOrd="3" destOrd="0" presId="urn:microsoft.com/office/officeart/2005/8/layout/hProcess3"/>
    <dgm:cxn modelId="{B31BED99-944A-8042-9492-5AB37F2BA622}" type="presParOf" srcId="{02378D0D-3864-6942-A3D0-FDD88A169F6A}" destId="{AFD4BEE4-15B4-E04F-9000-16B518413457}" srcOrd="10" destOrd="0" presId="urn:microsoft.com/office/officeart/2005/8/layout/hProcess3"/>
    <dgm:cxn modelId="{F2A745CD-7DB1-A94E-A17D-24CB8BDED779}" type="presParOf" srcId="{02378D0D-3864-6942-A3D0-FDD88A169F6A}" destId="{A668E909-F329-A444-89DD-C79467ABB475}" srcOrd="11" destOrd="0" presId="urn:microsoft.com/office/officeart/2005/8/layout/hProcess3"/>
    <dgm:cxn modelId="{B583E043-DCE7-4448-96A7-B4E8C02622A4}" type="presParOf" srcId="{A668E909-F329-A444-89DD-C79467ABB475}" destId="{48E4A973-00BF-914D-95AD-59D61DB0488F}" srcOrd="0" destOrd="0" presId="urn:microsoft.com/office/officeart/2005/8/layout/hProcess3"/>
    <dgm:cxn modelId="{C593D96B-E533-7343-90CB-3C544D284BBC}" type="presParOf" srcId="{A668E909-F329-A444-89DD-C79467ABB475}" destId="{2C60A3B1-6732-9245-927B-49CF05949D9E}" srcOrd="1" destOrd="0" presId="urn:microsoft.com/office/officeart/2005/8/layout/hProcess3"/>
    <dgm:cxn modelId="{354DC7E4-42CC-E140-93AF-6EC7EA9CF355}" type="presParOf" srcId="{A668E909-F329-A444-89DD-C79467ABB475}" destId="{C68D5946-5797-D146-8C18-DC68105A27D5}" srcOrd="2" destOrd="0" presId="urn:microsoft.com/office/officeart/2005/8/layout/hProcess3"/>
    <dgm:cxn modelId="{8B37C899-E5B3-9445-865E-BA4192BEB51C}" type="presParOf" srcId="{A668E909-F329-A444-89DD-C79467ABB475}" destId="{049A68C9-B9A7-8740-A5D1-BF2425CBCB97}" srcOrd="3" destOrd="0" presId="urn:microsoft.com/office/officeart/2005/8/layout/hProcess3"/>
    <dgm:cxn modelId="{27C4C3A9-782D-3044-8685-73257155BBEA}" type="presParOf" srcId="{02378D0D-3864-6942-A3D0-FDD88A169F6A}" destId="{4298B40A-04B0-C548-BF62-75653D9BCD6A}" srcOrd="12" destOrd="0" presId="urn:microsoft.com/office/officeart/2005/8/layout/hProcess3"/>
    <dgm:cxn modelId="{AE8FE8BF-014C-1240-A8CF-46790B22C4EC}" type="presParOf" srcId="{02378D0D-3864-6942-A3D0-FDD88A169F6A}" destId="{FD3BB157-D1D9-5D42-94AC-2366027F8695}" srcOrd="13" destOrd="0" presId="urn:microsoft.com/office/officeart/2005/8/layout/hProcess3"/>
    <dgm:cxn modelId="{C506C47C-A6A0-E440-85D9-8EF8A0020E69}" type="presParOf" srcId="{02378D0D-3864-6942-A3D0-FDD88A169F6A}" destId="{D066E932-C9E2-5742-94AF-C688E0E2942F}" srcOrd="14" destOrd="0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C7FC4C-4B6B-0B4B-B059-45CDC04A49CE}">
      <dsp:nvSpPr>
        <dsp:cNvPr id="0" name=""/>
        <dsp:cNvSpPr/>
      </dsp:nvSpPr>
      <dsp:spPr>
        <a:xfrm>
          <a:off x="1131" y="746532"/>
          <a:ext cx="2206515" cy="882606"/>
        </a:xfrm>
        <a:prstGeom prst="homePlat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Month 1-2:</a:t>
          </a:r>
        </a:p>
      </dsp:txBody>
      <dsp:txXfrm>
        <a:off x="1131" y="746532"/>
        <a:ext cx="1985864" cy="882606"/>
      </dsp:txXfrm>
    </dsp:sp>
    <dsp:sp modelId="{BF9D21F8-62A6-2247-8E96-1C22B2B5CBE6}">
      <dsp:nvSpPr>
        <dsp:cNvPr id="0" name=""/>
        <dsp:cNvSpPr/>
      </dsp:nvSpPr>
      <dsp:spPr>
        <a:xfrm>
          <a:off x="1766343" y="746532"/>
          <a:ext cx="2206515" cy="882606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Frontend MVP (React Native setup, basic drawing interface)</a:t>
          </a:r>
        </a:p>
      </dsp:txBody>
      <dsp:txXfrm>
        <a:off x="2207646" y="746532"/>
        <a:ext cx="1323909" cy="882606"/>
      </dsp:txXfrm>
    </dsp:sp>
    <dsp:sp modelId="{225D840A-D46F-C342-8DDF-7882BD42A469}">
      <dsp:nvSpPr>
        <dsp:cNvPr id="0" name=""/>
        <dsp:cNvSpPr/>
      </dsp:nvSpPr>
      <dsp:spPr>
        <a:xfrm>
          <a:off x="3531555" y="746532"/>
          <a:ext cx="2206515" cy="882606"/>
        </a:xfrm>
        <a:prstGeom prst="chevron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Initial UI/UX design</a:t>
          </a:r>
        </a:p>
      </dsp:txBody>
      <dsp:txXfrm>
        <a:off x="3972858" y="746532"/>
        <a:ext cx="1323909" cy="882606"/>
      </dsp:txXfrm>
    </dsp:sp>
    <dsp:sp modelId="{F8553C1E-990C-D548-98B9-90C7AC65ECC3}">
      <dsp:nvSpPr>
        <dsp:cNvPr id="0" name=""/>
        <dsp:cNvSpPr/>
      </dsp:nvSpPr>
      <dsp:spPr>
        <a:xfrm>
          <a:off x="5296768" y="746532"/>
          <a:ext cx="2206515" cy="882606"/>
        </a:xfrm>
        <a:prstGeom prst="chevron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Basic authentication flow</a:t>
          </a:r>
        </a:p>
      </dsp:txBody>
      <dsp:txXfrm>
        <a:off x="5738071" y="746532"/>
        <a:ext cx="1323909" cy="882606"/>
      </dsp:txXfrm>
    </dsp:sp>
    <dsp:sp modelId="{67A38559-BB64-ED47-800B-55A7EC48A0BD}">
      <dsp:nvSpPr>
        <dsp:cNvPr id="0" name=""/>
        <dsp:cNvSpPr/>
      </dsp:nvSpPr>
      <dsp:spPr>
        <a:xfrm>
          <a:off x="7061980" y="746532"/>
          <a:ext cx="2206515" cy="882606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Local data storage setup</a:t>
          </a:r>
        </a:p>
      </dsp:txBody>
      <dsp:txXfrm>
        <a:off x="7503283" y="746532"/>
        <a:ext cx="1323909" cy="8826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66E932-C9E2-5742-94AF-C688E0E2942F}">
      <dsp:nvSpPr>
        <dsp:cNvPr id="0" name=""/>
        <dsp:cNvSpPr/>
      </dsp:nvSpPr>
      <dsp:spPr>
        <a:xfrm>
          <a:off x="0" y="693020"/>
          <a:ext cx="8128000" cy="2206800"/>
        </a:xfrm>
        <a:prstGeom prst="rightArrow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0A3B1-6732-9245-927B-49CF05949D9E}">
      <dsp:nvSpPr>
        <dsp:cNvPr id="0" name=""/>
        <dsp:cNvSpPr/>
      </dsp:nvSpPr>
      <dsp:spPr>
        <a:xfrm>
          <a:off x="6363692" y="1244720"/>
          <a:ext cx="951507" cy="1103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1920" rIns="0" bIns="1219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Initial security protocols</a:t>
          </a:r>
        </a:p>
      </dsp:txBody>
      <dsp:txXfrm>
        <a:off x="6363692" y="1244720"/>
        <a:ext cx="951507" cy="1103400"/>
      </dsp:txXfrm>
    </dsp:sp>
    <dsp:sp modelId="{B7D6EC1E-0D57-5849-B1B2-B3619A845307}">
      <dsp:nvSpPr>
        <dsp:cNvPr id="0" name=""/>
        <dsp:cNvSpPr/>
      </dsp:nvSpPr>
      <dsp:spPr>
        <a:xfrm>
          <a:off x="5221882" y="1244720"/>
          <a:ext cx="951507" cy="1103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1920" rIns="0" bIns="1219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Deploy Llama-3.2-vision model</a:t>
          </a:r>
        </a:p>
      </dsp:txBody>
      <dsp:txXfrm>
        <a:off x="5221882" y="1244720"/>
        <a:ext cx="951507" cy="1103400"/>
      </dsp:txXfrm>
    </dsp:sp>
    <dsp:sp modelId="{9B949455-C7EF-4E40-818C-C3880D842762}">
      <dsp:nvSpPr>
        <dsp:cNvPr id="0" name=""/>
        <dsp:cNvSpPr/>
      </dsp:nvSpPr>
      <dsp:spPr>
        <a:xfrm>
          <a:off x="4080073" y="1244720"/>
          <a:ext cx="951507" cy="1103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1920" rIns="0" bIns="1219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Basic API endpoints</a:t>
          </a:r>
        </a:p>
      </dsp:txBody>
      <dsp:txXfrm>
        <a:off x="4080073" y="1244720"/>
        <a:ext cx="951507" cy="1103400"/>
      </dsp:txXfrm>
    </dsp:sp>
    <dsp:sp modelId="{DF5D18F8-531D-814F-8D1D-09D3FBF14E14}">
      <dsp:nvSpPr>
        <dsp:cNvPr id="0" name=""/>
        <dsp:cNvSpPr/>
      </dsp:nvSpPr>
      <dsp:spPr>
        <a:xfrm>
          <a:off x="2938264" y="1244720"/>
          <a:ext cx="951507" cy="1103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1920" rIns="0" bIns="1219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MinIO integration</a:t>
          </a:r>
        </a:p>
      </dsp:txBody>
      <dsp:txXfrm>
        <a:off x="2938264" y="1244720"/>
        <a:ext cx="951507" cy="1103400"/>
      </dsp:txXfrm>
    </dsp:sp>
    <dsp:sp modelId="{D02B6E82-78A0-9249-AC9F-3FFBD456D136}">
      <dsp:nvSpPr>
        <dsp:cNvPr id="0" name=""/>
        <dsp:cNvSpPr/>
      </dsp:nvSpPr>
      <dsp:spPr>
        <a:xfrm>
          <a:off x="1796454" y="1244720"/>
          <a:ext cx="951507" cy="1103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1920" rIns="0" bIns="1219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Backend infrastructure (Node.js, PostgreSQL, MongoDB)</a:t>
          </a:r>
        </a:p>
      </dsp:txBody>
      <dsp:txXfrm>
        <a:off x="1796454" y="1244720"/>
        <a:ext cx="951507" cy="1103400"/>
      </dsp:txXfrm>
    </dsp:sp>
    <dsp:sp modelId="{BDCC7F45-45BD-AF45-BEEC-089F56DEB6D9}">
      <dsp:nvSpPr>
        <dsp:cNvPr id="0" name=""/>
        <dsp:cNvSpPr/>
      </dsp:nvSpPr>
      <dsp:spPr>
        <a:xfrm>
          <a:off x="654645" y="1244720"/>
          <a:ext cx="951507" cy="1103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1920" rIns="0" bIns="1219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Month 2-3:</a:t>
          </a:r>
          <a:endParaRPr lang="en-GB" sz="1200" kern="1200" dirty="0"/>
        </a:p>
      </dsp:txBody>
      <dsp:txXfrm>
        <a:off x="654645" y="1244720"/>
        <a:ext cx="951507" cy="11034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2AB18-BD8B-772F-613C-7AD18EB39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92B856-ACAA-A1AB-105B-6C35657B1E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24981-1549-632F-133E-25389266E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A6922-2FD1-4249-A3D6-5A82857E8175}" type="datetimeFigureOut">
              <a:rPr lang="en-US" smtClean="0"/>
              <a:t>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A380E-625A-9ADB-1853-B485732F4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69778-86F0-8E4E-0CD0-2770DEA40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547E7-549C-F649-901E-021A4A2AE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050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D4625-F510-6CC9-7A53-D4A560B0C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B8344-E031-7451-6724-0823CF5CF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284E1-A106-DCBF-3F8D-B0E056BE2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A6922-2FD1-4249-A3D6-5A82857E8175}" type="datetimeFigureOut">
              <a:rPr lang="en-US" smtClean="0"/>
              <a:t>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DB5F4-F19F-DBD2-F317-B7B3055AB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864D6-2566-5FA6-9833-DCF13DB98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547E7-549C-F649-901E-021A4A2AE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568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9C653-5886-EE30-7D9C-3152E7733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D8AB2C-F13D-271E-7E5A-0DE2EFB58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D6F23-3495-9413-B198-15CB71E25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A6922-2FD1-4249-A3D6-5A82857E8175}" type="datetimeFigureOut">
              <a:rPr lang="en-US" smtClean="0"/>
              <a:t>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56F0B-F720-2399-ED8A-A77F89A54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0AD19-232D-9D2F-948C-38E2129B4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547E7-549C-F649-901E-021A4A2AE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4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014BC-4300-F158-0DC2-10D34B156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9FB31-647A-A987-7092-C2B9A68D13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25A3FA-F6D8-28E8-0F98-600D281CFB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208810-539E-1F48-69E3-E22A4FAE5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A6922-2FD1-4249-A3D6-5A82857E8175}" type="datetimeFigureOut">
              <a:rPr lang="en-US" smtClean="0"/>
              <a:t>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D886A9-3E4E-2E71-1778-96F6BA191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3034AC-0429-4590-1733-799C94C87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547E7-549C-F649-901E-021A4A2AE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085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C27D9-35BF-BCC8-E59E-EF191A9A8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A4E49A-2B24-4BC7-937A-FFDBB10AA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490A41-4A68-5D14-2600-31AB95FCE7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4B9BE0-7BCF-268C-B4FE-5E9E92D4B0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9F47BD-8E77-F733-A624-A5FB4745DC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C55AFB-AB16-7E49-D0FE-AAA38F18C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A6922-2FD1-4249-A3D6-5A82857E8175}" type="datetimeFigureOut">
              <a:rPr lang="en-US" smtClean="0"/>
              <a:t>1/24/25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C1908C-9A7E-56CF-A740-40EE3D377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219B03-53D4-FA2D-6189-D7064F3DF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547E7-549C-F649-901E-021A4A2AE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64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0FE49-0606-CB00-A86A-71D6BD67C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A60AEE-91EE-B25A-0846-F4169AE61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A6922-2FD1-4249-A3D6-5A82857E8175}" type="datetimeFigureOut">
              <a:rPr lang="en-US" smtClean="0"/>
              <a:t>1/24/25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372B5E-5468-6ECE-7484-D084F522A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8AFDED-4451-E795-7BEA-31F70663D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547E7-549C-F649-901E-021A4A2AE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020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501DDD-0B02-AAB7-990C-A003C5941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A6922-2FD1-4249-A3D6-5A82857E8175}" type="datetimeFigureOut">
              <a:rPr lang="en-US" smtClean="0"/>
              <a:t>1/24/25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2B1B62-66D8-46D0-A123-AB6B69FC4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DFF04-EBCD-678C-2AD1-63AE8711B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547E7-549C-F649-901E-021A4A2AE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36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7CBEA-41FC-3466-0273-6F4B54D0B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B192B-1C2D-1686-0FD3-70BB741D3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F61569-6E9A-821C-91D8-B265C9ECF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25CAF9-060D-0AF9-B688-234A04560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A6922-2FD1-4249-A3D6-5A82857E8175}" type="datetimeFigureOut">
              <a:rPr lang="en-US" smtClean="0"/>
              <a:t>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A893A-C8A9-535F-605B-0E20A5346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48E12A-FED5-0CFF-3547-F94A58783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547E7-549C-F649-901E-021A4A2AE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451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D3E93-25B8-D9DF-BE9B-A37902F8C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B696F1-B409-77DD-DC55-B52ABD81E7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0FAA4-26CB-40F5-721E-559BF87598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6E7228-7351-294F-3F8F-7D4736E1F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A6922-2FD1-4249-A3D6-5A82857E8175}" type="datetimeFigureOut">
              <a:rPr lang="en-US" smtClean="0"/>
              <a:t>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172BF-7721-E5C0-38B1-C5BCDA5A0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2E203B-BFC3-1C56-8AB8-13E2731A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547E7-549C-F649-901E-021A4A2AE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152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265F5-A401-6A8F-FE1A-B3BAB4171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2AA209-5DDA-20C0-7B83-DC2BAA49AD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ECB51-DBF5-D2F1-3158-133E1A6FA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A6922-2FD1-4249-A3D6-5A82857E8175}" type="datetimeFigureOut">
              <a:rPr lang="en-US" smtClean="0"/>
              <a:t>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44170-F21D-422E-E72D-E7684ECCF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ADE58-7AA0-B54B-C754-11AAF89E2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547E7-549C-F649-901E-021A4A2AE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974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581AFF-D998-D50E-0AFF-28FF0F016C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DAEBD-7108-939D-D525-C045CA2E56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A1A9C-A808-AB6B-C923-2D14519C0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A6922-2FD1-4249-A3D6-5A82857E8175}" type="datetimeFigureOut">
              <a:rPr lang="en-US" smtClean="0"/>
              <a:t>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6A657-ECA7-016F-6F92-CF072CF46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4D047-0829-2DF9-4D5A-0563A6619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547E7-549C-F649-901E-021A4A2AE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150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D04D52-25BF-22B1-635C-05FC39330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C2A20A-F579-EB1A-F73A-84B068DCC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E612B-22D5-3EFE-9A63-6B44216787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DA6922-2FD1-4249-A3D6-5A82857E8175}" type="datetimeFigureOut">
              <a:rPr lang="en-US" smtClean="0"/>
              <a:t>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23DF7-DCE5-6CD7-CA3D-FE703FD57D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D9BAD-EF9C-B208-978D-9C014A6D4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2547E7-549C-F649-901E-021A4A2AE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860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5BF4DF2C-F028-4921-9C23-41303F650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161B63-76C1-85F8-09FC-4064795A9E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598246"/>
            <a:ext cx="4412419" cy="3626217"/>
          </a:xfrm>
        </p:spPr>
        <p:txBody>
          <a:bodyPr anchor="t">
            <a:normAutofit/>
          </a:bodyPr>
          <a:lstStyle/>
          <a:p>
            <a:pPr algn="r"/>
            <a:r>
              <a:rPr lang="en-US" altLang="zh-TW" sz="7400">
                <a:solidFill>
                  <a:srgbClr val="FFFFFF"/>
                </a:solidFill>
              </a:rPr>
              <a:t>KidDrawAI</a:t>
            </a:r>
            <a:endParaRPr lang="en-US" sz="74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432CFC-948D-6604-F3F2-88516624FD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350213"/>
            <a:ext cx="4412417" cy="1031537"/>
          </a:xfrm>
        </p:spPr>
        <p:txBody>
          <a:bodyPr>
            <a:normAutofit/>
          </a:bodyPr>
          <a:lstStyle/>
          <a:p>
            <a:pPr algn="r"/>
            <a:r>
              <a:rPr lang="en-US" sz="3200">
                <a:solidFill>
                  <a:srgbClr val="FFFFFF"/>
                </a:solidFill>
              </a:rPr>
              <a:t>Powered</a:t>
            </a:r>
            <a:r>
              <a:rPr lang="zh-TW" altLang="en-US" sz="3200">
                <a:solidFill>
                  <a:srgbClr val="FFFFFF"/>
                </a:solidFill>
              </a:rPr>
              <a:t> </a:t>
            </a:r>
            <a:r>
              <a:rPr lang="en-US" altLang="zh-TW" sz="3200">
                <a:solidFill>
                  <a:srgbClr val="FFFFFF"/>
                </a:solidFill>
              </a:rPr>
              <a:t>by</a:t>
            </a:r>
            <a:r>
              <a:rPr lang="zh-TW" altLang="en-US" sz="3200">
                <a:solidFill>
                  <a:srgbClr val="FFFFFF"/>
                </a:solidFill>
              </a:rPr>
              <a:t> </a:t>
            </a:r>
            <a:r>
              <a:rPr lang="en-US" altLang="zh-TW" sz="3200">
                <a:solidFill>
                  <a:srgbClr val="FFFFFF"/>
                </a:solidFill>
              </a:rPr>
              <a:t>AIbyML.co.uk</a:t>
            </a:r>
            <a:endParaRPr lang="en-US" sz="3200">
              <a:solidFill>
                <a:srgbClr val="FFFFFF"/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4D1A359-0AA9-627C-EC89-63D186EA0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925" y="1911956"/>
            <a:ext cx="5664133" cy="4092334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892B7B61-D701-474B-AE8F-EA238B550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12034" y="1267063"/>
            <a:ext cx="368480" cy="519967"/>
            <a:chOff x="11512034" y="1267063"/>
            <a:chExt cx="368480" cy="519967"/>
          </a:xfrm>
          <a:solidFill>
            <a:srgbClr val="FFFFFF"/>
          </a:solidFill>
        </p:grpSpPr>
        <p:sp>
          <p:nvSpPr>
            <p:cNvPr id="34" name="Graphic 17">
              <a:extLst>
                <a:ext uri="{FF2B5EF4-FFF2-40B4-BE49-F238E27FC236}">
                  <a16:creationId xmlns:a16="http://schemas.microsoft.com/office/drawing/2014/main" id="{B71758F4-3F46-45DA-8AC5-4E508DA08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12034" y="1267063"/>
              <a:ext cx="139037" cy="139039"/>
            </a:xfrm>
            <a:custGeom>
              <a:avLst/>
              <a:gdLst>
                <a:gd name="connsiteX0" fmla="*/ 129600 w 139037"/>
                <a:gd name="connsiteY0" fmla="*/ 60082 h 139039"/>
                <a:gd name="connsiteX1" fmla="*/ 78955 w 139037"/>
                <a:gd name="connsiteY1" fmla="*/ 60082 h 139039"/>
                <a:gd name="connsiteX2" fmla="*/ 78955 w 139037"/>
                <a:gd name="connsiteY2" fmla="*/ 9437 h 139039"/>
                <a:gd name="connsiteX3" fmla="*/ 69519 w 139037"/>
                <a:gd name="connsiteY3" fmla="*/ 0 h 139039"/>
                <a:gd name="connsiteX4" fmla="*/ 60082 w 139037"/>
                <a:gd name="connsiteY4" fmla="*/ 9437 h 139039"/>
                <a:gd name="connsiteX5" fmla="*/ 60082 w 139037"/>
                <a:gd name="connsiteY5" fmla="*/ 60082 h 139039"/>
                <a:gd name="connsiteX6" fmla="*/ 9437 w 139037"/>
                <a:gd name="connsiteY6" fmla="*/ 60082 h 139039"/>
                <a:gd name="connsiteX7" fmla="*/ 0 w 139037"/>
                <a:gd name="connsiteY7" fmla="*/ 69520 h 139039"/>
                <a:gd name="connsiteX8" fmla="*/ 9437 w 139037"/>
                <a:gd name="connsiteY8" fmla="*/ 78957 h 139039"/>
                <a:gd name="connsiteX9" fmla="*/ 60082 w 139037"/>
                <a:gd name="connsiteY9" fmla="*/ 78957 h 139039"/>
                <a:gd name="connsiteX10" fmla="*/ 60082 w 139037"/>
                <a:gd name="connsiteY10" fmla="*/ 129602 h 139039"/>
                <a:gd name="connsiteX11" fmla="*/ 69519 w 139037"/>
                <a:gd name="connsiteY11" fmla="*/ 139039 h 139039"/>
                <a:gd name="connsiteX12" fmla="*/ 78955 w 139037"/>
                <a:gd name="connsiteY12" fmla="*/ 129602 h 139039"/>
                <a:gd name="connsiteX13" fmla="*/ 78955 w 139037"/>
                <a:gd name="connsiteY13" fmla="*/ 78957 h 139039"/>
                <a:gd name="connsiteX14" fmla="*/ 129600 w 139037"/>
                <a:gd name="connsiteY14" fmla="*/ 78957 h 139039"/>
                <a:gd name="connsiteX15" fmla="*/ 139037 w 139037"/>
                <a:gd name="connsiteY15" fmla="*/ 69520 h 139039"/>
                <a:gd name="connsiteX16" fmla="*/ 129600 w 139037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7" h="139039">
                  <a:moveTo>
                    <a:pt x="129600" y="60082"/>
                  </a:moveTo>
                  <a:lnTo>
                    <a:pt x="78955" y="60082"/>
                  </a:lnTo>
                  <a:lnTo>
                    <a:pt x="78955" y="9437"/>
                  </a:lnTo>
                  <a:cubicBezTo>
                    <a:pt x="78955" y="4225"/>
                    <a:pt x="74730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7" y="139039"/>
                    <a:pt x="69519" y="139039"/>
                  </a:cubicBezTo>
                  <a:cubicBezTo>
                    <a:pt x="74730" y="139039"/>
                    <a:pt x="78955" y="134814"/>
                    <a:pt x="78955" y="129602"/>
                  </a:cubicBezTo>
                  <a:lnTo>
                    <a:pt x="78955" y="78957"/>
                  </a:lnTo>
                  <a:lnTo>
                    <a:pt x="129600" y="78957"/>
                  </a:lnTo>
                  <a:cubicBezTo>
                    <a:pt x="134812" y="78957"/>
                    <a:pt x="139037" y="74731"/>
                    <a:pt x="139037" y="69520"/>
                  </a:cubicBezTo>
                  <a:cubicBezTo>
                    <a:pt x="139037" y="64308"/>
                    <a:pt x="134812" y="60082"/>
                    <a:pt x="129600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35" name="Graphic 21">
              <a:extLst>
                <a:ext uri="{FF2B5EF4-FFF2-40B4-BE49-F238E27FC236}">
                  <a16:creationId xmlns:a16="http://schemas.microsoft.com/office/drawing/2014/main" id="{8D61482F-F3C5-4D66-8C5D-C6BBE3E12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2801" y="1659316"/>
              <a:ext cx="127713" cy="127714"/>
            </a:xfrm>
            <a:custGeom>
              <a:avLst/>
              <a:gdLst>
                <a:gd name="connsiteX0" fmla="*/ 63857 w 127713"/>
                <a:gd name="connsiteY0" fmla="*/ 18874 h 127714"/>
                <a:gd name="connsiteX1" fmla="*/ 108839 w 127713"/>
                <a:gd name="connsiteY1" fmla="*/ 63857 h 127714"/>
                <a:gd name="connsiteX2" fmla="*/ 63857 w 127713"/>
                <a:gd name="connsiteY2" fmla="*/ 108840 h 127714"/>
                <a:gd name="connsiteX3" fmla="*/ 18874 w 127713"/>
                <a:gd name="connsiteY3" fmla="*/ 63857 h 127714"/>
                <a:gd name="connsiteX4" fmla="*/ 63857 w 127713"/>
                <a:gd name="connsiteY4" fmla="*/ 18874 h 127714"/>
                <a:gd name="connsiteX5" fmla="*/ 63857 w 127713"/>
                <a:gd name="connsiteY5" fmla="*/ 0 h 127714"/>
                <a:gd name="connsiteX6" fmla="*/ 0 w 127713"/>
                <a:gd name="connsiteY6" fmla="*/ 63857 h 127714"/>
                <a:gd name="connsiteX7" fmla="*/ 63857 w 127713"/>
                <a:gd name="connsiteY7" fmla="*/ 127714 h 127714"/>
                <a:gd name="connsiteX8" fmla="*/ 127713 w 127713"/>
                <a:gd name="connsiteY8" fmla="*/ 63857 h 127714"/>
                <a:gd name="connsiteX9" fmla="*/ 63857 w 127713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4">
                  <a:moveTo>
                    <a:pt x="63857" y="18874"/>
                  </a:moveTo>
                  <a:cubicBezTo>
                    <a:pt x="88700" y="18874"/>
                    <a:pt x="108839" y="39014"/>
                    <a:pt x="108839" y="63857"/>
                  </a:cubicBezTo>
                  <a:cubicBezTo>
                    <a:pt x="108839" y="88700"/>
                    <a:pt x="88700" y="108840"/>
                    <a:pt x="63857" y="108840"/>
                  </a:cubicBezTo>
                  <a:cubicBezTo>
                    <a:pt x="39013" y="108840"/>
                    <a:pt x="18874" y="88700"/>
                    <a:pt x="18874" y="63857"/>
                  </a:cubicBezTo>
                  <a:cubicBezTo>
                    <a:pt x="18898" y="39024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9099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6676A9-3347-9E7A-410B-8A923C488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64A4FE8-53D7-8D6A-8D0D-69EB6900E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Deep</a:t>
            </a:r>
            <a:r>
              <a:rPr lang="zh-TW" altLang="en-US" sz="4800" dirty="0">
                <a:solidFill>
                  <a:schemeClr val="bg1"/>
                </a:solidFill>
              </a:rPr>
              <a:t> </a:t>
            </a:r>
            <a:r>
              <a:rPr lang="en-US" altLang="zh-TW" sz="4800" dirty="0">
                <a:solidFill>
                  <a:schemeClr val="bg1"/>
                </a:solidFill>
              </a:rPr>
              <a:t>Structure</a:t>
            </a:r>
            <a:r>
              <a:rPr lang="en-US" sz="4800" dirty="0">
                <a:solidFill>
                  <a:schemeClr val="bg1"/>
                </a:solidFill>
              </a:rPr>
              <a:t> for </a:t>
            </a:r>
            <a:r>
              <a:rPr lang="en-US" sz="4800" dirty="0" err="1">
                <a:solidFill>
                  <a:schemeClr val="bg1"/>
                </a:solidFill>
              </a:rPr>
              <a:t>KidDrawAI</a:t>
            </a:r>
            <a:r>
              <a:rPr lang="en-US" sz="4800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72F7B-677D-7488-3071-B0120571D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4410" y="841247"/>
            <a:ext cx="4484536" cy="534009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AI Stack</a:t>
            </a:r>
            <a:r>
              <a:rPr lang="zh-TW" altLang="en-US" sz="1800" dirty="0">
                <a:solidFill>
                  <a:schemeClr val="tx2"/>
                </a:solidFill>
              </a:rPr>
              <a:t> </a:t>
            </a:r>
            <a:r>
              <a:rPr lang="en-US" altLang="zh-TW" sz="1800" dirty="0">
                <a:solidFill>
                  <a:schemeClr val="tx2"/>
                </a:solidFill>
              </a:rPr>
              <a:t>&amp;</a:t>
            </a:r>
            <a:r>
              <a:rPr lang="zh-TW" altLang="en-US" sz="1800" dirty="0">
                <a:solidFill>
                  <a:schemeClr val="tx2"/>
                </a:solidFill>
              </a:rPr>
              <a:t> </a:t>
            </a:r>
            <a:r>
              <a:rPr lang="en-US" altLang="zh-TW" sz="1800" dirty="0">
                <a:solidFill>
                  <a:schemeClr val="tx2"/>
                </a:solidFill>
              </a:rPr>
              <a:t>API</a:t>
            </a:r>
            <a:r>
              <a:rPr lang="en-US" sz="1800" dirty="0">
                <a:solidFill>
                  <a:schemeClr val="tx2"/>
                </a:solidFill>
              </a:rPr>
              <a:t>:</a:t>
            </a:r>
          </a:p>
          <a:p>
            <a:r>
              <a:rPr lang="en-US" sz="1800" dirty="0">
                <a:solidFill>
                  <a:schemeClr val="tx2"/>
                </a:solidFill>
              </a:rPr>
              <a:t>Llama-3.2-vision for image/text analysis (self-hosted)</a:t>
            </a:r>
          </a:p>
          <a:p>
            <a:r>
              <a:rPr lang="en-US" sz="1800" dirty="0">
                <a:solidFill>
                  <a:schemeClr val="tx2"/>
                </a:solidFill>
              </a:rPr>
              <a:t>Whisper for voice processing</a:t>
            </a:r>
          </a:p>
          <a:p>
            <a:r>
              <a:rPr lang="en-US" sz="1800" dirty="0">
                <a:solidFill>
                  <a:schemeClr val="tx2"/>
                </a:solidFill>
              </a:rPr>
              <a:t>TensorFlow behavior pattern analysis</a:t>
            </a:r>
          </a:p>
          <a:p>
            <a:r>
              <a:rPr lang="en-US" sz="1800" dirty="0">
                <a:solidFill>
                  <a:schemeClr val="tx2"/>
                </a:solidFill>
              </a:rPr>
              <a:t>WebSocket (real-time)</a:t>
            </a:r>
          </a:p>
          <a:p>
            <a:r>
              <a:rPr lang="en-US" sz="1800" dirty="0">
                <a:solidFill>
                  <a:schemeClr val="tx2"/>
                </a:solidFill>
              </a:rPr>
              <a:t>REST + </a:t>
            </a:r>
            <a:r>
              <a:rPr lang="en-US" sz="1800" dirty="0" err="1">
                <a:solidFill>
                  <a:schemeClr val="tx2"/>
                </a:solidFill>
              </a:rPr>
              <a:t>GraphQL</a:t>
            </a:r>
            <a:endParaRPr lang="en-US" sz="1800" dirty="0">
              <a:solidFill>
                <a:schemeClr val="tx2"/>
              </a:solidFill>
            </a:endParaRPr>
          </a:p>
          <a:p>
            <a:endParaRPr lang="en-US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Security:</a:t>
            </a:r>
          </a:p>
          <a:p>
            <a:r>
              <a:rPr lang="en-US" sz="1800" dirty="0">
                <a:solidFill>
                  <a:schemeClr val="tx2"/>
                </a:solidFill>
              </a:rPr>
              <a:t>E2E encryption</a:t>
            </a:r>
          </a:p>
          <a:p>
            <a:r>
              <a:rPr lang="en-US" sz="1800" dirty="0">
                <a:solidFill>
                  <a:schemeClr val="tx2"/>
                </a:solidFill>
              </a:rPr>
              <a:t>COPPA compliance</a:t>
            </a:r>
          </a:p>
          <a:p>
            <a:r>
              <a:rPr lang="en-US" sz="1800" dirty="0">
                <a:solidFill>
                  <a:schemeClr val="tx2"/>
                </a:solidFill>
              </a:rPr>
              <a:t>Parental dashboard</a:t>
            </a:r>
          </a:p>
          <a:p>
            <a:r>
              <a:rPr lang="en-US" sz="1800" dirty="0">
                <a:solidFill>
                  <a:schemeClr val="tx2"/>
                </a:solidFill>
              </a:rPr>
              <a:t>Firebase auth</a:t>
            </a:r>
          </a:p>
          <a:p>
            <a:endParaRPr lang="en-US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2641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B3C4A9-EA74-5700-8C6B-B8235562D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5600">
                <a:solidFill>
                  <a:srgbClr val="FFFFFF"/>
                </a:solidFill>
              </a:rPr>
              <a:t>Architecture for KidDrawAI: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CC60B-D47A-6AEB-21BF-80ED3C5BC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Frontend: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React Native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TensorFlow.js for image preprocessing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Tailwind CSS UI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Drawing canvas + voice input</a:t>
            </a:r>
          </a:p>
          <a:p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Backend: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Node.js/Express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PostgreSQL (user data)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MongoDB (drawings/interactions)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MinIO for media storage (self-hosted alternative to S3)</a:t>
            </a:r>
          </a:p>
          <a:p>
            <a:endParaRPr lang="en-US" sz="20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3960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88268D6-FA71-440E-1C14-CD3E6460F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Parent</a:t>
            </a:r>
            <a:r>
              <a:rPr lang="zh-TW" altLang="en-US" dirty="0"/>
              <a:t> </a:t>
            </a:r>
            <a:r>
              <a:rPr lang="en-US" altLang="zh-TW" dirty="0"/>
              <a:t>Dashboard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9FC5F9-0CAE-C94A-002E-33D7449BAC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HK" sz="3500" dirty="0"/>
              <a:t>Key features: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HK" dirty="0"/>
              <a:t>Privacy warning banner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HK" dirty="0"/>
              <a:t>Emotional state tracking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HK" dirty="0"/>
              <a:t>Gentle alerts for concerning patterns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HK" dirty="0"/>
              <a:t>Support resources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HK" dirty="0"/>
              <a:t>Professional consultation links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HK" dirty="0"/>
              <a:t>Encrypted local analysis reminder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HK" dirty="0"/>
              <a:t>Weekly/monthly trends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4723DA6-76B6-EF10-529F-2E0B56C16FA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436973" y="1699565"/>
            <a:ext cx="686353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04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D1A9D8B-3117-4D9D-BDA4-DD8189509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7467600" cy="6858000"/>
            <a:chOff x="7467600" y="0"/>
            <a:chExt cx="4724400" cy="68580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7877B25-8C10-4C8D-BC88-BF3C557F8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4F0DD86-96CD-4F5F-BA4D-FFC17F2D6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9" name="Freeform: Shape 19">
            <a:extLst>
              <a:ext uri="{FF2B5EF4-FFF2-40B4-BE49-F238E27FC236}">
                <a16:creationId xmlns:a16="http://schemas.microsoft.com/office/drawing/2014/main" id="{BD92035A-AA2F-4CD8-A556-1CE8BDEC7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69701" cy="6858000"/>
          </a:xfrm>
          <a:custGeom>
            <a:avLst/>
            <a:gdLst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7090188 w 7467600"/>
              <a:gd name="connsiteY3" fmla="*/ 6584365 h 6858000"/>
              <a:gd name="connsiteX4" fmla="*/ 7440138 w 7467600"/>
              <a:gd name="connsiteY4" fmla="*/ 6622648 h 6858000"/>
              <a:gd name="connsiteX5" fmla="*/ 7467600 w 7467600"/>
              <a:gd name="connsiteY5" fmla="*/ 6628217 h 6858000"/>
              <a:gd name="connsiteX6" fmla="*/ 7467600 w 7467600"/>
              <a:gd name="connsiteY6" fmla="*/ 6668575 h 6858000"/>
              <a:gd name="connsiteX7" fmla="*/ 7392322 w 7467600"/>
              <a:gd name="connsiteY7" fmla="*/ 6658238 h 6858000"/>
              <a:gd name="connsiteX8" fmla="*/ 7467600 w 7467600"/>
              <a:gd name="connsiteY8" fmla="*/ 6683873 h 6858000"/>
              <a:gd name="connsiteX9" fmla="*/ 7467600 w 7467600"/>
              <a:gd name="connsiteY9" fmla="*/ 6714215 h 6858000"/>
              <a:gd name="connsiteX10" fmla="*/ 7447383 w 7467600"/>
              <a:gd name="connsiteY10" fmla="*/ 6707202 h 6858000"/>
              <a:gd name="connsiteX11" fmla="*/ 7289862 w 7467600"/>
              <a:gd name="connsiteY11" fmla="*/ 6659827 h 6858000"/>
              <a:gd name="connsiteX12" fmla="*/ 7434024 w 7467600"/>
              <a:gd name="connsiteY12" fmla="*/ 6722130 h 6858000"/>
              <a:gd name="connsiteX13" fmla="*/ 7467600 w 7467600"/>
              <a:gd name="connsiteY13" fmla="*/ 6736157 h 6858000"/>
              <a:gd name="connsiteX14" fmla="*/ 7467600 w 7467600"/>
              <a:gd name="connsiteY14" fmla="*/ 6767913 h 6858000"/>
              <a:gd name="connsiteX15" fmla="*/ 7271814 w 7467600"/>
              <a:gd name="connsiteY15" fmla="*/ 6684601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7090188 w 7467600"/>
              <a:gd name="connsiteY21" fmla="*/ 6584365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61797 w 7467600"/>
              <a:gd name="connsiteY74" fmla="*/ 5419899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126431 w 7467600"/>
              <a:gd name="connsiteY88" fmla="*/ 5737872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6861797 w 7467600"/>
              <a:gd name="connsiteY101" fmla="*/ 5419899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7133363 w 7467600"/>
              <a:gd name="connsiteY125" fmla="*/ 5050246 h 6858000"/>
              <a:gd name="connsiteX126" fmla="*/ 7450656 w 7467600"/>
              <a:gd name="connsiteY126" fmla="*/ 5134750 h 6858000"/>
              <a:gd name="connsiteX127" fmla="*/ 7467600 w 7467600"/>
              <a:gd name="connsiteY127" fmla="*/ 5142496 h 6858000"/>
              <a:gd name="connsiteX128" fmla="*/ 7467600 w 7467600"/>
              <a:gd name="connsiteY128" fmla="*/ 5158623 h 6858000"/>
              <a:gd name="connsiteX129" fmla="*/ 7427076 w 7467600"/>
              <a:gd name="connsiteY129" fmla="*/ 5142684 h 6858000"/>
              <a:gd name="connsiteX130" fmla="*/ 7467600 w 7467600"/>
              <a:gd name="connsiteY130" fmla="*/ 5164774 h 6858000"/>
              <a:gd name="connsiteX131" fmla="*/ 7467600 w 7467600"/>
              <a:gd name="connsiteY131" fmla="*/ 5199146 h 6858000"/>
              <a:gd name="connsiteX132" fmla="*/ 7391022 w 7467600"/>
              <a:gd name="connsiteY132" fmla="*/ 5158141 h 6858000"/>
              <a:gd name="connsiteX133" fmla="*/ 7312201 w 7467600"/>
              <a:gd name="connsiteY133" fmla="*/ 5128278 h 6858000"/>
              <a:gd name="connsiteX134" fmla="*/ 7343603 w 7467600"/>
              <a:gd name="connsiteY134" fmla="*/ 5149746 h 6858000"/>
              <a:gd name="connsiteX135" fmla="*/ 7467600 w 7467600"/>
              <a:gd name="connsiteY135" fmla="*/ 5241225 h 6858000"/>
              <a:gd name="connsiteX136" fmla="*/ 7467600 w 7467600"/>
              <a:gd name="connsiteY136" fmla="*/ 5277736 h 6858000"/>
              <a:gd name="connsiteX137" fmla="*/ 7327465 w 7467600"/>
              <a:gd name="connsiteY137" fmla="*/ 5174181 h 6858000"/>
              <a:gd name="connsiteX138" fmla="*/ 7244057 w 7467600"/>
              <a:gd name="connsiteY138" fmla="*/ 5124233 h 6858000"/>
              <a:gd name="connsiteX139" fmla="*/ 7353035 w 7467600"/>
              <a:gd name="connsiteY139" fmla="*/ 5197318 h 6858000"/>
              <a:gd name="connsiteX140" fmla="*/ 7467600 w 7467600"/>
              <a:gd name="connsiteY140" fmla="*/ 5297634 h 6858000"/>
              <a:gd name="connsiteX141" fmla="*/ 7467600 w 7467600"/>
              <a:gd name="connsiteY141" fmla="*/ 5361850 h 6858000"/>
              <a:gd name="connsiteX142" fmla="*/ 7368569 w 7467600"/>
              <a:gd name="connsiteY142" fmla="*/ 5270182 h 6858000"/>
              <a:gd name="connsiteX143" fmla="*/ 7131946 w 7467600"/>
              <a:gd name="connsiteY143" fmla="*/ 5075653 h 6858000"/>
              <a:gd name="connsiteX144" fmla="*/ 7133363 w 7467600"/>
              <a:gd name="connsiteY144" fmla="*/ 5050246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7467600 w 7467600"/>
              <a:gd name="connsiteY834" fmla="*/ 163142 h 6858000"/>
              <a:gd name="connsiteX835" fmla="*/ 7467600 w 7467600"/>
              <a:gd name="connsiteY835" fmla="*/ 789215 h 6858000"/>
              <a:gd name="connsiteX836" fmla="*/ 7451412 w 7467600"/>
              <a:gd name="connsiteY836" fmla="*/ 799572 h 6858000"/>
              <a:gd name="connsiteX837" fmla="*/ 7419999 w 7467600"/>
              <a:gd name="connsiteY837" fmla="*/ 774360 h 6858000"/>
              <a:gd name="connsiteX838" fmla="*/ 7429067 w 7467600"/>
              <a:gd name="connsiteY838" fmla="*/ 402737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29067 w 7467600"/>
              <a:gd name="connsiteY844" fmla="*/ 402737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7429067 w 7467600"/>
              <a:gd name="connsiteY848" fmla="*/ 402737 h 6858000"/>
              <a:gd name="connsiteX849" fmla="*/ 5905192 w 7467600"/>
              <a:gd name="connsiteY849" fmla="*/ 163079 h 6858000"/>
              <a:gd name="connsiteX850" fmla="*/ 5865655 w 7467600"/>
              <a:gd name="connsiteY850" fmla="*/ 171901 h 6858000"/>
              <a:gd name="connsiteX851" fmla="*/ 5259740 w 7467600"/>
              <a:gd name="connsiteY851" fmla="*/ 257013 h 6858000"/>
              <a:gd name="connsiteX852" fmla="*/ 5208466 w 7467600"/>
              <a:gd name="connsiteY852" fmla="*/ 257550 h 6858000"/>
              <a:gd name="connsiteX853" fmla="*/ 4980204 w 7467600"/>
              <a:gd name="connsiteY853" fmla="*/ 271903 h 6858000"/>
              <a:gd name="connsiteX854" fmla="*/ 5068068 w 7467600"/>
              <a:gd name="connsiteY854" fmla="*/ 282244 h 6858000"/>
              <a:gd name="connsiteX855" fmla="*/ 5153231 w 7467600"/>
              <a:gd name="connsiteY855" fmla="*/ 292240 h 6858000"/>
              <a:gd name="connsiteX856" fmla="*/ 5426491 w 7467600"/>
              <a:gd name="connsiteY856" fmla="*/ 281128 h 6858000"/>
              <a:gd name="connsiteX857" fmla="*/ 5731212 w 7467600"/>
              <a:gd name="connsiteY857" fmla="*/ 231951 h 6858000"/>
              <a:gd name="connsiteX858" fmla="*/ 5905192 w 7467600"/>
              <a:gd name="connsiteY858" fmla="*/ 163079 h 6858000"/>
              <a:gd name="connsiteX859" fmla="*/ 5944437 w 7467600"/>
              <a:gd name="connsiteY859" fmla="*/ 113829 h 6858000"/>
              <a:gd name="connsiteX860" fmla="*/ 5825032 w 7467600"/>
              <a:gd name="connsiteY860" fmla="*/ 146405 h 6858000"/>
              <a:gd name="connsiteX861" fmla="*/ 4955599 w 7467600"/>
              <a:gd name="connsiteY861" fmla="*/ 247008 h 6858000"/>
              <a:gd name="connsiteX862" fmla="*/ 5210104 w 7467600"/>
              <a:gd name="connsiteY862" fmla="*/ 228123 h 6858000"/>
              <a:gd name="connsiteX863" fmla="*/ 5261015 w 7467600"/>
              <a:gd name="connsiteY863" fmla="*/ 227087 h 6858000"/>
              <a:gd name="connsiteX864" fmla="*/ 5861181 w 7467600"/>
              <a:gd name="connsiteY864" fmla="*/ 143093 h 6858000"/>
              <a:gd name="connsiteX865" fmla="*/ 5961252 w 7467600"/>
              <a:gd name="connsiteY865" fmla="*/ 114820 h 6858000"/>
              <a:gd name="connsiteX866" fmla="*/ 5944437 w 7467600"/>
              <a:gd name="connsiteY866" fmla="*/ 113829 h 6858000"/>
              <a:gd name="connsiteX867" fmla="*/ 3882765 w 7467600"/>
              <a:gd name="connsiteY867" fmla="*/ 0 h 6858000"/>
              <a:gd name="connsiteX868" fmla="*/ 3995099 w 7467600"/>
              <a:gd name="connsiteY868" fmla="*/ 0 h 6858000"/>
              <a:gd name="connsiteX869" fmla="*/ 4163818 w 7467600"/>
              <a:gd name="connsiteY869" fmla="*/ 234104 h 6858000"/>
              <a:gd name="connsiteX870" fmla="*/ 4172099 w 7467600"/>
              <a:gd name="connsiteY870" fmla="*/ 234207 h 6858000"/>
              <a:gd name="connsiteX871" fmla="*/ 4784282 w 7467600"/>
              <a:gd name="connsiteY871" fmla="*/ 276561 h 6858000"/>
              <a:gd name="connsiteX872" fmla="*/ 4801687 w 7467600"/>
              <a:gd name="connsiteY872" fmla="*/ 267764 h 6858000"/>
              <a:gd name="connsiteX873" fmla="*/ 6082788 w 7467600"/>
              <a:gd name="connsiteY873" fmla="*/ 64119 h 6858000"/>
              <a:gd name="connsiteX874" fmla="*/ 6099442 w 7467600"/>
              <a:gd name="connsiteY874" fmla="*/ 82568 h 6858000"/>
              <a:gd name="connsiteX875" fmla="*/ 4804137 w 7467600"/>
              <a:gd name="connsiteY875" fmla="*/ 320931 h 6858000"/>
              <a:gd name="connsiteX876" fmla="*/ 4227047 w 7467600"/>
              <a:gd name="connsiteY876" fmla="*/ 313415 h 6858000"/>
              <a:gd name="connsiteX877" fmla="*/ 4346041 w 7467600"/>
              <a:gd name="connsiteY877" fmla="*/ 456086 h 6858000"/>
              <a:gd name="connsiteX878" fmla="*/ 4870967 w 7467600"/>
              <a:gd name="connsiteY878" fmla="*/ 963061 h 6858000"/>
              <a:gd name="connsiteX879" fmla="*/ 4889647 w 7467600"/>
              <a:gd name="connsiteY879" fmla="*/ 957147 h 6858000"/>
              <a:gd name="connsiteX880" fmla="*/ 5422504 w 7467600"/>
              <a:gd name="connsiteY880" fmla="*/ 805191 h 6858000"/>
              <a:gd name="connsiteX881" fmla="*/ 6087656 w 7467600"/>
              <a:gd name="connsiteY881" fmla="*/ 826703 h 6858000"/>
              <a:gd name="connsiteX882" fmla="*/ 6058717 w 7467600"/>
              <a:gd name="connsiteY882" fmla="*/ 865992 h 6858000"/>
              <a:gd name="connsiteX883" fmla="*/ 4974153 w 7467600"/>
              <a:gd name="connsiteY883" fmla="*/ 1045456 h 6858000"/>
              <a:gd name="connsiteX884" fmla="*/ 5627835 w 7467600"/>
              <a:gd name="connsiteY884" fmla="*/ 1472077 h 6858000"/>
              <a:gd name="connsiteX885" fmla="*/ 5629817 w 7467600"/>
              <a:gd name="connsiteY885" fmla="*/ 1471412 h 6858000"/>
              <a:gd name="connsiteX886" fmla="*/ 5634124 w 7467600"/>
              <a:gd name="connsiteY886" fmla="*/ 1470572 h 6858000"/>
              <a:gd name="connsiteX887" fmla="*/ 5755832 w 7467600"/>
              <a:gd name="connsiteY887" fmla="*/ 1383886 h 6858000"/>
              <a:gd name="connsiteX888" fmla="*/ 6014186 w 7467600"/>
              <a:gd name="connsiteY888" fmla="*/ 1279799 h 6858000"/>
              <a:gd name="connsiteX889" fmla="*/ 6901619 w 7467600"/>
              <a:gd name="connsiteY889" fmla="*/ 1047874 h 6858000"/>
              <a:gd name="connsiteX890" fmla="*/ 6931566 w 7467600"/>
              <a:gd name="connsiteY890" fmla="*/ 1062034 h 6858000"/>
              <a:gd name="connsiteX891" fmla="*/ 5790982 w 7467600"/>
              <a:gd name="connsiteY891" fmla="*/ 1561380 h 6858000"/>
              <a:gd name="connsiteX892" fmla="*/ 6188971 w 7467600"/>
              <a:gd name="connsiteY892" fmla="*/ 1755168 h 6858000"/>
              <a:gd name="connsiteX893" fmla="*/ 6202446 w 7467600"/>
              <a:gd name="connsiteY893" fmla="*/ 1752268 h 6858000"/>
              <a:gd name="connsiteX894" fmla="*/ 7179560 w 7467600"/>
              <a:gd name="connsiteY894" fmla="*/ 1467551 h 6858000"/>
              <a:gd name="connsiteX895" fmla="*/ 7158730 w 7467600"/>
              <a:gd name="connsiteY895" fmla="*/ 1507835 h 6858000"/>
              <a:gd name="connsiteX896" fmla="*/ 6326959 w 7467600"/>
              <a:gd name="connsiteY896" fmla="*/ 1817686 h 6858000"/>
              <a:gd name="connsiteX897" fmla="*/ 6537433 w 7467600"/>
              <a:gd name="connsiteY897" fmla="*/ 1907790 h 6858000"/>
              <a:gd name="connsiteX898" fmla="*/ 6550221 w 7467600"/>
              <a:gd name="connsiteY898" fmla="*/ 1910729 h 6858000"/>
              <a:gd name="connsiteX899" fmla="*/ 6964438 w 7467600"/>
              <a:gd name="connsiteY899" fmla="*/ 2209505 h 6858000"/>
              <a:gd name="connsiteX900" fmla="*/ 7367862 w 7467600"/>
              <a:gd name="connsiteY900" fmla="*/ 2806833 h 6858000"/>
              <a:gd name="connsiteX901" fmla="*/ 7364329 w 7467600"/>
              <a:gd name="connsiteY901" fmla="*/ 2826907 h 6858000"/>
              <a:gd name="connsiteX902" fmla="*/ 7290545 w 7467600"/>
              <a:gd name="connsiteY902" fmla="*/ 2850663 h 6858000"/>
              <a:gd name="connsiteX903" fmla="*/ 6472036 w 7467600"/>
              <a:gd name="connsiteY903" fmla="*/ 1959003 h 6858000"/>
              <a:gd name="connsiteX904" fmla="*/ 5792897 w 7467600"/>
              <a:gd name="connsiteY904" fmla="*/ 1647747 h 6858000"/>
              <a:gd name="connsiteX905" fmla="*/ 5842751 w 7467600"/>
              <a:gd name="connsiteY905" fmla="*/ 1816112 h 6858000"/>
              <a:gd name="connsiteX906" fmla="*/ 5847424 w 7467600"/>
              <a:gd name="connsiteY906" fmla="*/ 1815776 h 6858000"/>
              <a:gd name="connsiteX907" fmla="*/ 6399821 w 7467600"/>
              <a:gd name="connsiteY907" fmla="*/ 2344799 h 6858000"/>
              <a:gd name="connsiteX908" fmla="*/ 6323232 w 7467600"/>
              <a:gd name="connsiteY908" fmla="*/ 2389634 h 6858000"/>
              <a:gd name="connsiteX909" fmla="*/ 5942958 w 7467600"/>
              <a:gd name="connsiteY909" fmla="*/ 2077708 h 6858000"/>
              <a:gd name="connsiteX910" fmla="*/ 5921559 w 7467600"/>
              <a:gd name="connsiteY910" fmla="*/ 2378596 h 6858000"/>
              <a:gd name="connsiteX911" fmla="*/ 5817651 w 7467600"/>
              <a:gd name="connsiteY911" fmla="*/ 3023919 h 6858000"/>
              <a:gd name="connsiteX912" fmla="*/ 5729634 w 7467600"/>
              <a:gd name="connsiteY912" fmla="*/ 3051849 h 6858000"/>
              <a:gd name="connsiteX913" fmla="*/ 5611018 w 7467600"/>
              <a:gd name="connsiteY913" fmla="*/ 2316769 h 6858000"/>
              <a:gd name="connsiteX914" fmla="*/ 5687608 w 7467600"/>
              <a:gd name="connsiteY914" fmla="*/ 2039972 h 6858000"/>
              <a:gd name="connsiteX915" fmla="*/ 5657554 w 7467600"/>
              <a:gd name="connsiteY915" fmla="*/ 1576445 h 6858000"/>
              <a:gd name="connsiteX916" fmla="*/ 5150475 w 7467600"/>
              <a:gd name="connsiteY916" fmla="*/ 1274012 h 6858000"/>
              <a:gd name="connsiteX917" fmla="*/ 5349142 w 7467600"/>
              <a:gd name="connsiteY917" fmla="*/ 2204405 h 6858000"/>
              <a:gd name="connsiteX918" fmla="*/ 5262214 w 7467600"/>
              <a:gd name="connsiteY918" fmla="*/ 2233836 h 6858000"/>
              <a:gd name="connsiteX919" fmla="*/ 4981539 w 7467600"/>
              <a:gd name="connsiteY919" fmla="*/ 1542201 h 6858000"/>
              <a:gd name="connsiteX920" fmla="*/ 4958461 w 7467600"/>
              <a:gd name="connsiteY920" fmla="*/ 1136957 h 6858000"/>
              <a:gd name="connsiteX921" fmla="*/ 4655015 w 7467600"/>
              <a:gd name="connsiteY921" fmla="*/ 891426 h 6858000"/>
              <a:gd name="connsiteX922" fmla="*/ 4348002 w 7467600"/>
              <a:gd name="connsiteY922" fmla="*/ 2205895 h 6858000"/>
              <a:gd name="connsiteX923" fmla="*/ 4262250 w 7467600"/>
              <a:gd name="connsiteY923" fmla="*/ 2219972 h 6858000"/>
              <a:gd name="connsiteX924" fmla="*/ 4550611 w 7467600"/>
              <a:gd name="connsiteY924" fmla="*/ 817540 h 6858000"/>
              <a:gd name="connsiteX925" fmla="*/ 4564418 w 7467600"/>
              <a:gd name="connsiteY925" fmla="*/ 808293 h 6858000"/>
              <a:gd name="connsiteX926" fmla="*/ 4266388 w 7467600"/>
              <a:gd name="connsiteY926" fmla="*/ 500083 h 6858000"/>
              <a:gd name="connsiteX927" fmla="*/ 4032842 w 7467600"/>
              <a:gd name="connsiteY927" fmla="*/ 211809 h 6858000"/>
              <a:gd name="connsiteX928" fmla="*/ 3882765 w 7467600"/>
              <a:gd name="connsiteY928" fmla="*/ 0 h 6858000"/>
              <a:gd name="connsiteX929" fmla="*/ 3721337 w 7467600"/>
              <a:gd name="connsiteY929" fmla="*/ 0 h 6858000"/>
              <a:gd name="connsiteX930" fmla="*/ 3797544 w 7467600"/>
              <a:gd name="connsiteY930" fmla="*/ 0 h 6858000"/>
              <a:gd name="connsiteX931" fmla="*/ 3775734 w 7467600"/>
              <a:gd name="connsiteY931" fmla="*/ 95131 h 6858000"/>
              <a:gd name="connsiteX932" fmla="*/ 3724807 w 7467600"/>
              <a:gd name="connsiteY932" fmla="*/ 272257 h 6858000"/>
              <a:gd name="connsiteX933" fmla="*/ 3726844 w 7467600"/>
              <a:gd name="connsiteY933" fmla="*/ 282988 h 6858000"/>
              <a:gd name="connsiteX934" fmla="*/ 3742664 w 7467600"/>
              <a:gd name="connsiteY934" fmla="*/ 279918 h 6858000"/>
              <a:gd name="connsiteX935" fmla="*/ 4103910 w 7467600"/>
              <a:gd name="connsiteY935" fmla="*/ 1161917 h 6858000"/>
              <a:gd name="connsiteX936" fmla="*/ 4020269 w 7467600"/>
              <a:gd name="connsiteY936" fmla="*/ 1200406 h 6858000"/>
              <a:gd name="connsiteX937" fmla="*/ 3674882 w 7467600"/>
              <a:gd name="connsiteY937" fmla="*/ 488524 h 6858000"/>
              <a:gd name="connsiteX938" fmla="*/ 3132682 w 7467600"/>
              <a:gd name="connsiteY938" fmla="*/ 1072284 h 6858000"/>
              <a:gd name="connsiteX939" fmla="*/ 2716346 w 7467600"/>
              <a:gd name="connsiteY939" fmla="*/ 1276376 h 6858000"/>
              <a:gd name="connsiteX940" fmla="*/ 2716772 w 7467600"/>
              <a:gd name="connsiteY940" fmla="*/ 1255462 h 6858000"/>
              <a:gd name="connsiteX941" fmla="*/ 3471096 w 7467600"/>
              <a:gd name="connsiteY941" fmla="*/ 437072 h 6858000"/>
              <a:gd name="connsiteX942" fmla="*/ 3639057 w 7467600"/>
              <a:gd name="connsiteY942" fmla="*/ 286334 h 6858000"/>
              <a:gd name="connsiteX943" fmla="*/ 3640309 w 7467600"/>
              <a:gd name="connsiteY943" fmla="*/ 284664 h 6858000"/>
              <a:gd name="connsiteX944" fmla="*/ 3646022 w 7467600"/>
              <a:gd name="connsiteY944" fmla="*/ 276711 h 6858000"/>
              <a:gd name="connsiteX945" fmla="*/ 3707943 w 7467600"/>
              <a:gd name="connsiteY945" fmla="*/ 65958 h 6858000"/>
              <a:gd name="connsiteX946" fmla="*/ 3721337 w 7467600"/>
              <a:gd name="connsiteY946" fmla="*/ 0 h 6858000"/>
              <a:gd name="connsiteX947" fmla="*/ 2867960 w 7467600"/>
              <a:gd name="connsiteY947" fmla="*/ 0 h 6858000"/>
              <a:gd name="connsiteX948" fmla="*/ 2926351 w 7467600"/>
              <a:gd name="connsiteY948" fmla="*/ 0 h 6858000"/>
              <a:gd name="connsiteX949" fmla="*/ 2902823 w 7467600"/>
              <a:gd name="connsiteY949" fmla="*/ 262929 h 6858000"/>
              <a:gd name="connsiteX950" fmla="*/ 2940663 w 7467600"/>
              <a:gd name="connsiteY950" fmla="*/ 140884 h 6858000"/>
              <a:gd name="connsiteX951" fmla="*/ 2947039 w 7467600"/>
              <a:gd name="connsiteY951" fmla="*/ 122524 h 6858000"/>
              <a:gd name="connsiteX952" fmla="*/ 2984316 w 7467600"/>
              <a:gd name="connsiteY952" fmla="*/ 0 h 6858000"/>
              <a:gd name="connsiteX953" fmla="*/ 3016114 w 7467600"/>
              <a:gd name="connsiteY953" fmla="*/ 0 h 6858000"/>
              <a:gd name="connsiteX954" fmla="*/ 2979949 w 7467600"/>
              <a:gd name="connsiteY954" fmla="*/ 119274 h 6858000"/>
              <a:gd name="connsiteX955" fmla="*/ 3023879 w 7467600"/>
              <a:gd name="connsiteY955" fmla="*/ 0 h 6858000"/>
              <a:gd name="connsiteX956" fmla="*/ 3105400 w 7467600"/>
              <a:gd name="connsiteY956" fmla="*/ 0 h 6858000"/>
              <a:gd name="connsiteX957" fmla="*/ 3094669 w 7467600"/>
              <a:gd name="connsiteY957" fmla="*/ 30308 h 6858000"/>
              <a:gd name="connsiteX958" fmla="*/ 2901945 w 7467600"/>
              <a:gd name="connsiteY958" fmla="*/ 466538 h 6858000"/>
              <a:gd name="connsiteX959" fmla="*/ 2815209 w 7467600"/>
              <a:gd name="connsiteY959" fmla="*/ 497361 h 6858000"/>
              <a:gd name="connsiteX960" fmla="*/ 2844845 w 7467600"/>
              <a:gd name="connsiteY960" fmla="*/ 127638 h 6858000"/>
              <a:gd name="connsiteX961" fmla="*/ 2867960 w 7467600"/>
              <a:gd name="connsiteY961" fmla="*/ 0 h 6858000"/>
              <a:gd name="connsiteX962" fmla="*/ 1057230 w 7467600"/>
              <a:gd name="connsiteY962" fmla="*/ 0 h 6858000"/>
              <a:gd name="connsiteX963" fmla="*/ 1111003 w 7467600"/>
              <a:gd name="connsiteY963" fmla="*/ 0 h 6858000"/>
              <a:gd name="connsiteX964" fmla="*/ 1125553 w 7467600"/>
              <a:gd name="connsiteY964" fmla="*/ 52588 h 6858000"/>
              <a:gd name="connsiteX965" fmla="*/ 1304276 w 7467600"/>
              <a:gd name="connsiteY965" fmla="*/ 476275 h 6858000"/>
              <a:gd name="connsiteX966" fmla="*/ 1492066 w 7467600"/>
              <a:gd name="connsiteY966" fmla="*/ 886333 h 6858000"/>
              <a:gd name="connsiteX967" fmla="*/ 1423698 w 7467600"/>
              <a:gd name="connsiteY967" fmla="*/ 710817 h 6858000"/>
              <a:gd name="connsiteX968" fmla="*/ 1357609 w 7467600"/>
              <a:gd name="connsiteY968" fmla="*/ 532892 h 6858000"/>
              <a:gd name="connsiteX969" fmla="*/ 1309550 w 7467600"/>
              <a:gd name="connsiteY969" fmla="*/ 374031 h 6858000"/>
              <a:gd name="connsiteX970" fmla="*/ 1193673 w 7467600"/>
              <a:gd name="connsiteY970" fmla="*/ 49533 h 6858000"/>
              <a:gd name="connsiteX971" fmla="*/ 1164391 w 7467600"/>
              <a:gd name="connsiteY971" fmla="*/ 0 h 6858000"/>
              <a:gd name="connsiteX972" fmla="*/ 1200666 w 7467600"/>
              <a:gd name="connsiteY972" fmla="*/ 0 h 6858000"/>
              <a:gd name="connsiteX973" fmla="*/ 1223408 w 7467600"/>
              <a:gd name="connsiteY973" fmla="*/ 38996 h 6858000"/>
              <a:gd name="connsiteX974" fmla="*/ 1339635 w 7467600"/>
              <a:gd name="connsiteY974" fmla="*/ 365517 h 6858000"/>
              <a:gd name="connsiteX975" fmla="*/ 1387469 w 7467600"/>
              <a:gd name="connsiteY975" fmla="*/ 523079 h 6858000"/>
              <a:gd name="connsiteX976" fmla="*/ 1452685 w 7467600"/>
              <a:gd name="connsiteY976" fmla="*/ 699806 h 6858000"/>
              <a:gd name="connsiteX977" fmla="*/ 1492092 w 7467600"/>
              <a:gd name="connsiteY977" fmla="*/ 800424 h 6858000"/>
              <a:gd name="connsiteX978" fmla="*/ 1455302 w 7467600"/>
              <a:gd name="connsiteY978" fmla="*/ 632913 h 6858000"/>
              <a:gd name="connsiteX979" fmla="*/ 1222336 w 7467600"/>
              <a:gd name="connsiteY979" fmla="*/ 9480 h 6858000"/>
              <a:gd name="connsiteX980" fmla="*/ 1214634 w 7467600"/>
              <a:gd name="connsiteY980" fmla="*/ 0 h 6858000"/>
              <a:gd name="connsiteX981" fmla="*/ 1289827 w 7467600"/>
              <a:gd name="connsiteY981" fmla="*/ 0 h 6858000"/>
              <a:gd name="connsiteX982" fmla="*/ 1321076 w 7467600"/>
              <a:gd name="connsiteY982" fmla="*/ 59722 h 6858000"/>
              <a:gd name="connsiteX983" fmla="*/ 1512579 w 7467600"/>
              <a:gd name="connsiteY983" fmla="*/ 626441 h 6858000"/>
              <a:gd name="connsiteX984" fmla="*/ 1506076 w 7467600"/>
              <a:gd name="connsiteY984" fmla="*/ 1089289 h 6858000"/>
              <a:gd name="connsiteX985" fmla="*/ 1486346 w 7467600"/>
              <a:gd name="connsiteY985" fmla="*/ 1079919 h 6858000"/>
              <a:gd name="connsiteX986" fmla="*/ 1070511 w 7467600"/>
              <a:gd name="connsiteY986" fmla="*/ 48609 h 6858000"/>
              <a:gd name="connsiteX987" fmla="*/ 1057230 w 7467600"/>
              <a:gd name="connsiteY987" fmla="*/ 0 h 6858000"/>
              <a:gd name="connsiteX988" fmla="*/ 43151 w 7467600"/>
              <a:gd name="connsiteY988" fmla="*/ 0 h 6858000"/>
              <a:gd name="connsiteX989" fmla="*/ 95283 w 7467600"/>
              <a:gd name="connsiteY989" fmla="*/ 0 h 6858000"/>
              <a:gd name="connsiteX990" fmla="*/ 300708 w 7467600"/>
              <a:gd name="connsiteY990" fmla="*/ 154571 h 6858000"/>
              <a:gd name="connsiteX991" fmla="*/ 530414 w 7467600"/>
              <a:gd name="connsiteY991" fmla="*/ 354673 h 6858000"/>
              <a:gd name="connsiteX992" fmla="*/ 333785 w 7467600"/>
              <a:gd name="connsiteY992" fmla="*/ 161564 h 6858000"/>
              <a:gd name="connsiteX993" fmla="*/ 147005 w 7467600"/>
              <a:gd name="connsiteY993" fmla="*/ 0 h 6858000"/>
              <a:gd name="connsiteX994" fmla="*/ 272509 w 7467600"/>
              <a:gd name="connsiteY994" fmla="*/ 0 h 6858000"/>
              <a:gd name="connsiteX995" fmla="*/ 326276 w 7467600"/>
              <a:gd name="connsiteY995" fmla="*/ 45847 h 6858000"/>
              <a:gd name="connsiteX996" fmla="*/ 823759 w 7467600"/>
              <a:gd name="connsiteY996" fmla="*/ 574145 h 6858000"/>
              <a:gd name="connsiteX997" fmla="*/ 811254 w 7467600"/>
              <a:gd name="connsiteY997" fmla="*/ 665546 h 6858000"/>
              <a:gd name="connsiteX998" fmla="*/ 154042 w 7467600"/>
              <a:gd name="connsiteY998" fmla="*/ 261522 h 6858000"/>
              <a:gd name="connsiteX999" fmla="*/ 13550 w 7467600"/>
              <a:gd name="connsiteY999" fmla="*/ 158423 h 6858000"/>
              <a:gd name="connsiteX1000" fmla="*/ 0 w 7467600"/>
              <a:gd name="connsiteY1000" fmla="*/ 146618 h 6858000"/>
              <a:gd name="connsiteX1001" fmla="*/ 0 w 7467600"/>
              <a:gd name="connsiteY1001" fmla="*/ 59161 h 6858000"/>
              <a:gd name="connsiteX1002" fmla="*/ 45427 w 7467600"/>
              <a:gd name="connsiteY1002" fmla="*/ 101078 h 6858000"/>
              <a:gd name="connsiteX1003" fmla="*/ 630103 w 7467600"/>
              <a:gd name="connsiteY1003" fmla="*/ 485885 h 6858000"/>
              <a:gd name="connsiteX1004" fmla="*/ 532040 w 7467600"/>
              <a:gd name="connsiteY1004" fmla="*/ 399359 h 6858000"/>
              <a:gd name="connsiteX1005" fmla="*/ 517618 w 7467600"/>
              <a:gd name="connsiteY1005" fmla="*/ 385726 h 6858000"/>
              <a:gd name="connsiteX1006" fmla="*/ 285074 w 7467600"/>
              <a:gd name="connsiteY1006" fmla="*/ 182755 h 6858000"/>
              <a:gd name="connsiteX1007" fmla="*/ 43151 w 7467600"/>
              <a:gd name="connsiteY100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19999 w 7467600"/>
              <a:gd name="connsiteY844" fmla="*/ 774360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5905192 w 7467600"/>
              <a:gd name="connsiteY848" fmla="*/ 163079 h 6858000"/>
              <a:gd name="connsiteX849" fmla="*/ 5865655 w 7467600"/>
              <a:gd name="connsiteY849" fmla="*/ 171901 h 6858000"/>
              <a:gd name="connsiteX850" fmla="*/ 5259740 w 7467600"/>
              <a:gd name="connsiteY850" fmla="*/ 257013 h 6858000"/>
              <a:gd name="connsiteX851" fmla="*/ 5208466 w 7467600"/>
              <a:gd name="connsiteY851" fmla="*/ 257550 h 6858000"/>
              <a:gd name="connsiteX852" fmla="*/ 4980204 w 7467600"/>
              <a:gd name="connsiteY852" fmla="*/ 271903 h 6858000"/>
              <a:gd name="connsiteX853" fmla="*/ 5068068 w 7467600"/>
              <a:gd name="connsiteY853" fmla="*/ 282244 h 6858000"/>
              <a:gd name="connsiteX854" fmla="*/ 5153231 w 7467600"/>
              <a:gd name="connsiteY854" fmla="*/ 292240 h 6858000"/>
              <a:gd name="connsiteX855" fmla="*/ 5426491 w 7467600"/>
              <a:gd name="connsiteY855" fmla="*/ 281128 h 6858000"/>
              <a:gd name="connsiteX856" fmla="*/ 5731212 w 7467600"/>
              <a:gd name="connsiteY856" fmla="*/ 231951 h 6858000"/>
              <a:gd name="connsiteX857" fmla="*/ 5905192 w 7467600"/>
              <a:gd name="connsiteY857" fmla="*/ 163079 h 6858000"/>
              <a:gd name="connsiteX858" fmla="*/ 5944437 w 7467600"/>
              <a:gd name="connsiteY858" fmla="*/ 113829 h 6858000"/>
              <a:gd name="connsiteX859" fmla="*/ 5825032 w 7467600"/>
              <a:gd name="connsiteY859" fmla="*/ 146405 h 6858000"/>
              <a:gd name="connsiteX860" fmla="*/ 4955599 w 7467600"/>
              <a:gd name="connsiteY860" fmla="*/ 247008 h 6858000"/>
              <a:gd name="connsiteX861" fmla="*/ 5210104 w 7467600"/>
              <a:gd name="connsiteY861" fmla="*/ 228123 h 6858000"/>
              <a:gd name="connsiteX862" fmla="*/ 5261015 w 7467600"/>
              <a:gd name="connsiteY862" fmla="*/ 227087 h 6858000"/>
              <a:gd name="connsiteX863" fmla="*/ 5861181 w 7467600"/>
              <a:gd name="connsiteY863" fmla="*/ 143093 h 6858000"/>
              <a:gd name="connsiteX864" fmla="*/ 5961252 w 7467600"/>
              <a:gd name="connsiteY864" fmla="*/ 114820 h 6858000"/>
              <a:gd name="connsiteX865" fmla="*/ 5944437 w 7467600"/>
              <a:gd name="connsiteY865" fmla="*/ 113829 h 6858000"/>
              <a:gd name="connsiteX866" fmla="*/ 3882765 w 7467600"/>
              <a:gd name="connsiteY866" fmla="*/ 0 h 6858000"/>
              <a:gd name="connsiteX867" fmla="*/ 3995099 w 7467600"/>
              <a:gd name="connsiteY867" fmla="*/ 0 h 6858000"/>
              <a:gd name="connsiteX868" fmla="*/ 4163818 w 7467600"/>
              <a:gd name="connsiteY868" fmla="*/ 234104 h 6858000"/>
              <a:gd name="connsiteX869" fmla="*/ 4172099 w 7467600"/>
              <a:gd name="connsiteY869" fmla="*/ 234207 h 6858000"/>
              <a:gd name="connsiteX870" fmla="*/ 4784282 w 7467600"/>
              <a:gd name="connsiteY870" fmla="*/ 276561 h 6858000"/>
              <a:gd name="connsiteX871" fmla="*/ 4801687 w 7467600"/>
              <a:gd name="connsiteY871" fmla="*/ 267764 h 6858000"/>
              <a:gd name="connsiteX872" fmla="*/ 6082788 w 7467600"/>
              <a:gd name="connsiteY872" fmla="*/ 64119 h 6858000"/>
              <a:gd name="connsiteX873" fmla="*/ 6099442 w 7467600"/>
              <a:gd name="connsiteY873" fmla="*/ 82568 h 6858000"/>
              <a:gd name="connsiteX874" fmla="*/ 4804137 w 7467600"/>
              <a:gd name="connsiteY874" fmla="*/ 320931 h 6858000"/>
              <a:gd name="connsiteX875" fmla="*/ 4227047 w 7467600"/>
              <a:gd name="connsiteY875" fmla="*/ 313415 h 6858000"/>
              <a:gd name="connsiteX876" fmla="*/ 4346041 w 7467600"/>
              <a:gd name="connsiteY876" fmla="*/ 456086 h 6858000"/>
              <a:gd name="connsiteX877" fmla="*/ 4870967 w 7467600"/>
              <a:gd name="connsiteY877" fmla="*/ 963061 h 6858000"/>
              <a:gd name="connsiteX878" fmla="*/ 4889647 w 7467600"/>
              <a:gd name="connsiteY878" fmla="*/ 957147 h 6858000"/>
              <a:gd name="connsiteX879" fmla="*/ 5422504 w 7467600"/>
              <a:gd name="connsiteY879" fmla="*/ 805191 h 6858000"/>
              <a:gd name="connsiteX880" fmla="*/ 6087656 w 7467600"/>
              <a:gd name="connsiteY880" fmla="*/ 826703 h 6858000"/>
              <a:gd name="connsiteX881" fmla="*/ 6058717 w 7467600"/>
              <a:gd name="connsiteY881" fmla="*/ 865992 h 6858000"/>
              <a:gd name="connsiteX882" fmla="*/ 4974153 w 7467600"/>
              <a:gd name="connsiteY882" fmla="*/ 1045456 h 6858000"/>
              <a:gd name="connsiteX883" fmla="*/ 5627835 w 7467600"/>
              <a:gd name="connsiteY883" fmla="*/ 1472077 h 6858000"/>
              <a:gd name="connsiteX884" fmla="*/ 5629817 w 7467600"/>
              <a:gd name="connsiteY884" fmla="*/ 1471412 h 6858000"/>
              <a:gd name="connsiteX885" fmla="*/ 5634124 w 7467600"/>
              <a:gd name="connsiteY885" fmla="*/ 1470572 h 6858000"/>
              <a:gd name="connsiteX886" fmla="*/ 5755832 w 7467600"/>
              <a:gd name="connsiteY886" fmla="*/ 1383886 h 6858000"/>
              <a:gd name="connsiteX887" fmla="*/ 6014186 w 7467600"/>
              <a:gd name="connsiteY887" fmla="*/ 1279799 h 6858000"/>
              <a:gd name="connsiteX888" fmla="*/ 6901619 w 7467600"/>
              <a:gd name="connsiteY888" fmla="*/ 1047874 h 6858000"/>
              <a:gd name="connsiteX889" fmla="*/ 6931566 w 7467600"/>
              <a:gd name="connsiteY889" fmla="*/ 1062034 h 6858000"/>
              <a:gd name="connsiteX890" fmla="*/ 5790982 w 7467600"/>
              <a:gd name="connsiteY890" fmla="*/ 1561380 h 6858000"/>
              <a:gd name="connsiteX891" fmla="*/ 6188971 w 7467600"/>
              <a:gd name="connsiteY891" fmla="*/ 1755168 h 6858000"/>
              <a:gd name="connsiteX892" fmla="*/ 6202446 w 7467600"/>
              <a:gd name="connsiteY892" fmla="*/ 1752268 h 6858000"/>
              <a:gd name="connsiteX893" fmla="*/ 7179560 w 7467600"/>
              <a:gd name="connsiteY893" fmla="*/ 1467551 h 6858000"/>
              <a:gd name="connsiteX894" fmla="*/ 7158730 w 7467600"/>
              <a:gd name="connsiteY894" fmla="*/ 1507835 h 6858000"/>
              <a:gd name="connsiteX895" fmla="*/ 6326959 w 7467600"/>
              <a:gd name="connsiteY895" fmla="*/ 1817686 h 6858000"/>
              <a:gd name="connsiteX896" fmla="*/ 6537433 w 7467600"/>
              <a:gd name="connsiteY896" fmla="*/ 1907790 h 6858000"/>
              <a:gd name="connsiteX897" fmla="*/ 6550221 w 7467600"/>
              <a:gd name="connsiteY897" fmla="*/ 1910729 h 6858000"/>
              <a:gd name="connsiteX898" fmla="*/ 6964438 w 7467600"/>
              <a:gd name="connsiteY898" fmla="*/ 2209505 h 6858000"/>
              <a:gd name="connsiteX899" fmla="*/ 7367862 w 7467600"/>
              <a:gd name="connsiteY899" fmla="*/ 2806833 h 6858000"/>
              <a:gd name="connsiteX900" fmla="*/ 7364329 w 7467600"/>
              <a:gd name="connsiteY900" fmla="*/ 2826907 h 6858000"/>
              <a:gd name="connsiteX901" fmla="*/ 7290545 w 7467600"/>
              <a:gd name="connsiteY901" fmla="*/ 2850663 h 6858000"/>
              <a:gd name="connsiteX902" fmla="*/ 6472036 w 7467600"/>
              <a:gd name="connsiteY902" fmla="*/ 1959003 h 6858000"/>
              <a:gd name="connsiteX903" fmla="*/ 5792897 w 7467600"/>
              <a:gd name="connsiteY903" fmla="*/ 1647747 h 6858000"/>
              <a:gd name="connsiteX904" fmla="*/ 5842751 w 7467600"/>
              <a:gd name="connsiteY904" fmla="*/ 1816112 h 6858000"/>
              <a:gd name="connsiteX905" fmla="*/ 5847424 w 7467600"/>
              <a:gd name="connsiteY905" fmla="*/ 1815776 h 6858000"/>
              <a:gd name="connsiteX906" fmla="*/ 6399821 w 7467600"/>
              <a:gd name="connsiteY906" fmla="*/ 2344799 h 6858000"/>
              <a:gd name="connsiteX907" fmla="*/ 6323232 w 7467600"/>
              <a:gd name="connsiteY907" fmla="*/ 2389634 h 6858000"/>
              <a:gd name="connsiteX908" fmla="*/ 5942958 w 7467600"/>
              <a:gd name="connsiteY908" fmla="*/ 2077708 h 6858000"/>
              <a:gd name="connsiteX909" fmla="*/ 5921559 w 7467600"/>
              <a:gd name="connsiteY909" fmla="*/ 2378596 h 6858000"/>
              <a:gd name="connsiteX910" fmla="*/ 5817651 w 7467600"/>
              <a:gd name="connsiteY910" fmla="*/ 3023919 h 6858000"/>
              <a:gd name="connsiteX911" fmla="*/ 5729634 w 7467600"/>
              <a:gd name="connsiteY911" fmla="*/ 3051849 h 6858000"/>
              <a:gd name="connsiteX912" fmla="*/ 5611018 w 7467600"/>
              <a:gd name="connsiteY912" fmla="*/ 2316769 h 6858000"/>
              <a:gd name="connsiteX913" fmla="*/ 5687608 w 7467600"/>
              <a:gd name="connsiteY913" fmla="*/ 2039972 h 6858000"/>
              <a:gd name="connsiteX914" fmla="*/ 5657554 w 7467600"/>
              <a:gd name="connsiteY914" fmla="*/ 1576445 h 6858000"/>
              <a:gd name="connsiteX915" fmla="*/ 5150475 w 7467600"/>
              <a:gd name="connsiteY915" fmla="*/ 1274012 h 6858000"/>
              <a:gd name="connsiteX916" fmla="*/ 5349142 w 7467600"/>
              <a:gd name="connsiteY916" fmla="*/ 2204405 h 6858000"/>
              <a:gd name="connsiteX917" fmla="*/ 5262214 w 7467600"/>
              <a:gd name="connsiteY917" fmla="*/ 2233836 h 6858000"/>
              <a:gd name="connsiteX918" fmla="*/ 4981539 w 7467600"/>
              <a:gd name="connsiteY918" fmla="*/ 1542201 h 6858000"/>
              <a:gd name="connsiteX919" fmla="*/ 4958461 w 7467600"/>
              <a:gd name="connsiteY919" fmla="*/ 1136957 h 6858000"/>
              <a:gd name="connsiteX920" fmla="*/ 4655015 w 7467600"/>
              <a:gd name="connsiteY920" fmla="*/ 891426 h 6858000"/>
              <a:gd name="connsiteX921" fmla="*/ 4348002 w 7467600"/>
              <a:gd name="connsiteY921" fmla="*/ 2205895 h 6858000"/>
              <a:gd name="connsiteX922" fmla="*/ 4262250 w 7467600"/>
              <a:gd name="connsiteY922" fmla="*/ 2219972 h 6858000"/>
              <a:gd name="connsiteX923" fmla="*/ 4550611 w 7467600"/>
              <a:gd name="connsiteY923" fmla="*/ 817540 h 6858000"/>
              <a:gd name="connsiteX924" fmla="*/ 4564418 w 7467600"/>
              <a:gd name="connsiteY924" fmla="*/ 808293 h 6858000"/>
              <a:gd name="connsiteX925" fmla="*/ 4266388 w 7467600"/>
              <a:gd name="connsiteY925" fmla="*/ 500083 h 6858000"/>
              <a:gd name="connsiteX926" fmla="*/ 4032842 w 7467600"/>
              <a:gd name="connsiteY926" fmla="*/ 211809 h 6858000"/>
              <a:gd name="connsiteX927" fmla="*/ 3882765 w 7467600"/>
              <a:gd name="connsiteY927" fmla="*/ 0 h 6858000"/>
              <a:gd name="connsiteX928" fmla="*/ 3721337 w 7467600"/>
              <a:gd name="connsiteY928" fmla="*/ 0 h 6858000"/>
              <a:gd name="connsiteX929" fmla="*/ 3797544 w 7467600"/>
              <a:gd name="connsiteY929" fmla="*/ 0 h 6858000"/>
              <a:gd name="connsiteX930" fmla="*/ 3775734 w 7467600"/>
              <a:gd name="connsiteY930" fmla="*/ 95131 h 6858000"/>
              <a:gd name="connsiteX931" fmla="*/ 3724807 w 7467600"/>
              <a:gd name="connsiteY931" fmla="*/ 272257 h 6858000"/>
              <a:gd name="connsiteX932" fmla="*/ 3726844 w 7467600"/>
              <a:gd name="connsiteY932" fmla="*/ 282988 h 6858000"/>
              <a:gd name="connsiteX933" fmla="*/ 3742664 w 7467600"/>
              <a:gd name="connsiteY933" fmla="*/ 279918 h 6858000"/>
              <a:gd name="connsiteX934" fmla="*/ 4103910 w 7467600"/>
              <a:gd name="connsiteY934" fmla="*/ 1161917 h 6858000"/>
              <a:gd name="connsiteX935" fmla="*/ 4020269 w 7467600"/>
              <a:gd name="connsiteY935" fmla="*/ 1200406 h 6858000"/>
              <a:gd name="connsiteX936" fmla="*/ 3674882 w 7467600"/>
              <a:gd name="connsiteY936" fmla="*/ 488524 h 6858000"/>
              <a:gd name="connsiteX937" fmla="*/ 3132682 w 7467600"/>
              <a:gd name="connsiteY937" fmla="*/ 1072284 h 6858000"/>
              <a:gd name="connsiteX938" fmla="*/ 2716346 w 7467600"/>
              <a:gd name="connsiteY938" fmla="*/ 1276376 h 6858000"/>
              <a:gd name="connsiteX939" fmla="*/ 2716772 w 7467600"/>
              <a:gd name="connsiteY939" fmla="*/ 1255462 h 6858000"/>
              <a:gd name="connsiteX940" fmla="*/ 3471096 w 7467600"/>
              <a:gd name="connsiteY940" fmla="*/ 437072 h 6858000"/>
              <a:gd name="connsiteX941" fmla="*/ 3639057 w 7467600"/>
              <a:gd name="connsiteY941" fmla="*/ 286334 h 6858000"/>
              <a:gd name="connsiteX942" fmla="*/ 3640309 w 7467600"/>
              <a:gd name="connsiteY942" fmla="*/ 284664 h 6858000"/>
              <a:gd name="connsiteX943" fmla="*/ 3646022 w 7467600"/>
              <a:gd name="connsiteY943" fmla="*/ 276711 h 6858000"/>
              <a:gd name="connsiteX944" fmla="*/ 3707943 w 7467600"/>
              <a:gd name="connsiteY944" fmla="*/ 65958 h 6858000"/>
              <a:gd name="connsiteX945" fmla="*/ 3721337 w 7467600"/>
              <a:gd name="connsiteY945" fmla="*/ 0 h 6858000"/>
              <a:gd name="connsiteX946" fmla="*/ 2867960 w 7467600"/>
              <a:gd name="connsiteY946" fmla="*/ 0 h 6858000"/>
              <a:gd name="connsiteX947" fmla="*/ 2926351 w 7467600"/>
              <a:gd name="connsiteY947" fmla="*/ 0 h 6858000"/>
              <a:gd name="connsiteX948" fmla="*/ 2902823 w 7467600"/>
              <a:gd name="connsiteY948" fmla="*/ 262929 h 6858000"/>
              <a:gd name="connsiteX949" fmla="*/ 2940663 w 7467600"/>
              <a:gd name="connsiteY949" fmla="*/ 140884 h 6858000"/>
              <a:gd name="connsiteX950" fmla="*/ 2947039 w 7467600"/>
              <a:gd name="connsiteY950" fmla="*/ 122524 h 6858000"/>
              <a:gd name="connsiteX951" fmla="*/ 2984316 w 7467600"/>
              <a:gd name="connsiteY951" fmla="*/ 0 h 6858000"/>
              <a:gd name="connsiteX952" fmla="*/ 3016114 w 7467600"/>
              <a:gd name="connsiteY952" fmla="*/ 0 h 6858000"/>
              <a:gd name="connsiteX953" fmla="*/ 2979949 w 7467600"/>
              <a:gd name="connsiteY953" fmla="*/ 119274 h 6858000"/>
              <a:gd name="connsiteX954" fmla="*/ 3023879 w 7467600"/>
              <a:gd name="connsiteY954" fmla="*/ 0 h 6858000"/>
              <a:gd name="connsiteX955" fmla="*/ 3105400 w 7467600"/>
              <a:gd name="connsiteY955" fmla="*/ 0 h 6858000"/>
              <a:gd name="connsiteX956" fmla="*/ 3094669 w 7467600"/>
              <a:gd name="connsiteY956" fmla="*/ 30308 h 6858000"/>
              <a:gd name="connsiteX957" fmla="*/ 2901945 w 7467600"/>
              <a:gd name="connsiteY957" fmla="*/ 466538 h 6858000"/>
              <a:gd name="connsiteX958" fmla="*/ 2815209 w 7467600"/>
              <a:gd name="connsiteY958" fmla="*/ 497361 h 6858000"/>
              <a:gd name="connsiteX959" fmla="*/ 2844845 w 7467600"/>
              <a:gd name="connsiteY959" fmla="*/ 127638 h 6858000"/>
              <a:gd name="connsiteX960" fmla="*/ 2867960 w 7467600"/>
              <a:gd name="connsiteY960" fmla="*/ 0 h 6858000"/>
              <a:gd name="connsiteX961" fmla="*/ 1057230 w 7467600"/>
              <a:gd name="connsiteY961" fmla="*/ 0 h 6858000"/>
              <a:gd name="connsiteX962" fmla="*/ 1111003 w 7467600"/>
              <a:gd name="connsiteY962" fmla="*/ 0 h 6858000"/>
              <a:gd name="connsiteX963" fmla="*/ 1125553 w 7467600"/>
              <a:gd name="connsiteY963" fmla="*/ 52588 h 6858000"/>
              <a:gd name="connsiteX964" fmla="*/ 1304276 w 7467600"/>
              <a:gd name="connsiteY964" fmla="*/ 476275 h 6858000"/>
              <a:gd name="connsiteX965" fmla="*/ 1492066 w 7467600"/>
              <a:gd name="connsiteY965" fmla="*/ 886333 h 6858000"/>
              <a:gd name="connsiteX966" fmla="*/ 1423698 w 7467600"/>
              <a:gd name="connsiteY966" fmla="*/ 710817 h 6858000"/>
              <a:gd name="connsiteX967" fmla="*/ 1357609 w 7467600"/>
              <a:gd name="connsiteY967" fmla="*/ 532892 h 6858000"/>
              <a:gd name="connsiteX968" fmla="*/ 1309550 w 7467600"/>
              <a:gd name="connsiteY968" fmla="*/ 374031 h 6858000"/>
              <a:gd name="connsiteX969" fmla="*/ 1193673 w 7467600"/>
              <a:gd name="connsiteY969" fmla="*/ 49533 h 6858000"/>
              <a:gd name="connsiteX970" fmla="*/ 1164391 w 7467600"/>
              <a:gd name="connsiteY970" fmla="*/ 0 h 6858000"/>
              <a:gd name="connsiteX971" fmla="*/ 1200666 w 7467600"/>
              <a:gd name="connsiteY971" fmla="*/ 0 h 6858000"/>
              <a:gd name="connsiteX972" fmla="*/ 1223408 w 7467600"/>
              <a:gd name="connsiteY972" fmla="*/ 38996 h 6858000"/>
              <a:gd name="connsiteX973" fmla="*/ 1339635 w 7467600"/>
              <a:gd name="connsiteY973" fmla="*/ 365517 h 6858000"/>
              <a:gd name="connsiteX974" fmla="*/ 1387469 w 7467600"/>
              <a:gd name="connsiteY974" fmla="*/ 523079 h 6858000"/>
              <a:gd name="connsiteX975" fmla="*/ 1452685 w 7467600"/>
              <a:gd name="connsiteY975" fmla="*/ 699806 h 6858000"/>
              <a:gd name="connsiteX976" fmla="*/ 1492092 w 7467600"/>
              <a:gd name="connsiteY976" fmla="*/ 800424 h 6858000"/>
              <a:gd name="connsiteX977" fmla="*/ 1455302 w 7467600"/>
              <a:gd name="connsiteY977" fmla="*/ 632913 h 6858000"/>
              <a:gd name="connsiteX978" fmla="*/ 1222336 w 7467600"/>
              <a:gd name="connsiteY978" fmla="*/ 9480 h 6858000"/>
              <a:gd name="connsiteX979" fmla="*/ 1214634 w 7467600"/>
              <a:gd name="connsiteY979" fmla="*/ 0 h 6858000"/>
              <a:gd name="connsiteX980" fmla="*/ 1289827 w 7467600"/>
              <a:gd name="connsiteY980" fmla="*/ 0 h 6858000"/>
              <a:gd name="connsiteX981" fmla="*/ 1321076 w 7467600"/>
              <a:gd name="connsiteY981" fmla="*/ 59722 h 6858000"/>
              <a:gd name="connsiteX982" fmla="*/ 1512579 w 7467600"/>
              <a:gd name="connsiteY982" fmla="*/ 626441 h 6858000"/>
              <a:gd name="connsiteX983" fmla="*/ 1506076 w 7467600"/>
              <a:gd name="connsiteY983" fmla="*/ 1089289 h 6858000"/>
              <a:gd name="connsiteX984" fmla="*/ 1486346 w 7467600"/>
              <a:gd name="connsiteY984" fmla="*/ 1079919 h 6858000"/>
              <a:gd name="connsiteX985" fmla="*/ 1070511 w 7467600"/>
              <a:gd name="connsiteY985" fmla="*/ 48609 h 6858000"/>
              <a:gd name="connsiteX986" fmla="*/ 1057230 w 7467600"/>
              <a:gd name="connsiteY986" fmla="*/ 0 h 6858000"/>
              <a:gd name="connsiteX987" fmla="*/ 43151 w 7467600"/>
              <a:gd name="connsiteY987" fmla="*/ 0 h 6858000"/>
              <a:gd name="connsiteX988" fmla="*/ 95283 w 7467600"/>
              <a:gd name="connsiteY988" fmla="*/ 0 h 6858000"/>
              <a:gd name="connsiteX989" fmla="*/ 300708 w 7467600"/>
              <a:gd name="connsiteY989" fmla="*/ 154571 h 6858000"/>
              <a:gd name="connsiteX990" fmla="*/ 530414 w 7467600"/>
              <a:gd name="connsiteY990" fmla="*/ 354673 h 6858000"/>
              <a:gd name="connsiteX991" fmla="*/ 333785 w 7467600"/>
              <a:gd name="connsiteY991" fmla="*/ 161564 h 6858000"/>
              <a:gd name="connsiteX992" fmla="*/ 147005 w 7467600"/>
              <a:gd name="connsiteY992" fmla="*/ 0 h 6858000"/>
              <a:gd name="connsiteX993" fmla="*/ 272509 w 7467600"/>
              <a:gd name="connsiteY993" fmla="*/ 0 h 6858000"/>
              <a:gd name="connsiteX994" fmla="*/ 326276 w 7467600"/>
              <a:gd name="connsiteY994" fmla="*/ 45847 h 6858000"/>
              <a:gd name="connsiteX995" fmla="*/ 823759 w 7467600"/>
              <a:gd name="connsiteY995" fmla="*/ 574145 h 6858000"/>
              <a:gd name="connsiteX996" fmla="*/ 811254 w 7467600"/>
              <a:gd name="connsiteY996" fmla="*/ 665546 h 6858000"/>
              <a:gd name="connsiteX997" fmla="*/ 154042 w 7467600"/>
              <a:gd name="connsiteY997" fmla="*/ 261522 h 6858000"/>
              <a:gd name="connsiteX998" fmla="*/ 13550 w 7467600"/>
              <a:gd name="connsiteY998" fmla="*/ 158423 h 6858000"/>
              <a:gd name="connsiteX999" fmla="*/ 0 w 7467600"/>
              <a:gd name="connsiteY999" fmla="*/ 146618 h 6858000"/>
              <a:gd name="connsiteX1000" fmla="*/ 0 w 7467600"/>
              <a:gd name="connsiteY1000" fmla="*/ 59161 h 6858000"/>
              <a:gd name="connsiteX1001" fmla="*/ 45427 w 7467600"/>
              <a:gd name="connsiteY1001" fmla="*/ 101078 h 6858000"/>
              <a:gd name="connsiteX1002" fmla="*/ 630103 w 7467600"/>
              <a:gd name="connsiteY1002" fmla="*/ 485885 h 6858000"/>
              <a:gd name="connsiteX1003" fmla="*/ 532040 w 7467600"/>
              <a:gd name="connsiteY1003" fmla="*/ 399359 h 6858000"/>
              <a:gd name="connsiteX1004" fmla="*/ 517618 w 7467600"/>
              <a:gd name="connsiteY1004" fmla="*/ 385726 h 6858000"/>
              <a:gd name="connsiteX1005" fmla="*/ 285074 w 7467600"/>
              <a:gd name="connsiteY1005" fmla="*/ 182755 h 6858000"/>
              <a:gd name="connsiteX1006" fmla="*/ 43151 w 7467600"/>
              <a:gd name="connsiteY100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51412 w 7467600"/>
              <a:gd name="connsiteY844" fmla="*/ 799572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5905192 w 7467600"/>
              <a:gd name="connsiteY847" fmla="*/ 163079 h 6858000"/>
              <a:gd name="connsiteX848" fmla="*/ 5865655 w 7467600"/>
              <a:gd name="connsiteY848" fmla="*/ 171901 h 6858000"/>
              <a:gd name="connsiteX849" fmla="*/ 5259740 w 7467600"/>
              <a:gd name="connsiteY849" fmla="*/ 257013 h 6858000"/>
              <a:gd name="connsiteX850" fmla="*/ 5208466 w 7467600"/>
              <a:gd name="connsiteY850" fmla="*/ 257550 h 6858000"/>
              <a:gd name="connsiteX851" fmla="*/ 4980204 w 7467600"/>
              <a:gd name="connsiteY851" fmla="*/ 271903 h 6858000"/>
              <a:gd name="connsiteX852" fmla="*/ 5068068 w 7467600"/>
              <a:gd name="connsiteY852" fmla="*/ 282244 h 6858000"/>
              <a:gd name="connsiteX853" fmla="*/ 5153231 w 7467600"/>
              <a:gd name="connsiteY853" fmla="*/ 292240 h 6858000"/>
              <a:gd name="connsiteX854" fmla="*/ 5426491 w 7467600"/>
              <a:gd name="connsiteY854" fmla="*/ 281128 h 6858000"/>
              <a:gd name="connsiteX855" fmla="*/ 5731212 w 7467600"/>
              <a:gd name="connsiteY855" fmla="*/ 231951 h 6858000"/>
              <a:gd name="connsiteX856" fmla="*/ 5905192 w 7467600"/>
              <a:gd name="connsiteY856" fmla="*/ 163079 h 6858000"/>
              <a:gd name="connsiteX857" fmla="*/ 5944437 w 7467600"/>
              <a:gd name="connsiteY857" fmla="*/ 113829 h 6858000"/>
              <a:gd name="connsiteX858" fmla="*/ 5825032 w 7467600"/>
              <a:gd name="connsiteY858" fmla="*/ 146405 h 6858000"/>
              <a:gd name="connsiteX859" fmla="*/ 4955599 w 7467600"/>
              <a:gd name="connsiteY859" fmla="*/ 247008 h 6858000"/>
              <a:gd name="connsiteX860" fmla="*/ 5210104 w 7467600"/>
              <a:gd name="connsiteY860" fmla="*/ 228123 h 6858000"/>
              <a:gd name="connsiteX861" fmla="*/ 5261015 w 7467600"/>
              <a:gd name="connsiteY861" fmla="*/ 227087 h 6858000"/>
              <a:gd name="connsiteX862" fmla="*/ 5861181 w 7467600"/>
              <a:gd name="connsiteY862" fmla="*/ 143093 h 6858000"/>
              <a:gd name="connsiteX863" fmla="*/ 5961252 w 7467600"/>
              <a:gd name="connsiteY863" fmla="*/ 114820 h 6858000"/>
              <a:gd name="connsiteX864" fmla="*/ 5944437 w 7467600"/>
              <a:gd name="connsiteY864" fmla="*/ 113829 h 6858000"/>
              <a:gd name="connsiteX865" fmla="*/ 3882765 w 7467600"/>
              <a:gd name="connsiteY865" fmla="*/ 0 h 6858000"/>
              <a:gd name="connsiteX866" fmla="*/ 3995099 w 7467600"/>
              <a:gd name="connsiteY866" fmla="*/ 0 h 6858000"/>
              <a:gd name="connsiteX867" fmla="*/ 4163818 w 7467600"/>
              <a:gd name="connsiteY867" fmla="*/ 234104 h 6858000"/>
              <a:gd name="connsiteX868" fmla="*/ 4172099 w 7467600"/>
              <a:gd name="connsiteY868" fmla="*/ 234207 h 6858000"/>
              <a:gd name="connsiteX869" fmla="*/ 4784282 w 7467600"/>
              <a:gd name="connsiteY869" fmla="*/ 276561 h 6858000"/>
              <a:gd name="connsiteX870" fmla="*/ 4801687 w 7467600"/>
              <a:gd name="connsiteY870" fmla="*/ 267764 h 6858000"/>
              <a:gd name="connsiteX871" fmla="*/ 6082788 w 7467600"/>
              <a:gd name="connsiteY871" fmla="*/ 64119 h 6858000"/>
              <a:gd name="connsiteX872" fmla="*/ 6099442 w 7467600"/>
              <a:gd name="connsiteY872" fmla="*/ 82568 h 6858000"/>
              <a:gd name="connsiteX873" fmla="*/ 4804137 w 7467600"/>
              <a:gd name="connsiteY873" fmla="*/ 320931 h 6858000"/>
              <a:gd name="connsiteX874" fmla="*/ 4227047 w 7467600"/>
              <a:gd name="connsiteY874" fmla="*/ 313415 h 6858000"/>
              <a:gd name="connsiteX875" fmla="*/ 4346041 w 7467600"/>
              <a:gd name="connsiteY875" fmla="*/ 456086 h 6858000"/>
              <a:gd name="connsiteX876" fmla="*/ 4870967 w 7467600"/>
              <a:gd name="connsiteY876" fmla="*/ 963061 h 6858000"/>
              <a:gd name="connsiteX877" fmla="*/ 4889647 w 7467600"/>
              <a:gd name="connsiteY877" fmla="*/ 957147 h 6858000"/>
              <a:gd name="connsiteX878" fmla="*/ 5422504 w 7467600"/>
              <a:gd name="connsiteY878" fmla="*/ 805191 h 6858000"/>
              <a:gd name="connsiteX879" fmla="*/ 6087656 w 7467600"/>
              <a:gd name="connsiteY879" fmla="*/ 826703 h 6858000"/>
              <a:gd name="connsiteX880" fmla="*/ 6058717 w 7467600"/>
              <a:gd name="connsiteY880" fmla="*/ 865992 h 6858000"/>
              <a:gd name="connsiteX881" fmla="*/ 4974153 w 7467600"/>
              <a:gd name="connsiteY881" fmla="*/ 1045456 h 6858000"/>
              <a:gd name="connsiteX882" fmla="*/ 5627835 w 7467600"/>
              <a:gd name="connsiteY882" fmla="*/ 1472077 h 6858000"/>
              <a:gd name="connsiteX883" fmla="*/ 5629817 w 7467600"/>
              <a:gd name="connsiteY883" fmla="*/ 1471412 h 6858000"/>
              <a:gd name="connsiteX884" fmla="*/ 5634124 w 7467600"/>
              <a:gd name="connsiteY884" fmla="*/ 1470572 h 6858000"/>
              <a:gd name="connsiteX885" fmla="*/ 5755832 w 7467600"/>
              <a:gd name="connsiteY885" fmla="*/ 1383886 h 6858000"/>
              <a:gd name="connsiteX886" fmla="*/ 6014186 w 7467600"/>
              <a:gd name="connsiteY886" fmla="*/ 1279799 h 6858000"/>
              <a:gd name="connsiteX887" fmla="*/ 6901619 w 7467600"/>
              <a:gd name="connsiteY887" fmla="*/ 1047874 h 6858000"/>
              <a:gd name="connsiteX888" fmla="*/ 6931566 w 7467600"/>
              <a:gd name="connsiteY888" fmla="*/ 1062034 h 6858000"/>
              <a:gd name="connsiteX889" fmla="*/ 5790982 w 7467600"/>
              <a:gd name="connsiteY889" fmla="*/ 1561380 h 6858000"/>
              <a:gd name="connsiteX890" fmla="*/ 6188971 w 7467600"/>
              <a:gd name="connsiteY890" fmla="*/ 1755168 h 6858000"/>
              <a:gd name="connsiteX891" fmla="*/ 6202446 w 7467600"/>
              <a:gd name="connsiteY891" fmla="*/ 1752268 h 6858000"/>
              <a:gd name="connsiteX892" fmla="*/ 7179560 w 7467600"/>
              <a:gd name="connsiteY892" fmla="*/ 1467551 h 6858000"/>
              <a:gd name="connsiteX893" fmla="*/ 7158730 w 7467600"/>
              <a:gd name="connsiteY893" fmla="*/ 1507835 h 6858000"/>
              <a:gd name="connsiteX894" fmla="*/ 6326959 w 7467600"/>
              <a:gd name="connsiteY894" fmla="*/ 1817686 h 6858000"/>
              <a:gd name="connsiteX895" fmla="*/ 6537433 w 7467600"/>
              <a:gd name="connsiteY895" fmla="*/ 1907790 h 6858000"/>
              <a:gd name="connsiteX896" fmla="*/ 6550221 w 7467600"/>
              <a:gd name="connsiteY896" fmla="*/ 1910729 h 6858000"/>
              <a:gd name="connsiteX897" fmla="*/ 6964438 w 7467600"/>
              <a:gd name="connsiteY897" fmla="*/ 2209505 h 6858000"/>
              <a:gd name="connsiteX898" fmla="*/ 7367862 w 7467600"/>
              <a:gd name="connsiteY898" fmla="*/ 2806833 h 6858000"/>
              <a:gd name="connsiteX899" fmla="*/ 7364329 w 7467600"/>
              <a:gd name="connsiteY899" fmla="*/ 2826907 h 6858000"/>
              <a:gd name="connsiteX900" fmla="*/ 7290545 w 7467600"/>
              <a:gd name="connsiteY900" fmla="*/ 2850663 h 6858000"/>
              <a:gd name="connsiteX901" fmla="*/ 6472036 w 7467600"/>
              <a:gd name="connsiteY901" fmla="*/ 1959003 h 6858000"/>
              <a:gd name="connsiteX902" fmla="*/ 5792897 w 7467600"/>
              <a:gd name="connsiteY902" fmla="*/ 1647747 h 6858000"/>
              <a:gd name="connsiteX903" fmla="*/ 5842751 w 7467600"/>
              <a:gd name="connsiteY903" fmla="*/ 1816112 h 6858000"/>
              <a:gd name="connsiteX904" fmla="*/ 5847424 w 7467600"/>
              <a:gd name="connsiteY904" fmla="*/ 1815776 h 6858000"/>
              <a:gd name="connsiteX905" fmla="*/ 6399821 w 7467600"/>
              <a:gd name="connsiteY905" fmla="*/ 2344799 h 6858000"/>
              <a:gd name="connsiteX906" fmla="*/ 6323232 w 7467600"/>
              <a:gd name="connsiteY906" fmla="*/ 2389634 h 6858000"/>
              <a:gd name="connsiteX907" fmla="*/ 5942958 w 7467600"/>
              <a:gd name="connsiteY907" fmla="*/ 2077708 h 6858000"/>
              <a:gd name="connsiteX908" fmla="*/ 5921559 w 7467600"/>
              <a:gd name="connsiteY908" fmla="*/ 2378596 h 6858000"/>
              <a:gd name="connsiteX909" fmla="*/ 5817651 w 7467600"/>
              <a:gd name="connsiteY909" fmla="*/ 3023919 h 6858000"/>
              <a:gd name="connsiteX910" fmla="*/ 5729634 w 7467600"/>
              <a:gd name="connsiteY910" fmla="*/ 3051849 h 6858000"/>
              <a:gd name="connsiteX911" fmla="*/ 5611018 w 7467600"/>
              <a:gd name="connsiteY911" fmla="*/ 2316769 h 6858000"/>
              <a:gd name="connsiteX912" fmla="*/ 5687608 w 7467600"/>
              <a:gd name="connsiteY912" fmla="*/ 2039972 h 6858000"/>
              <a:gd name="connsiteX913" fmla="*/ 5657554 w 7467600"/>
              <a:gd name="connsiteY913" fmla="*/ 1576445 h 6858000"/>
              <a:gd name="connsiteX914" fmla="*/ 5150475 w 7467600"/>
              <a:gd name="connsiteY914" fmla="*/ 1274012 h 6858000"/>
              <a:gd name="connsiteX915" fmla="*/ 5349142 w 7467600"/>
              <a:gd name="connsiteY915" fmla="*/ 2204405 h 6858000"/>
              <a:gd name="connsiteX916" fmla="*/ 5262214 w 7467600"/>
              <a:gd name="connsiteY916" fmla="*/ 2233836 h 6858000"/>
              <a:gd name="connsiteX917" fmla="*/ 4981539 w 7467600"/>
              <a:gd name="connsiteY917" fmla="*/ 1542201 h 6858000"/>
              <a:gd name="connsiteX918" fmla="*/ 4958461 w 7467600"/>
              <a:gd name="connsiteY918" fmla="*/ 1136957 h 6858000"/>
              <a:gd name="connsiteX919" fmla="*/ 4655015 w 7467600"/>
              <a:gd name="connsiteY919" fmla="*/ 891426 h 6858000"/>
              <a:gd name="connsiteX920" fmla="*/ 4348002 w 7467600"/>
              <a:gd name="connsiteY920" fmla="*/ 2205895 h 6858000"/>
              <a:gd name="connsiteX921" fmla="*/ 4262250 w 7467600"/>
              <a:gd name="connsiteY921" fmla="*/ 2219972 h 6858000"/>
              <a:gd name="connsiteX922" fmla="*/ 4550611 w 7467600"/>
              <a:gd name="connsiteY922" fmla="*/ 817540 h 6858000"/>
              <a:gd name="connsiteX923" fmla="*/ 4564418 w 7467600"/>
              <a:gd name="connsiteY923" fmla="*/ 808293 h 6858000"/>
              <a:gd name="connsiteX924" fmla="*/ 4266388 w 7467600"/>
              <a:gd name="connsiteY924" fmla="*/ 500083 h 6858000"/>
              <a:gd name="connsiteX925" fmla="*/ 4032842 w 7467600"/>
              <a:gd name="connsiteY925" fmla="*/ 211809 h 6858000"/>
              <a:gd name="connsiteX926" fmla="*/ 3882765 w 7467600"/>
              <a:gd name="connsiteY926" fmla="*/ 0 h 6858000"/>
              <a:gd name="connsiteX927" fmla="*/ 3721337 w 7467600"/>
              <a:gd name="connsiteY927" fmla="*/ 0 h 6858000"/>
              <a:gd name="connsiteX928" fmla="*/ 3797544 w 7467600"/>
              <a:gd name="connsiteY928" fmla="*/ 0 h 6858000"/>
              <a:gd name="connsiteX929" fmla="*/ 3775734 w 7467600"/>
              <a:gd name="connsiteY929" fmla="*/ 95131 h 6858000"/>
              <a:gd name="connsiteX930" fmla="*/ 3724807 w 7467600"/>
              <a:gd name="connsiteY930" fmla="*/ 272257 h 6858000"/>
              <a:gd name="connsiteX931" fmla="*/ 3726844 w 7467600"/>
              <a:gd name="connsiteY931" fmla="*/ 282988 h 6858000"/>
              <a:gd name="connsiteX932" fmla="*/ 3742664 w 7467600"/>
              <a:gd name="connsiteY932" fmla="*/ 279918 h 6858000"/>
              <a:gd name="connsiteX933" fmla="*/ 4103910 w 7467600"/>
              <a:gd name="connsiteY933" fmla="*/ 1161917 h 6858000"/>
              <a:gd name="connsiteX934" fmla="*/ 4020269 w 7467600"/>
              <a:gd name="connsiteY934" fmla="*/ 1200406 h 6858000"/>
              <a:gd name="connsiteX935" fmla="*/ 3674882 w 7467600"/>
              <a:gd name="connsiteY935" fmla="*/ 488524 h 6858000"/>
              <a:gd name="connsiteX936" fmla="*/ 3132682 w 7467600"/>
              <a:gd name="connsiteY936" fmla="*/ 1072284 h 6858000"/>
              <a:gd name="connsiteX937" fmla="*/ 2716346 w 7467600"/>
              <a:gd name="connsiteY937" fmla="*/ 1276376 h 6858000"/>
              <a:gd name="connsiteX938" fmla="*/ 2716772 w 7467600"/>
              <a:gd name="connsiteY938" fmla="*/ 1255462 h 6858000"/>
              <a:gd name="connsiteX939" fmla="*/ 3471096 w 7467600"/>
              <a:gd name="connsiteY939" fmla="*/ 437072 h 6858000"/>
              <a:gd name="connsiteX940" fmla="*/ 3639057 w 7467600"/>
              <a:gd name="connsiteY940" fmla="*/ 286334 h 6858000"/>
              <a:gd name="connsiteX941" fmla="*/ 3640309 w 7467600"/>
              <a:gd name="connsiteY941" fmla="*/ 284664 h 6858000"/>
              <a:gd name="connsiteX942" fmla="*/ 3646022 w 7467600"/>
              <a:gd name="connsiteY942" fmla="*/ 276711 h 6858000"/>
              <a:gd name="connsiteX943" fmla="*/ 3707943 w 7467600"/>
              <a:gd name="connsiteY943" fmla="*/ 65958 h 6858000"/>
              <a:gd name="connsiteX944" fmla="*/ 3721337 w 7467600"/>
              <a:gd name="connsiteY944" fmla="*/ 0 h 6858000"/>
              <a:gd name="connsiteX945" fmla="*/ 2867960 w 7467600"/>
              <a:gd name="connsiteY945" fmla="*/ 0 h 6858000"/>
              <a:gd name="connsiteX946" fmla="*/ 2926351 w 7467600"/>
              <a:gd name="connsiteY946" fmla="*/ 0 h 6858000"/>
              <a:gd name="connsiteX947" fmla="*/ 2902823 w 7467600"/>
              <a:gd name="connsiteY947" fmla="*/ 262929 h 6858000"/>
              <a:gd name="connsiteX948" fmla="*/ 2940663 w 7467600"/>
              <a:gd name="connsiteY948" fmla="*/ 140884 h 6858000"/>
              <a:gd name="connsiteX949" fmla="*/ 2947039 w 7467600"/>
              <a:gd name="connsiteY949" fmla="*/ 122524 h 6858000"/>
              <a:gd name="connsiteX950" fmla="*/ 2984316 w 7467600"/>
              <a:gd name="connsiteY950" fmla="*/ 0 h 6858000"/>
              <a:gd name="connsiteX951" fmla="*/ 3016114 w 7467600"/>
              <a:gd name="connsiteY951" fmla="*/ 0 h 6858000"/>
              <a:gd name="connsiteX952" fmla="*/ 2979949 w 7467600"/>
              <a:gd name="connsiteY952" fmla="*/ 119274 h 6858000"/>
              <a:gd name="connsiteX953" fmla="*/ 3023879 w 7467600"/>
              <a:gd name="connsiteY953" fmla="*/ 0 h 6858000"/>
              <a:gd name="connsiteX954" fmla="*/ 3105400 w 7467600"/>
              <a:gd name="connsiteY954" fmla="*/ 0 h 6858000"/>
              <a:gd name="connsiteX955" fmla="*/ 3094669 w 7467600"/>
              <a:gd name="connsiteY955" fmla="*/ 30308 h 6858000"/>
              <a:gd name="connsiteX956" fmla="*/ 2901945 w 7467600"/>
              <a:gd name="connsiteY956" fmla="*/ 466538 h 6858000"/>
              <a:gd name="connsiteX957" fmla="*/ 2815209 w 7467600"/>
              <a:gd name="connsiteY957" fmla="*/ 497361 h 6858000"/>
              <a:gd name="connsiteX958" fmla="*/ 2844845 w 7467600"/>
              <a:gd name="connsiteY958" fmla="*/ 127638 h 6858000"/>
              <a:gd name="connsiteX959" fmla="*/ 2867960 w 7467600"/>
              <a:gd name="connsiteY959" fmla="*/ 0 h 6858000"/>
              <a:gd name="connsiteX960" fmla="*/ 1057230 w 7467600"/>
              <a:gd name="connsiteY960" fmla="*/ 0 h 6858000"/>
              <a:gd name="connsiteX961" fmla="*/ 1111003 w 7467600"/>
              <a:gd name="connsiteY961" fmla="*/ 0 h 6858000"/>
              <a:gd name="connsiteX962" fmla="*/ 1125553 w 7467600"/>
              <a:gd name="connsiteY962" fmla="*/ 52588 h 6858000"/>
              <a:gd name="connsiteX963" fmla="*/ 1304276 w 7467600"/>
              <a:gd name="connsiteY963" fmla="*/ 476275 h 6858000"/>
              <a:gd name="connsiteX964" fmla="*/ 1492066 w 7467600"/>
              <a:gd name="connsiteY964" fmla="*/ 886333 h 6858000"/>
              <a:gd name="connsiteX965" fmla="*/ 1423698 w 7467600"/>
              <a:gd name="connsiteY965" fmla="*/ 710817 h 6858000"/>
              <a:gd name="connsiteX966" fmla="*/ 1357609 w 7467600"/>
              <a:gd name="connsiteY966" fmla="*/ 532892 h 6858000"/>
              <a:gd name="connsiteX967" fmla="*/ 1309550 w 7467600"/>
              <a:gd name="connsiteY967" fmla="*/ 374031 h 6858000"/>
              <a:gd name="connsiteX968" fmla="*/ 1193673 w 7467600"/>
              <a:gd name="connsiteY968" fmla="*/ 49533 h 6858000"/>
              <a:gd name="connsiteX969" fmla="*/ 1164391 w 7467600"/>
              <a:gd name="connsiteY969" fmla="*/ 0 h 6858000"/>
              <a:gd name="connsiteX970" fmla="*/ 1200666 w 7467600"/>
              <a:gd name="connsiteY970" fmla="*/ 0 h 6858000"/>
              <a:gd name="connsiteX971" fmla="*/ 1223408 w 7467600"/>
              <a:gd name="connsiteY971" fmla="*/ 38996 h 6858000"/>
              <a:gd name="connsiteX972" fmla="*/ 1339635 w 7467600"/>
              <a:gd name="connsiteY972" fmla="*/ 365517 h 6858000"/>
              <a:gd name="connsiteX973" fmla="*/ 1387469 w 7467600"/>
              <a:gd name="connsiteY973" fmla="*/ 523079 h 6858000"/>
              <a:gd name="connsiteX974" fmla="*/ 1452685 w 7467600"/>
              <a:gd name="connsiteY974" fmla="*/ 699806 h 6858000"/>
              <a:gd name="connsiteX975" fmla="*/ 1492092 w 7467600"/>
              <a:gd name="connsiteY975" fmla="*/ 800424 h 6858000"/>
              <a:gd name="connsiteX976" fmla="*/ 1455302 w 7467600"/>
              <a:gd name="connsiteY976" fmla="*/ 632913 h 6858000"/>
              <a:gd name="connsiteX977" fmla="*/ 1222336 w 7467600"/>
              <a:gd name="connsiteY977" fmla="*/ 9480 h 6858000"/>
              <a:gd name="connsiteX978" fmla="*/ 1214634 w 7467600"/>
              <a:gd name="connsiteY978" fmla="*/ 0 h 6858000"/>
              <a:gd name="connsiteX979" fmla="*/ 1289827 w 7467600"/>
              <a:gd name="connsiteY979" fmla="*/ 0 h 6858000"/>
              <a:gd name="connsiteX980" fmla="*/ 1321076 w 7467600"/>
              <a:gd name="connsiteY980" fmla="*/ 59722 h 6858000"/>
              <a:gd name="connsiteX981" fmla="*/ 1512579 w 7467600"/>
              <a:gd name="connsiteY981" fmla="*/ 626441 h 6858000"/>
              <a:gd name="connsiteX982" fmla="*/ 1506076 w 7467600"/>
              <a:gd name="connsiteY982" fmla="*/ 1089289 h 6858000"/>
              <a:gd name="connsiteX983" fmla="*/ 1486346 w 7467600"/>
              <a:gd name="connsiteY983" fmla="*/ 1079919 h 6858000"/>
              <a:gd name="connsiteX984" fmla="*/ 1070511 w 7467600"/>
              <a:gd name="connsiteY984" fmla="*/ 48609 h 6858000"/>
              <a:gd name="connsiteX985" fmla="*/ 1057230 w 7467600"/>
              <a:gd name="connsiteY985" fmla="*/ 0 h 6858000"/>
              <a:gd name="connsiteX986" fmla="*/ 43151 w 7467600"/>
              <a:gd name="connsiteY986" fmla="*/ 0 h 6858000"/>
              <a:gd name="connsiteX987" fmla="*/ 95283 w 7467600"/>
              <a:gd name="connsiteY987" fmla="*/ 0 h 6858000"/>
              <a:gd name="connsiteX988" fmla="*/ 300708 w 7467600"/>
              <a:gd name="connsiteY988" fmla="*/ 154571 h 6858000"/>
              <a:gd name="connsiteX989" fmla="*/ 530414 w 7467600"/>
              <a:gd name="connsiteY989" fmla="*/ 354673 h 6858000"/>
              <a:gd name="connsiteX990" fmla="*/ 333785 w 7467600"/>
              <a:gd name="connsiteY990" fmla="*/ 161564 h 6858000"/>
              <a:gd name="connsiteX991" fmla="*/ 147005 w 7467600"/>
              <a:gd name="connsiteY991" fmla="*/ 0 h 6858000"/>
              <a:gd name="connsiteX992" fmla="*/ 272509 w 7467600"/>
              <a:gd name="connsiteY992" fmla="*/ 0 h 6858000"/>
              <a:gd name="connsiteX993" fmla="*/ 326276 w 7467600"/>
              <a:gd name="connsiteY993" fmla="*/ 45847 h 6858000"/>
              <a:gd name="connsiteX994" fmla="*/ 823759 w 7467600"/>
              <a:gd name="connsiteY994" fmla="*/ 574145 h 6858000"/>
              <a:gd name="connsiteX995" fmla="*/ 811254 w 7467600"/>
              <a:gd name="connsiteY995" fmla="*/ 665546 h 6858000"/>
              <a:gd name="connsiteX996" fmla="*/ 154042 w 7467600"/>
              <a:gd name="connsiteY996" fmla="*/ 261522 h 6858000"/>
              <a:gd name="connsiteX997" fmla="*/ 13550 w 7467600"/>
              <a:gd name="connsiteY997" fmla="*/ 158423 h 6858000"/>
              <a:gd name="connsiteX998" fmla="*/ 0 w 7467600"/>
              <a:gd name="connsiteY998" fmla="*/ 146618 h 6858000"/>
              <a:gd name="connsiteX999" fmla="*/ 0 w 7467600"/>
              <a:gd name="connsiteY999" fmla="*/ 59161 h 6858000"/>
              <a:gd name="connsiteX1000" fmla="*/ 45427 w 7467600"/>
              <a:gd name="connsiteY1000" fmla="*/ 101078 h 6858000"/>
              <a:gd name="connsiteX1001" fmla="*/ 630103 w 7467600"/>
              <a:gd name="connsiteY1001" fmla="*/ 485885 h 6858000"/>
              <a:gd name="connsiteX1002" fmla="*/ 532040 w 7467600"/>
              <a:gd name="connsiteY1002" fmla="*/ 399359 h 6858000"/>
              <a:gd name="connsiteX1003" fmla="*/ 517618 w 7467600"/>
              <a:gd name="connsiteY1003" fmla="*/ 385726 h 6858000"/>
              <a:gd name="connsiteX1004" fmla="*/ 285074 w 7467600"/>
              <a:gd name="connsiteY1004" fmla="*/ 182755 h 6858000"/>
              <a:gd name="connsiteX1005" fmla="*/ 43151 w 7467600"/>
              <a:gd name="connsiteY100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5905192 w 7467600"/>
              <a:gd name="connsiteY844" fmla="*/ 163079 h 6858000"/>
              <a:gd name="connsiteX845" fmla="*/ 5865655 w 7467600"/>
              <a:gd name="connsiteY845" fmla="*/ 171901 h 6858000"/>
              <a:gd name="connsiteX846" fmla="*/ 5259740 w 7467600"/>
              <a:gd name="connsiteY846" fmla="*/ 257013 h 6858000"/>
              <a:gd name="connsiteX847" fmla="*/ 5208466 w 7467600"/>
              <a:gd name="connsiteY847" fmla="*/ 257550 h 6858000"/>
              <a:gd name="connsiteX848" fmla="*/ 4980204 w 7467600"/>
              <a:gd name="connsiteY848" fmla="*/ 271903 h 6858000"/>
              <a:gd name="connsiteX849" fmla="*/ 5068068 w 7467600"/>
              <a:gd name="connsiteY849" fmla="*/ 282244 h 6858000"/>
              <a:gd name="connsiteX850" fmla="*/ 5153231 w 7467600"/>
              <a:gd name="connsiteY850" fmla="*/ 292240 h 6858000"/>
              <a:gd name="connsiteX851" fmla="*/ 5426491 w 7467600"/>
              <a:gd name="connsiteY851" fmla="*/ 281128 h 6858000"/>
              <a:gd name="connsiteX852" fmla="*/ 5731212 w 7467600"/>
              <a:gd name="connsiteY852" fmla="*/ 231951 h 6858000"/>
              <a:gd name="connsiteX853" fmla="*/ 5905192 w 7467600"/>
              <a:gd name="connsiteY853" fmla="*/ 163079 h 6858000"/>
              <a:gd name="connsiteX854" fmla="*/ 5944437 w 7467600"/>
              <a:gd name="connsiteY854" fmla="*/ 113829 h 6858000"/>
              <a:gd name="connsiteX855" fmla="*/ 5825032 w 7467600"/>
              <a:gd name="connsiteY855" fmla="*/ 146405 h 6858000"/>
              <a:gd name="connsiteX856" fmla="*/ 4955599 w 7467600"/>
              <a:gd name="connsiteY856" fmla="*/ 247008 h 6858000"/>
              <a:gd name="connsiteX857" fmla="*/ 5210104 w 7467600"/>
              <a:gd name="connsiteY857" fmla="*/ 228123 h 6858000"/>
              <a:gd name="connsiteX858" fmla="*/ 5261015 w 7467600"/>
              <a:gd name="connsiteY858" fmla="*/ 227087 h 6858000"/>
              <a:gd name="connsiteX859" fmla="*/ 5861181 w 7467600"/>
              <a:gd name="connsiteY859" fmla="*/ 143093 h 6858000"/>
              <a:gd name="connsiteX860" fmla="*/ 5961252 w 7467600"/>
              <a:gd name="connsiteY860" fmla="*/ 114820 h 6858000"/>
              <a:gd name="connsiteX861" fmla="*/ 5944437 w 7467600"/>
              <a:gd name="connsiteY861" fmla="*/ 113829 h 6858000"/>
              <a:gd name="connsiteX862" fmla="*/ 3882765 w 7467600"/>
              <a:gd name="connsiteY862" fmla="*/ 0 h 6858000"/>
              <a:gd name="connsiteX863" fmla="*/ 3995099 w 7467600"/>
              <a:gd name="connsiteY863" fmla="*/ 0 h 6858000"/>
              <a:gd name="connsiteX864" fmla="*/ 4163818 w 7467600"/>
              <a:gd name="connsiteY864" fmla="*/ 234104 h 6858000"/>
              <a:gd name="connsiteX865" fmla="*/ 4172099 w 7467600"/>
              <a:gd name="connsiteY865" fmla="*/ 234207 h 6858000"/>
              <a:gd name="connsiteX866" fmla="*/ 4784282 w 7467600"/>
              <a:gd name="connsiteY866" fmla="*/ 276561 h 6858000"/>
              <a:gd name="connsiteX867" fmla="*/ 4801687 w 7467600"/>
              <a:gd name="connsiteY867" fmla="*/ 267764 h 6858000"/>
              <a:gd name="connsiteX868" fmla="*/ 6082788 w 7467600"/>
              <a:gd name="connsiteY868" fmla="*/ 64119 h 6858000"/>
              <a:gd name="connsiteX869" fmla="*/ 6099442 w 7467600"/>
              <a:gd name="connsiteY869" fmla="*/ 82568 h 6858000"/>
              <a:gd name="connsiteX870" fmla="*/ 4804137 w 7467600"/>
              <a:gd name="connsiteY870" fmla="*/ 320931 h 6858000"/>
              <a:gd name="connsiteX871" fmla="*/ 4227047 w 7467600"/>
              <a:gd name="connsiteY871" fmla="*/ 313415 h 6858000"/>
              <a:gd name="connsiteX872" fmla="*/ 4346041 w 7467600"/>
              <a:gd name="connsiteY872" fmla="*/ 456086 h 6858000"/>
              <a:gd name="connsiteX873" fmla="*/ 4870967 w 7467600"/>
              <a:gd name="connsiteY873" fmla="*/ 963061 h 6858000"/>
              <a:gd name="connsiteX874" fmla="*/ 4889647 w 7467600"/>
              <a:gd name="connsiteY874" fmla="*/ 957147 h 6858000"/>
              <a:gd name="connsiteX875" fmla="*/ 5422504 w 7467600"/>
              <a:gd name="connsiteY875" fmla="*/ 805191 h 6858000"/>
              <a:gd name="connsiteX876" fmla="*/ 6087656 w 7467600"/>
              <a:gd name="connsiteY876" fmla="*/ 826703 h 6858000"/>
              <a:gd name="connsiteX877" fmla="*/ 6058717 w 7467600"/>
              <a:gd name="connsiteY877" fmla="*/ 865992 h 6858000"/>
              <a:gd name="connsiteX878" fmla="*/ 4974153 w 7467600"/>
              <a:gd name="connsiteY878" fmla="*/ 1045456 h 6858000"/>
              <a:gd name="connsiteX879" fmla="*/ 5627835 w 7467600"/>
              <a:gd name="connsiteY879" fmla="*/ 1472077 h 6858000"/>
              <a:gd name="connsiteX880" fmla="*/ 5629817 w 7467600"/>
              <a:gd name="connsiteY880" fmla="*/ 1471412 h 6858000"/>
              <a:gd name="connsiteX881" fmla="*/ 5634124 w 7467600"/>
              <a:gd name="connsiteY881" fmla="*/ 1470572 h 6858000"/>
              <a:gd name="connsiteX882" fmla="*/ 5755832 w 7467600"/>
              <a:gd name="connsiteY882" fmla="*/ 1383886 h 6858000"/>
              <a:gd name="connsiteX883" fmla="*/ 6014186 w 7467600"/>
              <a:gd name="connsiteY883" fmla="*/ 1279799 h 6858000"/>
              <a:gd name="connsiteX884" fmla="*/ 6901619 w 7467600"/>
              <a:gd name="connsiteY884" fmla="*/ 1047874 h 6858000"/>
              <a:gd name="connsiteX885" fmla="*/ 6931566 w 7467600"/>
              <a:gd name="connsiteY885" fmla="*/ 1062034 h 6858000"/>
              <a:gd name="connsiteX886" fmla="*/ 5790982 w 7467600"/>
              <a:gd name="connsiteY886" fmla="*/ 1561380 h 6858000"/>
              <a:gd name="connsiteX887" fmla="*/ 6188971 w 7467600"/>
              <a:gd name="connsiteY887" fmla="*/ 1755168 h 6858000"/>
              <a:gd name="connsiteX888" fmla="*/ 6202446 w 7467600"/>
              <a:gd name="connsiteY888" fmla="*/ 1752268 h 6858000"/>
              <a:gd name="connsiteX889" fmla="*/ 7179560 w 7467600"/>
              <a:gd name="connsiteY889" fmla="*/ 1467551 h 6858000"/>
              <a:gd name="connsiteX890" fmla="*/ 7158730 w 7467600"/>
              <a:gd name="connsiteY890" fmla="*/ 1507835 h 6858000"/>
              <a:gd name="connsiteX891" fmla="*/ 6326959 w 7467600"/>
              <a:gd name="connsiteY891" fmla="*/ 1817686 h 6858000"/>
              <a:gd name="connsiteX892" fmla="*/ 6537433 w 7467600"/>
              <a:gd name="connsiteY892" fmla="*/ 1907790 h 6858000"/>
              <a:gd name="connsiteX893" fmla="*/ 6550221 w 7467600"/>
              <a:gd name="connsiteY893" fmla="*/ 1910729 h 6858000"/>
              <a:gd name="connsiteX894" fmla="*/ 6964438 w 7467600"/>
              <a:gd name="connsiteY894" fmla="*/ 2209505 h 6858000"/>
              <a:gd name="connsiteX895" fmla="*/ 7367862 w 7467600"/>
              <a:gd name="connsiteY895" fmla="*/ 2806833 h 6858000"/>
              <a:gd name="connsiteX896" fmla="*/ 7364329 w 7467600"/>
              <a:gd name="connsiteY896" fmla="*/ 2826907 h 6858000"/>
              <a:gd name="connsiteX897" fmla="*/ 7290545 w 7467600"/>
              <a:gd name="connsiteY897" fmla="*/ 2850663 h 6858000"/>
              <a:gd name="connsiteX898" fmla="*/ 6472036 w 7467600"/>
              <a:gd name="connsiteY898" fmla="*/ 1959003 h 6858000"/>
              <a:gd name="connsiteX899" fmla="*/ 5792897 w 7467600"/>
              <a:gd name="connsiteY899" fmla="*/ 1647747 h 6858000"/>
              <a:gd name="connsiteX900" fmla="*/ 5842751 w 7467600"/>
              <a:gd name="connsiteY900" fmla="*/ 1816112 h 6858000"/>
              <a:gd name="connsiteX901" fmla="*/ 5847424 w 7467600"/>
              <a:gd name="connsiteY901" fmla="*/ 1815776 h 6858000"/>
              <a:gd name="connsiteX902" fmla="*/ 6399821 w 7467600"/>
              <a:gd name="connsiteY902" fmla="*/ 2344799 h 6858000"/>
              <a:gd name="connsiteX903" fmla="*/ 6323232 w 7467600"/>
              <a:gd name="connsiteY903" fmla="*/ 2389634 h 6858000"/>
              <a:gd name="connsiteX904" fmla="*/ 5942958 w 7467600"/>
              <a:gd name="connsiteY904" fmla="*/ 2077708 h 6858000"/>
              <a:gd name="connsiteX905" fmla="*/ 5921559 w 7467600"/>
              <a:gd name="connsiteY905" fmla="*/ 2378596 h 6858000"/>
              <a:gd name="connsiteX906" fmla="*/ 5817651 w 7467600"/>
              <a:gd name="connsiteY906" fmla="*/ 3023919 h 6858000"/>
              <a:gd name="connsiteX907" fmla="*/ 5729634 w 7467600"/>
              <a:gd name="connsiteY907" fmla="*/ 3051849 h 6858000"/>
              <a:gd name="connsiteX908" fmla="*/ 5611018 w 7467600"/>
              <a:gd name="connsiteY908" fmla="*/ 2316769 h 6858000"/>
              <a:gd name="connsiteX909" fmla="*/ 5687608 w 7467600"/>
              <a:gd name="connsiteY909" fmla="*/ 2039972 h 6858000"/>
              <a:gd name="connsiteX910" fmla="*/ 5657554 w 7467600"/>
              <a:gd name="connsiteY910" fmla="*/ 1576445 h 6858000"/>
              <a:gd name="connsiteX911" fmla="*/ 5150475 w 7467600"/>
              <a:gd name="connsiteY911" fmla="*/ 1274012 h 6858000"/>
              <a:gd name="connsiteX912" fmla="*/ 5349142 w 7467600"/>
              <a:gd name="connsiteY912" fmla="*/ 2204405 h 6858000"/>
              <a:gd name="connsiteX913" fmla="*/ 5262214 w 7467600"/>
              <a:gd name="connsiteY913" fmla="*/ 2233836 h 6858000"/>
              <a:gd name="connsiteX914" fmla="*/ 4981539 w 7467600"/>
              <a:gd name="connsiteY914" fmla="*/ 1542201 h 6858000"/>
              <a:gd name="connsiteX915" fmla="*/ 4958461 w 7467600"/>
              <a:gd name="connsiteY915" fmla="*/ 1136957 h 6858000"/>
              <a:gd name="connsiteX916" fmla="*/ 4655015 w 7467600"/>
              <a:gd name="connsiteY916" fmla="*/ 891426 h 6858000"/>
              <a:gd name="connsiteX917" fmla="*/ 4348002 w 7467600"/>
              <a:gd name="connsiteY917" fmla="*/ 2205895 h 6858000"/>
              <a:gd name="connsiteX918" fmla="*/ 4262250 w 7467600"/>
              <a:gd name="connsiteY918" fmla="*/ 2219972 h 6858000"/>
              <a:gd name="connsiteX919" fmla="*/ 4550611 w 7467600"/>
              <a:gd name="connsiteY919" fmla="*/ 817540 h 6858000"/>
              <a:gd name="connsiteX920" fmla="*/ 4564418 w 7467600"/>
              <a:gd name="connsiteY920" fmla="*/ 808293 h 6858000"/>
              <a:gd name="connsiteX921" fmla="*/ 4266388 w 7467600"/>
              <a:gd name="connsiteY921" fmla="*/ 500083 h 6858000"/>
              <a:gd name="connsiteX922" fmla="*/ 4032842 w 7467600"/>
              <a:gd name="connsiteY922" fmla="*/ 211809 h 6858000"/>
              <a:gd name="connsiteX923" fmla="*/ 3882765 w 7467600"/>
              <a:gd name="connsiteY923" fmla="*/ 0 h 6858000"/>
              <a:gd name="connsiteX924" fmla="*/ 3721337 w 7467600"/>
              <a:gd name="connsiteY924" fmla="*/ 0 h 6858000"/>
              <a:gd name="connsiteX925" fmla="*/ 3797544 w 7467600"/>
              <a:gd name="connsiteY925" fmla="*/ 0 h 6858000"/>
              <a:gd name="connsiteX926" fmla="*/ 3775734 w 7467600"/>
              <a:gd name="connsiteY926" fmla="*/ 95131 h 6858000"/>
              <a:gd name="connsiteX927" fmla="*/ 3724807 w 7467600"/>
              <a:gd name="connsiteY927" fmla="*/ 272257 h 6858000"/>
              <a:gd name="connsiteX928" fmla="*/ 3726844 w 7467600"/>
              <a:gd name="connsiteY928" fmla="*/ 282988 h 6858000"/>
              <a:gd name="connsiteX929" fmla="*/ 3742664 w 7467600"/>
              <a:gd name="connsiteY929" fmla="*/ 279918 h 6858000"/>
              <a:gd name="connsiteX930" fmla="*/ 4103910 w 7467600"/>
              <a:gd name="connsiteY930" fmla="*/ 1161917 h 6858000"/>
              <a:gd name="connsiteX931" fmla="*/ 4020269 w 7467600"/>
              <a:gd name="connsiteY931" fmla="*/ 1200406 h 6858000"/>
              <a:gd name="connsiteX932" fmla="*/ 3674882 w 7467600"/>
              <a:gd name="connsiteY932" fmla="*/ 488524 h 6858000"/>
              <a:gd name="connsiteX933" fmla="*/ 3132682 w 7467600"/>
              <a:gd name="connsiteY933" fmla="*/ 1072284 h 6858000"/>
              <a:gd name="connsiteX934" fmla="*/ 2716346 w 7467600"/>
              <a:gd name="connsiteY934" fmla="*/ 1276376 h 6858000"/>
              <a:gd name="connsiteX935" fmla="*/ 2716772 w 7467600"/>
              <a:gd name="connsiteY935" fmla="*/ 1255462 h 6858000"/>
              <a:gd name="connsiteX936" fmla="*/ 3471096 w 7467600"/>
              <a:gd name="connsiteY936" fmla="*/ 437072 h 6858000"/>
              <a:gd name="connsiteX937" fmla="*/ 3639057 w 7467600"/>
              <a:gd name="connsiteY937" fmla="*/ 286334 h 6858000"/>
              <a:gd name="connsiteX938" fmla="*/ 3640309 w 7467600"/>
              <a:gd name="connsiteY938" fmla="*/ 284664 h 6858000"/>
              <a:gd name="connsiteX939" fmla="*/ 3646022 w 7467600"/>
              <a:gd name="connsiteY939" fmla="*/ 276711 h 6858000"/>
              <a:gd name="connsiteX940" fmla="*/ 3707943 w 7467600"/>
              <a:gd name="connsiteY940" fmla="*/ 65958 h 6858000"/>
              <a:gd name="connsiteX941" fmla="*/ 3721337 w 7467600"/>
              <a:gd name="connsiteY941" fmla="*/ 0 h 6858000"/>
              <a:gd name="connsiteX942" fmla="*/ 2867960 w 7467600"/>
              <a:gd name="connsiteY942" fmla="*/ 0 h 6858000"/>
              <a:gd name="connsiteX943" fmla="*/ 2926351 w 7467600"/>
              <a:gd name="connsiteY943" fmla="*/ 0 h 6858000"/>
              <a:gd name="connsiteX944" fmla="*/ 2902823 w 7467600"/>
              <a:gd name="connsiteY944" fmla="*/ 262929 h 6858000"/>
              <a:gd name="connsiteX945" fmla="*/ 2940663 w 7467600"/>
              <a:gd name="connsiteY945" fmla="*/ 140884 h 6858000"/>
              <a:gd name="connsiteX946" fmla="*/ 2947039 w 7467600"/>
              <a:gd name="connsiteY946" fmla="*/ 122524 h 6858000"/>
              <a:gd name="connsiteX947" fmla="*/ 2984316 w 7467600"/>
              <a:gd name="connsiteY947" fmla="*/ 0 h 6858000"/>
              <a:gd name="connsiteX948" fmla="*/ 3016114 w 7467600"/>
              <a:gd name="connsiteY948" fmla="*/ 0 h 6858000"/>
              <a:gd name="connsiteX949" fmla="*/ 2979949 w 7467600"/>
              <a:gd name="connsiteY949" fmla="*/ 119274 h 6858000"/>
              <a:gd name="connsiteX950" fmla="*/ 3023879 w 7467600"/>
              <a:gd name="connsiteY950" fmla="*/ 0 h 6858000"/>
              <a:gd name="connsiteX951" fmla="*/ 3105400 w 7467600"/>
              <a:gd name="connsiteY951" fmla="*/ 0 h 6858000"/>
              <a:gd name="connsiteX952" fmla="*/ 3094669 w 7467600"/>
              <a:gd name="connsiteY952" fmla="*/ 30308 h 6858000"/>
              <a:gd name="connsiteX953" fmla="*/ 2901945 w 7467600"/>
              <a:gd name="connsiteY953" fmla="*/ 466538 h 6858000"/>
              <a:gd name="connsiteX954" fmla="*/ 2815209 w 7467600"/>
              <a:gd name="connsiteY954" fmla="*/ 497361 h 6858000"/>
              <a:gd name="connsiteX955" fmla="*/ 2844845 w 7467600"/>
              <a:gd name="connsiteY955" fmla="*/ 127638 h 6858000"/>
              <a:gd name="connsiteX956" fmla="*/ 2867960 w 7467600"/>
              <a:gd name="connsiteY956" fmla="*/ 0 h 6858000"/>
              <a:gd name="connsiteX957" fmla="*/ 1057230 w 7467600"/>
              <a:gd name="connsiteY957" fmla="*/ 0 h 6858000"/>
              <a:gd name="connsiteX958" fmla="*/ 1111003 w 7467600"/>
              <a:gd name="connsiteY958" fmla="*/ 0 h 6858000"/>
              <a:gd name="connsiteX959" fmla="*/ 1125553 w 7467600"/>
              <a:gd name="connsiteY959" fmla="*/ 52588 h 6858000"/>
              <a:gd name="connsiteX960" fmla="*/ 1304276 w 7467600"/>
              <a:gd name="connsiteY960" fmla="*/ 476275 h 6858000"/>
              <a:gd name="connsiteX961" fmla="*/ 1492066 w 7467600"/>
              <a:gd name="connsiteY961" fmla="*/ 886333 h 6858000"/>
              <a:gd name="connsiteX962" fmla="*/ 1423698 w 7467600"/>
              <a:gd name="connsiteY962" fmla="*/ 710817 h 6858000"/>
              <a:gd name="connsiteX963" fmla="*/ 1357609 w 7467600"/>
              <a:gd name="connsiteY963" fmla="*/ 532892 h 6858000"/>
              <a:gd name="connsiteX964" fmla="*/ 1309550 w 7467600"/>
              <a:gd name="connsiteY964" fmla="*/ 374031 h 6858000"/>
              <a:gd name="connsiteX965" fmla="*/ 1193673 w 7467600"/>
              <a:gd name="connsiteY965" fmla="*/ 49533 h 6858000"/>
              <a:gd name="connsiteX966" fmla="*/ 1164391 w 7467600"/>
              <a:gd name="connsiteY966" fmla="*/ 0 h 6858000"/>
              <a:gd name="connsiteX967" fmla="*/ 1200666 w 7467600"/>
              <a:gd name="connsiteY967" fmla="*/ 0 h 6858000"/>
              <a:gd name="connsiteX968" fmla="*/ 1223408 w 7467600"/>
              <a:gd name="connsiteY968" fmla="*/ 38996 h 6858000"/>
              <a:gd name="connsiteX969" fmla="*/ 1339635 w 7467600"/>
              <a:gd name="connsiteY969" fmla="*/ 365517 h 6858000"/>
              <a:gd name="connsiteX970" fmla="*/ 1387469 w 7467600"/>
              <a:gd name="connsiteY970" fmla="*/ 523079 h 6858000"/>
              <a:gd name="connsiteX971" fmla="*/ 1452685 w 7467600"/>
              <a:gd name="connsiteY971" fmla="*/ 699806 h 6858000"/>
              <a:gd name="connsiteX972" fmla="*/ 1492092 w 7467600"/>
              <a:gd name="connsiteY972" fmla="*/ 800424 h 6858000"/>
              <a:gd name="connsiteX973" fmla="*/ 1455302 w 7467600"/>
              <a:gd name="connsiteY973" fmla="*/ 632913 h 6858000"/>
              <a:gd name="connsiteX974" fmla="*/ 1222336 w 7467600"/>
              <a:gd name="connsiteY974" fmla="*/ 9480 h 6858000"/>
              <a:gd name="connsiteX975" fmla="*/ 1214634 w 7467600"/>
              <a:gd name="connsiteY975" fmla="*/ 0 h 6858000"/>
              <a:gd name="connsiteX976" fmla="*/ 1289827 w 7467600"/>
              <a:gd name="connsiteY976" fmla="*/ 0 h 6858000"/>
              <a:gd name="connsiteX977" fmla="*/ 1321076 w 7467600"/>
              <a:gd name="connsiteY977" fmla="*/ 59722 h 6858000"/>
              <a:gd name="connsiteX978" fmla="*/ 1512579 w 7467600"/>
              <a:gd name="connsiteY978" fmla="*/ 626441 h 6858000"/>
              <a:gd name="connsiteX979" fmla="*/ 1506076 w 7467600"/>
              <a:gd name="connsiteY979" fmla="*/ 1089289 h 6858000"/>
              <a:gd name="connsiteX980" fmla="*/ 1486346 w 7467600"/>
              <a:gd name="connsiteY980" fmla="*/ 1079919 h 6858000"/>
              <a:gd name="connsiteX981" fmla="*/ 1070511 w 7467600"/>
              <a:gd name="connsiteY981" fmla="*/ 48609 h 6858000"/>
              <a:gd name="connsiteX982" fmla="*/ 1057230 w 7467600"/>
              <a:gd name="connsiteY982" fmla="*/ 0 h 6858000"/>
              <a:gd name="connsiteX983" fmla="*/ 43151 w 7467600"/>
              <a:gd name="connsiteY983" fmla="*/ 0 h 6858000"/>
              <a:gd name="connsiteX984" fmla="*/ 95283 w 7467600"/>
              <a:gd name="connsiteY984" fmla="*/ 0 h 6858000"/>
              <a:gd name="connsiteX985" fmla="*/ 300708 w 7467600"/>
              <a:gd name="connsiteY985" fmla="*/ 154571 h 6858000"/>
              <a:gd name="connsiteX986" fmla="*/ 530414 w 7467600"/>
              <a:gd name="connsiteY986" fmla="*/ 354673 h 6858000"/>
              <a:gd name="connsiteX987" fmla="*/ 333785 w 7467600"/>
              <a:gd name="connsiteY987" fmla="*/ 161564 h 6858000"/>
              <a:gd name="connsiteX988" fmla="*/ 147005 w 7467600"/>
              <a:gd name="connsiteY988" fmla="*/ 0 h 6858000"/>
              <a:gd name="connsiteX989" fmla="*/ 272509 w 7467600"/>
              <a:gd name="connsiteY989" fmla="*/ 0 h 6858000"/>
              <a:gd name="connsiteX990" fmla="*/ 326276 w 7467600"/>
              <a:gd name="connsiteY990" fmla="*/ 45847 h 6858000"/>
              <a:gd name="connsiteX991" fmla="*/ 823759 w 7467600"/>
              <a:gd name="connsiteY991" fmla="*/ 574145 h 6858000"/>
              <a:gd name="connsiteX992" fmla="*/ 811254 w 7467600"/>
              <a:gd name="connsiteY992" fmla="*/ 665546 h 6858000"/>
              <a:gd name="connsiteX993" fmla="*/ 154042 w 7467600"/>
              <a:gd name="connsiteY993" fmla="*/ 261522 h 6858000"/>
              <a:gd name="connsiteX994" fmla="*/ 13550 w 7467600"/>
              <a:gd name="connsiteY994" fmla="*/ 158423 h 6858000"/>
              <a:gd name="connsiteX995" fmla="*/ 0 w 7467600"/>
              <a:gd name="connsiteY995" fmla="*/ 146618 h 6858000"/>
              <a:gd name="connsiteX996" fmla="*/ 0 w 7467600"/>
              <a:gd name="connsiteY996" fmla="*/ 59161 h 6858000"/>
              <a:gd name="connsiteX997" fmla="*/ 45427 w 7467600"/>
              <a:gd name="connsiteY997" fmla="*/ 101078 h 6858000"/>
              <a:gd name="connsiteX998" fmla="*/ 630103 w 7467600"/>
              <a:gd name="connsiteY998" fmla="*/ 485885 h 6858000"/>
              <a:gd name="connsiteX999" fmla="*/ 532040 w 7467600"/>
              <a:gd name="connsiteY999" fmla="*/ 399359 h 6858000"/>
              <a:gd name="connsiteX1000" fmla="*/ 517618 w 7467600"/>
              <a:gd name="connsiteY1000" fmla="*/ 385726 h 6858000"/>
              <a:gd name="connsiteX1001" fmla="*/ 285074 w 7467600"/>
              <a:gd name="connsiteY1001" fmla="*/ 182755 h 6858000"/>
              <a:gd name="connsiteX1002" fmla="*/ 43151 w 7467600"/>
              <a:gd name="connsiteY100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1946 w 7467600"/>
              <a:gd name="connsiteY127" fmla="*/ 5075653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1903353 w 7467600"/>
              <a:gd name="connsiteY146" fmla="*/ 5044827 h 6858000"/>
              <a:gd name="connsiteX147" fmla="*/ 1936931 w 7467600"/>
              <a:gd name="connsiteY147" fmla="*/ 5093954 h 6858000"/>
              <a:gd name="connsiteX148" fmla="*/ 2195868 w 7467600"/>
              <a:gd name="connsiteY148" fmla="*/ 5396574 h 6858000"/>
              <a:gd name="connsiteX149" fmla="*/ 2088852 w 7467600"/>
              <a:gd name="connsiteY149" fmla="*/ 5166123 h 6858000"/>
              <a:gd name="connsiteX150" fmla="*/ 1958241 w 7467600"/>
              <a:gd name="connsiteY150" fmla="*/ 5067955 h 6858000"/>
              <a:gd name="connsiteX151" fmla="*/ 1903353 w 7467600"/>
              <a:gd name="connsiteY151" fmla="*/ 5044827 h 6858000"/>
              <a:gd name="connsiteX152" fmla="*/ 1979378 w 7467600"/>
              <a:gd name="connsiteY152" fmla="*/ 4769504 h 6858000"/>
              <a:gd name="connsiteX153" fmla="*/ 2882120 w 7467600"/>
              <a:gd name="connsiteY153" fmla="*/ 5064547 h 6858000"/>
              <a:gd name="connsiteX154" fmla="*/ 2793103 w 7467600"/>
              <a:gd name="connsiteY154" fmla="*/ 5039699 h 6858000"/>
              <a:gd name="connsiteX155" fmla="*/ 2770041 w 7467600"/>
              <a:gd name="connsiteY155" fmla="*/ 5033634 h 6858000"/>
              <a:gd name="connsiteX156" fmla="*/ 1979378 w 7467600"/>
              <a:gd name="connsiteY156" fmla="*/ 4769504 h 6858000"/>
              <a:gd name="connsiteX157" fmla="*/ 1927410 w 7467600"/>
              <a:gd name="connsiteY157" fmla="*/ 4716164 h 6858000"/>
              <a:gd name="connsiteX158" fmla="*/ 1959587 w 7467600"/>
              <a:gd name="connsiteY158" fmla="*/ 4728849 h 6858000"/>
              <a:gd name="connsiteX159" fmla="*/ 2777707 w 7467600"/>
              <a:gd name="connsiteY159" fmla="*/ 5003991 h 6858000"/>
              <a:gd name="connsiteX160" fmla="*/ 2800768 w 7467600"/>
              <a:gd name="connsiteY160" fmla="*/ 5010056 h 6858000"/>
              <a:gd name="connsiteX161" fmla="*/ 2879408 w 7467600"/>
              <a:gd name="connsiteY161" fmla="*/ 5031590 h 6858000"/>
              <a:gd name="connsiteX162" fmla="*/ 2862295 w 7467600"/>
              <a:gd name="connsiteY162" fmla="*/ 5022958 h 6858000"/>
              <a:gd name="connsiteX163" fmla="*/ 2813343 w 7467600"/>
              <a:gd name="connsiteY163" fmla="*/ 4998369 h 6858000"/>
              <a:gd name="connsiteX164" fmla="*/ 2646245 w 7467600"/>
              <a:gd name="connsiteY164" fmla="*/ 4930999 h 6858000"/>
              <a:gd name="connsiteX165" fmla="*/ 1999243 w 7467600"/>
              <a:gd name="connsiteY165" fmla="*/ 4730524 h 6858000"/>
              <a:gd name="connsiteX166" fmla="*/ 1979527 w 7467600"/>
              <a:gd name="connsiteY166" fmla="*/ 4726651 h 6858000"/>
              <a:gd name="connsiteX167" fmla="*/ 1927410 w 7467600"/>
              <a:gd name="connsiteY167" fmla="*/ 4716164 h 6858000"/>
              <a:gd name="connsiteX168" fmla="*/ 1997014 w 7467600"/>
              <a:gd name="connsiteY168" fmla="*/ 4698007 h 6858000"/>
              <a:gd name="connsiteX169" fmla="*/ 2005458 w 7467600"/>
              <a:gd name="connsiteY169" fmla="*/ 4699540 h 6858000"/>
              <a:gd name="connsiteX170" fmla="*/ 2657186 w 7467600"/>
              <a:gd name="connsiteY170" fmla="*/ 4901687 h 6858000"/>
              <a:gd name="connsiteX171" fmla="*/ 2826662 w 7467600"/>
              <a:gd name="connsiteY171" fmla="*/ 4970362 h 6858000"/>
              <a:gd name="connsiteX172" fmla="*/ 2876100 w 7467600"/>
              <a:gd name="connsiteY172" fmla="*/ 4995397 h 6858000"/>
              <a:gd name="connsiteX173" fmla="*/ 3042600 w 7467600"/>
              <a:gd name="connsiteY173" fmla="*/ 5059532 h 6858000"/>
              <a:gd name="connsiteX174" fmla="*/ 1997014 w 7467600"/>
              <a:gd name="connsiteY174" fmla="*/ 4698007 h 6858000"/>
              <a:gd name="connsiteX175" fmla="*/ 2305292 w 7467600"/>
              <a:gd name="connsiteY175" fmla="*/ 4219492 h 6858000"/>
              <a:gd name="connsiteX176" fmla="*/ 3360922 w 7467600"/>
              <a:gd name="connsiteY176" fmla="*/ 4529373 h 6858000"/>
              <a:gd name="connsiteX177" fmla="*/ 3492420 w 7467600"/>
              <a:gd name="connsiteY177" fmla="*/ 4510145 h 6858000"/>
              <a:gd name="connsiteX178" fmla="*/ 3364086 w 7467600"/>
              <a:gd name="connsiteY178" fmla="*/ 4480340 h 6858000"/>
              <a:gd name="connsiteX179" fmla="*/ 3225818 w 7467600"/>
              <a:gd name="connsiteY179" fmla="*/ 4411822 h 6858000"/>
              <a:gd name="connsiteX180" fmla="*/ 3129696 w 7467600"/>
              <a:gd name="connsiteY180" fmla="*/ 4360704 h 6858000"/>
              <a:gd name="connsiteX181" fmla="*/ 2814545 w 7467600"/>
              <a:gd name="connsiteY181" fmla="*/ 4282955 h 6858000"/>
              <a:gd name="connsiteX182" fmla="*/ 2305292 w 7467600"/>
              <a:gd name="connsiteY182" fmla="*/ 4219492 h 6858000"/>
              <a:gd name="connsiteX183" fmla="*/ 2626982 w 7467600"/>
              <a:gd name="connsiteY183" fmla="*/ 4206450 h 6858000"/>
              <a:gd name="connsiteX184" fmla="*/ 2490617 w 7467600"/>
              <a:gd name="connsiteY184" fmla="*/ 4206951 h 6858000"/>
              <a:gd name="connsiteX185" fmla="*/ 2819869 w 7467600"/>
              <a:gd name="connsiteY185" fmla="*/ 4252936 h 6858000"/>
              <a:gd name="connsiteX186" fmla="*/ 3143018 w 7467600"/>
              <a:gd name="connsiteY186" fmla="*/ 4332698 h 6858000"/>
              <a:gd name="connsiteX187" fmla="*/ 3241520 w 7467600"/>
              <a:gd name="connsiteY187" fmla="*/ 4385112 h 6858000"/>
              <a:gd name="connsiteX188" fmla="*/ 3374575 w 7467600"/>
              <a:gd name="connsiteY188" fmla="*/ 4451517 h 6858000"/>
              <a:gd name="connsiteX189" fmla="*/ 3505221 w 7467600"/>
              <a:gd name="connsiteY189" fmla="*/ 4480757 h 6858000"/>
              <a:gd name="connsiteX190" fmla="*/ 2626982 w 7467600"/>
              <a:gd name="connsiteY190" fmla="*/ 4206450 h 6858000"/>
              <a:gd name="connsiteX191" fmla="*/ 1310106 w 7467600"/>
              <a:gd name="connsiteY191" fmla="*/ 3943217 h 6858000"/>
              <a:gd name="connsiteX192" fmla="*/ 854994 w 7467600"/>
              <a:gd name="connsiteY192" fmla="*/ 4399136 h 6858000"/>
              <a:gd name="connsiteX193" fmla="*/ 742462 w 7467600"/>
              <a:gd name="connsiteY193" fmla="*/ 4594648 h 6858000"/>
              <a:gd name="connsiteX194" fmla="*/ 820602 w 7467600"/>
              <a:gd name="connsiteY194" fmla="*/ 4485915 h 6858000"/>
              <a:gd name="connsiteX195" fmla="*/ 878295 w 7467600"/>
              <a:gd name="connsiteY195" fmla="*/ 4403594 h 6858000"/>
              <a:gd name="connsiteX196" fmla="*/ 1240607 w 7467600"/>
              <a:gd name="connsiteY196" fmla="*/ 4010401 h 6858000"/>
              <a:gd name="connsiteX197" fmla="*/ 1310106 w 7467600"/>
              <a:gd name="connsiteY197" fmla="*/ 3943217 h 6858000"/>
              <a:gd name="connsiteX198" fmla="*/ 1423113 w 7467600"/>
              <a:gd name="connsiteY198" fmla="*/ 3874565 h 6858000"/>
              <a:gd name="connsiteX199" fmla="*/ 1260565 w 7467600"/>
              <a:gd name="connsiteY199" fmla="*/ 4031982 h 6858000"/>
              <a:gd name="connsiteX200" fmla="*/ 901900 w 7467600"/>
              <a:gd name="connsiteY200" fmla="*/ 4421236 h 6858000"/>
              <a:gd name="connsiteX201" fmla="*/ 845044 w 7467600"/>
              <a:gd name="connsiteY201" fmla="*/ 4502436 h 6858000"/>
              <a:gd name="connsiteX202" fmla="*/ 685926 w 7467600"/>
              <a:gd name="connsiteY202" fmla="*/ 4703069 h 6858000"/>
              <a:gd name="connsiteX203" fmla="*/ 684248 w 7467600"/>
              <a:gd name="connsiteY203" fmla="*/ 4706721 h 6858000"/>
              <a:gd name="connsiteX204" fmla="*/ 1423113 w 7467600"/>
              <a:gd name="connsiteY204" fmla="*/ 3874565 h 6858000"/>
              <a:gd name="connsiteX205" fmla="*/ 3316479 w 7467600"/>
              <a:gd name="connsiteY205" fmla="*/ 3872136 h 6858000"/>
              <a:gd name="connsiteX206" fmla="*/ 3546806 w 7467600"/>
              <a:gd name="connsiteY206" fmla="*/ 4356139 h 6858000"/>
              <a:gd name="connsiteX207" fmla="*/ 3364433 w 7467600"/>
              <a:gd name="connsiteY207" fmla="*/ 3953121 h 6858000"/>
              <a:gd name="connsiteX208" fmla="*/ 3316479 w 7467600"/>
              <a:gd name="connsiteY208" fmla="*/ 3872136 h 6858000"/>
              <a:gd name="connsiteX209" fmla="*/ 3291335 w 7467600"/>
              <a:gd name="connsiteY209" fmla="*/ 3767420 h 6858000"/>
              <a:gd name="connsiteX210" fmla="*/ 3390805 w 7467600"/>
              <a:gd name="connsiteY210" fmla="*/ 3937163 h 6858000"/>
              <a:gd name="connsiteX211" fmla="*/ 3579062 w 7467600"/>
              <a:gd name="connsiteY211" fmla="*/ 4359040 h 6858000"/>
              <a:gd name="connsiteX212" fmla="*/ 3467355 w 7467600"/>
              <a:gd name="connsiteY212" fmla="*/ 3988130 h 6858000"/>
              <a:gd name="connsiteX213" fmla="*/ 3310753 w 7467600"/>
              <a:gd name="connsiteY213" fmla="*/ 3787140 h 6858000"/>
              <a:gd name="connsiteX214" fmla="*/ 3291335 w 7467600"/>
              <a:gd name="connsiteY214" fmla="*/ 3767420 h 6858000"/>
              <a:gd name="connsiteX215" fmla="*/ 1635889 w 7467600"/>
              <a:gd name="connsiteY215" fmla="*/ 3709494 h 6858000"/>
              <a:gd name="connsiteX216" fmla="*/ 1634800 w 7467600"/>
              <a:gd name="connsiteY216" fmla="*/ 3731111 h 6858000"/>
              <a:gd name="connsiteX217" fmla="*/ 1635889 w 7467600"/>
              <a:gd name="connsiteY217" fmla="*/ 3709494 h 6858000"/>
              <a:gd name="connsiteX218" fmla="*/ 1510397 w 7467600"/>
              <a:gd name="connsiteY218" fmla="*/ 3684705 h 6858000"/>
              <a:gd name="connsiteX219" fmla="*/ 1146550 w 7467600"/>
              <a:gd name="connsiteY219" fmla="*/ 3802012 h 6858000"/>
              <a:gd name="connsiteX220" fmla="*/ 698834 w 7467600"/>
              <a:gd name="connsiteY220" fmla="*/ 3952272 h 6858000"/>
              <a:gd name="connsiteX221" fmla="*/ 34256 w 7467600"/>
              <a:gd name="connsiteY221" fmla="*/ 4347603 h 6858000"/>
              <a:gd name="connsiteX222" fmla="*/ 527241 w 7467600"/>
              <a:gd name="connsiteY222" fmla="*/ 4065078 h 6858000"/>
              <a:gd name="connsiteX223" fmla="*/ 1510397 w 7467600"/>
              <a:gd name="connsiteY223" fmla="*/ 3684705 h 6858000"/>
              <a:gd name="connsiteX224" fmla="*/ 1313114 w 7467600"/>
              <a:gd name="connsiteY224" fmla="*/ 3655216 h 6858000"/>
              <a:gd name="connsiteX225" fmla="*/ 1109304 w 7467600"/>
              <a:gd name="connsiteY225" fmla="*/ 3669030 h 6858000"/>
              <a:gd name="connsiteX226" fmla="*/ 8129 w 7467600"/>
              <a:gd name="connsiteY226" fmla="*/ 4330519 h 6858000"/>
              <a:gd name="connsiteX227" fmla="*/ 687572 w 7467600"/>
              <a:gd name="connsiteY227" fmla="*/ 3925629 h 6858000"/>
              <a:gd name="connsiteX228" fmla="*/ 1138365 w 7467600"/>
              <a:gd name="connsiteY228" fmla="*/ 3774515 h 6858000"/>
              <a:gd name="connsiteX229" fmla="*/ 1505579 w 7467600"/>
              <a:gd name="connsiteY229" fmla="*/ 3655526 h 6858000"/>
              <a:gd name="connsiteX230" fmla="*/ 1313114 w 7467600"/>
              <a:gd name="connsiteY230" fmla="*/ 3655216 h 6858000"/>
              <a:gd name="connsiteX231" fmla="*/ 3655073 w 7467600"/>
              <a:gd name="connsiteY231" fmla="*/ 3650884 h 6858000"/>
              <a:gd name="connsiteX232" fmla="*/ 3989938 w 7467600"/>
              <a:gd name="connsiteY232" fmla="*/ 3991685 h 6858000"/>
              <a:gd name="connsiteX233" fmla="*/ 4393907 w 7467600"/>
              <a:gd name="connsiteY233" fmla="*/ 4261258 h 6858000"/>
              <a:gd name="connsiteX234" fmla="*/ 4648051 w 7467600"/>
              <a:gd name="connsiteY234" fmla="*/ 4374051 h 6858000"/>
              <a:gd name="connsiteX235" fmla="*/ 4383389 w 7467600"/>
              <a:gd name="connsiteY235" fmla="*/ 4184369 h 6858000"/>
              <a:gd name="connsiteX236" fmla="*/ 4165508 w 7467600"/>
              <a:gd name="connsiteY236" fmla="*/ 4035196 h 6858000"/>
              <a:gd name="connsiteX237" fmla="*/ 4068162 w 7467600"/>
              <a:gd name="connsiteY237" fmla="*/ 3953394 h 6858000"/>
              <a:gd name="connsiteX238" fmla="*/ 3981416 w 7467600"/>
              <a:gd name="connsiteY238" fmla="*/ 3880482 h 6858000"/>
              <a:gd name="connsiteX239" fmla="*/ 3800147 w 7467600"/>
              <a:gd name="connsiteY239" fmla="*/ 3749872 h 6858000"/>
              <a:gd name="connsiteX240" fmla="*/ 3655073 w 7467600"/>
              <a:gd name="connsiteY240" fmla="*/ 3650884 h 6858000"/>
              <a:gd name="connsiteX241" fmla="*/ 3670252 w 7467600"/>
              <a:gd name="connsiteY241" fmla="*/ 3622798 h 6858000"/>
              <a:gd name="connsiteX242" fmla="*/ 3817258 w 7467600"/>
              <a:gd name="connsiteY242" fmla="*/ 3723577 h 6858000"/>
              <a:gd name="connsiteX243" fmla="*/ 4000461 w 7467600"/>
              <a:gd name="connsiteY243" fmla="*/ 3855966 h 6858000"/>
              <a:gd name="connsiteX244" fmla="*/ 4088180 w 7467600"/>
              <a:gd name="connsiteY244" fmla="*/ 3929774 h 6858000"/>
              <a:gd name="connsiteX245" fmla="*/ 4184555 w 7467600"/>
              <a:gd name="connsiteY245" fmla="*/ 4010683 h 6858000"/>
              <a:gd name="connsiteX246" fmla="*/ 4399563 w 7467600"/>
              <a:gd name="connsiteY246" fmla="*/ 4158106 h 6858000"/>
              <a:gd name="connsiteX247" fmla="*/ 4684469 w 7467600"/>
              <a:gd name="connsiteY247" fmla="*/ 4364680 h 6858000"/>
              <a:gd name="connsiteX248" fmla="*/ 4690271 w 7467600"/>
              <a:gd name="connsiteY248" fmla="*/ 4370034 h 6858000"/>
              <a:gd name="connsiteX249" fmla="*/ 4136093 w 7467600"/>
              <a:gd name="connsiteY249" fmla="*/ 3858466 h 6858000"/>
              <a:gd name="connsiteX250" fmla="*/ 3670252 w 7467600"/>
              <a:gd name="connsiteY250" fmla="*/ 3622798 h 6858000"/>
              <a:gd name="connsiteX251" fmla="*/ 4440129 w 7467600"/>
              <a:gd name="connsiteY251" fmla="*/ 3448571 h 6858000"/>
              <a:gd name="connsiteX252" fmla="*/ 4856525 w 7467600"/>
              <a:gd name="connsiteY252" fmla="*/ 3915351 h 6858000"/>
              <a:gd name="connsiteX253" fmla="*/ 5059055 w 7467600"/>
              <a:gd name="connsiteY253" fmla="*/ 4108918 h 6858000"/>
              <a:gd name="connsiteX254" fmla="*/ 5290070 w 7467600"/>
              <a:gd name="connsiteY254" fmla="*/ 4263619 h 6858000"/>
              <a:gd name="connsiteX255" fmla="*/ 4834991 w 7467600"/>
              <a:gd name="connsiteY255" fmla="*/ 3830985 h 6858000"/>
              <a:gd name="connsiteX256" fmla="*/ 4440129 w 7467600"/>
              <a:gd name="connsiteY256" fmla="*/ 3448571 h 6858000"/>
              <a:gd name="connsiteX257" fmla="*/ 4441737 w 7467600"/>
              <a:gd name="connsiteY257" fmla="*/ 3399734 h 6858000"/>
              <a:gd name="connsiteX258" fmla="*/ 4431236 w 7467600"/>
              <a:gd name="connsiteY258" fmla="*/ 3400954 h 6858000"/>
              <a:gd name="connsiteX259" fmla="*/ 4557150 w 7467600"/>
              <a:gd name="connsiteY259" fmla="*/ 3510023 h 6858000"/>
              <a:gd name="connsiteX260" fmla="*/ 4856936 w 7467600"/>
              <a:gd name="connsiteY260" fmla="*/ 3809146 h 6858000"/>
              <a:gd name="connsiteX261" fmla="*/ 5111996 w 7467600"/>
              <a:gd name="connsiteY261" fmla="*/ 4065759 h 6858000"/>
              <a:gd name="connsiteX262" fmla="*/ 5388878 w 7467600"/>
              <a:gd name="connsiteY262" fmla="*/ 4300185 h 6858000"/>
              <a:gd name="connsiteX263" fmla="*/ 5425556 w 7467600"/>
              <a:gd name="connsiteY263" fmla="*/ 4308967 h 6858000"/>
              <a:gd name="connsiteX264" fmla="*/ 4943646 w 7467600"/>
              <a:gd name="connsiteY264" fmla="*/ 3822916 h 6858000"/>
              <a:gd name="connsiteX265" fmla="*/ 4594837 w 7467600"/>
              <a:gd name="connsiteY265" fmla="*/ 3532274 h 6858000"/>
              <a:gd name="connsiteX266" fmla="*/ 4441737 w 7467600"/>
              <a:gd name="connsiteY266" fmla="*/ 3399734 h 6858000"/>
              <a:gd name="connsiteX267" fmla="*/ 5425834 w 7467600"/>
              <a:gd name="connsiteY267" fmla="*/ 3162785 h 6858000"/>
              <a:gd name="connsiteX268" fmla="*/ 5401644 w 7467600"/>
              <a:gd name="connsiteY268" fmla="*/ 3617847 h 6858000"/>
              <a:gd name="connsiteX269" fmla="*/ 5467256 w 7467600"/>
              <a:gd name="connsiteY269" fmla="*/ 4175494 h 6858000"/>
              <a:gd name="connsiteX270" fmla="*/ 5448069 w 7467600"/>
              <a:gd name="connsiteY270" fmla="*/ 3567554 h 6858000"/>
              <a:gd name="connsiteX271" fmla="*/ 5425834 w 7467600"/>
              <a:gd name="connsiteY271" fmla="*/ 3162785 h 6858000"/>
              <a:gd name="connsiteX272" fmla="*/ 1318687 w 7467600"/>
              <a:gd name="connsiteY272" fmla="*/ 3113840 h 6858000"/>
              <a:gd name="connsiteX273" fmla="*/ 1066793 w 7467600"/>
              <a:gd name="connsiteY273" fmla="*/ 3212171 h 6858000"/>
              <a:gd name="connsiteX274" fmla="*/ 993319 w 7467600"/>
              <a:gd name="connsiteY274" fmla="*/ 3247648 h 6858000"/>
              <a:gd name="connsiteX275" fmla="*/ 853081 w 7467600"/>
              <a:gd name="connsiteY275" fmla="*/ 3312410 h 6858000"/>
              <a:gd name="connsiteX276" fmla="*/ 805957 w 7467600"/>
              <a:gd name="connsiteY276" fmla="*/ 3330443 h 6858000"/>
              <a:gd name="connsiteX277" fmla="*/ 1318687 w 7467600"/>
              <a:gd name="connsiteY277" fmla="*/ 3113840 h 6858000"/>
              <a:gd name="connsiteX278" fmla="*/ 5453702 w 7467600"/>
              <a:gd name="connsiteY278" fmla="*/ 3090882 h 6858000"/>
              <a:gd name="connsiteX279" fmla="*/ 5480135 w 7467600"/>
              <a:gd name="connsiteY279" fmla="*/ 3565802 h 6858000"/>
              <a:gd name="connsiteX280" fmla="*/ 5499023 w 7467600"/>
              <a:gd name="connsiteY280" fmla="*/ 4166310 h 6858000"/>
              <a:gd name="connsiteX281" fmla="*/ 5547022 w 7467600"/>
              <a:gd name="connsiteY281" fmla="*/ 3607838 h 6858000"/>
              <a:gd name="connsiteX282" fmla="*/ 5515964 w 7467600"/>
              <a:gd name="connsiteY282" fmla="*/ 3378541 h 6858000"/>
              <a:gd name="connsiteX283" fmla="*/ 5453702 w 7467600"/>
              <a:gd name="connsiteY283" fmla="*/ 3090882 h 6858000"/>
              <a:gd name="connsiteX284" fmla="*/ 1238695 w 7467600"/>
              <a:gd name="connsiteY284" fmla="*/ 3076820 h 6858000"/>
              <a:gd name="connsiteX285" fmla="*/ 716371 w 7467600"/>
              <a:gd name="connsiteY285" fmla="*/ 3293249 h 6858000"/>
              <a:gd name="connsiteX286" fmla="*/ 579522 w 7467600"/>
              <a:gd name="connsiteY286" fmla="*/ 3371759 h 6858000"/>
              <a:gd name="connsiteX287" fmla="*/ 600288 w 7467600"/>
              <a:gd name="connsiteY287" fmla="*/ 3365555 h 6858000"/>
              <a:gd name="connsiteX288" fmla="*/ 840692 w 7467600"/>
              <a:gd name="connsiteY288" fmla="*/ 3284921 h 6858000"/>
              <a:gd name="connsiteX289" fmla="*/ 979248 w 7467600"/>
              <a:gd name="connsiteY289" fmla="*/ 3221003 h 6858000"/>
              <a:gd name="connsiteX290" fmla="*/ 1053282 w 7467600"/>
              <a:gd name="connsiteY290" fmla="*/ 3185247 h 6858000"/>
              <a:gd name="connsiteX291" fmla="*/ 1320603 w 7467600"/>
              <a:gd name="connsiteY291" fmla="*/ 3081281 h 6858000"/>
              <a:gd name="connsiteX292" fmla="*/ 1238695 w 7467600"/>
              <a:gd name="connsiteY292" fmla="*/ 3076820 h 6858000"/>
              <a:gd name="connsiteX293" fmla="*/ 5425627 w 7467600"/>
              <a:gd name="connsiteY293" fmla="*/ 2954192 h 6858000"/>
              <a:gd name="connsiteX294" fmla="*/ 5470770 w 7467600"/>
              <a:gd name="connsiteY294" fmla="*/ 3005435 h 6858000"/>
              <a:gd name="connsiteX295" fmla="*/ 5519779 w 7467600"/>
              <a:gd name="connsiteY295" fmla="*/ 4359223 h 6858000"/>
              <a:gd name="connsiteX296" fmla="*/ 5520293 w 7467600"/>
              <a:gd name="connsiteY296" fmla="*/ 4360602 h 6858000"/>
              <a:gd name="connsiteX297" fmla="*/ 5767221 w 7467600"/>
              <a:gd name="connsiteY297" fmla="*/ 4665564 h 6858000"/>
              <a:gd name="connsiteX298" fmla="*/ 6937169 w 7467600"/>
              <a:gd name="connsiteY298" fmla="*/ 4815941 h 6858000"/>
              <a:gd name="connsiteX299" fmla="*/ 6953922 w 7467600"/>
              <a:gd name="connsiteY299" fmla="*/ 4890068 h 6858000"/>
              <a:gd name="connsiteX300" fmla="*/ 6071359 w 7467600"/>
              <a:gd name="connsiteY300" fmla="*/ 4770770 h 6858000"/>
              <a:gd name="connsiteX301" fmla="*/ 6038839 w 7467600"/>
              <a:gd name="connsiteY301" fmla="*/ 4764474 h 6858000"/>
              <a:gd name="connsiteX302" fmla="*/ 6038706 w 7467600"/>
              <a:gd name="connsiteY302" fmla="*/ 4763847 h 6858000"/>
              <a:gd name="connsiteX303" fmla="*/ 6037784 w 7467600"/>
              <a:gd name="connsiteY303" fmla="*/ 4764270 h 6858000"/>
              <a:gd name="connsiteX304" fmla="*/ 6038839 w 7467600"/>
              <a:gd name="connsiteY304" fmla="*/ 4764474 h 6858000"/>
              <a:gd name="connsiteX305" fmla="*/ 6040338 w 7467600"/>
              <a:gd name="connsiteY305" fmla="*/ 4771418 h 6858000"/>
              <a:gd name="connsiteX306" fmla="*/ 6024488 w 7467600"/>
              <a:gd name="connsiteY306" fmla="*/ 4809903 h 6858000"/>
              <a:gd name="connsiteX307" fmla="*/ 5599771 w 7467600"/>
              <a:gd name="connsiteY307" fmla="*/ 5509652 h 6858000"/>
              <a:gd name="connsiteX308" fmla="*/ 5548843 w 7467600"/>
              <a:gd name="connsiteY308" fmla="*/ 5563845 h 6858000"/>
              <a:gd name="connsiteX309" fmla="*/ 5940952 w 7467600"/>
              <a:gd name="connsiteY309" fmla="*/ 6250028 h 6858000"/>
              <a:gd name="connsiteX310" fmla="*/ 6043441 w 7467600"/>
              <a:gd name="connsiteY310" fmla="*/ 6665847 h 6858000"/>
              <a:gd name="connsiteX311" fmla="*/ 6093432 w 7467600"/>
              <a:gd name="connsiteY311" fmla="*/ 6858000 h 6858000"/>
              <a:gd name="connsiteX312" fmla="*/ 6034344 w 7467600"/>
              <a:gd name="connsiteY312" fmla="*/ 6858000 h 6858000"/>
              <a:gd name="connsiteX313" fmla="*/ 6026679 w 7467600"/>
              <a:gd name="connsiteY313" fmla="*/ 6836959 h 6858000"/>
              <a:gd name="connsiteX314" fmla="*/ 5800441 w 7467600"/>
              <a:gd name="connsiteY314" fmla="*/ 6335286 h 6858000"/>
              <a:gd name="connsiteX315" fmla="*/ 5526562 w 7467600"/>
              <a:gd name="connsiteY315" fmla="*/ 5705388 h 6858000"/>
              <a:gd name="connsiteX316" fmla="*/ 5519640 w 7467600"/>
              <a:gd name="connsiteY316" fmla="*/ 5683774 h 6858000"/>
              <a:gd name="connsiteX317" fmla="*/ 5844559 w 7467600"/>
              <a:gd name="connsiteY317" fmla="*/ 6553349 h 6858000"/>
              <a:gd name="connsiteX318" fmla="*/ 5975994 w 7467600"/>
              <a:gd name="connsiteY318" fmla="*/ 6858000 h 6858000"/>
              <a:gd name="connsiteX319" fmla="*/ 5898547 w 7467600"/>
              <a:gd name="connsiteY319" fmla="*/ 6858000 h 6858000"/>
              <a:gd name="connsiteX320" fmla="*/ 5682041 w 7467600"/>
              <a:gd name="connsiteY320" fmla="*/ 6355860 h 6858000"/>
              <a:gd name="connsiteX321" fmla="*/ 5461758 w 7467600"/>
              <a:gd name="connsiteY321" fmla="*/ 5820220 h 6858000"/>
              <a:gd name="connsiteX322" fmla="*/ 5237282 w 7467600"/>
              <a:gd name="connsiteY322" fmla="*/ 6579086 h 6858000"/>
              <a:gd name="connsiteX323" fmla="*/ 5115009 w 7467600"/>
              <a:gd name="connsiteY323" fmla="*/ 6858000 h 6858000"/>
              <a:gd name="connsiteX324" fmla="*/ 5028074 w 7467600"/>
              <a:gd name="connsiteY324" fmla="*/ 6858000 h 6858000"/>
              <a:gd name="connsiteX325" fmla="*/ 5079508 w 7467600"/>
              <a:gd name="connsiteY325" fmla="*/ 6749074 h 6858000"/>
              <a:gd name="connsiteX326" fmla="*/ 5371846 w 7467600"/>
              <a:gd name="connsiteY326" fmla="*/ 5924413 h 6858000"/>
              <a:gd name="connsiteX327" fmla="*/ 5270512 w 7467600"/>
              <a:gd name="connsiteY327" fmla="*/ 6138975 h 6858000"/>
              <a:gd name="connsiteX328" fmla="*/ 5062409 w 7467600"/>
              <a:gd name="connsiteY328" fmla="*/ 6653544 h 6858000"/>
              <a:gd name="connsiteX329" fmla="*/ 5036628 w 7467600"/>
              <a:gd name="connsiteY329" fmla="*/ 6754247 h 6858000"/>
              <a:gd name="connsiteX330" fmla="*/ 5009112 w 7467600"/>
              <a:gd name="connsiteY330" fmla="*/ 6858000 h 6858000"/>
              <a:gd name="connsiteX331" fmla="*/ 4976679 w 7467600"/>
              <a:gd name="connsiteY331" fmla="*/ 6858000 h 6858000"/>
              <a:gd name="connsiteX332" fmla="*/ 5006537 w 7467600"/>
              <a:gd name="connsiteY332" fmla="*/ 6747068 h 6858000"/>
              <a:gd name="connsiteX333" fmla="*/ 5032723 w 7467600"/>
              <a:gd name="connsiteY333" fmla="*/ 6644957 h 6858000"/>
              <a:gd name="connsiteX334" fmla="*/ 5242949 w 7467600"/>
              <a:gd name="connsiteY334" fmla="*/ 6125175 h 6858000"/>
              <a:gd name="connsiteX335" fmla="*/ 5286321 w 7467600"/>
              <a:gd name="connsiteY335" fmla="*/ 6033555 h 6858000"/>
              <a:gd name="connsiteX336" fmla="*/ 5008210 w 7467600"/>
              <a:gd name="connsiteY336" fmla="*/ 6649194 h 6858000"/>
              <a:gd name="connsiteX337" fmla="*/ 4986321 w 7467600"/>
              <a:gd name="connsiteY337" fmla="*/ 6765687 h 6858000"/>
              <a:gd name="connsiteX338" fmla="*/ 4973474 w 7467600"/>
              <a:gd name="connsiteY338" fmla="*/ 6858000 h 6858000"/>
              <a:gd name="connsiteX339" fmla="*/ 4907178 w 7467600"/>
              <a:gd name="connsiteY339" fmla="*/ 6858000 h 6858000"/>
              <a:gd name="connsiteX340" fmla="*/ 4910810 w 7467600"/>
              <a:gd name="connsiteY340" fmla="*/ 6829660 h 6858000"/>
              <a:gd name="connsiteX341" fmla="*/ 4987461 w 7467600"/>
              <a:gd name="connsiteY341" fmla="*/ 6432994 h 6858000"/>
              <a:gd name="connsiteX342" fmla="*/ 5179262 w 7467600"/>
              <a:gd name="connsiteY342" fmla="*/ 6035044 h 6858000"/>
              <a:gd name="connsiteX343" fmla="*/ 4689678 w 7467600"/>
              <a:gd name="connsiteY343" fmla="*/ 6440241 h 6858000"/>
              <a:gd name="connsiteX344" fmla="*/ 4477543 w 7467600"/>
              <a:gd name="connsiteY344" fmla="*/ 6674836 h 6858000"/>
              <a:gd name="connsiteX345" fmla="*/ 4329957 w 7467600"/>
              <a:gd name="connsiteY345" fmla="*/ 6858000 h 6858000"/>
              <a:gd name="connsiteX346" fmla="*/ 4218595 w 7467600"/>
              <a:gd name="connsiteY346" fmla="*/ 6858000 h 6858000"/>
              <a:gd name="connsiteX347" fmla="*/ 4368888 w 7467600"/>
              <a:gd name="connsiteY347" fmla="*/ 6668412 h 6858000"/>
              <a:gd name="connsiteX348" fmla="*/ 4563091 w 7467600"/>
              <a:gd name="connsiteY348" fmla="*/ 6442508 h 6858000"/>
              <a:gd name="connsiteX349" fmla="*/ 5387324 w 7467600"/>
              <a:gd name="connsiteY349" fmla="*/ 5705830 h 6858000"/>
              <a:gd name="connsiteX350" fmla="*/ 5073620 w 7467600"/>
              <a:gd name="connsiteY350" fmla="*/ 5955437 h 6858000"/>
              <a:gd name="connsiteX351" fmla="*/ 4689789 w 7467600"/>
              <a:gd name="connsiteY351" fmla="*/ 6268382 h 6858000"/>
              <a:gd name="connsiteX352" fmla="*/ 4418722 w 7467600"/>
              <a:gd name="connsiteY352" fmla="*/ 6570886 h 6858000"/>
              <a:gd name="connsiteX353" fmla="*/ 4214944 w 7467600"/>
              <a:gd name="connsiteY353" fmla="*/ 6858000 h 6858000"/>
              <a:gd name="connsiteX354" fmla="*/ 4177898 w 7467600"/>
              <a:gd name="connsiteY354" fmla="*/ 6858000 h 6858000"/>
              <a:gd name="connsiteX355" fmla="*/ 4391597 w 7467600"/>
              <a:gd name="connsiteY355" fmla="*/ 6556370 h 6858000"/>
              <a:gd name="connsiteX356" fmla="*/ 4668889 w 7467600"/>
              <a:gd name="connsiteY356" fmla="*/ 6246399 h 6858000"/>
              <a:gd name="connsiteX357" fmla="*/ 5055427 w 7467600"/>
              <a:gd name="connsiteY357" fmla="*/ 5931476 h 6858000"/>
              <a:gd name="connsiteX358" fmla="*/ 5371814 w 7467600"/>
              <a:gd name="connsiteY358" fmla="*/ 5678975 h 6858000"/>
              <a:gd name="connsiteX359" fmla="*/ 4987918 w 7467600"/>
              <a:gd name="connsiteY359" fmla="*/ 5838701 h 6858000"/>
              <a:gd name="connsiteX360" fmla="*/ 4317146 w 7467600"/>
              <a:gd name="connsiteY360" fmla="*/ 6587716 h 6858000"/>
              <a:gd name="connsiteX361" fmla="*/ 4171627 w 7467600"/>
              <a:gd name="connsiteY361" fmla="*/ 6858000 h 6858000"/>
              <a:gd name="connsiteX362" fmla="*/ 4081585 w 7467600"/>
              <a:gd name="connsiteY362" fmla="*/ 6858000 h 6858000"/>
              <a:gd name="connsiteX363" fmla="*/ 4238603 w 7467600"/>
              <a:gd name="connsiteY363" fmla="*/ 6559341 h 6858000"/>
              <a:gd name="connsiteX364" fmla="*/ 4778333 w 7467600"/>
              <a:gd name="connsiteY364" fmla="*/ 5873626 h 6858000"/>
              <a:gd name="connsiteX365" fmla="*/ 5414185 w 7467600"/>
              <a:gd name="connsiteY365" fmla="*/ 5573882 h 6858000"/>
              <a:gd name="connsiteX366" fmla="*/ 5959648 w 7467600"/>
              <a:gd name="connsiteY366" fmla="*/ 4760797 h 6858000"/>
              <a:gd name="connsiteX367" fmla="*/ 5355019 w 7467600"/>
              <a:gd name="connsiteY367" fmla="*/ 4734672 h 6858000"/>
              <a:gd name="connsiteX368" fmla="*/ 5083565 w 7467600"/>
              <a:gd name="connsiteY368" fmla="*/ 5179121 h 6858000"/>
              <a:gd name="connsiteX369" fmla="*/ 4713577 w 7467600"/>
              <a:gd name="connsiteY369" fmla="*/ 5616803 h 6858000"/>
              <a:gd name="connsiteX370" fmla="*/ 3989559 w 7467600"/>
              <a:gd name="connsiteY370" fmla="*/ 6145945 h 6858000"/>
              <a:gd name="connsiteX371" fmla="*/ 3939824 w 7467600"/>
              <a:gd name="connsiteY371" fmla="*/ 6066900 h 6858000"/>
              <a:gd name="connsiteX372" fmla="*/ 4584537 w 7467600"/>
              <a:gd name="connsiteY372" fmla="*/ 5324826 h 6858000"/>
              <a:gd name="connsiteX373" fmla="*/ 5037105 w 7467600"/>
              <a:gd name="connsiteY373" fmla="*/ 5088765 h 6858000"/>
              <a:gd name="connsiteX374" fmla="*/ 5039930 w 7467600"/>
              <a:gd name="connsiteY374" fmla="*/ 5089585 h 6858000"/>
              <a:gd name="connsiteX375" fmla="*/ 5263764 w 7467600"/>
              <a:gd name="connsiteY375" fmla="*/ 4735525 h 6858000"/>
              <a:gd name="connsiteX376" fmla="*/ 4086300 w 7467600"/>
              <a:gd name="connsiteY376" fmla="*/ 4884599 h 6858000"/>
              <a:gd name="connsiteX377" fmla="*/ 4085485 w 7467600"/>
              <a:gd name="connsiteY377" fmla="*/ 4899070 h 6858000"/>
              <a:gd name="connsiteX378" fmla="*/ 3871915 w 7467600"/>
              <a:gd name="connsiteY378" fmla="*/ 5253645 h 6858000"/>
              <a:gd name="connsiteX379" fmla="*/ 3799374 w 7467600"/>
              <a:gd name="connsiteY379" fmla="*/ 5466127 h 6858000"/>
              <a:gd name="connsiteX380" fmla="*/ 3498850 w 7467600"/>
              <a:gd name="connsiteY380" fmla="*/ 6661888 h 6858000"/>
              <a:gd name="connsiteX381" fmla="*/ 3399216 w 7467600"/>
              <a:gd name="connsiteY381" fmla="*/ 6858000 h 6858000"/>
              <a:gd name="connsiteX382" fmla="*/ 3303688 w 7467600"/>
              <a:gd name="connsiteY382" fmla="*/ 6858000 h 6858000"/>
              <a:gd name="connsiteX383" fmla="*/ 3391774 w 7467600"/>
              <a:gd name="connsiteY383" fmla="*/ 6697181 h 6858000"/>
              <a:gd name="connsiteX384" fmla="*/ 3735540 w 7467600"/>
              <a:gd name="connsiteY384" fmla="*/ 5546923 h 6858000"/>
              <a:gd name="connsiteX385" fmla="*/ 3729438 w 7467600"/>
              <a:gd name="connsiteY385" fmla="*/ 5569058 h 6858000"/>
              <a:gd name="connsiteX386" fmla="*/ 3707782 w 7467600"/>
              <a:gd name="connsiteY386" fmla="*/ 5644908 h 6858000"/>
              <a:gd name="connsiteX387" fmla="*/ 3583827 w 7467600"/>
              <a:gd name="connsiteY387" fmla="*/ 6039215 h 6858000"/>
              <a:gd name="connsiteX388" fmla="*/ 3547861 w 7467600"/>
              <a:gd name="connsiteY388" fmla="*/ 6129609 h 6858000"/>
              <a:gd name="connsiteX389" fmla="*/ 3490905 w 7467600"/>
              <a:gd name="connsiteY389" fmla="*/ 6277660 h 6858000"/>
              <a:gd name="connsiteX390" fmla="*/ 3455859 w 7467600"/>
              <a:gd name="connsiteY390" fmla="*/ 6391301 h 6858000"/>
              <a:gd name="connsiteX391" fmla="*/ 3429112 w 7467600"/>
              <a:gd name="connsiteY391" fmla="*/ 6479469 h 6858000"/>
              <a:gd name="connsiteX392" fmla="*/ 3304862 w 7467600"/>
              <a:gd name="connsiteY392" fmla="*/ 6796476 h 6858000"/>
              <a:gd name="connsiteX393" fmla="*/ 3276071 w 7467600"/>
              <a:gd name="connsiteY393" fmla="*/ 6858000 h 6858000"/>
              <a:gd name="connsiteX394" fmla="*/ 3240805 w 7467600"/>
              <a:gd name="connsiteY394" fmla="*/ 6858000 h 6858000"/>
              <a:gd name="connsiteX395" fmla="*/ 3275917 w 7467600"/>
              <a:gd name="connsiteY395" fmla="*/ 6783192 h 6858000"/>
              <a:gd name="connsiteX396" fmla="*/ 3399358 w 7467600"/>
              <a:gd name="connsiteY396" fmla="*/ 6469011 h 6858000"/>
              <a:gd name="connsiteX397" fmla="*/ 3425650 w 7467600"/>
              <a:gd name="connsiteY397" fmla="*/ 6381333 h 6858000"/>
              <a:gd name="connsiteX398" fmla="*/ 3460661 w 7467600"/>
              <a:gd name="connsiteY398" fmla="*/ 6266763 h 6858000"/>
              <a:gd name="connsiteX399" fmla="*/ 3518021 w 7467600"/>
              <a:gd name="connsiteY399" fmla="*/ 6117298 h 6858000"/>
              <a:gd name="connsiteX400" fmla="*/ 3554035 w 7467600"/>
              <a:gd name="connsiteY400" fmla="*/ 6027832 h 6858000"/>
              <a:gd name="connsiteX401" fmla="*/ 3677174 w 7467600"/>
              <a:gd name="connsiteY401" fmla="*/ 5636351 h 6858000"/>
              <a:gd name="connsiteX402" fmla="*/ 3698819 w 7467600"/>
              <a:gd name="connsiteY402" fmla="*/ 5560503 h 6858000"/>
              <a:gd name="connsiteX403" fmla="*/ 3702094 w 7467600"/>
              <a:gd name="connsiteY403" fmla="*/ 5549194 h 6858000"/>
              <a:gd name="connsiteX404" fmla="*/ 3398355 w 7467600"/>
              <a:gd name="connsiteY404" fmla="*/ 6094603 h 6858000"/>
              <a:gd name="connsiteX405" fmla="*/ 3193941 w 7467600"/>
              <a:gd name="connsiteY405" fmla="*/ 6798775 h 6858000"/>
              <a:gd name="connsiteX406" fmla="*/ 3184140 w 7467600"/>
              <a:gd name="connsiteY406" fmla="*/ 6858000 h 6858000"/>
              <a:gd name="connsiteX407" fmla="*/ 3099978 w 7467600"/>
              <a:gd name="connsiteY407" fmla="*/ 6858000 h 6858000"/>
              <a:gd name="connsiteX408" fmla="*/ 3101556 w 7467600"/>
              <a:gd name="connsiteY408" fmla="*/ 6843337 h 6858000"/>
              <a:gd name="connsiteX409" fmla="*/ 3370162 w 7467600"/>
              <a:gd name="connsiteY409" fmla="*/ 5785550 h 6858000"/>
              <a:gd name="connsiteX410" fmla="*/ 3746477 w 7467600"/>
              <a:gd name="connsiteY410" fmla="*/ 5377889 h 6858000"/>
              <a:gd name="connsiteX411" fmla="*/ 3863399 w 7467600"/>
              <a:gd name="connsiteY411" fmla="*/ 5087257 h 6858000"/>
              <a:gd name="connsiteX412" fmla="*/ 3968712 w 7467600"/>
              <a:gd name="connsiteY412" fmla="*/ 4913989 h 6858000"/>
              <a:gd name="connsiteX413" fmla="*/ 2792390 w 7467600"/>
              <a:gd name="connsiteY413" fmla="*/ 5382974 h 6858000"/>
              <a:gd name="connsiteX414" fmla="*/ 2714982 w 7467600"/>
              <a:gd name="connsiteY414" fmla="*/ 5427051 h 6858000"/>
              <a:gd name="connsiteX415" fmla="*/ 2813361 w 7467600"/>
              <a:gd name="connsiteY415" fmla="*/ 6023912 h 6858000"/>
              <a:gd name="connsiteX416" fmla="*/ 2688430 w 7467600"/>
              <a:gd name="connsiteY416" fmla="*/ 6801564 h 6858000"/>
              <a:gd name="connsiteX417" fmla="*/ 2629626 w 7467600"/>
              <a:gd name="connsiteY417" fmla="*/ 6763394 h 6858000"/>
              <a:gd name="connsiteX418" fmla="*/ 2565328 w 7467600"/>
              <a:gd name="connsiteY418" fmla="*/ 5516399 h 6858000"/>
              <a:gd name="connsiteX419" fmla="*/ 1922999 w 7467600"/>
              <a:gd name="connsiteY419" fmla="*/ 5980343 h 6858000"/>
              <a:gd name="connsiteX420" fmla="*/ 1950261 w 7467600"/>
              <a:gd name="connsiteY420" fmla="*/ 6405858 h 6858000"/>
              <a:gd name="connsiteX421" fmla="*/ 2365554 w 7467600"/>
              <a:gd name="connsiteY421" fmla="*/ 6759107 h 6858000"/>
              <a:gd name="connsiteX422" fmla="*/ 2424142 w 7467600"/>
              <a:gd name="connsiteY422" fmla="*/ 6858000 h 6858000"/>
              <a:gd name="connsiteX423" fmla="*/ 2395994 w 7467600"/>
              <a:gd name="connsiteY423" fmla="*/ 6858000 h 6858000"/>
              <a:gd name="connsiteX424" fmla="*/ 2392863 w 7467600"/>
              <a:gd name="connsiteY424" fmla="*/ 6852964 h 6858000"/>
              <a:gd name="connsiteX425" fmla="*/ 2017589 w 7467600"/>
              <a:gd name="connsiteY425" fmla="*/ 6493982 h 6858000"/>
              <a:gd name="connsiteX426" fmla="*/ 2147336 w 7467600"/>
              <a:gd name="connsiteY426" fmla="*/ 6594052 h 6858000"/>
              <a:gd name="connsiteX427" fmla="*/ 2207047 w 7467600"/>
              <a:gd name="connsiteY427" fmla="*/ 6654540 h 6858000"/>
              <a:gd name="connsiteX428" fmla="*/ 2299106 w 7467600"/>
              <a:gd name="connsiteY428" fmla="*/ 6778931 h 6858000"/>
              <a:gd name="connsiteX429" fmla="*/ 2314430 w 7467600"/>
              <a:gd name="connsiteY429" fmla="*/ 6801144 h 6858000"/>
              <a:gd name="connsiteX430" fmla="*/ 2352406 w 7467600"/>
              <a:gd name="connsiteY430" fmla="*/ 6858000 h 6858000"/>
              <a:gd name="connsiteX431" fmla="*/ 2314492 w 7467600"/>
              <a:gd name="connsiteY431" fmla="*/ 6858000 h 6858000"/>
              <a:gd name="connsiteX432" fmla="*/ 2288095 w 7467600"/>
              <a:gd name="connsiteY432" fmla="*/ 6818030 h 6858000"/>
              <a:gd name="connsiteX433" fmla="*/ 2272768 w 7467600"/>
              <a:gd name="connsiteY433" fmla="*/ 6795822 h 6858000"/>
              <a:gd name="connsiteX434" fmla="*/ 2182715 w 7467600"/>
              <a:gd name="connsiteY434" fmla="*/ 6675071 h 6858000"/>
              <a:gd name="connsiteX435" fmla="*/ 2032061 w 7467600"/>
              <a:gd name="connsiteY435" fmla="*/ 6541380 h 6858000"/>
              <a:gd name="connsiteX436" fmla="*/ 2257220 w 7467600"/>
              <a:gd name="connsiteY436" fmla="*/ 6826257 h 6858000"/>
              <a:gd name="connsiteX437" fmla="*/ 2281324 w 7467600"/>
              <a:gd name="connsiteY437" fmla="*/ 6858000 h 6858000"/>
              <a:gd name="connsiteX438" fmla="*/ 2242860 w 7467600"/>
              <a:gd name="connsiteY438" fmla="*/ 6858000 h 6858000"/>
              <a:gd name="connsiteX439" fmla="*/ 2232818 w 7467600"/>
              <a:gd name="connsiteY439" fmla="*/ 6844926 h 6858000"/>
              <a:gd name="connsiteX440" fmla="*/ 1990172 w 7467600"/>
              <a:gd name="connsiteY440" fmla="*/ 6542121 h 6858000"/>
              <a:gd name="connsiteX441" fmla="*/ 2124090 w 7467600"/>
              <a:gd name="connsiteY441" fmla="*/ 6761017 h 6858000"/>
              <a:gd name="connsiteX442" fmla="*/ 2200380 w 7467600"/>
              <a:gd name="connsiteY442" fmla="*/ 6858000 h 6858000"/>
              <a:gd name="connsiteX443" fmla="*/ 2147507 w 7467600"/>
              <a:gd name="connsiteY443" fmla="*/ 6858000 h 6858000"/>
              <a:gd name="connsiteX444" fmla="*/ 2070668 w 7467600"/>
              <a:gd name="connsiteY444" fmla="*/ 6761520 h 6858000"/>
              <a:gd name="connsiteX445" fmla="*/ 1975142 w 7467600"/>
              <a:gd name="connsiteY445" fmla="*/ 6585570 h 6858000"/>
              <a:gd name="connsiteX446" fmla="*/ 2050035 w 7467600"/>
              <a:gd name="connsiteY446" fmla="*/ 6813345 h 6858000"/>
              <a:gd name="connsiteX447" fmla="*/ 2063025 w 7467600"/>
              <a:gd name="connsiteY447" fmla="*/ 6858000 h 6858000"/>
              <a:gd name="connsiteX448" fmla="*/ 2021675 w 7467600"/>
              <a:gd name="connsiteY448" fmla="*/ 6858000 h 6858000"/>
              <a:gd name="connsiteX449" fmla="*/ 2019308 w 7467600"/>
              <a:gd name="connsiteY449" fmla="*/ 6847118 h 6858000"/>
              <a:gd name="connsiteX450" fmla="*/ 1938835 w 7467600"/>
              <a:gd name="connsiteY450" fmla="*/ 6551160 h 6858000"/>
              <a:gd name="connsiteX451" fmla="*/ 1953230 w 7467600"/>
              <a:gd name="connsiteY451" fmla="*/ 6759699 h 6858000"/>
              <a:gd name="connsiteX452" fmla="*/ 1956763 w 7467600"/>
              <a:gd name="connsiteY452" fmla="*/ 6778191 h 6858000"/>
              <a:gd name="connsiteX453" fmla="*/ 1967925 w 7467600"/>
              <a:gd name="connsiteY453" fmla="*/ 6858000 h 6858000"/>
              <a:gd name="connsiteX454" fmla="*/ 1936622 w 7467600"/>
              <a:gd name="connsiteY454" fmla="*/ 6858000 h 6858000"/>
              <a:gd name="connsiteX455" fmla="*/ 1926261 w 7467600"/>
              <a:gd name="connsiteY455" fmla="*/ 6784064 h 6858000"/>
              <a:gd name="connsiteX456" fmla="*/ 1922724 w 7467600"/>
              <a:gd name="connsiteY456" fmla="*/ 6765577 h 6858000"/>
              <a:gd name="connsiteX457" fmla="*/ 1904650 w 7467600"/>
              <a:gd name="connsiteY457" fmla="*/ 6639616 h 6858000"/>
              <a:gd name="connsiteX458" fmla="*/ 1885273 w 7467600"/>
              <a:gd name="connsiteY458" fmla="*/ 6858000 h 6858000"/>
              <a:gd name="connsiteX459" fmla="*/ 1854363 w 7467600"/>
              <a:gd name="connsiteY459" fmla="*/ 6858000 h 6858000"/>
              <a:gd name="connsiteX460" fmla="*/ 1880391 w 7467600"/>
              <a:gd name="connsiteY460" fmla="*/ 6603796 h 6858000"/>
              <a:gd name="connsiteX461" fmla="*/ 1818273 w 7467600"/>
              <a:gd name="connsiteY461" fmla="*/ 6715729 h 6858000"/>
              <a:gd name="connsiteX462" fmla="*/ 1794691 w 7467600"/>
              <a:gd name="connsiteY462" fmla="*/ 6843239 h 6858000"/>
              <a:gd name="connsiteX463" fmla="*/ 1794914 w 7467600"/>
              <a:gd name="connsiteY463" fmla="*/ 6858000 h 6858000"/>
              <a:gd name="connsiteX464" fmla="*/ 1746128 w 7467600"/>
              <a:gd name="connsiteY464" fmla="*/ 6858000 h 6858000"/>
              <a:gd name="connsiteX465" fmla="*/ 1753934 w 7467600"/>
              <a:gd name="connsiteY465" fmla="*/ 6724796 h 6858000"/>
              <a:gd name="connsiteX466" fmla="*/ 1792053 w 7467600"/>
              <a:gd name="connsiteY466" fmla="*/ 6572396 h 6858000"/>
              <a:gd name="connsiteX467" fmla="*/ 1862248 w 7467600"/>
              <a:gd name="connsiteY467" fmla="*/ 6266397 h 6858000"/>
              <a:gd name="connsiteX468" fmla="*/ 1862250 w 7467600"/>
              <a:gd name="connsiteY468" fmla="*/ 6033531 h 6858000"/>
              <a:gd name="connsiteX469" fmla="*/ 1211999 w 7467600"/>
              <a:gd name="connsiteY469" fmla="*/ 6683610 h 6858000"/>
              <a:gd name="connsiteX470" fmla="*/ 1213266 w 7467600"/>
              <a:gd name="connsiteY470" fmla="*/ 6691947 h 6858000"/>
              <a:gd name="connsiteX471" fmla="*/ 1203370 w 7467600"/>
              <a:gd name="connsiteY471" fmla="*/ 6850676 h 6858000"/>
              <a:gd name="connsiteX472" fmla="*/ 1203671 w 7467600"/>
              <a:gd name="connsiteY472" fmla="*/ 6858000 h 6858000"/>
              <a:gd name="connsiteX473" fmla="*/ 1143180 w 7467600"/>
              <a:gd name="connsiteY473" fmla="*/ 6858000 h 6858000"/>
              <a:gd name="connsiteX474" fmla="*/ 1142176 w 7467600"/>
              <a:gd name="connsiteY474" fmla="*/ 6766045 h 6858000"/>
              <a:gd name="connsiteX475" fmla="*/ 1067484 w 7467600"/>
              <a:gd name="connsiteY475" fmla="*/ 6858000 h 6858000"/>
              <a:gd name="connsiteX476" fmla="*/ 953928 w 7467600"/>
              <a:gd name="connsiteY476" fmla="*/ 6858000 h 6858000"/>
              <a:gd name="connsiteX477" fmla="*/ 959715 w 7467600"/>
              <a:gd name="connsiteY477" fmla="*/ 6850185 h 6858000"/>
              <a:gd name="connsiteX478" fmla="*/ 1483788 w 7467600"/>
              <a:gd name="connsiteY478" fmla="*/ 6259174 h 6858000"/>
              <a:gd name="connsiteX479" fmla="*/ 1100671 w 7467600"/>
              <a:gd name="connsiteY479" fmla="*/ 6252137 h 6858000"/>
              <a:gd name="connsiteX480" fmla="*/ 1090144 w 7467600"/>
              <a:gd name="connsiteY480" fmla="*/ 6256748 h 6858000"/>
              <a:gd name="connsiteX481" fmla="*/ 1095872 w 7467600"/>
              <a:gd name="connsiteY481" fmla="*/ 6271892 h 6858000"/>
              <a:gd name="connsiteX482" fmla="*/ 262785 w 7467600"/>
              <a:gd name="connsiteY482" fmla="*/ 6845450 h 6858000"/>
              <a:gd name="connsiteX483" fmla="*/ 209968 w 7467600"/>
              <a:gd name="connsiteY483" fmla="*/ 6770713 h 6858000"/>
              <a:gd name="connsiteX484" fmla="*/ 873460 w 7467600"/>
              <a:gd name="connsiteY484" fmla="*/ 6253768 h 6858000"/>
              <a:gd name="connsiteX485" fmla="*/ 192686 w 7467600"/>
              <a:gd name="connsiteY485" fmla="*/ 5849257 h 6858000"/>
              <a:gd name="connsiteX486" fmla="*/ 4696 w 7467600"/>
              <a:gd name="connsiteY486" fmla="*/ 5697668 h 6858000"/>
              <a:gd name="connsiteX487" fmla="*/ 0 w 7467600"/>
              <a:gd name="connsiteY487" fmla="*/ 5689984 h 6858000"/>
              <a:gd name="connsiteX488" fmla="*/ 0 w 7467600"/>
              <a:gd name="connsiteY488" fmla="*/ 5513472 h 6858000"/>
              <a:gd name="connsiteX489" fmla="*/ 174101 w 7467600"/>
              <a:gd name="connsiteY489" fmla="*/ 5620277 h 6858000"/>
              <a:gd name="connsiteX490" fmla="*/ 891800 w 7467600"/>
              <a:gd name="connsiteY490" fmla="*/ 6036935 h 6858000"/>
              <a:gd name="connsiteX491" fmla="*/ 1072219 w 7467600"/>
              <a:gd name="connsiteY491" fmla="*/ 6169443 h 6858000"/>
              <a:gd name="connsiteX492" fmla="*/ 1074117 w 7467600"/>
              <a:gd name="connsiteY492" fmla="*/ 6170301 h 6858000"/>
              <a:gd name="connsiteX493" fmla="*/ 1083114 w 7467600"/>
              <a:gd name="connsiteY493" fmla="*/ 6174131 h 6858000"/>
              <a:gd name="connsiteX494" fmla="*/ 1543010 w 7467600"/>
              <a:gd name="connsiteY494" fmla="*/ 6191140 h 6858000"/>
              <a:gd name="connsiteX495" fmla="*/ 1551080 w 7467600"/>
              <a:gd name="connsiteY495" fmla="*/ 6195006 h 6858000"/>
              <a:gd name="connsiteX496" fmla="*/ 2345443 w 7467600"/>
              <a:gd name="connsiteY496" fmla="*/ 5549882 h 6858000"/>
              <a:gd name="connsiteX497" fmla="*/ 1721499 w 7467600"/>
              <a:gd name="connsiteY497" fmla="*/ 5599969 h 6858000"/>
              <a:gd name="connsiteX498" fmla="*/ 767716 w 7467600"/>
              <a:gd name="connsiteY498" fmla="*/ 5472768 h 6858000"/>
              <a:gd name="connsiteX499" fmla="*/ 722147 w 7467600"/>
              <a:gd name="connsiteY499" fmla="*/ 5393091 h 6858000"/>
              <a:gd name="connsiteX500" fmla="*/ 1485552 w 7467600"/>
              <a:gd name="connsiteY500" fmla="*/ 5313202 h 6858000"/>
              <a:gd name="connsiteX501" fmla="*/ 2143004 w 7467600"/>
              <a:gd name="connsiteY501" fmla="*/ 5402420 h 6858000"/>
              <a:gd name="connsiteX502" fmla="*/ 1933391 w 7467600"/>
              <a:gd name="connsiteY502" fmla="*/ 5156971 h 6858000"/>
              <a:gd name="connsiteX503" fmla="*/ 1827118 w 7467600"/>
              <a:gd name="connsiteY503" fmla="*/ 4968410 h 6858000"/>
              <a:gd name="connsiteX504" fmla="*/ 1837349 w 7467600"/>
              <a:gd name="connsiteY504" fmla="*/ 4956357 h 6858000"/>
              <a:gd name="connsiteX505" fmla="*/ 2162835 w 7467600"/>
              <a:gd name="connsiteY505" fmla="*/ 5187853 h 6858000"/>
              <a:gd name="connsiteX506" fmla="*/ 2257167 w 7467600"/>
              <a:gd name="connsiteY506" fmla="*/ 5462123 h 6858000"/>
              <a:gd name="connsiteX507" fmla="*/ 2261598 w 7467600"/>
              <a:gd name="connsiteY507" fmla="*/ 5467998 h 6858000"/>
              <a:gd name="connsiteX508" fmla="*/ 2437177 w 7467600"/>
              <a:gd name="connsiteY508" fmla="*/ 5479608 h 6858000"/>
              <a:gd name="connsiteX509" fmla="*/ 2445247 w 7467600"/>
              <a:gd name="connsiteY509" fmla="*/ 5483476 h 6858000"/>
              <a:gd name="connsiteX510" fmla="*/ 2743626 w 7467600"/>
              <a:gd name="connsiteY510" fmla="*/ 5304819 h 6858000"/>
              <a:gd name="connsiteX511" fmla="*/ 3048102 w 7467600"/>
              <a:gd name="connsiteY511" fmla="*/ 5150595 h 6858000"/>
              <a:gd name="connsiteX512" fmla="*/ 1799414 w 7467600"/>
              <a:gd name="connsiteY512" fmla="*/ 4694732 h 6858000"/>
              <a:gd name="connsiteX513" fmla="*/ 1771735 w 7467600"/>
              <a:gd name="connsiteY513" fmla="*/ 4619929 h 6858000"/>
              <a:gd name="connsiteX514" fmla="*/ 3104273 w 7467600"/>
              <a:gd name="connsiteY514" fmla="*/ 5076159 h 6858000"/>
              <a:gd name="connsiteX515" fmla="*/ 3113245 w 7467600"/>
              <a:gd name="connsiteY515" fmla="*/ 5090705 h 6858000"/>
              <a:gd name="connsiteX516" fmla="*/ 3126294 w 7467600"/>
              <a:gd name="connsiteY516" fmla="*/ 5114400 h 6858000"/>
              <a:gd name="connsiteX517" fmla="*/ 3937433 w 7467600"/>
              <a:gd name="connsiteY517" fmla="*/ 4830473 h 6858000"/>
              <a:gd name="connsiteX518" fmla="*/ 3590475 w 7467600"/>
              <a:gd name="connsiteY518" fmla="*/ 4597974 h 6858000"/>
              <a:gd name="connsiteX519" fmla="*/ 3100264 w 7467600"/>
              <a:gd name="connsiteY519" fmla="*/ 4579845 h 6858000"/>
              <a:gd name="connsiteX520" fmla="*/ 2183576 w 7467600"/>
              <a:gd name="connsiteY520" fmla="*/ 4227150 h 6858000"/>
              <a:gd name="connsiteX521" fmla="*/ 2151029 w 7467600"/>
              <a:gd name="connsiteY521" fmla="*/ 4146947 h 6858000"/>
              <a:gd name="connsiteX522" fmla="*/ 3563434 w 7467600"/>
              <a:gd name="connsiteY522" fmla="*/ 4469115 h 6858000"/>
              <a:gd name="connsiteX523" fmla="*/ 3177952 w 7467600"/>
              <a:gd name="connsiteY523" fmla="*/ 3657386 h 6858000"/>
              <a:gd name="connsiteX524" fmla="*/ 3189263 w 7467600"/>
              <a:gd name="connsiteY524" fmla="*/ 3625726 h 6858000"/>
              <a:gd name="connsiteX525" fmla="*/ 3560912 w 7467600"/>
              <a:gd name="connsiteY525" fmla="*/ 4079863 h 6858000"/>
              <a:gd name="connsiteX526" fmla="*/ 3626636 w 7467600"/>
              <a:gd name="connsiteY526" fmla="*/ 4512230 h 6858000"/>
              <a:gd name="connsiteX527" fmla="*/ 3653088 w 7467600"/>
              <a:gd name="connsiteY527" fmla="*/ 4521417 h 6858000"/>
              <a:gd name="connsiteX528" fmla="*/ 3988128 w 7467600"/>
              <a:gd name="connsiteY528" fmla="*/ 4817267 h 6858000"/>
              <a:gd name="connsiteX529" fmla="*/ 4830582 w 7467600"/>
              <a:gd name="connsiteY529" fmla="*/ 4676000 h 6858000"/>
              <a:gd name="connsiteX530" fmla="*/ 4830100 w 7467600"/>
              <a:gd name="connsiteY530" fmla="*/ 4675554 h 6858000"/>
              <a:gd name="connsiteX531" fmla="*/ 4036318 w 7467600"/>
              <a:gd name="connsiteY531" fmla="*/ 4147013 h 6858000"/>
              <a:gd name="connsiteX532" fmla="*/ 3432098 w 7467600"/>
              <a:gd name="connsiteY532" fmla="*/ 3537312 h 6858000"/>
              <a:gd name="connsiteX533" fmla="*/ 3446761 w 7467600"/>
              <a:gd name="connsiteY533" fmla="*/ 3461278 h 6858000"/>
              <a:gd name="connsiteX534" fmla="*/ 4419733 w 7467600"/>
              <a:gd name="connsiteY534" fmla="*/ 3963555 h 6858000"/>
              <a:gd name="connsiteX535" fmla="*/ 4781371 w 7467600"/>
              <a:gd name="connsiteY535" fmla="*/ 4458604 h 6858000"/>
              <a:gd name="connsiteX536" fmla="*/ 4780440 w 7467600"/>
              <a:gd name="connsiteY536" fmla="*/ 4470290 h 6858000"/>
              <a:gd name="connsiteX537" fmla="*/ 4898954 w 7467600"/>
              <a:gd name="connsiteY537" fmla="*/ 4662092 h 6858000"/>
              <a:gd name="connsiteX538" fmla="*/ 4900699 w 7467600"/>
              <a:gd name="connsiteY538" fmla="*/ 4670867 h 6858000"/>
              <a:gd name="connsiteX539" fmla="*/ 5714511 w 7467600"/>
              <a:gd name="connsiteY539" fmla="*/ 4663483 h 6858000"/>
              <a:gd name="connsiteX540" fmla="*/ 5464793 w 7467600"/>
              <a:gd name="connsiteY540" fmla="*/ 4393556 h 6858000"/>
              <a:gd name="connsiteX541" fmla="*/ 5461897 w 7467600"/>
              <a:gd name="connsiteY541" fmla="*/ 4390879 h 6858000"/>
              <a:gd name="connsiteX542" fmla="*/ 4294126 w 7467600"/>
              <a:gd name="connsiteY542" fmla="*/ 3303048 h 6858000"/>
              <a:gd name="connsiteX543" fmla="*/ 4305321 w 7467600"/>
              <a:gd name="connsiteY543" fmla="*/ 3256953 h 6858000"/>
              <a:gd name="connsiteX544" fmla="*/ 4949299 w 7467600"/>
              <a:gd name="connsiteY544" fmla="*/ 3766336 h 6858000"/>
              <a:gd name="connsiteX545" fmla="*/ 5291452 w 7467600"/>
              <a:gd name="connsiteY545" fmla="*/ 4076801 h 6858000"/>
              <a:gd name="connsiteX546" fmla="*/ 5434998 w 7467600"/>
              <a:gd name="connsiteY546" fmla="*/ 4254100 h 6858000"/>
              <a:gd name="connsiteX547" fmla="*/ 5351015 w 7467600"/>
              <a:gd name="connsiteY547" fmla="*/ 3760989 h 6858000"/>
              <a:gd name="connsiteX548" fmla="*/ 5413780 w 7467600"/>
              <a:gd name="connsiteY548" fmla="*/ 2966265 h 6858000"/>
              <a:gd name="connsiteX549" fmla="*/ 5425627 w 7467600"/>
              <a:gd name="connsiteY549" fmla="*/ 2954192 h 6858000"/>
              <a:gd name="connsiteX550" fmla="*/ 6604735 w 7467600"/>
              <a:gd name="connsiteY550" fmla="*/ 2041381 h 6858000"/>
              <a:gd name="connsiteX551" fmla="*/ 7204487 w 7467600"/>
              <a:gd name="connsiteY551" fmla="*/ 2742112 h 6858000"/>
              <a:gd name="connsiteX552" fmla="*/ 7131592 w 7467600"/>
              <a:gd name="connsiteY552" fmla="*/ 2672096 h 6858000"/>
              <a:gd name="connsiteX553" fmla="*/ 6996344 w 7467600"/>
              <a:gd name="connsiteY553" fmla="*/ 2518310 h 6858000"/>
              <a:gd name="connsiteX554" fmla="*/ 6735495 w 7467600"/>
              <a:gd name="connsiteY554" fmla="*/ 2196890 h 6858000"/>
              <a:gd name="connsiteX555" fmla="*/ 6721901 w 7467600"/>
              <a:gd name="connsiteY555" fmla="*/ 2179274 h 6858000"/>
              <a:gd name="connsiteX556" fmla="*/ 6604735 w 7467600"/>
              <a:gd name="connsiteY556" fmla="*/ 2041381 h 6858000"/>
              <a:gd name="connsiteX557" fmla="*/ 6591670 w 7467600"/>
              <a:gd name="connsiteY557" fmla="*/ 1988277 h 6858000"/>
              <a:gd name="connsiteX558" fmla="*/ 6747349 w 7467600"/>
              <a:gd name="connsiteY558" fmla="*/ 2160069 h 6858000"/>
              <a:gd name="connsiteX559" fmla="*/ 6760943 w 7467600"/>
              <a:gd name="connsiteY559" fmla="*/ 2177686 h 6858000"/>
              <a:gd name="connsiteX560" fmla="*/ 7021065 w 7467600"/>
              <a:gd name="connsiteY560" fmla="*/ 2498102 h 6858000"/>
              <a:gd name="connsiteX561" fmla="*/ 7155223 w 7467600"/>
              <a:gd name="connsiteY561" fmla="*/ 2650386 h 6858000"/>
              <a:gd name="connsiteX562" fmla="*/ 7203167 w 7467600"/>
              <a:gd name="connsiteY562" fmla="*/ 2697288 h 6858000"/>
              <a:gd name="connsiteX563" fmla="*/ 6937703 w 7467600"/>
              <a:gd name="connsiteY563" fmla="*/ 2321981 h 6858000"/>
              <a:gd name="connsiteX564" fmla="*/ 6591670 w 7467600"/>
              <a:gd name="connsiteY564" fmla="*/ 1988277 h 6858000"/>
              <a:gd name="connsiteX565" fmla="*/ 5798671 w 7467600"/>
              <a:gd name="connsiteY565" fmla="*/ 1981601 h 6858000"/>
              <a:gd name="connsiteX566" fmla="*/ 5754709 w 7467600"/>
              <a:gd name="connsiteY566" fmla="*/ 2071454 h 6858000"/>
              <a:gd name="connsiteX567" fmla="*/ 5763044 w 7467600"/>
              <a:gd name="connsiteY567" fmla="*/ 2842206 h 6858000"/>
              <a:gd name="connsiteX568" fmla="*/ 5764974 w 7467600"/>
              <a:gd name="connsiteY568" fmla="*/ 2799609 h 6858000"/>
              <a:gd name="connsiteX569" fmla="*/ 5767665 w 7467600"/>
              <a:gd name="connsiteY569" fmla="*/ 2666409 h 6858000"/>
              <a:gd name="connsiteX570" fmla="*/ 5763055 w 7467600"/>
              <a:gd name="connsiteY570" fmla="*/ 2579705 h 6858000"/>
              <a:gd name="connsiteX571" fmla="*/ 5758079 w 7467600"/>
              <a:gd name="connsiteY571" fmla="*/ 2492508 h 6858000"/>
              <a:gd name="connsiteX572" fmla="*/ 5779325 w 7467600"/>
              <a:gd name="connsiteY572" fmla="*/ 2197069 h 6858000"/>
              <a:gd name="connsiteX573" fmla="*/ 5798671 w 7467600"/>
              <a:gd name="connsiteY573" fmla="*/ 1981601 h 6858000"/>
              <a:gd name="connsiteX574" fmla="*/ 5829202 w 7467600"/>
              <a:gd name="connsiteY574" fmla="*/ 1971679 h 6858000"/>
              <a:gd name="connsiteX575" fmla="*/ 5809558 w 7467600"/>
              <a:gd name="connsiteY575" fmla="*/ 2198043 h 6858000"/>
              <a:gd name="connsiteX576" fmla="*/ 5788653 w 7467600"/>
              <a:gd name="connsiteY576" fmla="*/ 2489430 h 6858000"/>
              <a:gd name="connsiteX577" fmla="*/ 5793439 w 7467600"/>
              <a:gd name="connsiteY577" fmla="*/ 2575235 h 6858000"/>
              <a:gd name="connsiteX578" fmla="*/ 5796837 w 7467600"/>
              <a:gd name="connsiteY578" fmla="*/ 2637633 h 6858000"/>
              <a:gd name="connsiteX579" fmla="*/ 5818614 w 7467600"/>
              <a:gd name="connsiteY579" fmla="*/ 2473055 h 6858000"/>
              <a:gd name="connsiteX580" fmla="*/ 5829202 w 7467600"/>
              <a:gd name="connsiteY580" fmla="*/ 1971679 h 6858000"/>
              <a:gd name="connsiteX581" fmla="*/ 5911389 w 7467600"/>
              <a:gd name="connsiteY581" fmla="*/ 1898371 h 6858000"/>
              <a:gd name="connsiteX582" fmla="*/ 6237627 w 7467600"/>
              <a:gd name="connsiteY582" fmla="*/ 2231921 h 6858000"/>
              <a:gd name="connsiteX583" fmla="*/ 5911389 w 7467600"/>
              <a:gd name="connsiteY583" fmla="*/ 1898371 h 6858000"/>
              <a:gd name="connsiteX584" fmla="*/ 6944437 w 7467600"/>
              <a:gd name="connsiteY584" fmla="*/ 1575402 h 6858000"/>
              <a:gd name="connsiteX585" fmla="*/ 6304730 w 7467600"/>
              <a:gd name="connsiteY585" fmla="*/ 1766654 h 6858000"/>
              <a:gd name="connsiteX586" fmla="*/ 6944437 w 7467600"/>
              <a:gd name="connsiteY586" fmla="*/ 1575402 h 6858000"/>
              <a:gd name="connsiteX587" fmla="*/ 7019523 w 7467600"/>
              <a:gd name="connsiteY587" fmla="*/ 1519450 h 6858000"/>
              <a:gd name="connsiteX588" fmla="*/ 6298091 w 7467600"/>
              <a:gd name="connsiteY588" fmla="*/ 1737122 h 6858000"/>
              <a:gd name="connsiteX589" fmla="*/ 7019523 w 7467600"/>
              <a:gd name="connsiteY589" fmla="*/ 1519450 h 6858000"/>
              <a:gd name="connsiteX590" fmla="*/ 2399523 w 7467600"/>
              <a:gd name="connsiteY590" fmla="*/ 1428234 h 6858000"/>
              <a:gd name="connsiteX591" fmla="*/ 2224982 w 7467600"/>
              <a:gd name="connsiteY591" fmla="*/ 1826201 h 6858000"/>
              <a:gd name="connsiteX592" fmla="*/ 2096099 w 7467600"/>
              <a:gd name="connsiteY592" fmla="*/ 2345900 h 6858000"/>
              <a:gd name="connsiteX593" fmla="*/ 2283317 w 7467600"/>
              <a:gd name="connsiteY593" fmla="*/ 1796925 h 6858000"/>
              <a:gd name="connsiteX594" fmla="*/ 2399523 w 7467600"/>
              <a:gd name="connsiteY594" fmla="*/ 1428234 h 6858000"/>
              <a:gd name="connsiteX595" fmla="*/ 2448558 w 7467600"/>
              <a:gd name="connsiteY595" fmla="*/ 1373435 h 6858000"/>
              <a:gd name="connsiteX596" fmla="*/ 2312521 w 7467600"/>
              <a:gd name="connsiteY596" fmla="*/ 1806140 h 6858000"/>
              <a:gd name="connsiteX597" fmla="*/ 2127533 w 7467600"/>
              <a:gd name="connsiteY597" fmla="*/ 2348380 h 6858000"/>
              <a:gd name="connsiteX598" fmla="*/ 2358080 w 7467600"/>
              <a:gd name="connsiteY598" fmla="*/ 1866134 h 6858000"/>
              <a:gd name="connsiteX599" fmla="*/ 2407436 w 7467600"/>
              <a:gd name="connsiteY599" fmla="*/ 1651070 h 6858000"/>
              <a:gd name="connsiteX600" fmla="*/ 2448558 w 7467600"/>
              <a:gd name="connsiteY600" fmla="*/ 1373435 h 6858000"/>
              <a:gd name="connsiteX601" fmla="*/ 278707 w 7467600"/>
              <a:gd name="connsiteY601" fmla="*/ 1352270 h 6858000"/>
              <a:gd name="connsiteX602" fmla="*/ 321570 w 7467600"/>
              <a:gd name="connsiteY602" fmla="*/ 1861610 h 6858000"/>
              <a:gd name="connsiteX603" fmla="*/ 294281 w 7467600"/>
              <a:gd name="connsiteY603" fmla="*/ 1440658 h 6858000"/>
              <a:gd name="connsiteX604" fmla="*/ 278707 w 7467600"/>
              <a:gd name="connsiteY604" fmla="*/ 1352270 h 6858000"/>
              <a:gd name="connsiteX605" fmla="*/ 1423821 w 7467600"/>
              <a:gd name="connsiteY605" fmla="*/ 1351958 h 6858000"/>
              <a:gd name="connsiteX606" fmla="*/ 1638521 w 7467600"/>
              <a:gd name="connsiteY606" fmla="*/ 1908470 h 6858000"/>
              <a:gd name="connsiteX607" fmla="*/ 1754199 w 7467600"/>
              <a:gd name="connsiteY607" fmla="*/ 2149284 h 6858000"/>
              <a:gd name="connsiteX608" fmla="*/ 1908359 w 7467600"/>
              <a:gd name="connsiteY608" fmla="*/ 2364988 h 6858000"/>
              <a:gd name="connsiteX609" fmla="*/ 1647661 w 7467600"/>
              <a:gd name="connsiteY609" fmla="*/ 1825945 h 6858000"/>
              <a:gd name="connsiteX610" fmla="*/ 1423821 w 7467600"/>
              <a:gd name="connsiteY610" fmla="*/ 1351958 h 6858000"/>
              <a:gd name="connsiteX611" fmla="*/ 1431890 w 7467600"/>
              <a:gd name="connsiteY611" fmla="*/ 1306475 h 6858000"/>
              <a:gd name="connsiteX612" fmla="*/ 1507597 w 7467600"/>
              <a:gd name="connsiteY612" fmla="*/ 1446132 h 6858000"/>
              <a:gd name="connsiteX613" fmla="*/ 1674586 w 7467600"/>
              <a:gd name="connsiteY613" fmla="*/ 1813832 h 6858000"/>
              <a:gd name="connsiteX614" fmla="*/ 1815950 w 7467600"/>
              <a:gd name="connsiteY614" fmla="*/ 2128564 h 6858000"/>
              <a:gd name="connsiteX615" fmla="*/ 1984242 w 7467600"/>
              <a:gd name="connsiteY615" fmla="*/ 2430829 h 6858000"/>
              <a:gd name="connsiteX616" fmla="*/ 2014023 w 7467600"/>
              <a:gd name="connsiteY616" fmla="*/ 2450995 h 6858000"/>
              <a:gd name="connsiteX617" fmla="*/ 1747337 w 7467600"/>
              <a:gd name="connsiteY617" fmla="*/ 1855264 h 6858000"/>
              <a:gd name="connsiteX618" fmla="*/ 1533749 w 7467600"/>
              <a:gd name="connsiteY618" fmla="*/ 1478656 h 6858000"/>
              <a:gd name="connsiteX619" fmla="*/ 1431890 w 7467600"/>
              <a:gd name="connsiteY619" fmla="*/ 1306475 h 6858000"/>
              <a:gd name="connsiteX620" fmla="*/ 5052692 w 7467600"/>
              <a:gd name="connsiteY620" fmla="*/ 1292994 h 6858000"/>
              <a:gd name="connsiteX621" fmla="*/ 5200661 w 7467600"/>
              <a:gd name="connsiteY621" fmla="*/ 1635186 h 6858000"/>
              <a:gd name="connsiteX622" fmla="*/ 5297138 w 7467600"/>
              <a:gd name="connsiteY622" fmla="*/ 1906351 h 6858000"/>
              <a:gd name="connsiteX623" fmla="*/ 5052692 w 7467600"/>
              <a:gd name="connsiteY623" fmla="*/ 1292994 h 6858000"/>
              <a:gd name="connsiteX624" fmla="*/ 5009948 w 7467600"/>
              <a:gd name="connsiteY624" fmla="*/ 1273619 h 6858000"/>
              <a:gd name="connsiteX625" fmla="*/ 5121777 w 7467600"/>
              <a:gd name="connsiteY625" fmla="*/ 1654213 h 6858000"/>
              <a:gd name="connsiteX626" fmla="*/ 5293545 w 7467600"/>
              <a:gd name="connsiteY626" fmla="*/ 2072247 h 6858000"/>
              <a:gd name="connsiteX627" fmla="*/ 5294042 w 7467600"/>
              <a:gd name="connsiteY627" fmla="*/ 2065019 h 6858000"/>
              <a:gd name="connsiteX628" fmla="*/ 5171936 w 7467600"/>
              <a:gd name="connsiteY628" fmla="*/ 1647613 h 6858000"/>
              <a:gd name="connsiteX629" fmla="*/ 5009948 w 7467600"/>
              <a:gd name="connsiteY629" fmla="*/ 1273619 h 6858000"/>
              <a:gd name="connsiteX630" fmla="*/ 655236 w 7467600"/>
              <a:gd name="connsiteY630" fmla="*/ 1268632 h 6858000"/>
              <a:gd name="connsiteX631" fmla="*/ 839521 w 7467600"/>
              <a:gd name="connsiteY631" fmla="*/ 1685315 h 6858000"/>
              <a:gd name="connsiteX632" fmla="*/ 1109416 w 7467600"/>
              <a:gd name="connsiteY632" fmla="*/ 2061663 h 6858000"/>
              <a:gd name="connsiteX633" fmla="*/ 1298300 w 7467600"/>
              <a:gd name="connsiteY633" fmla="*/ 2247742 h 6858000"/>
              <a:gd name="connsiteX634" fmla="*/ 1125871 w 7467600"/>
              <a:gd name="connsiteY634" fmla="*/ 1989513 h 6858000"/>
              <a:gd name="connsiteX635" fmla="*/ 981574 w 7467600"/>
              <a:gd name="connsiteY635" fmla="*/ 1783157 h 6858000"/>
              <a:gd name="connsiteX636" fmla="*/ 922198 w 7467600"/>
              <a:gd name="connsiteY636" fmla="*/ 1677437 h 6858000"/>
              <a:gd name="connsiteX637" fmla="*/ 869293 w 7467600"/>
              <a:gd name="connsiteY637" fmla="*/ 1583214 h 6858000"/>
              <a:gd name="connsiteX638" fmla="*/ 751431 w 7467600"/>
              <a:gd name="connsiteY638" fmla="*/ 1405731 h 6858000"/>
              <a:gd name="connsiteX639" fmla="*/ 655236 w 7467600"/>
              <a:gd name="connsiteY639" fmla="*/ 1268632 h 6858000"/>
              <a:gd name="connsiteX640" fmla="*/ 6516292 w 7467600"/>
              <a:gd name="connsiteY640" fmla="*/ 1263064 h 6858000"/>
              <a:gd name="connsiteX641" fmla="*/ 5736320 w 7467600"/>
              <a:gd name="connsiteY641" fmla="*/ 1501803 h 6858000"/>
              <a:gd name="connsiteX642" fmla="*/ 6516292 w 7467600"/>
              <a:gd name="connsiteY642" fmla="*/ 1263064 h 6858000"/>
              <a:gd name="connsiteX643" fmla="*/ 291466 w 7467600"/>
              <a:gd name="connsiteY643" fmla="*/ 1250369 h 6858000"/>
              <a:gd name="connsiteX644" fmla="*/ 323180 w 7467600"/>
              <a:gd name="connsiteY644" fmla="*/ 1435283 h 6858000"/>
              <a:gd name="connsiteX645" fmla="*/ 349381 w 7467600"/>
              <a:gd name="connsiteY645" fmla="*/ 1875041 h 6858000"/>
              <a:gd name="connsiteX646" fmla="*/ 374363 w 7467600"/>
              <a:gd name="connsiteY646" fmla="*/ 1506494 h 6858000"/>
              <a:gd name="connsiteX647" fmla="*/ 302168 w 7467600"/>
              <a:gd name="connsiteY647" fmla="*/ 1274495 h 6858000"/>
              <a:gd name="connsiteX648" fmla="*/ 291466 w 7467600"/>
              <a:gd name="connsiteY648" fmla="*/ 1250369 h 6858000"/>
              <a:gd name="connsiteX649" fmla="*/ 678222 w 7467600"/>
              <a:gd name="connsiteY649" fmla="*/ 1248670 h 6858000"/>
              <a:gd name="connsiteX650" fmla="*/ 775536 w 7467600"/>
              <a:gd name="connsiteY650" fmla="*/ 1388015 h 6858000"/>
              <a:gd name="connsiteX651" fmla="*/ 894529 w 7467600"/>
              <a:gd name="connsiteY651" fmla="*/ 1567739 h 6858000"/>
              <a:gd name="connsiteX652" fmla="*/ 948000 w 7467600"/>
              <a:gd name="connsiteY652" fmla="*/ 1663088 h 6858000"/>
              <a:gd name="connsiteX653" fmla="*/ 1006812 w 7467600"/>
              <a:gd name="connsiteY653" fmla="*/ 1767683 h 6858000"/>
              <a:gd name="connsiteX654" fmla="*/ 1149133 w 7467600"/>
              <a:gd name="connsiteY654" fmla="*/ 1971513 h 6858000"/>
              <a:gd name="connsiteX655" fmla="*/ 1333952 w 7467600"/>
              <a:gd name="connsiteY655" fmla="*/ 2251620 h 6858000"/>
              <a:gd name="connsiteX656" fmla="*/ 1337329 w 7467600"/>
              <a:gd name="connsiteY656" fmla="*/ 2258350 h 6858000"/>
              <a:gd name="connsiteX657" fmla="*/ 1014726 w 7467600"/>
              <a:gd name="connsiteY657" fmla="*/ 1615556 h 6858000"/>
              <a:gd name="connsiteX658" fmla="*/ 678222 w 7467600"/>
              <a:gd name="connsiteY658" fmla="*/ 1248670 h 6858000"/>
              <a:gd name="connsiteX659" fmla="*/ 6691602 w 7467600"/>
              <a:gd name="connsiteY659" fmla="*/ 1140573 h 6858000"/>
              <a:gd name="connsiteX660" fmla="*/ 6571100 w 7467600"/>
              <a:gd name="connsiteY660" fmla="*/ 1183662 h 6858000"/>
              <a:gd name="connsiteX661" fmla="*/ 6241687 w 7467600"/>
              <a:gd name="connsiteY661" fmla="*/ 1257600 h 6858000"/>
              <a:gd name="connsiteX662" fmla="*/ 5693009 w 7467600"/>
              <a:gd name="connsiteY662" fmla="*/ 1478256 h 6858000"/>
              <a:gd name="connsiteX663" fmla="*/ 6548420 w 7467600"/>
              <a:gd name="connsiteY663" fmla="*/ 1214599 h 6858000"/>
              <a:gd name="connsiteX664" fmla="*/ 6605473 w 7467600"/>
              <a:gd name="connsiteY664" fmla="*/ 1184686 h 6858000"/>
              <a:gd name="connsiteX665" fmla="*/ 6691602 w 7467600"/>
              <a:gd name="connsiteY665" fmla="*/ 1140573 h 6858000"/>
              <a:gd name="connsiteX666" fmla="*/ 4002475 w 7467600"/>
              <a:gd name="connsiteY666" fmla="*/ 1037802 h 6858000"/>
              <a:gd name="connsiteX667" fmla="*/ 4000324 w 7467600"/>
              <a:gd name="connsiteY667" fmla="*/ 1039362 h 6858000"/>
              <a:gd name="connsiteX668" fmla="*/ 4002862 w 7467600"/>
              <a:gd name="connsiteY668" fmla="*/ 1042866 h 6858000"/>
              <a:gd name="connsiteX669" fmla="*/ 4002475 w 7467600"/>
              <a:gd name="connsiteY669" fmla="*/ 1037802 h 6858000"/>
              <a:gd name="connsiteX670" fmla="*/ 506322 w 7467600"/>
              <a:gd name="connsiteY670" fmla="*/ 1020997 h 6858000"/>
              <a:gd name="connsiteX671" fmla="*/ 533068 w 7467600"/>
              <a:gd name="connsiteY671" fmla="*/ 1029409 h 6858000"/>
              <a:gd name="connsiteX672" fmla="*/ 1232525 w 7467600"/>
              <a:gd name="connsiteY672" fmla="*/ 1804675 h 6858000"/>
              <a:gd name="connsiteX673" fmla="*/ 1388858 w 7467600"/>
              <a:gd name="connsiteY673" fmla="*/ 2368011 h 6858000"/>
              <a:gd name="connsiteX674" fmla="*/ 1384098 w 7467600"/>
              <a:gd name="connsiteY674" fmla="*/ 2378125 h 6858000"/>
              <a:gd name="connsiteX675" fmla="*/ 1425393 w 7467600"/>
              <a:gd name="connsiteY675" fmla="*/ 2589124 h 6858000"/>
              <a:gd name="connsiteX676" fmla="*/ 1424001 w 7467600"/>
              <a:gd name="connsiteY676" fmla="*/ 2597541 h 6858000"/>
              <a:gd name="connsiteX677" fmla="*/ 2152729 w 7467600"/>
              <a:gd name="connsiteY677" fmla="*/ 2864487 h 6858000"/>
              <a:gd name="connsiteX678" fmla="*/ 2020609 w 7467600"/>
              <a:gd name="connsiteY678" fmla="*/ 2539671 h 6858000"/>
              <a:gd name="connsiteX679" fmla="*/ 2018920 w 7467600"/>
              <a:gd name="connsiteY679" fmla="*/ 2536309 h 6858000"/>
              <a:gd name="connsiteX680" fmla="*/ 1342441 w 7467600"/>
              <a:gd name="connsiteY680" fmla="*/ 1173017 h 6858000"/>
              <a:gd name="connsiteX681" fmla="*/ 1367925 w 7467600"/>
              <a:gd name="connsiteY681" fmla="*/ 1135648 h 6858000"/>
              <a:gd name="connsiteX682" fmla="*/ 1771401 w 7467600"/>
              <a:gd name="connsiteY682" fmla="*/ 1806673 h 6858000"/>
              <a:gd name="connsiteX683" fmla="*/ 1972385 w 7467600"/>
              <a:gd name="connsiteY683" fmla="*/ 2198735 h 6858000"/>
              <a:gd name="connsiteX684" fmla="*/ 2040892 w 7467600"/>
              <a:gd name="connsiteY684" fmla="*/ 2405205 h 6858000"/>
              <a:gd name="connsiteX685" fmla="*/ 2131689 w 7467600"/>
              <a:gd name="connsiteY685" fmla="*/ 1936926 h 6858000"/>
              <a:gd name="connsiteX686" fmla="*/ 2454820 w 7467600"/>
              <a:gd name="connsiteY686" fmla="*/ 1248808 h 6858000"/>
              <a:gd name="connsiteX687" fmla="*/ 2492512 w 7467600"/>
              <a:gd name="connsiteY687" fmla="*/ 1302920 h 6858000"/>
              <a:gd name="connsiteX688" fmla="*/ 2081216 w 7467600"/>
              <a:gd name="connsiteY688" fmla="*/ 2527513 h 6858000"/>
              <a:gd name="connsiteX689" fmla="*/ 2081211 w 7467600"/>
              <a:gd name="connsiteY689" fmla="*/ 2528916 h 6858000"/>
              <a:gd name="connsiteX690" fmla="*/ 2199067 w 7467600"/>
              <a:gd name="connsiteY690" fmla="*/ 2884061 h 6858000"/>
              <a:gd name="connsiteX691" fmla="*/ 3192586 w 7467600"/>
              <a:gd name="connsiteY691" fmla="*/ 3411496 h 6858000"/>
              <a:gd name="connsiteX692" fmla="*/ 3182620 w 7467600"/>
              <a:gd name="connsiteY692" fmla="*/ 3483279 h 6858000"/>
              <a:gd name="connsiteX693" fmla="*/ 2435119 w 7467600"/>
              <a:gd name="connsiteY693" fmla="*/ 3080173 h 6858000"/>
              <a:gd name="connsiteX694" fmla="*/ 2410152 w 7467600"/>
              <a:gd name="connsiteY694" fmla="*/ 3063751 h 6858000"/>
              <a:gd name="connsiteX695" fmla="*/ 2408099 w 7467600"/>
              <a:gd name="connsiteY695" fmla="*/ 3064403 h 6858000"/>
              <a:gd name="connsiteX696" fmla="*/ 2407218 w 7467600"/>
              <a:gd name="connsiteY696" fmla="*/ 3070324 h 6858000"/>
              <a:gd name="connsiteX697" fmla="*/ 2380138 w 7467600"/>
              <a:gd name="connsiteY697" fmla="*/ 3099341 h 6858000"/>
              <a:gd name="connsiteX698" fmla="*/ 1765923 w 7467600"/>
              <a:gd name="connsiteY698" fmla="*/ 3581043 h 6858000"/>
              <a:gd name="connsiteX699" fmla="*/ 1702258 w 7467600"/>
              <a:gd name="connsiteY699" fmla="*/ 3612286 h 6858000"/>
              <a:gd name="connsiteX700" fmla="*/ 1538370 w 7467600"/>
              <a:gd name="connsiteY700" fmla="*/ 3811804 h 6858000"/>
              <a:gd name="connsiteX701" fmla="*/ 542867 w 7467600"/>
              <a:gd name="connsiteY701" fmla="*/ 4944092 h 6858000"/>
              <a:gd name="connsiteX702" fmla="*/ 515800 w 7467600"/>
              <a:gd name="connsiteY702" fmla="*/ 4862180 h 6858000"/>
              <a:gd name="connsiteX703" fmla="*/ 909145 w 7467600"/>
              <a:gd name="connsiteY703" fmla="*/ 4199225 h 6858000"/>
              <a:gd name="connsiteX704" fmla="*/ 1214067 w 7467600"/>
              <a:gd name="connsiteY704" fmla="*/ 3908561 h 6858000"/>
              <a:gd name="connsiteX705" fmla="*/ 640967 w 7467600"/>
              <a:gd name="connsiteY705" fmla="*/ 4105601 h 6858000"/>
              <a:gd name="connsiteX706" fmla="*/ 112563 w 7467600"/>
              <a:gd name="connsiteY706" fmla="*/ 4396952 h 6858000"/>
              <a:gd name="connsiteX707" fmla="*/ 0 w 7467600"/>
              <a:gd name="connsiteY707" fmla="*/ 4466006 h 6858000"/>
              <a:gd name="connsiteX708" fmla="*/ 0 w 7467600"/>
              <a:gd name="connsiteY708" fmla="*/ 4233763 h 6858000"/>
              <a:gd name="connsiteX709" fmla="*/ 36881 w 7467600"/>
              <a:gd name="connsiteY709" fmla="*/ 4200118 h 6858000"/>
              <a:gd name="connsiteX710" fmla="*/ 910534 w 7467600"/>
              <a:gd name="connsiteY710" fmla="*/ 3629753 h 6858000"/>
              <a:gd name="connsiteX711" fmla="*/ 1578717 w 7467600"/>
              <a:gd name="connsiteY711" fmla="*/ 3575982 h 6858000"/>
              <a:gd name="connsiteX712" fmla="*/ 2338780 w 7467600"/>
              <a:gd name="connsiteY712" fmla="*/ 3033725 h 6858000"/>
              <a:gd name="connsiteX713" fmla="*/ 1807991 w 7467600"/>
              <a:gd name="connsiteY713" fmla="*/ 2807184 h 6858000"/>
              <a:gd name="connsiteX714" fmla="*/ 1416358 w 7467600"/>
              <a:gd name="connsiteY714" fmla="*/ 3112571 h 6858000"/>
              <a:gd name="connsiteX715" fmla="*/ 939066 w 7467600"/>
              <a:gd name="connsiteY715" fmla="*/ 3378798 h 6858000"/>
              <a:gd name="connsiteX716" fmla="*/ 115099 w 7467600"/>
              <a:gd name="connsiteY716" fmla="*/ 3607650 h 6858000"/>
              <a:gd name="connsiteX717" fmla="*/ 97284 w 7467600"/>
              <a:gd name="connsiteY717" fmla="*/ 3520393 h 6858000"/>
              <a:gd name="connsiteX718" fmla="*/ 922050 w 7467600"/>
              <a:gd name="connsiteY718" fmla="*/ 3074867 h 6858000"/>
              <a:gd name="connsiteX719" fmla="*/ 1405265 w 7467600"/>
              <a:gd name="connsiteY719" fmla="*/ 3016319 h 6858000"/>
              <a:gd name="connsiteX720" fmla="*/ 1407512 w 7467600"/>
              <a:gd name="connsiteY720" fmla="*/ 3018001 h 6858000"/>
              <a:gd name="connsiteX721" fmla="*/ 1726266 w 7467600"/>
              <a:gd name="connsiteY721" fmla="*/ 2777274 h 6858000"/>
              <a:gd name="connsiteX722" fmla="*/ 625390 w 7467600"/>
              <a:gd name="connsiteY722" fmla="*/ 2514541 h 6858000"/>
              <a:gd name="connsiteX723" fmla="*/ 619799 w 7467600"/>
              <a:gd name="connsiteY723" fmla="*/ 2527180 h 6858000"/>
              <a:gd name="connsiteX724" fmla="*/ 310030 w 7467600"/>
              <a:gd name="connsiteY724" fmla="*/ 2771818 h 6858000"/>
              <a:gd name="connsiteX725" fmla="*/ 173877 w 7467600"/>
              <a:gd name="connsiteY725" fmla="*/ 2937056 h 6858000"/>
              <a:gd name="connsiteX726" fmla="*/ 77889 w 7467600"/>
              <a:gd name="connsiteY726" fmla="*/ 3138440 h 6858000"/>
              <a:gd name="connsiteX727" fmla="*/ 0 w 7467600"/>
              <a:gd name="connsiteY727" fmla="*/ 3271395 h 6858000"/>
              <a:gd name="connsiteX728" fmla="*/ 0 w 7467600"/>
              <a:gd name="connsiteY728" fmla="*/ 3153002 h 6858000"/>
              <a:gd name="connsiteX729" fmla="*/ 2386 w 7467600"/>
              <a:gd name="connsiteY729" fmla="*/ 3149203 h 6858000"/>
              <a:gd name="connsiteX730" fmla="*/ 89753 w 7467600"/>
              <a:gd name="connsiteY730" fmla="*/ 2987702 h 6858000"/>
              <a:gd name="connsiteX731" fmla="*/ 76869 w 7467600"/>
              <a:gd name="connsiteY731" fmla="*/ 3005404 h 6858000"/>
              <a:gd name="connsiteX732" fmla="*/ 32049 w 7467600"/>
              <a:gd name="connsiteY732" fmla="*/ 3065814 h 6858000"/>
              <a:gd name="connsiteX733" fmla="*/ 0 w 7467600"/>
              <a:gd name="connsiteY733" fmla="*/ 3108744 h 6858000"/>
              <a:gd name="connsiteX734" fmla="*/ 0 w 7467600"/>
              <a:gd name="connsiteY734" fmla="*/ 3058059 h 6858000"/>
              <a:gd name="connsiteX735" fmla="*/ 7610 w 7467600"/>
              <a:gd name="connsiteY735" fmla="*/ 3047889 h 6858000"/>
              <a:gd name="connsiteX736" fmla="*/ 52419 w 7467600"/>
              <a:gd name="connsiteY736" fmla="*/ 2987479 h 6858000"/>
              <a:gd name="connsiteX737" fmla="*/ 59142 w 7467600"/>
              <a:gd name="connsiteY737" fmla="*/ 2978488 h 6858000"/>
              <a:gd name="connsiteX738" fmla="*/ 0 w 7467600"/>
              <a:gd name="connsiteY738" fmla="*/ 3015334 h 6858000"/>
              <a:gd name="connsiteX739" fmla="*/ 0 w 7467600"/>
              <a:gd name="connsiteY739" fmla="*/ 2914286 h 6858000"/>
              <a:gd name="connsiteX740" fmla="*/ 36383 w 7467600"/>
              <a:gd name="connsiteY740" fmla="*/ 2901128 h 6858000"/>
              <a:gd name="connsiteX741" fmla="*/ 156329 w 7467600"/>
              <a:gd name="connsiteY741" fmla="*/ 2840533 h 6858000"/>
              <a:gd name="connsiteX742" fmla="*/ 358355 w 7467600"/>
              <a:gd name="connsiteY742" fmla="*/ 2620471 h 6858000"/>
              <a:gd name="connsiteX743" fmla="*/ 510577 w 7467600"/>
              <a:gd name="connsiteY743" fmla="*/ 2501244 h 6858000"/>
              <a:gd name="connsiteX744" fmla="*/ 211967 w 7467600"/>
              <a:gd name="connsiteY744" fmla="*/ 2479171 h 6858000"/>
              <a:gd name="connsiteX745" fmla="*/ 0 w 7467600"/>
              <a:gd name="connsiteY745" fmla="*/ 2476398 h 6858000"/>
              <a:gd name="connsiteX746" fmla="*/ 0 w 7467600"/>
              <a:gd name="connsiteY746" fmla="*/ 2389189 h 6858000"/>
              <a:gd name="connsiteX747" fmla="*/ 103062 w 7467600"/>
              <a:gd name="connsiteY747" fmla="*/ 2389518 h 6858000"/>
              <a:gd name="connsiteX748" fmla="*/ 510734 w 7467600"/>
              <a:gd name="connsiteY748" fmla="*/ 2416201 h 6858000"/>
              <a:gd name="connsiteX749" fmla="*/ 279257 w 7467600"/>
              <a:gd name="connsiteY749" fmla="*/ 2092102 h 6858000"/>
              <a:gd name="connsiteX750" fmla="*/ 65265 w 7467600"/>
              <a:gd name="connsiteY750" fmla="*/ 2006049 h 6858000"/>
              <a:gd name="connsiteX751" fmla="*/ 0 w 7467600"/>
              <a:gd name="connsiteY751" fmla="*/ 1982532 h 6858000"/>
              <a:gd name="connsiteX752" fmla="*/ 0 w 7467600"/>
              <a:gd name="connsiteY752" fmla="*/ 1912789 h 6858000"/>
              <a:gd name="connsiteX753" fmla="*/ 97460 w 7467600"/>
              <a:gd name="connsiteY753" fmla="*/ 1953725 h 6858000"/>
              <a:gd name="connsiteX754" fmla="*/ 221272 w 7467600"/>
              <a:gd name="connsiteY754" fmla="*/ 1980766 h 6858000"/>
              <a:gd name="connsiteX755" fmla="*/ 116765 w 7467600"/>
              <a:gd name="connsiteY755" fmla="*/ 1911033 h 6858000"/>
              <a:gd name="connsiteX756" fmla="*/ 16405 w 7467600"/>
              <a:gd name="connsiteY756" fmla="*/ 1803412 h 6858000"/>
              <a:gd name="connsiteX757" fmla="*/ 0 w 7467600"/>
              <a:gd name="connsiteY757" fmla="*/ 1784777 h 6858000"/>
              <a:gd name="connsiteX758" fmla="*/ 0 w 7467600"/>
              <a:gd name="connsiteY758" fmla="*/ 1740082 h 6858000"/>
              <a:gd name="connsiteX759" fmla="*/ 39394 w 7467600"/>
              <a:gd name="connsiteY759" fmla="*/ 1784856 h 6858000"/>
              <a:gd name="connsiteX760" fmla="*/ 135813 w 7467600"/>
              <a:gd name="connsiteY760" fmla="*/ 1888838 h 6858000"/>
              <a:gd name="connsiteX761" fmla="*/ 242575 w 7467600"/>
              <a:gd name="connsiteY761" fmla="*/ 1958841 h 6858000"/>
              <a:gd name="connsiteX762" fmla="*/ 82197 w 7467600"/>
              <a:gd name="connsiteY762" fmla="*/ 1754826 h 6858000"/>
              <a:gd name="connsiteX763" fmla="*/ 0 w 7467600"/>
              <a:gd name="connsiteY763" fmla="*/ 1679650 h 6858000"/>
              <a:gd name="connsiteX764" fmla="*/ 0 w 7467600"/>
              <a:gd name="connsiteY764" fmla="*/ 1602463 h 6858000"/>
              <a:gd name="connsiteX765" fmla="*/ 84689 w 7467600"/>
              <a:gd name="connsiteY765" fmla="*/ 1677442 h 6858000"/>
              <a:gd name="connsiteX766" fmla="*/ 298437 w 7467600"/>
              <a:gd name="connsiteY766" fmla="*/ 1968019 h 6858000"/>
              <a:gd name="connsiteX767" fmla="*/ 227269 w 7467600"/>
              <a:gd name="connsiteY767" fmla="*/ 1114064 h 6858000"/>
              <a:gd name="connsiteX768" fmla="*/ 248003 w 7467600"/>
              <a:gd name="connsiteY768" fmla="*/ 1089613 h 6858000"/>
              <a:gd name="connsiteX769" fmla="*/ 427020 w 7467600"/>
              <a:gd name="connsiteY769" fmla="*/ 1619803 h 6858000"/>
              <a:gd name="connsiteX770" fmla="*/ 340345 w 7467600"/>
              <a:gd name="connsiteY770" fmla="*/ 2027739 h 6858000"/>
              <a:gd name="connsiteX771" fmla="*/ 360865 w 7467600"/>
              <a:gd name="connsiteY771" fmla="*/ 2044827 h 6858000"/>
              <a:gd name="connsiteX772" fmla="*/ 560414 w 7467600"/>
              <a:gd name="connsiteY772" fmla="*/ 2421457 h 6858000"/>
              <a:gd name="connsiteX773" fmla="*/ 1359703 w 7467600"/>
              <a:gd name="connsiteY773" fmla="*/ 2578554 h 6858000"/>
              <a:gd name="connsiteX774" fmla="*/ 1359422 w 7467600"/>
              <a:gd name="connsiteY774" fmla="*/ 2577994 h 6858000"/>
              <a:gd name="connsiteX775" fmla="*/ 828701 w 7467600"/>
              <a:gd name="connsiteY775" fmla="*/ 1839520 h 6858000"/>
              <a:gd name="connsiteX776" fmla="*/ 494427 w 7467600"/>
              <a:gd name="connsiteY776" fmla="*/ 1092333 h 6858000"/>
              <a:gd name="connsiteX777" fmla="*/ 506322 w 7467600"/>
              <a:gd name="connsiteY777" fmla="*/ 1020997 h 6858000"/>
              <a:gd name="connsiteX778" fmla="*/ 4570198 w 7467600"/>
              <a:gd name="connsiteY778" fmla="*/ 978081 h 6858000"/>
              <a:gd name="connsiteX779" fmla="*/ 4523691 w 7467600"/>
              <a:gd name="connsiteY779" fmla="*/ 1127776 h 6858000"/>
              <a:gd name="connsiteX780" fmla="*/ 4509875 w 7467600"/>
              <a:gd name="connsiteY780" fmla="*/ 1167552 h 6858000"/>
              <a:gd name="connsiteX781" fmla="*/ 4478168 w 7467600"/>
              <a:gd name="connsiteY781" fmla="*/ 1260735 h 6858000"/>
              <a:gd name="connsiteX782" fmla="*/ 4409309 w 7467600"/>
              <a:gd name="connsiteY782" fmla="*/ 1666996 h 6858000"/>
              <a:gd name="connsiteX783" fmla="*/ 4370031 w 7467600"/>
              <a:gd name="connsiteY783" fmla="*/ 1955666 h 6858000"/>
              <a:gd name="connsiteX784" fmla="*/ 4570198 w 7467600"/>
              <a:gd name="connsiteY784" fmla="*/ 978081 h 6858000"/>
              <a:gd name="connsiteX785" fmla="*/ 4557898 w 7467600"/>
              <a:gd name="connsiteY785" fmla="*/ 900011 h 6858000"/>
              <a:gd name="connsiteX786" fmla="*/ 4344840 w 7467600"/>
              <a:gd name="connsiteY786" fmla="*/ 1922038 h 6858000"/>
              <a:gd name="connsiteX787" fmla="*/ 4378710 w 7467600"/>
              <a:gd name="connsiteY787" fmla="*/ 1665516 h 6858000"/>
              <a:gd name="connsiteX788" fmla="*/ 4448798 w 7467600"/>
              <a:gd name="connsiteY788" fmla="*/ 1253024 h 6858000"/>
              <a:gd name="connsiteX789" fmla="*/ 4480315 w 7467600"/>
              <a:gd name="connsiteY789" fmla="*/ 1158454 h 6858000"/>
              <a:gd name="connsiteX790" fmla="*/ 4494133 w 7467600"/>
              <a:gd name="connsiteY790" fmla="*/ 1118676 h 6858000"/>
              <a:gd name="connsiteX791" fmla="*/ 4557898 w 7467600"/>
              <a:gd name="connsiteY791" fmla="*/ 900011 h 6858000"/>
              <a:gd name="connsiteX792" fmla="*/ 5870151 w 7467600"/>
              <a:gd name="connsiteY792" fmla="*/ 898890 h 6858000"/>
              <a:gd name="connsiteX793" fmla="*/ 5861335 w 7467600"/>
              <a:gd name="connsiteY793" fmla="*/ 899177 h 6858000"/>
              <a:gd name="connsiteX794" fmla="*/ 5843702 w 7467600"/>
              <a:gd name="connsiteY794" fmla="*/ 899748 h 6858000"/>
              <a:gd name="connsiteX795" fmla="*/ 5651107 w 7467600"/>
              <a:gd name="connsiteY795" fmla="*/ 920306 h 6858000"/>
              <a:gd name="connsiteX796" fmla="*/ 5459407 w 7467600"/>
              <a:gd name="connsiteY796" fmla="*/ 940975 h 6858000"/>
              <a:gd name="connsiteX797" fmla="*/ 5374846 w 7467600"/>
              <a:gd name="connsiteY797" fmla="*/ 941988 h 6858000"/>
              <a:gd name="connsiteX798" fmla="*/ 5256105 w 7467600"/>
              <a:gd name="connsiteY798" fmla="*/ 945632 h 6858000"/>
              <a:gd name="connsiteX799" fmla="*/ 5107071 w 7467600"/>
              <a:gd name="connsiteY799" fmla="*/ 969720 h 6858000"/>
              <a:gd name="connsiteX800" fmla="*/ 4998681 w 7467600"/>
              <a:gd name="connsiteY800" fmla="*/ 988771 h 6858000"/>
              <a:gd name="connsiteX801" fmla="*/ 5870151 w 7467600"/>
              <a:gd name="connsiteY801" fmla="*/ 898890 h 6858000"/>
              <a:gd name="connsiteX802" fmla="*/ 5504425 w 7467600"/>
              <a:gd name="connsiteY802" fmla="*/ 848067 h 6858000"/>
              <a:gd name="connsiteX803" fmla="*/ 4968849 w 7467600"/>
              <a:gd name="connsiteY803" fmla="*/ 962318 h 6858000"/>
              <a:gd name="connsiteX804" fmla="*/ 5104039 w 7467600"/>
              <a:gd name="connsiteY804" fmla="*/ 940634 h 6858000"/>
              <a:gd name="connsiteX805" fmla="*/ 5256311 w 7467600"/>
              <a:gd name="connsiteY805" fmla="*/ 916490 h 6858000"/>
              <a:gd name="connsiteX806" fmla="*/ 5377381 w 7467600"/>
              <a:gd name="connsiteY806" fmla="*/ 912671 h 6858000"/>
              <a:gd name="connsiteX807" fmla="*/ 5460148 w 7467600"/>
              <a:gd name="connsiteY807" fmla="*/ 911442 h 6858000"/>
              <a:gd name="connsiteX808" fmla="*/ 5648971 w 7467600"/>
              <a:gd name="connsiteY808" fmla="*/ 891331 h 6858000"/>
              <a:gd name="connsiteX809" fmla="*/ 5844807 w 7467600"/>
              <a:gd name="connsiteY809" fmla="*/ 870718 h 6858000"/>
              <a:gd name="connsiteX810" fmla="*/ 5862975 w 7467600"/>
              <a:gd name="connsiteY810" fmla="*/ 869756 h 6858000"/>
              <a:gd name="connsiteX811" fmla="*/ 5920887 w 7467600"/>
              <a:gd name="connsiteY811" fmla="*/ 865929 h 6858000"/>
              <a:gd name="connsiteX812" fmla="*/ 5504425 w 7467600"/>
              <a:gd name="connsiteY812" fmla="*/ 848067 h 6858000"/>
              <a:gd name="connsiteX813" fmla="*/ 3607114 w 7467600"/>
              <a:gd name="connsiteY813" fmla="*/ 467441 h 6858000"/>
              <a:gd name="connsiteX814" fmla="*/ 3296242 w 7467600"/>
              <a:gd name="connsiteY814" fmla="*/ 807991 h 6858000"/>
              <a:gd name="connsiteX815" fmla="*/ 3174674 w 7467600"/>
              <a:gd name="connsiteY815" fmla="*/ 919759 h 6858000"/>
              <a:gd name="connsiteX816" fmla="*/ 3042978 w 7467600"/>
              <a:gd name="connsiteY816" fmla="*/ 1054894 h 6858000"/>
              <a:gd name="connsiteX817" fmla="*/ 2968914 w 7467600"/>
              <a:gd name="connsiteY817" fmla="*/ 1133756 h 6858000"/>
              <a:gd name="connsiteX818" fmla="*/ 3103823 w 7467600"/>
              <a:gd name="connsiteY818" fmla="*/ 1026814 h 6858000"/>
              <a:gd name="connsiteX819" fmla="*/ 3607114 w 7467600"/>
              <a:gd name="connsiteY819" fmla="*/ 467441 h 6858000"/>
              <a:gd name="connsiteX820" fmla="*/ 3744487 w 7467600"/>
              <a:gd name="connsiteY820" fmla="*/ 383136 h 6858000"/>
              <a:gd name="connsiteX821" fmla="*/ 3970213 w 7467600"/>
              <a:gd name="connsiteY821" fmla="*/ 995559 h 6858000"/>
              <a:gd name="connsiteX822" fmla="*/ 3744487 w 7467600"/>
              <a:gd name="connsiteY822" fmla="*/ 383136 h 6858000"/>
              <a:gd name="connsiteX823" fmla="*/ 3624562 w 7467600"/>
              <a:gd name="connsiteY823" fmla="*/ 367041 h 6858000"/>
              <a:gd name="connsiteX824" fmla="*/ 3489712 w 7467600"/>
              <a:gd name="connsiteY824" fmla="*/ 485386 h 6858000"/>
              <a:gd name="connsiteX825" fmla="*/ 3182994 w 7467600"/>
              <a:gd name="connsiteY825" fmla="*/ 828265 h 6858000"/>
              <a:gd name="connsiteX826" fmla="*/ 2892114 w 7467600"/>
              <a:gd name="connsiteY826" fmla="*/ 1172635 h 6858000"/>
              <a:gd name="connsiteX827" fmla="*/ 3021459 w 7467600"/>
              <a:gd name="connsiteY827" fmla="*/ 1035385 h 6858000"/>
              <a:gd name="connsiteX828" fmla="*/ 3153873 w 7467600"/>
              <a:gd name="connsiteY828" fmla="*/ 898971 h 6858000"/>
              <a:gd name="connsiteX829" fmla="*/ 3276511 w 7467600"/>
              <a:gd name="connsiteY829" fmla="*/ 786423 h 6858000"/>
              <a:gd name="connsiteX830" fmla="*/ 3584154 w 7467600"/>
              <a:gd name="connsiteY830" fmla="*/ 448218 h 6858000"/>
              <a:gd name="connsiteX831" fmla="*/ 3624562 w 7467600"/>
              <a:gd name="connsiteY831" fmla="*/ 367041 h 6858000"/>
              <a:gd name="connsiteX832" fmla="*/ 3766672 w 7467600"/>
              <a:gd name="connsiteY832" fmla="*/ 359429 h 6858000"/>
              <a:gd name="connsiteX833" fmla="*/ 3996338 w 7467600"/>
              <a:gd name="connsiteY833" fmla="*/ 968237 h 6858000"/>
              <a:gd name="connsiteX834" fmla="*/ 3766672 w 7467600"/>
              <a:gd name="connsiteY834" fmla="*/ 359429 h 6858000"/>
              <a:gd name="connsiteX835" fmla="*/ 5805386 w 7467600"/>
              <a:gd name="connsiteY835" fmla="*/ 239240 h 6858000"/>
              <a:gd name="connsiteX836" fmla="*/ 5736947 w 7467600"/>
              <a:gd name="connsiteY836" fmla="*/ 261367 h 6858000"/>
              <a:gd name="connsiteX837" fmla="*/ 5427012 w 7467600"/>
              <a:gd name="connsiteY837" fmla="*/ 311272 h 6858000"/>
              <a:gd name="connsiteX838" fmla="*/ 5147818 w 7467600"/>
              <a:gd name="connsiteY838" fmla="*/ 322112 h 6858000"/>
              <a:gd name="connsiteX839" fmla="*/ 5060854 w 7467600"/>
              <a:gd name="connsiteY839" fmla="*/ 311882 h 6858000"/>
              <a:gd name="connsiteX840" fmla="*/ 4945989 w 7467600"/>
              <a:gd name="connsiteY840" fmla="*/ 300516 h 6858000"/>
              <a:gd name="connsiteX841" fmla="*/ 5410479 w 7467600"/>
              <a:gd name="connsiteY841" fmla="*/ 348434 h 6858000"/>
              <a:gd name="connsiteX842" fmla="*/ 5805386 w 7467600"/>
              <a:gd name="connsiteY842" fmla="*/ 239240 h 6858000"/>
              <a:gd name="connsiteX843" fmla="*/ 5905192 w 7467600"/>
              <a:gd name="connsiteY843" fmla="*/ 163079 h 6858000"/>
              <a:gd name="connsiteX844" fmla="*/ 5865655 w 7467600"/>
              <a:gd name="connsiteY844" fmla="*/ 171901 h 6858000"/>
              <a:gd name="connsiteX845" fmla="*/ 5259740 w 7467600"/>
              <a:gd name="connsiteY845" fmla="*/ 257013 h 6858000"/>
              <a:gd name="connsiteX846" fmla="*/ 5208466 w 7467600"/>
              <a:gd name="connsiteY846" fmla="*/ 257550 h 6858000"/>
              <a:gd name="connsiteX847" fmla="*/ 4980204 w 7467600"/>
              <a:gd name="connsiteY847" fmla="*/ 271903 h 6858000"/>
              <a:gd name="connsiteX848" fmla="*/ 5068068 w 7467600"/>
              <a:gd name="connsiteY848" fmla="*/ 282244 h 6858000"/>
              <a:gd name="connsiteX849" fmla="*/ 5153231 w 7467600"/>
              <a:gd name="connsiteY849" fmla="*/ 292240 h 6858000"/>
              <a:gd name="connsiteX850" fmla="*/ 5426491 w 7467600"/>
              <a:gd name="connsiteY850" fmla="*/ 281128 h 6858000"/>
              <a:gd name="connsiteX851" fmla="*/ 5731212 w 7467600"/>
              <a:gd name="connsiteY851" fmla="*/ 231951 h 6858000"/>
              <a:gd name="connsiteX852" fmla="*/ 5905192 w 7467600"/>
              <a:gd name="connsiteY852" fmla="*/ 163079 h 6858000"/>
              <a:gd name="connsiteX853" fmla="*/ 5944437 w 7467600"/>
              <a:gd name="connsiteY853" fmla="*/ 113829 h 6858000"/>
              <a:gd name="connsiteX854" fmla="*/ 5825032 w 7467600"/>
              <a:gd name="connsiteY854" fmla="*/ 146405 h 6858000"/>
              <a:gd name="connsiteX855" fmla="*/ 4955599 w 7467600"/>
              <a:gd name="connsiteY855" fmla="*/ 247008 h 6858000"/>
              <a:gd name="connsiteX856" fmla="*/ 5210104 w 7467600"/>
              <a:gd name="connsiteY856" fmla="*/ 228123 h 6858000"/>
              <a:gd name="connsiteX857" fmla="*/ 5261015 w 7467600"/>
              <a:gd name="connsiteY857" fmla="*/ 227087 h 6858000"/>
              <a:gd name="connsiteX858" fmla="*/ 5861181 w 7467600"/>
              <a:gd name="connsiteY858" fmla="*/ 143093 h 6858000"/>
              <a:gd name="connsiteX859" fmla="*/ 5961252 w 7467600"/>
              <a:gd name="connsiteY859" fmla="*/ 114820 h 6858000"/>
              <a:gd name="connsiteX860" fmla="*/ 5944437 w 7467600"/>
              <a:gd name="connsiteY860" fmla="*/ 113829 h 6858000"/>
              <a:gd name="connsiteX861" fmla="*/ 3882765 w 7467600"/>
              <a:gd name="connsiteY861" fmla="*/ 0 h 6858000"/>
              <a:gd name="connsiteX862" fmla="*/ 3995099 w 7467600"/>
              <a:gd name="connsiteY862" fmla="*/ 0 h 6858000"/>
              <a:gd name="connsiteX863" fmla="*/ 4163818 w 7467600"/>
              <a:gd name="connsiteY863" fmla="*/ 234104 h 6858000"/>
              <a:gd name="connsiteX864" fmla="*/ 4172099 w 7467600"/>
              <a:gd name="connsiteY864" fmla="*/ 234207 h 6858000"/>
              <a:gd name="connsiteX865" fmla="*/ 4784282 w 7467600"/>
              <a:gd name="connsiteY865" fmla="*/ 276561 h 6858000"/>
              <a:gd name="connsiteX866" fmla="*/ 4801687 w 7467600"/>
              <a:gd name="connsiteY866" fmla="*/ 267764 h 6858000"/>
              <a:gd name="connsiteX867" fmla="*/ 6082788 w 7467600"/>
              <a:gd name="connsiteY867" fmla="*/ 64119 h 6858000"/>
              <a:gd name="connsiteX868" fmla="*/ 6099442 w 7467600"/>
              <a:gd name="connsiteY868" fmla="*/ 82568 h 6858000"/>
              <a:gd name="connsiteX869" fmla="*/ 4804137 w 7467600"/>
              <a:gd name="connsiteY869" fmla="*/ 320931 h 6858000"/>
              <a:gd name="connsiteX870" fmla="*/ 4227047 w 7467600"/>
              <a:gd name="connsiteY870" fmla="*/ 313415 h 6858000"/>
              <a:gd name="connsiteX871" fmla="*/ 4346041 w 7467600"/>
              <a:gd name="connsiteY871" fmla="*/ 456086 h 6858000"/>
              <a:gd name="connsiteX872" fmla="*/ 4870967 w 7467600"/>
              <a:gd name="connsiteY872" fmla="*/ 963061 h 6858000"/>
              <a:gd name="connsiteX873" fmla="*/ 4889647 w 7467600"/>
              <a:gd name="connsiteY873" fmla="*/ 957147 h 6858000"/>
              <a:gd name="connsiteX874" fmla="*/ 5422504 w 7467600"/>
              <a:gd name="connsiteY874" fmla="*/ 805191 h 6858000"/>
              <a:gd name="connsiteX875" fmla="*/ 6087656 w 7467600"/>
              <a:gd name="connsiteY875" fmla="*/ 826703 h 6858000"/>
              <a:gd name="connsiteX876" fmla="*/ 6058717 w 7467600"/>
              <a:gd name="connsiteY876" fmla="*/ 865992 h 6858000"/>
              <a:gd name="connsiteX877" fmla="*/ 4974153 w 7467600"/>
              <a:gd name="connsiteY877" fmla="*/ 1045456 h 6858000"/>
              <a:gd name="connsiteX878" fmla="*/ 5627835 w 7467600"/>
              <a:gd name="connsiteY878" fmla="*/ 1472077 h 6858000"/>
              <a:gd name="connsiteX879" fmla="*/ 5629817 w 7467600"/>
              <a:gd name="connsiteY879" fmla="*/ 1471412 h 6858000"/>
              <a:gd name="connsiteX880" fmla="*/ 5634124 w 7467600"/>
              <a:gd name="connsiteY880" fmla="*/ 1470572 h 6858000"/>
              <a:gd name="connsiteX881" fmla="*/ 5755832 w 7467600"/>
              <a:gd name="connsiteY881" fmla="*/ 1383886 h 6858000"/>
              <a:gd name="connsiteX882" fmla="*/ 6014186 w 7467600"/>
              <a:gd name="connsiteY882" fmla="*/ 1279799 h 6858000"/>
              <a:gd name="connsiteX883" fmla="*/ 6901619 w 7467600"/>
              <a:gd name="connsiteY883" fmla="*/ 1047874 h 6858000"/>
              <a:gd name="connsiteX884" fmla="*/ 6931566 w 7467600"/>
              <a:gd name="connsiteY884" fmla="*/ 1062034 h 6858000"/>
              <a:gd name="connsiteX885" fmla="*/ 5790982 w 7467600"/>
              <a:gd name="connsiteY885" fmla="*/ 1561380 h 6858000"/>
              <a:gd name="connsiteX886" fmla="*/ 6188971 w 7467600"/>
              <a:gd name="connsiteY886" fmla="*/ 1755168 h 6858000"/>
              <a:gd name="connsiteX887" fmla="*/ 6202446 w 7467600"/>
              <a:gd name="connsiteY887" fmla="*/ 1752268 h 6858000"/>
              <a:gd name="connsiteX888" fmla="*/ 7179560 w 7467600"/>
              <a:gd name="connsiteY888" fmla="*/ 1467551 h 6858000"/>
              <a:gd name="connsiteX889" fmla="*/ 7158730 w 7467600"/>
              <a:gd name="connsiteY889" fmla="*/ 1507835 h 6858000"/>
              <a:gd name="connsiteX890" fmla="*/ 6326959 w 7467600"/>
              <a:gd name="connsiteY890" fmla="*/ 1817686 h 6858000"/>
              <a:gd name="connsiteX891" fmla="*/ 6537433 w 7467600"/>
              <a:gd name="connsiteY891" fmla="*/ 1907790 h 6858000"/>
              <a:gd name="connsiteX892" fmla="*/ 6550221 w 7467600"/>
              <a:gd name="connsiteY892" fmla="*/ 1910729 h 6858000"/>
              <a:gd name="connsiteX893" fmla="*/ 6964438 w 7467600"/>
              <a:gd name="connsiteY893" fmla="*/ 2209505 h 6858000"/>
              <a:gd name="connsiteX894" fmla="*/ 7367862 w 7467600"/>
              <a:gd name="connsiteY894" fmla="*/ 2806833 h 6858000"/>
              <a:gd name="connsiteX895" fmla="*/ 7364329 w 7467600"/>
              <a:gd name="connsiteY895" fmla="*/ 2826907 h 6858000"/>
              <a:gd name="connsiteX896" fmla="*/ 7290545 w 7467600"/>
              <a:gd name="connsiteY896" fmla="*/ 2850663 h 6858000"/>
              <a:gd name="connsiteX897" fmla="*/ 6472036 w 7467600"/>
              <a:gd name="connsiteY897" fmla="*/ 1959003 h 6858000"/>
              <a:gd name="connsiteX898" fmla="*/ 5792897 w 7467600"/>
              <a:gd name="connsiteY898" fmla="*/ 1647747 h 6858000"/>
              <a:gd name="connsiteX899" fmla="*/ 5842751 w 7467600"/>
              <a:gd name="connsiteY899" fmla="*/ 1816112 h 6858000"/>
              <a:gd name="connsiteX900" fmla="*/ 5847424 w 7467600"/>
              <a:gd name="connsiteY900" fmla="*/ 1815776 h 6858000"/>
              <a:gd name="connsiteX901" fmla="*/ 6399821 w 7467600"/>
              <a:gd name="connsiteY901" fmla="*/ 2344799 h 6858000"/>
              <a:gd name="connsiteX902" fmla="*/ 6323232 w 7467600"/>
              <a:gd name="connsiteY902" fmla="*/ 2389634 h 6858000"/>
              <a:gd name="connsiteX903" fmla="*/ 5942958 w 7467600"/>
              <a:gd name="connsiteY903" fmla="*/ 2077708 h 6858000"/>
              <a:gd name="connsiteX904" fmla="*/ 5921559 w 7467600"/>
              <a:gd name="connsiteY904" fmla="*/ 2378596 h 6858000"/>
              <a:gd name="connsiteX905" fmla="*/ 5817651 w 7467600"/>
              <a:gd name="connsiteY905" fmla="*/ 3023919 h 6858000"/>
              <a:gd name="connsiteX906" fmla="*/ 5729634 w 7467600"/>
              <a:gd name="connsiteY906" fmla="*/ 3051849 h 6858000"/>
              <a:gd name="connsiteX907" fmla="*/ 5611018 w 7467600"/>
              <a:gd name="connsiteY907" fmla="*/ 2316769 h 6858000"/>
              <a:gd name="connsiteX908" fmla="*/ 5687608 w 7467600"/>
              <a:gd name="connsiteY908" fmla="*/ 2039972 h 6858000"/>
              <a:gd name="connsiteX909" fmla="*/ 5657554 w 7467600"/>
              <a:gd name="connsiteY909" fmla="*/ 1576445 h 6858000"/>
              <a:gd name="connsiteX910" fmla="*/ 5150475 w 7467600"/>
              <a:gd name="connsiteY910" fmla="*/ 1274012 h 6858000"/>
              <a:gd name="connsiteX911" fmla="*/ 5349142 w 7467600"/>
              <a:gd name="connsiteY911" fmla="*/ 2204405 h 6858000"/>
              <a:gd name="connsiteX912" fmla="*/ 5262214 w 7467600"/>
              <a:gd name="connsiteY912" fmla="*/ 2233836 h 6858000"/>
              <a:gd name="connsiteX913" fmla="*/ 4981539 w 7467600"/>
              <a:gd name="connsiteY913" fmla="*/ 1542201 h 6858000"/>
              <a:gd name="connsiteX914" fmla="*/ 4958461 w 7467600"/>
              <a:gd name="connsiteY914" fmla="*/ 1136957 h 6858000"/>
              <a:gd name="connsiteX915" fmla="*/ 4655015 w 7467600"/>
              <a:gd name="connsiteY915" fmla="*/ 891426 h 6858000"/>
              <a:gd name="connsiteX916" fmla="*/ 4348002 w 7467600"/>
              <a:gd name="connsiteY916" fmla="*/ 2205895 h 6858000"/>
              <a:gd name="connsiteX917" fmla="*/ 4262250 w 7467600"/>
              <a:gd name="connsiteY917" fmla="*/ 2219972 h 6858000"/>
              <a:gd name="connsiteX918" fmla="*/ 4550611 w 7467600"/>
              <a:gd name="connsiteY918" fmla="*/ 817540 h 6858000"/>
              <a:gd name="connsiteX919" fmla="*/ 4564418 w 7467600"/>
              <a:gd name="connsiteY919" fmla="*/ 808293 h 6858000"/>
              <a:gd name="connsiteX920" fmla="*/ 4266388 w 7467600"/>
              <a:gd name="connsiteY920" fmla="*/ 500083 h 6858000"/>
              <a:gd name="connsiteX921" fmla="*/ 4032842 w 7467600"/>
              <a:gd name="connsiteY921" fmla="*/ 211809 h 6858000"/>
              <a:gd name="connsiteX922" fmla="*/ 3882765 w 7467600"/>
              <a:gd name="connsiteY922" fmla="*/ 0 h 6858000"/>
              <a:gd name="connsiteX923" fmla="*/ 3721337 w 7467600"/>
              <a:gd name="connsiteY923" fmla="*/ 0 h 6858000"/>
              <a:gd name="connsiteX924" fmla="*/ 3797544 w 7467600"/>
              <a:gd name="connsiteY924" fmla="*/ 0 h 6858000"/>
              <a:gd name="connsiteX925" fmla="*/ 3775734 w 7467600"/>
              <a:gd name="connsiteY925" fmla="*/ 95131 h 6858000"/>
              <a:gd name="connsiteX926" fmla="*/ 3724807 w 7467600"/>
              <a:gd name="connsiteY926" fmla="*/ 272257 h 6858000"/>
              <a:gd name="connsiteX927" fmla="*/ 3726844 w 7467600"/>
              <a:gd name="connsiteY927" fmla="*/ 282988 h 6858000"/>
              <a:gd name="connsiteX928" fmla="*/ 3742664 w 7467600"/>
              <a:gd name="connsiteY928" fmla="*/ 279918 h 6858000"/>
              <a:gd name="connsiteX929" fmla="*/ 4103910 w 7467600"/>
              <a:gd name="connsiteY929" fmla="*/ 1161917 h 6858000"/>
              <a:gd name="connsiteX930" fmla="*/ 4020269 w 7467600"/>
              <a:gd name="connsiteY930" fmla="*/ 1200406 h 6858000"/>
              <a:gd name="connsiteX931" fmla="*/ 3674882 w 7467600"/>
              <a:gd name="connsiteY931" fmla="*/ 488524 h 6858000"/>
              <a:gd name="connsiteX932" fmla="*/ 3132682 w 7467600"/>
              <a:gd name="connsiteY932" fmla="*/ 1072284 h 6858000"/>
              <a:gd name="connsiteX933" fmla="*/ 2716346 w 7467600"/>
              <a:gd name="connsiteY933" fmla="*/ 1276376 h 6858000"/>
              <a:gd name="connsiteX934" fmla="*/ 2716772 w 7467600"/>
              <a:gd name="connsiteY934" fmla="*/ 1255462 h 6858000"/>
              <a:gd name="connsiteX935" fmla="*/ 3471096 w 7467600"/>
              <a:gd name="connsiteY935" fmla="*/ 437072 h 6858000"/>
              <a:gd name="connsiteX936" fmla="*/ 3639057 w 7467600"/>
              <a:gd name="connsiteY936" fmla="*/ 286334 h 6858000"/>
              <a:gd name="connsiteX937" fmla="*/ 3640309 w 7467600"/>
              <a:gd name="connsiteY937" fmla="*/ 284664 h 6858000"/>
              <a:gd name="connsiteX938" fmla="*/ 3646022 w 7467600"/>
              <a:gd name="connsiteY938" fmla="*/ 276711 h 6858000"/>
              <a:gd name="connsiteX939" fmla="*/ 3707943 w 7467600"/>
              <a:gd name="connsiteY939" fmla="*/ 65958 h 6858000"/>
              <a:gd name="connsiteX940" fmla="*/ 3721337 w 7467600"/>
              <a:gd name="connsiteY940" fmla="*/ 0 h 6858000"/>
              <a:gd name="connsiteX941" fmla="*/ 2867960 w 7467600"/>
              <a:gd name="connsiteY941" fmla="*/ 0 h 6858000"/>
              <a:gd name="connsiteX942" fmla="*/ 2926351 w 7467600"/>
              <a:gd name="connsiteY942" fmla="*/ 0 h 6858000"/>
              <a:gd name="connsiteX943" fmla="*/ 2902823 w 7467600"/>
              <a:gd name="connsiteY943" fmla="*/ 262929 h 6858000"/>
              <a:gd name="connsiteX944" fmla="*/ 2940663 w 7467600"/>
              <a:gd name="connsiteY944" fmla="*/ 140884 h 6858000"/>
              <a:gd name="connsiteX945" fmla="*/ 2947039 w 7467600"/>
              <a:gd name="connsiteY945" fmla="*/ 122524 h 6858000"/>
              <a:gd name="connsiteX946" fmla="*/ 2984316 w 7467600"/>
              <a:gd name="connsiteY946" fmla="*/ 0 h 6858000"/>
              <a:gd name="connsiteX947" fmla="*/ 3016114 w 7467600"/>
              <a:gd name="connsiteY947" fmla="*/ 0 h 6858000"/>
              <a:gd name="connsiteX948" fmla="*/ 2979949 w 7467600"/>
              <a:gd name="connsiteY948" fmla="*/ 119274 h 6858000"/>
              <a:gd name="connsiteX949" fmla="*/ 3023879 w 7467600"/>
              <a:gd name="connsiteY949" fmla="*/ 0 h 6858000"/>
              <a:gd name="connsiteX950" fmla="*/ 3105400 w 7467600"/>
              <a:gd name="connsiteY950" fmla="*/ 0 h 6858000"/>
              <a:gd name="connsiteX951" fmla="*/ 3094669 w 7467600"/>
              <a:gd name="connsiteY951" fmla="*/ 30308 h 6858000"/>
              <a:gd name="connsiteX952" fmla="*/ 2901945 w 7467600"/>
              <a:gd name="connsiteY952" fmla="*/ 466538 h 6858000"/>
              <a:gd name="connsiteX953" fmla="*/ 2815209 w 7467600"/>
              <a:gd name="connsiteY953" fmla="*/ 497361 h 6858000"/>
              <a:gd name="connsiteX954" fmla="*/ 2844845 w 7467600"/>
              <a:gd name="connsiteY954" fmla="*/ 127638 h 6858000"/>
              <a:gd name="connsiteX955" fmla="*/ 2867960 w 7467600"/>
              <a:gd name="connsiteY955" fmla="*/ 0 h 6858000"/>
              <a:gd name="connsiteX956" fmla="*/ 1057230 w 7467600"/>
              <a:gd name="connsiteY956" fmla="*/ 0 h 6858000"/>
              <a:gd name="connsiteX957" fmla="*/ 1111003 w 7467600"/>
              <a:gd name="connsiteY957" fmla="*/ 0 h 6858000"/>
              <a:gd name="connsiteX958" fmla="*/ 1125553 w 7467600"/>
              <a:gd name="connsiteY958" fmla="*/ 52588 h 6858000"/>
              <a:gd name="connsiteX959" fmla="*/ 1304276 w 7467600"/>
              <a:gd name="connsiteY959" fmla="*/ 476275 h 6858000"/>
              <a:gd name="connsiteX960" fmla="*/ 1492066 w 7467600"/>
              <a:gd name="connsiteY960" fmla="*/ 886333 h 6858000"/>
              <a:gd name="connsiteX961" fmla="*/ 1423698 w 7467600"/>
              <a:gd name="connsiteY961" fmla="*/ 710817 h 6858000"/>
              <a:gd name="connsiteX962" fmla="*/ 1357609 w 7467600"/>
              <a:gd name="connsiteY962" fmla="*/ 532892 h 6858000"/>
              <a:gd name="connsiteX963" fmla="*/ 1309550 w 7467600"/>
              <a:gd name="connsiteY963" fmla="*/ 374031 h 6858000"/>
              <a:gd name="connsiteX964" fmla="*/ 1193673 w 7467600"/>
              <a:gd name="connsiteY964" fmla="*/ 49533 h 6858000"/>
              <a:gd name="connsiteX965" fmla="*/ 1164391 w 7467600"/>
              <a:gd name="connsiteY965" fmla="*/ 0 h 6858000"/>
              <a:gd name="connsiteX966" fmla="*/ 1200666 w 7467600"/>
              <a:gd name="connsiteY966" fmla="*/ 0 h 6858000"/>
              <a:gd name="connsiteX967" fmla="*/ 1223408 w 7467600"/>
              <a:gd name="connsiteY967" fmla="*/ 38996 h 6858000"/>
              <a:gd name="connsiteX968" fmla="*/ 1339635 w 7467600"/>
              <a:gd name="connsiteY968" fmla="*/ 365517 h 6858000"/>
              <a:gd name="connsiteX969" fmla="*/ 1387469 w 7467600"/>
              <a:gd name="connsiteY969" fmla="*/ 523079 h 6858000"/>
              <a:gd name="connsiteX970" fmla="*/ 1452685 w 7467600"/>
              <a:gd name="connsiteY970" fmla="*/ 699806 h 6858000"/>
              <a:gd name="connsiteX971" fmla="*/ 1492092 w 7467600"/>
              <a:gd name="connsiteY971" fmla="*/ 800424 h 6858000"/>
              <a:gd name="connsiteX972" fmla="*/ 1455302 w 7467600"/>
              <a:gd name="connsiteY972" fmla="*/ 632913 h 6858000"/>
              <a:gd name="connsiteX973" fmla="*/ 1222336 w 7467600"/>
              <a:gd name="connsiteY973" fmla="*/ 9480 h 6858000"/>
              <a:gd name="connsiteX974" fmla="*/ 1214634 w 7467600"/>
              <a:gd name="connsiteY974" fmla="*/ 0 h 6858000"/>
              <a:gd name="connsiteX975" fmla="*/ 1289827 w 7467600"/>
              <a:gd name="connsiteY975" fmla="*/ 0 h 6858000"/>
              <a:gd name="connsiteX976" fmla="*/ 1321076 w 7467600"/>
              <a:gd name="connsiteY976" fmla="*/ 59722 h 6858000"/>
              <a:gd name="connsiteX977" fmla="*/ 1512579 w 7467600"/>
              <a:gd name="connsiteY977" fmla="*/ 626441 h 6858000"/>
              <a:gd name="connsiteX978" fmla="*/ 1506076 w 7467600"/>
              <a:gd name="connsiteY978" fmla="*/ 1089289 h 6858000"/>
              <a:gd name="connsiteX979" fmla="*/ 1486346 w 7467600"/>
              <a:gd name="connsiteY979" fmla="*/ 1079919 h 6858000"/>
              <a:gd name="connsiteX980" fmla="*/ 1070511 w 7467600"/>
              <a:gd name="connsiteY980" fmla="*/ 48609 h 6858000"/>
              <a:gd name="connsiteX981" fmla="*/ 1057230 w 7467600"/>
              <a:gd name="connsiteY981" fmla="*/ 0 h 6858000"/>
              <a:gd name="connsiteX982" fmla="*/ 43151 w 7467600"/>
              <a:gd name="connsiteY982" fmla="*/ 0 h 6858000"/>
              <a:gd name="connsiteX983" fmla="*/ 95283 w 7467600"/>
              <a:gd name="connsiteY983" fmla="*/ 0 h 6858000"/>
              <a:gd name="connsiteX984" fmla="*/ 300708 w 7467600"/>
              <a:gd name="connsiteY984" fmla="*/ 154571 h 6858000"/>
              <a:gd name="connsiteX985" fmla="*/ 530414 w 7467600"/>
              <a:gd name="connsiteY985" fmla="*/ 354673 h 6858000"/>
              <a:gd name="connsiteX986" fmla="*/ 333785 w 7467600"/>
              <a:gd name="connsiteY986" fmla="*/ 161564 h 6858000"/>
              <a:gd name="connsiteX987" fmla="*/ 147005 w 7467600"/>
              <a:gd name="connsiteY987" fmla="*/ 0 h 6858000"/>
              <a:gd name="connsiteX988" fmla="*/ 272509 w 7467600"/>
              <a:gd name="connsiteY988" fmla="*/ 0 h 6858000"/>
              <a:gd name="connsiteX989" fmla="*/ 326276 w 7467600"/>
              <a:gd name="connsiteY989" fmla="*/ 45847 h 6858000"/>
              <a:gd name="connsiteX990" fmla="*/ 823759 w 7467600"/>
              <a:gd name="connsiteY990" fmla="*/ 574145 h 6858000"/>
              <a:gd name="connsiteX991" fmla="*/ 811254 w 7467600"/>
              <a:gd name="connsiteY991" fmla="*/ 665546 h 6858000"/>
              <a:gd name="connsiteX992" fmla="*/ 154042 w 7467600"/>
              <a:gd name="connsiteY992" fmla="*/ 261522 h 6858000"/>
              <a:gd name="connsiteX993" fmla="*/ 13550 w 7467600"/>
              <a:gd name="connsiteY993" fmla="*/ 158423 h 6858000"/>
              <a:gd name="connsiteX994" fmla="*/ 0 w 7467600"/>
              <a:gd name="connsiteY994" fmla="*/ 146618 h 6858000"/>
              <a:gd name="connsiteX995" fmla="*/ 0 w 7467600"/>
              <a:gd name="connsiteY995" fmla="*/ 59161 h 6858000"/>
              <a:gd name="connsiteX996" fmla="*/ 45427 w 7467600"/>
              <a:gd name="connsiteY996" fmla="*/ 101078 h 6858000"/>
              <a:gd name="connsiteX997" fmla="*/ 630103 w 7467600"/>
              <a:gd name="connsiteY997" fmla="*/ 485885 h 6858000"/>
              <a:gd name="connsiteX998" fmla="*/ 532040 w 7467600"/>
              <a:gd name="connsiteY998" fmla="*/ 399359 h 6858000"/>
              <a:gd name="connsiteX999" fmla="*/ 517618 w 7467600"/>
              <a:gd name="connsiteY999" fmla="*/ 385726 h 6858000"/>
              <a:gd name="connsiteX1000" fmla="*/ 285074 w 7467600"/>
              <a:gd name="connsiteY1000" fmla="*/ 182755 h 6858000"/>
              <a:gd name="connsiteX1001" fmla="*/ 43151 w 7467600"/>
              <a:gd name="connsiteY100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27410 w 7467600"/>
              <a:gd name="connsiteY166" fmla="*/ 4716164 h 6858000"/>
              <a:gd name="connsiteX167" fmla="*/ 1997014 w 7467600"/>
              <a:gd name="connsiteY167" fmla="*/ 4698007 h 6858000"/>
              <a:gd name="connsiteX168" fmla="*/ 2005458 w 7467600"/>
              <a:gd name="connsiteY168" fmla="*/ 4699540 h 6858000"/>
              <a:gd name="connsiteX169" fmla="*/ 2657186 w 7467600"/>
              <a:gd name="connsiteY169" fmla="*/ 4901687 h 6858000"/>
              <a:gd name="connsiteX170" fmla="*/ 2826662 w 7467600"/>
              <a:gd name="connsiteY170" fmla="*/ 4970362 h 6858000"/>
              <a:gd name="connsiteX171" fmla="*/ 2876100 w 7467600"/>
              <a:gd name="connsiteY171" fmla="*/ 4995397 h 6858000"/>
              <a:gd name="connsiteX172" fmla="*/ 3042600 w 7467600"/>
              <a:gd name="connsiteY172" fmla="*/ 5059532 h 6858000"/>
              <a:gd name="connsiteX173" fmla="*/ 1997014 w 7467600"/>
              <a:gd name="connsiteY173" fmla="*/ 4698007 h 6858000"/>
              <a:gd name="connsiteX174" fmla="*/ 2305292 w 7467600"/>
              <a:gd name="connsiteY174" fmla="*/ 4219492 h 6858000"/>
              <a:gd name="connsiteX175" fmla="*/ 3360922 w 7467600"/>
              <a:gd name="connsiteY175" fmla="*/ 4529373 h 6858000"/>
              <a:gd name="connsiteX176" fmla="*/ 3492420 w 7467600"/>
              <a:gd name="connsiteY176" fmla="*/ 4510145 h 6858000"/>
              <a:gd name="connsiteX177" fmla="*/ 3364086 w 7467600"/>
              <a:gd name="connsiteY177" fmla="*/ 4480340 h 6858000"/>
              <a:gd name="connsiteX178" fmla="*/ 3225818 w 7467600"/>
              <a:gd name="connsiteY178" fmla="*/ 4411822 h 6858000"/>
              <a:gd name="connsiteX179" fmla="*/ 3129696 w 7467600"/>
              <a:gd name="connsiteY179" fmla="*/ 4360704 h 6858000"/>
              <a:gd name="connsiteX180" fmla="*/ 2814545 w 7467600"/>
              <a:gd name="connsiteY180" fmla="*/ 4282955 h 6858000"/>
              <a:gd name="connsiteX181" fmla="*/ 2305292 w 7467600"/>
              <a:gd name="connsiteY181" fmla="*/ 4219492 h 6858000"/>
              <a:gd name="connsiteX182" fmla="*/ 2626982 w 7467600"/>
              <a:gd name="connsiteY182" fmla="*/ 4206450 h 6858000"/>
              <a:gd name="connsiteX183" fmla="*/ 2490617 w 7467600"/>
              <a:gd name="connsiteY183" fmla="*/ 4206951 h 6858000"/>
              <a:gd name="connsiteX184" fmla="*/ 2819869 w 7467600"/>
              <a:gd name="connsiteY184" fmla="*/ 4252936 h 6858000"/>
              <a:gd name="connsiteX185" fmla="*/ 3143018 w 7467600"/>
              <a:gd name="connsiteY185" fmla="*/ 4332698 h 6858000"/>
              <a:gd name="connsiteX186" fmla="*/ 3241520 w 7467600"/>
              <a:gd name="connsiteY186" fmla="*/ 4385112 h 6858000"/>
              <a:gd name="connsiteX187" fmla="*/ 3374575 w 7467600"/>
              <a:gd name="connsiteY187" fmla="*/ 4451517 h 6858000"/>
              <a:gd name="connsiteX188" fmla="*/ 3505221 w 7467600"/>
              <a:gd name="connsiteY188" fmla="*/ 4480757 h 6858000"/>
              <a:gd name="connsiteX189" fmla="*/ 2626982 w 7467600"/>
              <a:gd name="connsiteY189" fmla="*/ 4206450 h 6858000"/>
              <a:gd name="connsiteX190" fmla="*/ 1310106 w 7467600"/>
              <a:gd name="connsiteY190" fmla="*/ 3943217 h 6858000"/>
              <a:gd name="connsiteX191" fmla="*/ 854994 w 7467600"/>
              <a:gd name="connsiteY191" fmla="*/ 4399136 h 6858000"/>
              <a:gd name="connsiteX192" fmla="*/ 742462 w 7467600"/>
              <a:gd name="connsiteY192" fmla="*/ 4594648 h 6858000"/>
              <a:gd name="connsiteX193" fmla="*/ 820602 w 7467600"/>
              <a:gd name="connsiteY193" fmla="*/ 4485915 h 6858000"/>
              <a:gd name="connsiteX194" fmla="*/ 878295 w 7467600"/>
              <a:gd name="connsiteY194" fmla="*/ 4403594 h 6858000"/>
              <a:gd name="connsiteX195" fmla="*/ 1240607 w 7467600"/>
              <a:gd name="connsiteY195" fmla="*/ 4010401 h 6858000"/>
              <a:gd name="connsiteX196" fmla="*/ 1310106 w 7467600"/>
              <a:gd name="connsiteY196" fmla="*/ 3943217 h 6858000"/>
              <a:gd name="connsiteX197" fmla="*/ 1423113 w 7467600"/>
              <a:gd name="connsiteY197" fmla="*/ 3874565 h 6858000"/>
              <a:gd name="connsiteX198" fmla="*/ 1260565 w 7467600"/>
              <a:gd name="connsiteY198" fmla="*/ 4031982 h 6858000"/>
              <a:gd name="connsiteX199" fmla="*/ 901900 w 7467600"/>
              <a:gd name="connsiteY199" fmla="*/ 4421236 h 6858000"/>
              <a:gd name="connsiteX200" fmla="*/ 845044 w 7467600"/>
              <a:gd name="connsiteY200" fmla="*/ 4502436 h 6858000"/>
              <a:gd name="connsiteX201" fmla="*/ 685926 w 7467600"/>
              <a:gd name="connsiteY201" fmla="*/ 4703069 h 6858000"/>
              <a:gd name="connsiteX202" fmla="*/ 684248 w 7467600"/>
              <a:gd name="connsiteY202" fmla="*/ 4706721 h 6858000"/>
              <a:gd name="connsiteX203" fmla="*/ 1423113 w 7467600"/>
              <a:gd name="connsiteY203" fmla="*/ 3874565 h 6858000"/>
              <a:gd name="connsiteX204" fmla="*/ 3316479 w 7467600"/>
              <a:gd name="connsiteY204" fmla="*/ 3872136 h 6858000"/>
              <a:gd name="connsiteX205" fmla="*/ 3546806 w 7467600"/>
              <a:gd name="connsiteY205" fmla="*/ 4356139 h 6858000"/>
              <a:gd name="connsiteX206" fmla="*/ 3364433 w 7467600"/>
              <a:gd name="connsiteY206" fmla="*/ 3953121 h 6858000"/>
              <a:gd name="connsiteX207" fmla="*/ 3316479 w 7467600"/>
              <a:gd name="connsiteY207" fmla="*/ 3872136 h 6858000"/>
              <a:gd name="connsiteX208" fmla="*/ 3291335 w 7467600"/>
              <a:gd name="connsiteY208" fmla="*/ 3767420 h 6858000"/>
              <a:gd name="connsiteX209" fmla="*/ 3390805 w 7467600"/>
              <a:gd name="connsiteY209" fmla="*/ 3937163 h 6858000"/>
              <a:gd name="connsiteX210" fmla="*/ 3579062 w 7467600"/>
              <a:gd name="connsiteY210" fmla="*/ 4359040 h 6858000"/>
              <a:gd name="connsiteX211" fmla="*/ 3467355 w 7467600"/>
              <a:gd name="connsiteY211" fmla="*/ 3988130 h 6858000"/>
              <a:gd name="connsiteX212" fmla="*/ 3310753 w 7467600"/>
              <a:gd name="connsiteY212" fmla="*/ 3787140 h 6858000"/>
              <a:gd name="connsiteX213" fmla="*/ 3291335 w 7467600"/>
              <a:gd name="connsiteY213" fmla="*/ 3767420 h 6858000"/>
              <a:gd name="connsiteX214" fmla="*/ 1635889 w 7467600"/>
              <a:gd name="connsiteY214" fmla="*/ 3709494 h 6858000"/>
              <a:gd name="connsiteX215" fmla="*/ 1634800 w 7467600"/>
              <a:gd name="connsiteY215" fmla="*/ 3731111 h 6858000"/>
              <a:gd name="connsiteX216" fmla="*/ 1635889 w 7467600"/>
              <a:gd name="connsiteY216" fmla="*/ 3709494 h 6858000"/>
              <a:gd name="connsiteX217" fmla="*/ 1510397 w 7467600"/>
              <a:gd name="connsiteY217" fmla="*/ 3684705 h 6858000"/>
              <a:gd name="connsiteX218" fmla="*/ 1146550 w 7467600"/>
              <a:gd name="connsiteY218" fmla="*/ 3802012 h 6858000"/>
              <a:gd name="connsiteX219" fmla="*/ 698834 w 7467600"/>
              <a:gd name="connsiteY219" fmla="*/ 3952272 h 6858000"/>
              <a:gd name="connsiteX220" fmla="*/ 34256 w 7467600"/>
              <a:gd name="connsiteY220" fmla="*/ 4347603 h 6858000"/>
              <a:gd name="connsiteX221" fmla="*/ 527241 w 7467600"/>
              <a:gd name="connsiteY221" fmla="*/ 4065078 h 6858000"/>
              <a:gd name="connsiteX222" fmla="*/ 1510397 w 7467600"/>
              <a:gd name="connsiteY222" fmla="*/ 3684705 h 6858000"/>
              <a:gd name="connsiteX223" fmla="*/ 1313114 w 7467600"/>
              <a:gd name="connsiteY223" fmla="*/ 3655216 h 6858000"/>
              <a:gd name="connsiteX224" fmla="*/ 1109304 w 7467600"/>
              <a:gd name="connsiteY224" fmla="*/ 3669030 h 6858000"/>
              <a:gd name="connsiteX225" fmla="*/ 8129 w 7467600"/>
              <a:gd name="connsiteY225" fmla="*/ 4330519 h 6858000"/>
              <a:gd name="connsiteX226" fmla="*/ 687572 w 7467600"/>
              <a:gd name="connsiteY226" fmla="*/ 3925629 h 6858000"/>
              <a:gd name="connsiteX227" fmla="*/ 1138365 w 7467600"/>
              <a:gd name="connsiteY227" fmla="*/ 3774515 h 6858000"/>
              <a:gd name="connsiteX228" fmla="*/ 1505579 w 7467600"/>
              <a:gd name="connsiteY228" fmla="*/ 3655526 h 6858000"/>
              <a:gd name="connsiteX229" fmla="*/ 1313114 w 7467600"/>
              <a:gd name="connsiteY229" fmla="*/ 3655216 h 6858000"/>
              <a:gd name="connsiteX230" fmla="*/ 3655073 w 7467600"/>
              <a:gd name="connsiteY230" fmla="*/ 3650884 h 6858000"/>
              <a:gd name="connsiteX231" fmla="*/ 3989938 w 7467600"/>
              <a:gd name="connsiteY231" fmla="*/ 3991685 h 6858000"/>
              <a:gd name="connsiteX232" fmla="*/ 4393907 w 7467600"/>
              <a:gd name="connsiteY232" fmla="*/ 4261258 h 6858000"/>
              <a:gd name="connsiteX233" fmla="*/ 4648051 w 7467600"/>
              <a:gd name="connsiteY233" fmla="*/ 4374051 h 6858000"/>
              <a:gd name="connsiteX234" fmla="*/ 4383389 w 7467600"/>
              <a:gd name="connsiteY234" fmla="*/ 4184369 h 6858000"/>
              <a:gd name="connsiteX235" fmla="*/ 4165508 w 7467600"/>
              <a:gd name="connsiteY235" fmla="*/ 4035196 h 6858000"/>
              <a:gd name="connsiteX236" fmla="*/ 4068162 w 7467600"/>
              <a:gd name="connsiteY236" fmla="*/ 3953394 h 6858000"/>
              <a:gd name="connsiteX237" fmla="*/ 3981416 w 7467600"/>
              <a:gd name="connsiteY237" fmla="*/ 3880482 h 6858000"/>
              <a:gd name="connsiteX238" fmla="*/ 3800147 w 7467600"/>
              <a:gd name="connsiteY238" fmla="*/ 3749872 h 6858000"/>
              <a:gd name="connsiteX239" fmla="*/ 3655073 w 7467600"/>
              <a:gd name="connsiteY239" fmla="*/ 3650884 h 6858000"/>
              <a:gd name="connsiteX240" fmla="*/ 3670252 w 7467600"/>
              <a:gd name="connsiteY240" fmla="*/ 3622798 h 6858000"/>
              <a:gd name="connsiteX241" fmla="*/ 3817258 w 7467600"/>
              <a:gd name="connsiteY241" fmla="*/ 3723577 h 6858000"/>
              <a:gd name="connsiteX242" fmla="*/ 4000461 w 7467600"/>
              <a:gd name="connsiteY242" fmla="*/ 3855966 h 6858000"/>
              <a:gd name="connsiteX243" fmla="*/ 4088180 w 7467600"/>
              <a:gd name="connsiteY243" fmla="*/ 3929774 h 6858000"/>
              <a:gd name="connsiteX244" fmla="*/ 4184555 w 7467600"/>
              <a:gd name="connsiteY244" fmla="*/ 4010683 h 6858000"/>
              <a:gd name="connsiteX245" fmla="*/ 4399563 w 7467600"/>
              <a:gd name="connsiteY245" fmla="*/ 4158106 h 6858000"/>
              <a:gd name="connsiteX246" fmla="*/ 4684469 w 7467600"/>
              <a:gd name="connsiteY246" fmla="*/ 4364680 h 6858000"/>
              <a:gd name="connsiteX247" fmla="*/ 4690271 w 7467600"/>
              <a:gd name="connsiteY247" fmla="*/ 4370034 h 6858000"/>
              <a:gd name="connsiteX248" fmla="*/ 4136093 w 7467600"/>
              <a:gd name="connsiteY248" fmla="*/ 3858466 h 6858000"/>
              <a:gd name="connsiteX249" fmla="*/ 3670252 w 7467600"/>
              <a:gd name="connsiteY249" fmla="*/ 3622798 h 6858000"/>
              <a:gd name="connsiteX250" fmla="*/ 4440129 w 7467600"/>
              <a:gd name="connsiteY250" fmla="*/ 3448571 h 6858000"/>
              <a:gd name="connsiteX251" fmla="*/ 4856525 w 7467600"/>
              <a:gd name="connsiteY251" fmla="*/ 3915351 h 6858000"/>
              <a:gd name="connsiteX252" fmla="*/ 5059055 w 7467600"/>
              <a:gd name="connsiteY252" fmla="*/ 4108918 h 6858000"/>
              <a:gd name="connsiteX253" fmla="*/ 5290070 w 7467600"/>
              <a:gd name="connsiteY253" fmla="*/ 4263619 h 6858000"/>
              <a:gd name="connsiteX254" fmla="*/ 4834991 w 7467600"/>
              <a:gd name="connsiteY254" fmla="*/ 3830985 h 6858000"/>
              <a:gd name="connsiteX255" fmla="*/ 4440129 w 7467600"/>
              <a:gd name="connsiteY255" fmla="*/ 3448571 h 6858000"/>
              <a:gd name="connsiteX256" fmla="*/ 4441737 w 7467600"/>
              <a:gd name="connsiteY256" fmla="*/ 3399734 h 6858000"/>
              <a:gd name="connsiteX257" fmla="*/ 4431236 w 7467600"/>
              <a:gd name="connsiteY257" fmla="*/ 3400954 h 6858000"/>
              <a:gd name="connsiteX258" fmla="*/ 4557150 w 7467600"/>
              <a:gd name="connsiteY258" fmla="*/ 3510023 h 6858000"/>
              <a:gd name="connsiteX259" fmla="*/ 4856936 w 7467600"/>
              <a:gd name="connsiteY259" fmla="*/ 3809146 h 6858000"/>
              <a:gd name="connsiteX260" fmla="*/ 5111996 w 7467600"/>
              <a:gd name="connsiteY260" fmla="*/ 4065759 h 6858000"/>
              <a:gd name="connsiteX261" fmla="*/ 5388878 w 7467600"/>
              <a:gd name="connsiteY261" fmla="*/ 4300185 h 6858000"/>
              <a:gd name="connsiteX262" fmla="*/ 5425556 w 7467600"/>
              <a:gd name="connsiteY262" fmla="*/ 4308967 h 6858000"/>
              <a:gd name="connsiteX263" fmla="*/ 4943646 w 7467600"/>
              <a:gd name="connsiteY263" fmla="*/ 3822916 h 6858000"/>
              <a:gd name="connsiteX264" fmla="*/ 4594837 w 7467600"/>
              <a:gd name="connsiteY264" fmla="*/ 3532274 h 6858000"/>
              <a:gd name="connsiteX265" fmla="*/ 4441737 w 7467600"/>
              <a:gd name="connsiteY265" fmla="*/ 3399734 h 6858000"/>
              <a:gd name="connsiteX266" fmla="*/ 5425834 w 7467600"/>
              <a:gd name="connsiteY266" fmla="*/ 3162785 h 6858000"/>
              <a:gd name="connsiteX267" fmla="*/ 5401644 w 7467600"/>
              <a:gd name="connsiteY267" fmla="*/ 3617847 h 6858000"/>
              <a:gd name="connsiteX268" fmla="*/ 5467256 w 7467600"/>
              <a:gd name="connsiteY268" fmla="*/ 4175494 h 6858000"/>
              <a:gd name="connsiteX269" fmla="*/ 5448069 w 7467600"/>
              <a:gd name="connsiteY269" fmla="*/ 3567554 h 6858000"/>
              <a:gd name="connsiteX270" fmla="*/ 5425834 w 7467600"/>
              <a:gd name="connsiteY270" fmla="*/ 3162785 h 6858000"/>
              <a:gd name="connsiteX271" fmla="*/ 1318687 w 7467600"/>
              <a:gd name="connsiteY271" fmla="*/ 3113840 h 6858000"/>
              <a:gd name="connsiteX272" fmla="*/ 1066793 w 7467600"/>
              <a:gd name="connsiteY272" fmla="*/ 3212171 h 6858000"/>
              <a:gd name="connsiteX273" fmla="*/ 993319 w 7467600"/>
              <a:gd name="connsiteY273" fmla="*/ 3247648 h 6858000"/>
              <a:gd name="connsiteX274" fmla="*/ 853081 w 7467600"/>
              <a:gd name="connsiteY274" fmla="*/ 3312410 h 6858000"/>
              <a:gd name="connsiteX275" fmla="*/ 805957 w 7467600"/>
              <a:gd name="connsiteY275" fmla="*/ 3330443 h 6858000"/>
              <a:gd name="connsiteX276" fmla="*/ 1318687 w 7467600"/>
              <a:gd name="connsiteY276" fmla="*/ 3113840 h 6858000"/>
              <a:gd name="connsiteX277" fmla="*/ 5453702 w 7467600"/>
              <a:gd name="connsiteY277" fmla="*/ 3090882 h 6858000"/>
              <a:gd name="connsiteX278" fmla="*/ 5480135 w 7467600"/>
              <a:gd name="connsiteY278" fmla="*/ 3565802 h 6858000"/>
              <a:gd name="connsiteX279" fmla="*/ 5499023 w 7467600"/>
              <a:gd name="connsiteY279" fmla="*/ 4166310 h 6858000"/>
              <a:gd name="connsiteX280" fmla="*/ 5547022 w 7467600"/>
              <a:gd name="connsiteY280" fmla="*/ 3607838 h 6858000"/>
              <a:gd name="connsiteX281" fmla="*/ 5515964 w 7467600"/>
              <a:gd name="connsiteY281" fmla="*/ 3378541 h 6858000"/>
              <a:gd name="connsiteX282" fmla="*/ 5453702 w 7467600"/>
              <a:gd name="connsiteY282" fmla="*/ 3090882 h 6858000"/>
              <a:gd name="connsiteX283" fmla="*/ 1238695 w 7467600"/>
              <a:gd name="connsiteY283" fmla="*/ 3076820 h 6858000"/>
              <a:gd name="connsiteX284" fmla="*/ 716371 w 7467600"/>
              <a:gd name="connsiteY284" fmla="*/ 3293249 h 6858000"/>
              <a:gd name="connsiteX285" fmla="*/ 579522 w 7467600"/>
              <a:gd name="connsiteY285" fmla="*/ 3371759 h 6858000"/>
              <a:gd name="connsiteX286" fmla="*/ 600288 w 7467600"/>
              <a:gd name="connsiteY286" fmla="*/ 3365555 h 6858000"/>
              <a:gd name="connsiteX287" fmla="*/ 840692 w 7467600"/>
              <a:gd name="connsiteY287" fmla="*/ 3284921 h 6858000"/>
              <a:gd name="connsiteX288" fmla="*/ 979248 w 7467600"/>
              <a:gd name="connsiteY288" fmla="*/ 3221003 h 6858000"/>
              <a:gd name="connsiteX289" fmla="*/ 1053282 w 7467600"/>
              <a:gd name="connsiteY289" fmla="*/ 3185247 h 6858000"/>
              <a:gd name="connsiteX290" fmla="*/ 1320603 w 7467600"/>
              <a:gd name="connsiteY290" fmla="*/ 3081281 h 6858000"/>
              <a:gd name="connsiteX291" fmla="*/ 1238695 w 7467600"/>
              <a:gd name="connsiteY291" fmla="*/ 3076820 h 6858000"/>
              <a:gd name="connsiteX292" fmla="*/ 5425627 w 7467600"/>
              <a:gd name="connsiteY292" fmla="*/ 2954192 h 6858000"/>
              <a:gd name="connsiteX293" fmla="*/ 5470770 w 7467600"/>
              <a:gd name="connsiteY293" fmla="*/ 3005435 h 6858000"/>
              <a:gd name="connsiteX294" fmla="*/ 5519779 w 7467600"/>
              <a:gd name="connsiteY294" fmla="*/ 4359223 h 6858000"/>
              <a:gd name="connsiteX295" fmla="*/ 5520293 w 7467600"/>
              <a:gd name="connsiteY295" fmla="*/ 4360602 h 6858000"/>
              <a:gd name="connsiteX296" fmla="*/ 5767221 w 7467600"/>
              <a:gd name="connsiteY296" fmla="*/ 4665564 h 6858000"/>
              <a:gd name="connsiteX297" fmla="*/ 6937169 w 7467600"/>
              <a:gd name="connsiteY297" fmla="*/ 4815941 h 6858000"/>
              <a:gd name="connsiteX298" fmla="*/ 6953922 w 7467600"/>
              <a:gd name="connsiteY298" fmla="*/ 4890068 h 6858000"/>
              <a:gd name="connsiteX299" fmla="*/ 6071359 w 7467600"/>
              <a:gd name="connsiteY299" fmla="*/ 4770770 h 6858000"/>
              <a:gd name="connsiteX300" fmla="*/ 6038839 w 7467600"/>
              <a:gd name="connsiteY300" fmla="*/ 4764474 h 6858000"/>
              <a:gd name="connsiteX301" fmla="*/ 6038706 w 7467600"/>
              <a:gd name="connsiteY301" fmla="*/ 4763847 h 6858000"/>
              <a:gd name="connsiteX302" fmla="*/ 6037784 w 7467600"/>
              <a:gd name="connsiteY302" fmla="*/ 4764270 h 6858000"/>
              <a:gd name="connsiteX303" fmla="*/ 6038839 w 7467600"/>
              <a:gd name="connsiteY303" fmla="*/ 4764474 h 6858000"/>
              <a:gd name="connsiteX304" fmla="*/ 6040338 w 7467600"/>
              <a:gd name="connsiteY304" fmla="*/ 4771418 h 6858000"/>
              <a:gd name="connsiteX305" fmla="*/ 6024488 w 7467600"/>
              <a:gd name="connsiteY305" fmla="*/ 4809903 h 6858000"/>
              <a:gd name="connsiteX306" fmla="*/ 5599771 w 7467600"/>
              <a:gd name="connsiteY306" fmla="*/ 5509652 h 6858000"/>
              <a:gd name="connsiteX307" fmla="*/ 5548843 w 7467600"/>
              <a:gd name="connsiteY307" fmla="*/ 5563845 h 6858000"/>
              <a:gd name="connsiteX308" fmla="*/ 5940952 w 7467600"/>
              <a:gd name="connsiteY308" fmla="*/ 6250028 h 6858000"/>
              <a:gd name="connsiteX309" fmla="*/ 6043441 w 7467600"/>
              <a:gd name="connsiteY309" fmla="*/ 6665847 h 6858000"/>
              <a:gd name="connsiteX310" fmla="*/ 6093432 w 7467600"/>
              <a:gd name="connsiteY310" fmla="*/ 6858000 h 6858000"/>
              <a:gd name="connsiteX311" fmla="*/ 6034344 w 7467600"/>
              <a:gd name="connsiteY311" fmla="*/ 6858000 h 6858000"/>
              <a:gd name="connsiteX312" fmla="*/ 6026679 w 7467600"/>
              <a:gd name="connsiteY312" fmla="*/ 6836959 h 6858000"/>
              <a:gd name="connsiteX313" fmla="*/ 5800441 w 7467600"/>
              <a:gd name="connsiteY313" fmla="*/ 6335286 h 6858000"/>
              <a:gd name="connsiteX314" fmla="*/ 5526562 w 7467600"/>
              <a:gd name="connsiteY314" fmla="*/ 5705388 h 6858000"/>
              <a:gd name="connsiteX315" fmla="*/ 5519640 w 7467600"/>
              <a:gd name="connsiteY315" fmla="*/ 5683774 h 6858000"/>
              <a:gd name="connsiteX316" fmla="*/ 5844559 w 7467600"/>
              <a:gd name="connsiteY316" fmla="*/ 6553349 h 6858000"/>
              <a:gd name="connsiteX317" fmla="*/ 5975994 w 7467600"/>
              <a:gd name="connsiteY317" fmla="*/ 6858000 h 6858000"/>
              <a:gd name="connsiteX318" fmla="*/ 5898547 w 7467600"/>
              <a:gd name="connsiteY318" fmla="*/ 6858000 h 6858000"/>
              <a:gd name="connsiteX319" fmla="*/ 5682041 w 7467600"/>
              <a:gd name="connsiteY319" fmla="*/ 6355860 h 6858000"/>
              <a:gd name="connsiteX320" fmla="*/ 5461758 w 7467600"/>
              <a:gd name="connsiteY320" fmla="*/ 5820220 h 6858000"/>
              <a:gd name="connsiteX321" fmla="*/ 5237282 w 7467600"/>
              <a:gd name="connsiteY321" fmla="*/ 6579086 h 6858000"/>
              <a:gd name="connsiteX322" fmla="*/ 5115009 w 7467600"/>
              <a:gd name="connsiteY322" fmla="*/ 6858000 h 6858000"/>
              <a:gd name="connsiteX323" fmla="*/ 5028074 w 7467600"/>
              <a:gd name="connsiteY323" fmla="*/ 6858000 h 6858000"/>
              <a:gd name="connsiteX324" fmla="*/ 5079508 w 7467600"/>
              <a:gd name="connsiteY324" fmla="*/ 6749074 h 6858000"/>
              <a:gd name="connsiteX325" fmla="*/ 5371846 w 7467600"/>
              <a:gd name="connsiteY325" fmla="*/ 5924413 h 6858000"/>
              <a:gd name="connsiteX326" fmla="*/ 5270512 w 7467600"/>
              <a:gd name="connsiteY326" fmla="*/ 6138975 h 6858000"/>
              <a:gd name="connsiteX327" fmla="*/ 5062409 w 7467600"/>
              <a:gd name="connsiteY327" fmla="*/ 6653544 h 6858000"/>
              <a:gd name="connsiteX328" fmla="*/ 5036628 w 7467600"/>
              <a:gd name="connsiteY328" fmla="*/ 6754247 h 6858000"/>
              <a:gd name="connsiteX329" fmla="*/ 5009112 w 7467600"/>
              <a:gd name="connsiteY329" fmla="*/ 6858000 h 6858000"/>
              <a:gd name="connsiteX330" fmla="*/ 4976679 w 7467600"/>
              <a:gd name="connsiteY330" fmla="*/ 6858000 h 6858000"/>
              <a:gd name="connsiteX331" fmla="*/ 5006537 w 7467600"/>
              <a:gd name="connsiteY331" fmla="*/ 6747068 h 6858000"/>
              <a:gd name="connsiteX332" fmla="*/ 5032723 w 7467600"/>
              <a:gd name="connsiteY332" fmla="*/ 6644957 h 6858000"/>
              <a:gd name="connsiteX333" fmla="*/ 5242949 w 7467600"/>
              <a:gd name="connsiteY333" fmla="*/ 6125175 h 6858000"/>
              <a:gd name="connsiteX334" fmla="*/ 5286321 w 7467600"/>
              <a:gd name="connsiteY334" fmla="*/ 6033555 h 6858000"/>
              <a:gd name="connsiteX335" fmla="*/ 5008210 w 7467600"/>
              <a:gd name="connsiteY335" fmla="*/ 6649194 h 6858000"/>
              <a:gd name="connsiteX336" fmla="*/ 4986321 w 7467600"/>
              <a:gd name="connsiteY336" fmla="*/ 6765687 h 6858000"/>
              <a:gd name="connsiteX337" fmla="*/ 4973474 w 7467600"/>
              <a:gd name="connsiteY337" fmla="*/ 6858000 h 6858000"/>
              <a:gd name="connsiteX338" fmla="*/ 4907178 w 7467600"/>
              <a:gd name="connsiteY338" fmla="*/ 6858000 h 6858000"/>
              <a:gd name="connsiteX339" fmla="*/ 4910810 w 7467600"/>
              <a:gd name="connsiteY339" fmla="*/ 6829660 h 6858000"/>
              <a:gd name="connsiteX340" fmla="*/ 4987461 w 7467600"/>
              <a:gd name="connsiteY340" fmla="*/ 6432994 h 6858000"/>
              <a:gd name="connsiteX341" fmla="*/ 5179262 w 7467600"/>
              <a:gd name="connsiteY341" fmla="*/ 6035044 h 6858000"/>
              <a:gd name="connsiteX342" fmla="*/ 4689678 w 7467600"/>
              <a:gd name="connsiteY342" fmla="*/ 6440241 h 6858000"/>
              <a:gd name="connsiteX343" fmla="*/ 4477543 w 7467600"/>
              <a:gd name="connsiteY343" fmla="*/ 6674836 h 6858000"/>
              <a:gd name="connsiteX344" fmla="*/ 4329957 w 7467600"/>
              <a:gd name="connsiteY344" fmla="*/ 6858000 h 6858000"/>
              <a:gd name="connsiteX345" fmla="*/ 4218595 w 7467600"/>
              <a:gd name="connsiteY345" fmla="*/ 6858000 h 6858000"/>
              <a:gd name="connsiteX346" fmla="*/ 4368888 w 7467600"/>
              <a:gd name="connsiteY346" fmla="*/ 6668412 h 6858000"/>
              <a:gd name="connsiteX347" fmla="*/ 4563091 w 7467600"/>
              <a:gd name="connsiteY347" fmla="*/ 6442508 h 6858000"/>
              <a:gd name="connsiteX348" fmla="*/ 5387324 w 7467600"/>
              <a:gd name="connsiteY348" fmla="*/ 5705830 h 6858000"/>
              <a:gd name="connsiteX349" fmla="*/ 5073620 w 7467600"/>
              <a:gd name="connsiteY349" fmla="*/ 5955437 h 6858000"/>
              <a:gd name="connsiteX350" fmla="*/ 4689789 w 7467600"/>
              <a:gd name="connsiteY350" fmla="*/ 6268382 h 6858000"/>
              <a:gd name="connsiteX351" fmla="*/ 4418722 w 7467600"/>
              <a:gd name="connsiteY351" fmla="*/ 6570886 h 6858000"/>
              <a:gd name="connsiteX352" fmla="*/ 4214944 w 7467600"/>
              <a:gd name="connsiteY352" fmla="*/ 6858000 h 6858000"/>
              <a:gd name="connsiteX353" fmla="*/ 4177898 w 7467600"/>
              <a:gd name="connsiteY353" fmla="*/ 6858000 h 6858000"/>
              <a:gd name="connsiteX354" fmla="*/ 4391597 w 7467600"/>
              <a:gd name="connsiteY354" fmla="*/ 6556370 h 6858000"/>
              <a:gd name="connsiteX355" fmla="*/ 4668889 w 7467600"/>
              <a:gd name="connsiteY355" fmla="*/ 6246399 h 6858000"/>
              <a:gd name="connsiteX356" fmla="*/ 5055427 w 7467600"/>
              <a:gd name="connsiteY356" fmla="*/ 5931476 h 6858000"/>
              <a:gd name="connsiteX357" fmla="*/ 5371814 w 7467600"/>
              <a:gd name="connsiteY357" fmla="*/ 5678975 h 6858000"/>
              <a:gd name="connsiteX358" fmla="*/ 4987918 w 7467600"/>
              <a:gd name="connsiteY358" fmla="*/ 5838701 h 6858000"/>
              <a:gd name="connsiteX359" fmla="*/ 4317146 w 7467600"/>
              <a:gd name="connsiteY359" fmla="*/ 6587716 h 6858000"/>
              <a:gd name="connsiteX360" fmla="*/ 4171627 w 7467600"/>
              <a:gd name="connsiteY360" fmla="*/ 6858000 h 6858000"/>
              <a:gd name="connsiteX361" fmla="*/ 4081585 w 7467600"/>
              <a:gd name="connsiteY361" fmla="*/ 6858000 h 6858000"/>
              <a:gd name="connsiteX362" fmla="*/ 4238603 w 7467600"/>
              <a:gd name="connsiteY362" fmla="*/ 6559341 h 6858000"/>
              <a:gd name="connsiteX363" fmla="*/ 4778333 w 7467600"/>
              <a:gd name="connsiteY363" fmla="*/ 5873626 h 6858000"/>
              <a:gd name="connsiteX364" fmla="*/ 5414185 w 7467600"/>
              <a:gd name="connsiteY364" fmla="*/ 5573882 h 6858000"/>
              <a:gd name="connsiteX365" fmla="*/ 5959648 w 7467600"/>
              <a:gd name="connsiteY365" fmla="*/ 4760797 h 6858000"/>
              <a:gd name="connsiteX366" fmla="*/ 5355019 w 7467600"/>
              <a:gd name="connsiteY366" fmla="*/ 4734672 h 6858000"/>
              <a:gd name="connsiteX367" fmla="*/ 5083565 w 7467600"/>
              <a:gd name="connsiteY367" fmla="*/ 5179121 h 6858000"/>
              <a:gd name="connsiteX368" fmla="*/ 4713577 w 7467600"/>
              <a:gd name="connsiteY368" fmla="*/ 5616803 h 6858000"/>
              <a:gd name="connsiteX369" fmla="*/ 3989559 w 7467600"/>
              <a:gd name="connsiteY369" fmla="*/ 6145945 h 6858000"/>
              <a:gd name="connsiteX370" fmla="*/ 3939824 w 7467600"/>
              <a:gd name="connsiteY370" fmla="*/ 6066900 h 6858000"/>
              <a:gd name="connsiteX371" fmla="*/ 4584537 w 7467600"/>
              <a:gd name="connsiteY371" fmla="*/ 5324826 h 6858000"/>
              <a:gd name="connsiteX372" fmla="*/ 5037105 w 7467600"/>
              <a:gd name="connsiteY372" fmla="*/ 5088765 h 6858000"/>
              <a:gd name="connsiteX373" fmla="*/ 5039930 w 7467600"/>
              <a:gd name="connsiteY373" fmla="*/ 5089585 h 6858000"/>
              <a:gd name="connsiteX374" fmla="*/ 5263764 w 7467600"/>
              <a:gd name="connsiteY374" fmla="*/ 4735525 h 6858000"/>
              <a:gd name="connsiteX375" fmla="*/ 4086300 w 7467600"/>
              <a:gd name="connsiteY375" fmla="*/ 4884599 h 6858000"/>
              <a:gd name="connsiteX376" fmla="*/ 4085485 w 7467600"/>
              <a:gd name="connsiteY376" fmla="*/ 4899070 h 6858000"/>
              <a:gd name="connsiteX377" fmla="*/ 3871915 w 7467600"/>
              <a:gd name="connsiteY377" fmla="*/ 5253645 h 6858000"/>
              <a:gd name="connsiteX378" fmla="*/ 3799374 w 7467600"/>
              <a:gd name="connsiteY378" fmla="*/ 5466127 h 6858000"/>
              <a:gd name="connsiteX379" fmla="*/ 3498850 w 7467600"/>
              <a:gd name="connsiteY379" fmla="*/ 6661888 h 6858000"/>
              <a:gd name="connsiteX380" fmla="*/ 3399216 w 7467600"/>
              <a:gd name="connsiteY380" fmla="*/ 6858000 h 6858000"/>
              <a:gd name="connsiteX381" fmla="*/ 3303688 w 7467600"/>
              <a:gd name="connsiteY381" fmla="*/ 6858000 h 6858000"/>
              <a:gd name="connsiteX382" fmla="*/ 3391774 w 7467600"/>
              <a:gd name="connsiteY382" fmla="*/ 6697181 h 6858000"/>
              <a:gd name="connsiteX383" fmla="*/ 3735540 w 7467600"/>
              <a:gd name="connsiteY383" fmla="*/ 5546923 h 6858000"/>
              <a:gd name="connsiteX384" fmla="*/ 3729438 w 7467600"/>
              <a:gd name="connsiteY384" fmla="*/ 5569058 h 6858000"/>
              <a:gd name="connsiteX385" fmla="*/ 3707782 w 7467600"/>
              <a:gd name="connsiteY385" fmla="*/ 5644908 h 6858000"/>
              <a:gd name="connsiteX386" fmla="*/ 3583827 w 7467600"/>
              <a:gd name="connsiteY386" fmla="*/ 6039215 h 6858000"/>
              <a:gd name="connsiteX387" fmla="*/ 3547861 w 7467600"/>
              <a:gd name="connsiteY387" fmla="*/ 6129609 h 6858000"/>
              <a:gd name="connsiteX388" fmla="*/ 3490905 w 7467600"/>
              <a:gd name="connsiteY388" fmla="*/ 6277660 h 6858000"/>
              <a:gd name="connsiteX389" fmla="*/ 3455859 w 7467600"/>
              <a:gd name="connsiteY389" fmla="*/ 6391301 h 6858000"/>
              <a:gd name="connsiteX390" fmla="*/ 3429112 w 7467600"/>
              <a:gd name="connsiteY390" fmla="*/ 6479469 h 6858000"/>
              <a:gd name="connsiteX391" fmla="*/ 3304862 w 7467600"/>
              <a:gd name="connsiteY391" fmla="*/ 6796476 h 6858000"/>
              <a:gd name="connsiteX392" fmla="*/ 3276071 w 7467600"/>
              <a:gd name="connsiteY392" fmla="*/ 6858000 h 6858000"/>
              <a:gd name="connsiteX393" fmla="*/ 3240805 w 7467600"/>
              <a:gd name="connsiteY393" fmla="*/ 6858000 h 6858000"/>
              <a:gd name="connsiteX394" fmla="*/ 3275917 w 7467600"/>
              <a:gd name="connsiteY394" fmla="*/ 6783192 h 6858000"/>
              <a:gd name="connsiteX395" fmla="*/ 3399358 w 7467600"/>
              <a:gd name="connsiteY395" fmla="*/ 6469011 h 6858000"/>
              <a:gd name="connsiteX396" fmla="*/ 3425650 w 7467600"/>
              <a:gd name="connsiteY396" fmla="*/ 6381333 h 6858000"/>
              <a:gd name="connsiteX397" fmla="*/ 3460661 w 7467600"/>
              <a:gd name="connsiteY397" fmla="*/ 6266763 h 6858000"/>
              <a:gd name="connsiteX398" fmla="*/ 3518021 w 7467600"/>
              <a:gd name="connsiteY398" fmla="*/ 6117298 h 6858000"/>
              <a:gd name="connsiteX399" fmla="*/ 3554035 w 7467600"/>
              <a:gd name="connsiteY399" fmla="*/ 6027832 h 6858000"/>
              <a:gd name="connsiteX400" fmla="*/ 3677174 w 7467600"/>
              <a:gd name="connsiteY400" fmla="*/ 5636351 h 6858000"/>
              <a:gd name="connsiteX401" fmla="*/ 3698819 w 7467600"/>
              <a:gd name="connsiteY401" fmla="*/ 5560503 h 6858000"/>
              <a:gd name="connsiteX402" fmla="*/ 3702094 w 7467600"/>
              <a:gd name="connsiteY402" fmla="*/ 5549194 h 6858000"/>
              <a:gd name="connsiteX403" fmla="*/ 3398355 w 7467600"/>
              <a:gd name="connsiteY403" fmla="*/ 6094603 h 6858000"/>
              <a:gd name="connsiteX404" fmla="*/ 3193941 w 7467600"/>
              <a:gd name="connsiteY404" fmla="*/ 6798775 h 6858000"/>
              <a:gd name="connsiteX405" fmla="*/ 3184140 w 7467600"/>
              <a:gd name="connsiteY405" fmla="*/ 6858000 h 6858000"/>
              <a:gd name="connsiteX406" fmla="*/ 3099978 w 7467600"/>
              <a:gd name="connsiteY406" fmla="*/ 6858000 h 6858000"/>
              <a:gd name="connsiteX407" fmla="*/ 3101556 w 7467600"/>
              <a:gd name="connsiteY407" fmla="*/ 6843337 h 6858000"/>
              <a:gd name="connsiteX408" fmla="*/ 3370162 w 7467600"/>
              <a:gd name="connsiteY408" fmla="*/ 5785550 h 6858000"/>
              <a:gd name="connsiteX409" fmla="*/ 3746477 w 7467600"/>
              <a:gd name="connsiteY409" fmla="*/ 5377889 h 6858000"/>
              <a:gd name="connsiteX410" fmla="*/ 3863399 w 7467600"/>
              <a:gd name="connsiteY410" fmla="*/ 5087257 h 6858000"/>
              <a:gd name="connsiteX411" fmla="*/ 3968712 w 7467600"/>
              <a:gd name="connsiteY411" fmla="*/ 4913989 h 6858000"/>
              <a:gd name="connsiteX412" fmla="*/ 2792390 w 7467600"/>
              <a:gd name="connsiteY412" fmla="*/ 5382974 h 6858000"/>
              <a:gd name="connsiteX413" fmla="*/ 2714982 w 7467600"/>
              <a:gd name="connsiteY413" fmla="*/ 5427051 h 6858000"/>
              <a:gd name="connsiteX414" fmla="*/ 2813361 w 7467600"/>
              <a:gd name="connsiteY414" fmla="*/ 6023912 h 6858000"/>
              <a:gd name="connsiteX415" fmla="*/ 2688430 w 7467600"/>
              <a:gd name="connsiteY415" fmla="*/ 6801564 h 6858000"/>
              <a:gd name="connsiteX416" fmla="*/ 2629626 w 7467600"/>
              <a:gd name="connsiteY416" fmla="*/ 6763394 h 6858000"/>
              <a:gd name="connsiteX417" fmla="*/ 2565328 w 7467600"/>
              <a:gd name="connsiteY417" fmla="*/ 5516399 h 6858000"/>
              <a:gd name="connsiteX418" fmla="*/ 1922999 w 7467600"/>
              <a:gd name="connsiteY418" fmla="*/ 5980343 h 6858000"/>
              <a:gd name="connsiteX419" fmla="*/ 1950261 w 7467600"/>
              <a:gd name="connsiteY419" fmla="*/ 6405858 h 6858000"/>
              <a:gd name="connsiteX420" fmla="*/ 2365554 w 7467600"/>
              <a:gd name="connsiteY420" fmla="*/ 6759107 h 6858000"/>
              <a:gd name="connsiteX421" fmla="*/ 2424142 w 7467600"/>
              <a:gd name="connsiteY421" fmla="*/ 6858000 h 6858000"/>
              <a:gd name="connsiteX422" fmla="*/ 2395994 w 7467600"/>
              <a:gd name="connsiteY422" fmla="*/ 6858000 h 6858000"/>
              <a:gd name="connsiteX423" fmla="*/ 2392863 w 7467600"/>
              <a:gd name="connsiteY423" fmla="*/ 6852964 h 6858000"/>
              <a:gd name="connsiteX424" fmla="*/ 2017589 w 7467600"/>
              <a:gd name="connsiteY424" fmla="*/ 6493982 h 6858000"/>
              <a:gd name="connsiteX425" fmla="*/ 2147336 w 7467600"/>
              <a:gd name="connsiteY425" fmla="*/ 6594052 h 6858000"/>
              <a:gd name="connsiteX426" fmla="*/ 2207047 w 7467600"/>
              <a:gd name="connsiteY426" fmla="*/ 6654540 h 6858000"/>
              <a:gd name="connsiteX427" fmla="*/ 2299106 w 7467600"/>
              <a:gd name="connsiteY427" fmla="*/ 6778931 h 6858000"/>
              <a:gd name="connsiteX428" fmla="*/ 2314430 w 7467600"/>
              <a:gd name="connsiteY428" fmla="*/ 6801144 h 6858000"/>
              <a:gd name="connsiteX429" fmla="*/ 2352406 w 7467600"/>
              <a:gd name="connsiteY429" fmla="*/ 6858000 h 6858000"/>
              <a:gd name="connsiteX430" fmla="*/ 2314492 w 7467600"/>
              <a:gd name="connsiteY430" fmla="*/ 6858000 h 6858000"/>
              <a:gd name="connsiteX431" fmla="*/ 2288095 w 7467600"/>
              <a:gd name="connsiteY431" fmla="*/ 6818030 h 6858000"/>
              <a:gd name="connsiteX432" fmla="*/ 2272768 w 7467600"/>
              <a:gd name="connsiteY432" fmla="*/ 6795822 h 6858000"/>
              <a:gd name="connsiteX433" fmla="*/ 2182715 w 7467600"/>
              <a:gd name="connsiteY433" fmla="*/ 6675071 h 6858000"/>
              <a:gd name="connsiteX434" fmla="*/ 2032061 w 7467600"/>
              <a:gd name="connsiteY434" fmla="*/ 6541380 h 6858000"/>
              <a:gd name="connsiteX435" fmla="*/ 2257220 w 7467600"/>
              <a:gd name="connsiteY435" fmla="*/ 6826257 h 6858000"/>
              <a:gd name="connsiteX436" fmla="*/ 2281324 w 7467600"/>
              <a:gd name="connsiteY436" fmla="*/ 6858000 h 6858000"/>
              <a:gd name="connsiteX437" fmla="*/ 2242860 w 7467600"/>
              <a:gd name="connsiteY437" fmla="*/ 6858000 h 6858000"/>
              <a:gd name="connsiteX438" fmla="*/ 2232818 w 7467600"/>
              <a:gd name="connsiteY438" fmla="*/ 6844926 h 6858000"/>
              <a:gd name="connsiteX439" fmla="*/ 1990172 w 7467600"/>
              <a:gd name="connsiteY439" fmla="*/ 6542121 h 6858000"/>
              <a:gd name="connsiteX440" fmla="*/ 2124090 w 7467600"/>
              <a:gd name="connsiteY440" fmla="*/ 6761017 h 6858000"/>
              <a:gd name="connsiteX441" fmla="*/ 2200380 w 7467600"/>
              <a:gd name="connsiteY441" fmla="*/ 6858000 h 6858000"/>
              <a:gd name="connsiteX442" fmla="*/ 2147507 w 7467600"/>
              <a:gd name="connsiteY442" fmla="*/ 6858000 h 6858000"/>
              <a:gd name="connsiteX443" fmla="*/ 2070668 w 7467600"/>
              <a:gd name="connsiteY443" fmla="*/ 6761520 h 6858000"/>
              <a:gd name="connsiteX444" fmla="*/ 1975142 w 7467600"/>
              <a:gd name="connsiteY444" fmla="*/ 6585570 h 6858000"/>
              <a:gd name="connsiteX445" fmla="*/ 2050035 w 7467600"/>
              <a:gd name="connsiteY445" fmla="*/ 6813345 h 6858000"/>
              <a:gd name="connsiteX446" fmla="*/ 2063025 w 7467600"/>
              <a:gd name="connsiteY446" fmla="*/ 6858000 h 6858000"/>
              <a:gd name="connsiteX447" fmla="*/ 2021675 w 7467600"/>
              <a:gd name="connsiteY447" fmla="*/ 6858000 h 6858000"/>
              <a:gd name="connsiteX448" fmla="*/ 2019308 w 7467600"/>
              <a:gd name="connsiteY448" fmla="*/ 6847118 h 6858000"/>
              <a:gd name="connsiteX449" fmla="*/ 1938835 w 7467600"/>
              <a:gd name="connsiteY449" fmla="*/ 6551160 h 6858000"/>
              <a:gd name="connsiteX450" fmla="*/ 1953230 w 7467600"/>
              <a:gd name="connsiteY450" fmla="*/ 6759699 h 6858000"/>
              <a:gd name="connsiteX451" fmla="*/ 1956763 w 7467600"/>
              <a:gd name="connsiteY451" fmla="*/ 6778191 h 6858000"/>
              <a:gd name="connsiteX452" fmla="*/ 1967925 w 7467600"/>
              <a:gd name="connsiteY452" fmla="*/ 6858000 h 6858000"/>
              <a:gd name="connsiteX453" fmla="*/ 1936622 w 7467600"/>
              <a:gd name="connsiteY453" fmla="*/ 6858000 h 6858000"/>
              <a:gd name="connsiteX454" fmla="*/ 1926261 w 7467600"/>
              <a:gd name="connsiteY454" fmla="*/ 6784064 h 6858000"/>
              <a:gd name="connsiteX455" fmla="*/ 1922724 w 7467600"/>
              <a:gd name="connsiteY455" fmla="*/ 6765577 h 6858000"/>
              <a:gd name="connsiteX456" fmla="*/ 1904650 w 7467600"/>
              <a:gd name="connsiteY456" fmla="*/ 6639616 h 6858000"/>
              <a:gd name="connsiteX457" fmla="*/ 1885273 w 7467600"/>
              <a:gd name="connsiteY457" fmla="*/ 6858000 h 6858000"/>
              <a:gd name="connsiteX458" fmla="*/ 1854363 w 7467600"/>
              <a:gd name="connsiteY458" fmla="*/ 6858000 h 6858000"/>
              <a:gd name="connsiteX459" fmla="*/ 1880391 w 7467600"/>
              <a:gd name="connsiteY459" fmla="*/ 6603796 h 6858000"/>
              <a:gd name="connsiteX460" fmla="*/ 1818273 w 7467600"/>
              <a:gd name="connsiteY460" fmla="*/ 6715729 h 6858000"/>
              <a:gd name="connsiteX461" fmla="*/ 1794691 w 7467600"/>
              <a:gd name="connsiteY461" fmla="*/ 6843239 h 6858000"/>
              <a:gd name="connsiteX462" fmla="*/ 1794914 w 7467600"/>
              <a:gd name="connsiteY462" fmla="*/ 6858000 h 6858000"/>
              <a:gd name="connsiteX463" fmla="*/ 1746128 w 7467600"/>
              <a:gd name="connsiteY463" fmla="*/ 6858000 h 6858000"/>
              <a:gd name="connsiteX464" fmla="*/ 1753934 w 7467600"/>
              <a:gd name="connsiteY464" fmla="*/ 6724796 h 6858000"/>
              <a:gd name="connsiteX465" fmla="*/ 1792053 w 7467600"/>
              <a:gd name="connsiteY465" fmla="*/ 6572396 h 6858000"/>
              <a:gd name="connsiteX466" fmla="*/ 1862248 w 7467600"/>
              <a:gd name="connsiteY466" fmla="*/ 6266397 h 6858000"/>
              <a:gd name="connsiteX467" fmla="*/ 1862250 w 7467600"/>
              <a:gd name="connsiteY467" fmla="*/ 6033531 h 6858000"/>
              <a:gd name="connsiteX468" fmla="*/ 1211999 w 7467600"/>
              <a:gd name="connsiteY468" fmla="*/ 6683610 h 6858000"/>
              <a:gd name="connsiteX469" fmla="*/ 1213266 w 7467600"/>
              <a:gd name="connsiteY469" fmla="*/ 6691947 h 6858000"/>
              <a:gd name="connsiteX470" fmla="*/ 1203370 w 7467600"/>
              <a:gd name="connsiteY470" fmla="*/ 6850676 h 6858000"/>
              <a:gd name="connsiteX471" fmla="*/ 1203671 w 7467600"/>
              <a:gd name="connsiteY471" fmla="*/ 6858000 h 6858000"/>
              <a:gd name="connsiteX472" fmla="*/ 1143180 w 7467600"/>
              <a:gd name="connsiteY472" fmla="*/ 6858000 h 6858000"/>
              <a:gd name="connsiteX473" fmla="*/ 1142176 w 7467600"/>
              <a:gd name="connsiteY473" fmla="*/ 6766045 h 6858000"/>
              <a:gd name="connsiteX474" fmla="*/ 1067484 w 7467600"/>
              <a:gd name="connsiteY474" fmla="*/ 6858000 h 6858000"/>
              <a:gd name="connsiteX475" fmla="*/ 953928 w 7467600"/>
              <a:gd name="connsiteY475" fmla="*/ 6858000 h 6858000"/>
              <a:gd name="connsiteX476" fmla="*/ 959715 w 7467600"/>
              <a:gd name="connsiteY476" fmla="*/ 6850185 h 6858000"/>
              <a:gd name="connsiteX477" fmla="*/ 1483788 w 7467600"/>
              <a:gd name="connsiteY477" fmla="*/ 6259174 h 6858000"/>
              <a:gd name="connsiteX478" fmla="*/ 1100671 w 7467600"/>
              <a:gd name="connsiteY478" fmla="*/ 6252137 h 6858000"/>
              <a:gd name="connsiteX479" fmla="*/ 1090144 w 7467600"/>
              <a:gd name="connsiteY479" fmla="*/ 6256748 h 6858000"/>
              <a:gd name="connsiteX480" fmla="*/ 1095872 w 7467600"/>
              <a:gd name="connsiteY480" fmla="*/ 6271892 h 6858000"/>
              <a:gd name="connsiteX481" fmla="*/ 262785 w 7467600"/>
              <a:gd name="connsiteY481" fmla="*/ 6845450 h 6858000"/>
              <a:gd name="connsiteX482" fmla="*/ 209968 w 7467600"/>
              <a:gd name="connsiteY482" fmla="*/ 6770713 h 6858000"/>
              <a:gd name="connsiteX483" fmla="*/ 873460 w 7467600"/>
              <a:gd name="connsiteY483" fmla="*/ 6253768 h 6858000"/>
              <a:gd name="connsiteX484" fmla="*/ 192686 w 7467600"/>
              <a:gd name="connsiteY484" fmla="*/ 5849257 h 6858000"/>
              <a:gd name="connsiteX485" fmla="*/ 4696 w 7467600"/>
              <a:gd name="connsiteY485" fmla="*/ 5697668 h 6858000"/>
              <a:gd name="connsiteX486" fmla="*/ 0 w 7467600"/>
              <a:gd name="connsiteY486" fmla="*/ 5689984 h 6858000"/>
              <a:gd name="connsiteX487" fmla="*/ 0 w 7467600"/>
              <a:gd name="connsiteY487" fmla="*/ 5513472 h 6858000"/>
              <a:gd name="connsiteX488" fmla="*/ 174101 w 7467600"/>
              <a:gd name="connsiteY488" fmla="*/ 5620277 h 6858000"/>
              <a:gd name="connsiteX489" fmla="*/ 891800 w 7467600"/>
              <a:gd name="connsiteY489" fmla="*/ 6036935 h 6858000"/>
              <a:gd name="connsiteX490" fmla="*/ 1072219 w 7467600"/>
              <a:gd name="connsiteY490" fmla="*/ 6169443 h 6858000"/>
              <a:gd name="connsiteX491" fmla="*/ 1074117 w 7467600"/>
              <a:gd name="connsiteY491" fmla="*/ 6170301 h 6858000"/>
              <a:gd name="connsiteX492" fmla="*/ 1083114 w 7467600"/>
              <a:gd name="connsiteY492" fmla="*/ 6174131 h 6858000"/>
              <a:gd name="connsiteX493" fmla="*/ 1543010 w 7467600"/>
              <a:gd name="connsiteY493" fmla="*/ 6191140 h 6858000"/>
              <a:gd name="connsiteX494" fmla="*/ 1551080 w 7467600"/>
              <a:gd name="connsiteY494" fmla="*/ 6195006 h 6858000"/>
              <a:gd name="connsiteX495" fmla="*/ 2345443 w 7467600"/>
              <a:gd name="connsiteY495" fmla="*/ 5549882 h 6858000"/>
              <a:gd name="connsiteX496" fmla="*/ 1721499 w 7467600"/>
              <a:gd name="connsiteY496" fmla="*/ 5599969 h 6858000"/>
              <a:gd name="connsiteX497" fmla="*/ 767716 w 7467600"/>
              <a:gd name="connsiteY497" fmla="*/ 5472768 h 6858000"/>
              <a:gd name="connsiteX498" fmla="*/ 722147 w 7467600"/>
              <a:gd name="connsiteY498" fmla="*/ 5393091 h 6858000"/>
              <a:gd name="connsiteX499" fmla="*/ 1485552 w 7467600"/>
              <a:gd name="connsiteY499" fmla="*/ 5313202 h 6858000"/>
              <a:gd name="connsiteX500" fmla="*/ 2143004 w 7467600"/>
              <a:gd name="connsiteY500" fmla="*/ 5402420 h 6858000"/>
              <a:gd name="connsiteX501" fmla="*/ 1933391 w 7467600"/>
              <a:gd name="connsiteY501" fmla="*/ 5156971 h 6858000"/>
              <a:gd name="connsiteX502" fmla="*/ 1827118 w 7467600"/>
              <a:gd name="connsiteY502" fmla="*/ 4968410 h 6858000"/>
              <a:gd name="connsiteX503" fmla="*/ 1837349 w 7467600"/>
              <a:gd name="connsiteY503" fmla="*/ 4956357 h 6858000"/>
              <a:gd name="connsiteX504" fmla="*/ 2162835 w 7467600"/>
              <a:gd name="connsiteY504" fmla="*/ 5187853 h 6858000"/>
              <a:gd name="connsiteX505" fmla="*/ 2257167 w 7467600"/>
              <a:gd name="connsiteY505" fmla="*/ 5462123 h 6858000"/>
              <a:gd name="connsiteX506" fmla="*/ 2261598 w 7467600"/>
              <a:gd name="connsiteY506" fmla="*/ 5467998 h 6858000"/>
              <a:gd name="connsiteX507" fmla="*/ 2437177 w 7467600"/>
              <a:gd name="connsiteY507" fmla="*/ 5479608 h 6858000"/>
              <a:gd name="connsiteX508" fmla="*/ 2445247 w 7467600"/>
              <a:gd name="connsiteY508" fmla="*/ 5483476 h 6858000"/>
              <a:gd name="connsiteX509" fmla="*/ 2743626 w 7467600"/>
              <a:gd name="connsiteY509" fmla="*/ 5304819 h 6858000"/>
              <a:gd name="connsiteX510" fmla="*/ 3048102 w 7467600"/>
              <a:gd name="connsiteY510" fmla="*/ 5150595 h 6858000"/>
              <a:gd name="connsiteX511" fmla="*/ 1799414 w 7467600"/>
              <a:gd name="connsiteY511" fmla="*/ 4694732 h 6858000"/>
              <a:gd name="connsiteX512" fmla="*/ 1771735 w 7467600"/>
              <a:gd name="connsiteY512" fmla="*/ 4619929 h 6858000"/>
              <a:gd name="connsiteX513" fmla="*/ 3104273 w 7467600"/>
              <a:gd name="connsiteY513" fmla="*/ 5076159 h 6858000"/>
              <a:gd name="connsiteX514" fmla="*/ 3113245 w 7467600"/>
              <a:gd name="connsiteY514" fmla="*/ 5090705 h 6858000"/>
              <a:gd name="connsiteX515" fmla="*/ 3126294 w 7467600"/>
              <a:gd name="connsiteY515" fmla="*/ 5114400 h 6858000"/>
              <a:gd name="connsiteX516" fmla="*/ 3937433 w 7467600"/>
              <a:gd name="connsiteY516" fmla="*/ 4830473 h 6858000"/>
              <a:gd name="connsiteX517" fmla="*/ 3590475 w 7467600"/>
              <a:gd name="connsiteY517" fmla="*/ 4597974 h 6858000"/>
              <a:gd name="connsiteX518" fmla="*/ 3100264 w 7467600"/>
              <a:gd name="connsiteY518" fmla="*/ 4579845 h 6858000"/>
              <a:gd name="connsiteX519" fmla="*/ 2183576 w 7467600"/>
              <a:gd name="connsiteY519" fmla="*/ 4227150 h 6858000"/>
              <a:gd name="connsiteX520" fmla="*/ 2151029 w 7467600"/>
              <a:gd name="connsiteY520" fmla="*/ 4146947 h 6858000"/>
              <a:gd name="connsiteX521" fmla="*/ 3563434 w 7467600"/>
              <a:gd name="connsiteY521" fmla="*/ 4469115 h 6858000"/>
              <a:gd name="connsiteX522" fmla="*/ 3177952 w 7467600"/>
              <a:gd name="connsiteY522" fmla="*/ 3657386 h 6858000"/>
              <a:gd name="connsiteX523" fmla="*/ 3189263 w 7467600"/>
              <a:gd name="connsiteY523" fmla="*/ 3625726 h 6858000"/>
              <a:gd name="connsiteX524" fmla="*/ 3560912 w 7467600"/>
              <a:gd name="connsiteY524" fmla="*/ 4079863 h 6858000"/>
              <a:gd name="connsiteX525" fmla="*/ 3626636 w 7467600"/>
              <a:gd name="connsiteY525" fmla="*/ 4512230 h 6858000"/>
              <a:gd name="connsiteX526" fmla="*/ 3653088 w 7467600"/>
              <a:gd name="connsiteY526" fmla="*/ 4521417 h 6858000"/>
              <a:gd name="connsiteX527" fmla="*/ 3988128 w 7467600"/>
              <a:gd name="connsiteY527" fmla="*/ 4817267 h 6858000"/>
              <a:gd name="connsiteX528" fmla="*/ 4830582 w 7467600"/>
              <a:gd name="connsiteY528" fmla="*/ 4676000 h 6858000"/>
              <a:gd name="connsiteX529" fmla="*/ 4830100 w 7467600"/>
              <a:gd name="connsiteY529" fmla="*/ 4675554 h 6858000"/>
              <a:gd name="connsiteX530" fmla="*/ 4036318 w 7467600"/>
              <a:gd name="connsiteY530" fmla="*/ 4147013 h 6858000"/>
              <a:gd name="connsiteX531" fmla="*/ 3432098 w 7467600"/>
              <a:gd name="connsiteY531" fmla="*/ 3537312 h 6858000"/>
              <a:gd name="connsiteX532" fmla="*/ 3446761 w 7467600"/>
              <a:gd name="connsiteY532" fmla="*/ 3461278 h 6858000"/>
              <a:gd name="connsiteX533" fmla="*/ 4419733 w 7467600"/>
              <a:gd name="connsiteY533" fmla="*/ 3963555 h 6858000"/>
              <a:gd name="connsiteX534" fmla="*/ 4781371 w 7467600"/>
              <a:gd name="connsiteY534" fmla="*/ 4458604 h 6858000"/>
              <a:gd name="connsiteX535" fmla="*/ 4780440 w 7467600"/>
              <a:gd name="connsiteY535" fmla="*/ 4470290 h 6858000"/>
              <a:gd name="connsiteX536" fmla="*/ 4898954 w 7467600"/>
              <a:gd name="connsiteY536" fmla="*/ 4662092 h 6858000"/>
              <a:gd name="connsiteX537" fmla="*/ 4900699 w 7467600"/>
              <a:gd name="connsiteY537" fmla="*/ 4670867 h 6858000"/>
              <a:gd name="connsiteX538" fmla="*/ 5714511 w 7467600"/>
              <a:gd name="connsiteY538" fmla="*/ 4663483 h 6858000"/>
              <a:gd name="connsiteX539" fmla="*/ 5464793 w 7467600"/>
              <a:gd name="connsiteY539" fmla="*/ 4393556 h 6858000"/>
              <a:gd name="connsiteX540" fmla="*/ 5461897 w 7467600"/>
              <a:gd name="connsiteY540" fmla="*/ 4390879 h 6858000"/>
              <a:gd name="connsiteX541" fmla="*/ 4294126 w 7467600"/>
              <a:gd name="connsiteY541" fmla="*/ 3303048 h 6858000"/>
              <a:gd name="connsiteX542" fmla="*/ 4305321 w 7467600"/>
              <a:gd name="connsiteY542" fmla="*/ 3256953 h 6858000"/>
              <a:gd name="connsiteX543" fmla="*/ 4949299 w 7467600"/>
              <a:gd name="connsiteY543" fmla="*/ 3766336 h 6858000"/>
              <a:gd name="connsiteX544" fmla="*/ 5291452 w 7467600"/>
              <a:gd name="connsiteY544" fmla="*/ 4076801 h 6858000"/>
              <a:gd name="connsiteX545" fmla="*/ 5434998 w 7467600"/>
              <a:gd name="connsiteY545" fmla="*/ 4254100 h 6858000"/>
              <a:gd name="connsiteX546" fmla="*/ 5351015 w 7467600"/>
              <a:gd name="connsiteY546" fmla="*/ 3760989 h 6858000"/>
              <a:gd name="connsiteX547" fmla="*/ 5413780 w 7467600"/>
              <a:gd name="connsiteY547" fmla="*/ 2966265 h 6858000"/>
              <a:gd name="connsiteX548" fmla="*/ 5425627 w 7467600"/>
              <a:gd name="connsiteY548" fmla="*/ 2954192 h 6858000"/>
              <a:gd name="connsiteX549" fmla="*/ 6604735 w 7467600"/>
              <a:gd name="connsiteY549" fmla="*/ 2041381 h 6858000"/>
              <a:gd name="connsiteX550" fmla="*/ 7204487 w 7467600"/>
              <a:gd name="connsiteY550" fmla="*/ 2742112 h 6858000"/>
              <a:gd name="connsiteX551" fmla="*/ 7131592 w 7467600"/>
              <a:gd name="connsiteY551" fmla="*/ 2672096 h 6858000"/>
              <a:gd name="connsiteX552" fmla="*/ 6996344 w 7467600"/>
              <a:gd name="connsiteY552" fmla="*/ 2518310 h 6858000"/>
              <a:gd name="connsiteX553" fmla="*/ 6735495 w 7467600"/>
              <a:gd name="connsiteY553" fmla="*/ 2196890 h 6858000"/>
              <a:gd name="connsiteX554" fmla="*/ 6721901 w 7467600"/>
              <a:gd name="connsiteY554" fmla="*/ 2179274 h 6858000"/>
              <a:gd name="connsiteX555" fmla="*/ 6604735 w 7467600"/>
              <a:gd name="connsiteY555" fmla="*/ 2041381 h 6858000"/>
              <a:gd name="connsiteX556" fmla="*/ 6591670 w 7467600"/>
              <a:gd name="connsiteY556" fmla="*/ 1988277 h 6858000"/>
              <a:gd name="connsiteX557" fmla="*/ 6747349 w 7467600"/>
              <a:gd name="connsiteY557" fmla="*/ 2160069 h 6858000"/>
              <a:gd name="connsiteX558" fmla="*/ 6760943 w 7467600"/>
              <a:gd name="connsiteY558" fmla="*/ 2177686 h 6858000"/>
              <a:gd name="connsiteX559" fmla="*/ 7021065 w 7467600"/>
              <a:gd name="connsiteY559" fmla="*/ 2498102 h 6858000"/>
              <a:gd name="connsiteX560" fmla="*/ 7155223 w 7467600"/>
              <a:gd name="connsiteY560" fmla="*/ 2650386 h 6858000"/>
              <a:gd name="connsiteX561" fmla="*/ 7203167 w 7467600"/>
              <a:gd name="connsiteY561" fmla="*/ 2697288 h 6858000"/>
              <a:gd name="connsiteX562" fmla="*/ 6937703 w 7467600"/>
              <a:gd name="connsiteY562" fmla="*/ 2321981 h 6858000"/>
              <a:gd name="connsiteX563" fmla="*/ 6591670 w 7467600"/>
              <a:gd name="connsiteY563" fmla="*/ 1988277 h 6858000"/>
              <a:gd name="connsiteX564" fmla="*/ 5798671 w 7467600"/>
              <a:gd name="connsiteY564" fmla="*/ 1981601 h 6858000"/>
              <a:gd name="connsiteX565" fmla="*/ 5754709 w 7467600"/>
              <a:gd name="connsiteY565" fmla="*/ 2071454 h 6858000"/>
              <a:gd name="connsiteX566" fmla="*/ 5763044 w 7467600"/>
              <a:gd name="connsiteY566" fmla="*/ 2842206 h 6858000"/>
              <a:gd name="connsiteX567" fmla="*/ 5764974 w 7467600"/>
              <a:gd name="connsiteY567" fmla="*/ 2799609 h 6858000"/>
              <a:gd name="connsiteX568" fmla="*/ 5767665 w 7467600"/>
              <a:gd name="connsiteY568" fmla="*/ 2666409 h 6858000"/>
              <a:gd name="connsiteX569" fmla="*/ 5763055 w 7467600"/>
              <a:gd name="connsiteY569" fmla="*/ 2579705 h 6858000"/>
              <a:gd name="connsiteX570" fmla="*/ 5758079 w 7467600"/>
              <a:gd name="connsiteY570" fmla="*/ 2492508 h 6858000"/>
              <a:gd name="connsiteX571" fmla="*/ 5779325 w 7467600"/>
              <a:gd name="connsiteY571" fmla="*/ 2197069 h 6858000"/>
              <a:gd name="connsiteX572" fmla="*/ 5798671 w 7467600"/>
              <a:gd name="connsiteY572" fmla="*/ 1981601 h 6858000"/>
              <a:gd name="connsiteX573" fmla="*/ 5829202 w 7467600"/>
              <a:gd name="connsiteY573" fmla="*/ 1971679 h 6858000"/>
              <a:gd name="connsiteX574" fmla="*/ 5809558 w 7467600"/>
              <a:gd name="connsiteY574" fmla="*/ 2198043 h 6858000"/>
              <a:gd name="connsiteX575" fmla="*/ 5788653 w 7467600"/>
              <a:gd name="connsiteY575" fmla="*/ 2489430 h 6858000"/>
              <a:gd name="connsiteX576" fmla="*/ 5793439 w 7467600"/>
              <a:gd name="connsiteY576" fmla="*/ 2575235 h 6858000"/>
              <a:gd name="connsiteX577" fmla="*/ 5796837 w 7467600"/>
              <a:gd name="connsiteY577" fmla="*/ 2637633 h 6858000"/>
              <a:gd name="connsiteX578" fmla="*/ 5818614 w 7467600"/>
              <a:gd name="connsiteY578" fmla="*/ 2473055 h 6858000"/>
              <a:gd name="connsiteX579" fmla="*/ 5829202 w 7467600"/>
              <a:gd name="connsiteY579" fmla="*/ 1971679 h 6858000"/>
              <a:gd name="connsiteX580" fmla="*/ 5911389 w 7467600"/>
              <a:gd name="connsiteY580" fmla="*/ 1898371 h 6858000"/>
              <a:gd name="connsiteX581" fmla="*/ 6237627 w 7467600"/>
              <a:gd name="connsiteY581" fmla="*/ 2231921 h 6858000"/>
              <a:gd name="connsiteX582" fmla="*/ 5911389 w 7467600"/>
              <a:gd name="connsiteY582" fmla="*/ 1898371 h 6858000"/>
              <a:gd name="connsiteX583" fmla="*/ 6944437 w 7467600"/>
              <a:gd name="connsiteY583" fmla="*/ 1575402 h 6858000"/>
              <a:gd name="connsiteX584" fmla="*/ 6304730 w 7467600"/>
              <a:gd name="connsiteY584" fmla="*/ 1766654 h 6858000"/>
              <a:gd name="connsiteX585" fmla="*/ 6944437 w 7467600"/>
              <a:gd name="connsiteY585" fmla="*/ 1575402 h 6858000"/>
              <a:gd name="connsiteX586" fmla="*/ 7019523 w 7467600"/>
              <a:gd name="connsiteY586" fmla="*/ 1519450 h 6858000"/>
              <a:gd name="connsiteX587" fmla="*/ 6298091 w 7467600"/>
              <a:gd name="connsiteY587" fmla="*/ 1737122 h 6858000"/>
              <a:gd name="connsiteX588" fmla="*/ 7019523 w 7467600"/>
              <a:gd name="connsiteY588" fmla="*/ 1519450 h 6858000"/>
              <a:gd name="connsiteX589" fmla="*/ 2399523 w 7467600"/>
              <a:gd name="connsiteY589" fmla="*/ 1428234 h 6858000"/>
              <a:gd name="connsiteX590" fmla="*/ 2224982 w 7467600"/>
              <a:gd name="connsiteY590" fmla="*/ 1826201 h 6858000"/>
              <a:gd name="connsiteX591" fmla="*/ 2096099 w 7467600"/>
              <a:gd name="connsiteY591" fmla="*/ 2345900 h 6858000"/>
              <a:gd name="connsiteX592" fmla="*/ 2283317 w 7467600"/>
              <a:gd name="connsiteY592" fmla="*/ 1796925 h 6858000"/>
              <a:gd name="connsiteX593" fmla="*/ 2399523 w 7467600"/>
              <a:gd name="connsiteY593" fmla="*/ 1428234 h 6858000"/>
              <a:gd name="connsiteX594" fmla="*/ 2448558 w 7467600"/>
              <a:gd name="connsiteY594" fmla="*/ 1373435 h 6858000"/>
              <a:gd name="connsiteX595" fmla="*/ 2312521 w 7467600"/>
              <a:gd name="connsiteY595" fmla="*/ 1806140 h 6858000"/>
              <a:gd name="connsiteX596" fmla="*/ 2127533 w 7467600"/>
              <a:gd name="connsiteY596" fmla="*/ 2348380 h 6858000"/>
              <a:gd name="connsiteX597" fmla="*/ 2358080 w 7467600"/>
              <a:gd name="connsiteY597" fmla="*/ 1866134 h 6858000"/>
              <a:gd name="connsiteX598" fmla="*/ 2407436 w 7467600"/>
              <a:gd name="connsiteY598" fmla="*/ 1651070 h 6858000"/>
              <a:gd name="connsiteX599" fmla="*/ 2448558 w 7467600"/>
              <a:gd name="connsiteY599" fmla="*/ 1373435 h 6858000"/>
              <a:gd name="connsiteX600" fmla="*/ 278707 w 7467600"/>
              <a:gd name="connsiteY600" fmla="*/ 1352270 h 6858000"/>
              <a:gd name="connsiteX601" fmla="*/ 321570 w 7467600"/>
              <a:gd name="connsiteY601" fmla="*/ 1861610 h 6858000"/>
              <a:gd name="connsiteX602" fmla="*/ 294281 w 7467600"/>
              <a:gd name="connsiteY602" fmla="*/ 1440658 h 6858000"/>
              <a:gd name="connsiteX603" fmla="*/ 278707 w 7467600"/>
              <a:gd name="connsiteY603" fmla="*/ 1352270 h 6858000"/>
              <a:gd name="connsiteX604" fmla="*/ 1423821 w 7467600"/>
              <a:gd name="connsiteY604" fmla="*/ 1351958 h 6858000"/>
              <a:gd name="connsiteX605" fmla="*/ 1638521 w 7467600"/>
              <a:gd name="connsiteY605" fmla="*/ 1908470 h 6858000"/>
              <a:gd name="connsiteX606" fmla="*/ 1754199 w 7467600"/>
              <a:gd name="connsiteY606" fmla="*/ 2149284 h 6858000"/>
              <a:gd name="connsiteX607" fmla="*/ 1908359 w 7467600"/>
              <a:gd name="connsiteY607" fmla="*/ 2364988 h 6858000"/>
              <a:gd name="connsiteX608" fmla="*/ 1647661 w 7467600"/>
              <a:gd name="connsiteY608" fmla="*/ 1825945 h 6858000"/>
              <a:gd name="connsiteX609" fmla="*/ 1423821 w 7467600"/>
              <a:gd name="connsiteY609" fmla="*/ 1351958 h 6858000"/>
              <a:gd name="connsiteX610" fmla="*/ 1431890 w 7467600"/>
              <a:gd name="connsiteY610" fmla="*/ 1306475 h 6858000"/>
              <a:gd name="connsiteX611" fmla="*/ 1507597 w 7467600"/>
              <a:gd name="connsiteY611" fmla="*/ 1446132 h 6858000"/>
              <a:gd name="connsiteX612" fmla="*/ 1674586 w 7467600"/>
              <a:gd name="connsiteY612" fmla="*/ 1813832 h 6858000"/>
              <a:gd name="connsiteX613" fmla="*/ 1815950 w 7467600"/>
              <a:gd name="connsiteY613" fmla="*/ 2128564 h 6858000"/>
              <a:gd name="connsiteX614" fmla="*/ 1984242 w 7467600"/>
              <a:gd name="connsiteY614" fmla="*/ 2430829 h 6858000"/>
              <a:gd name="connsiteX615" fmla="*/ 2014023 w 7467600"/>
              <a:gd name="connsiteY615" fmla="*/ 2450995 h 6858000"/>
              <a:gd name="connsiteX616" fmla="*/ 1747337 w 7467600"/>
              <a:gd name="connsiteY616" fmla="*/ 1855264 h 6858000"/>
              <a:gd name="connsiteX617" fmla="*/ 1533749 w 7467600"/>
              <a:gd name="connsiteY617" fmla="*/ 1478656 h 6858000"/>
              <a:gd name="connsiteX618" fmla="*/ 1431890 w 7467600"/>
              <a:gd name="connsiteY618" fmla="*/ 1306475 h 6858000"/>
              <a:gd name="connsiteX619" fmla="*/ 5052692 w 7467600"/>
              <a:gd name="connsiteY619" fmla="*/ 1292994 h 6858000"/>
              <a:gd name="connsiteX620" fmla="*/ 5200661 w 7467600"/>
              <a:gd name="connsiteY620" fmla="*/ 1635186 h 6858000"/>
              <a:gd name="connsiteX621" fmla="*/ 5297138 w 7467600"/>
              <a:gd name="connsiteY621" fmla="*/ 1906351 h 6858000"/>
              <a:gd name="connsiteX622" fmla="*/ 5052692 w 7467600"/>
              <a:gd name="connsiteY622" fmla="*/ 1292994 h 6858000"/>
              <a:gd name="connsiteX623" fmla="*/ 5009948 w 7467600"/>
              <a:gd name="connsiteY623" fmla="*/ 1273619 h 6858000"/>
              <a:gd name="connsiteX624" fmla="*/ 5121777 w 7467600"/>
              <a:gd name="connsiteY624" fmla="*/ 1654213 h 6858000"/>
              <a:gd name="connsiteX625" fmla="*/ 5293545 w 7467600"/>
              <a:gd name="connsiteY625" fmla="*/ 2072247 h 6858000"/>
              <a:gd name="connsiteX626" fmla="*/ 5294042 w 7467600"/>
              <a:gd name="connsiteY626" fmla="*/ 2065019 h 6858000"/>
              <a:gd name="connsiteX627" fmla="*/ 5171936 w 7467600"/>
              <a:gd name="connsiteY627" fmla="*/ 1647613 h 6858000"/>
              <a:gd name="connsiteX628" fmla="*/ 5009948 w 7467600"/>
              <a:gd name="connsiteY628" fmla="*/ 1273619 h 6858000"/>
              <a:gd name="connsiteX629" fmla="*/ 655236 w 7467600"/>
              <a:gd name="connsiteY629" fmla="*/ 1268632 h 6858000"/>
              <a:gd name="connsiteX630" fmla="*/ 839521 w 7467600"/>
              <a:gd name="connsiteY630" fmla="*/ 1685315 h 6858000"/>
              <a:gd name="connsiteX631" fmla="*/ 1109416 w 7467600"/>
              <a:gd name="connsiteY631" fmla="*/ 2061663 h 6858000"/>
              <a:gd name="connsiteX632" fmla="*/ 1298300 w 7467600"/>
              <a:gd name="connsiteY632" fmla="*/ 2247742 h 6858000"/>
              <a:gd name="connsiteX633" fmla="*/ 1125871 w 7467600"/>
              <a:gd name="connsiteY633" fmla="*/ 1989513 h 6858000"/>
              <a:gd name="connsiteX634" fmla="*/ 981574 w 7467600"/>
              <a:gd name="connsiteY634" fmla="*/ 1783157 h 6858000"/>
              <a:gd name="connsiteX635" fmla="*/ 922198 w 7467600"/>
              <a:gd name="connsiteY635" fmla="*/ 1677437 h 6858000"/>
              <a:gd name="connsiteX636" fmla="*/ 869293 w 7467600"/>
              <a:gd name="connsiteY636" fmla="*/ 1583214 h 6858000"/>
              <a:gd name="connsiteX637" fmla="*/ 751431 w 7467600"/>
              <a:gd name="connsiteY637" fmla="*/ 1405731 h 6858000"/>
              <a:gd name="connsiteX638" fmla="*/ 655236 w 7467600"/>
              <a:gd name="connsiteY638" fmla="*/ 1268632 h 6858000"/>
              <a:gd name="connsiteX639" fmla="*/ 6516292 w 7467600"/>
              <a:gd name="connsiteY639" fmla="*/ 1263064 h 6858000"/>
              <a:gd name="connsiteX640" fmla="*/ 5736320 w 7467600"/>
              <a:gd name="connsiteY640" fmla="*/ 1501803 h 6858000"/>
              <a:gd name="connsiteX641" fmla="*/ 6516292 w 7467600"/>
              <a:gd name="connsiteY641" fmla="*/ 1263064 h 6858000"/>
              <a:gd name="connsiteX642" fmla="*/ 291466 w 7467600"/>
              <a:gd name="connsiteY642" fmla="*/ 1250369 h 6858000"/>
              <a:gd name="connsiteX643" fmla="*/ 323180 w 7467600"/>
              <a:gd name="connsiteY643" fmla="*/ 1435283 h 6858000"/>
              <a:gd name="connsiteX644" fmla="*/ 349381 w 7467600"/>
              <a:gd name="connsiteY644" fmla="*/ 1875041 h 6858000"/>
              <a:gd name="connsiteX645" fmla="*/ 374363 w 7467600"/>
              <a:gd name="connsiteY645" fmla="*/ 1506494 h 6858000"/>
              <a:gd name="connsiteX646" fmla="*/ 302168 w 7467600"/>
              <a:gd name="connsiteY646" fmla="*/ 1274495 h 6858000"/>
              <a:gd name="connsiteX647" fmla="*/ 291466 w 7467600"/>
              <a:gd name="connsiteY647" fmla="*/ 1250369 h 6858000"/>
              <a:gd name="connsiteX648" fmla="*/ 678222 w 7467600"/>
              <a:gd name="connsiteY648" fmla="*/ 1248670 h 6858000"/>
              <a:gd name="connsiteX649" fmla="*/ 775536 w 7467600"/>
              <a:gd name="connsiteY649" fmla="*/ 1388015 h 6858000"/>
              <a:gd name="connsiteX650" fmla="*/ 894529 w 7467600"/>
              <a:gd name="connsiteY650" fmla="*/ 1567739 h 6858000"/>
              <a:gd name="connsiteX651" fmla="*/ 948000 w 7467600"/>
              <a:gd name="connsiteY651" fmla="*/ 1663088 h 6858000"/>
              <a:gd name="connsiteX652" fmla="*/ 1006812 w 7467600"/>
              <a:gd name="connsiteY652" fmla="*/ 1767683 h 6858000"/>
              <a:gd name="connsiteX653" fmla="*/ 1149133 w 7467600"/>
              <a:gd name="connsiteY653" fmla="*/ 1971513 h 6858000"/>
              <a:gd name="connsiteX654" fmla="*/ 1333952 w 7467600"/>
              <a:gd name="connsiteY654" fmla="*/ 2251620 h 6858000"/>
              <a:gd name="connsiteX655" fmla="*/ 1337329 w 7467600"/>
              <a:gd name="connsiteY655" fmla="*/ 2258350 h 6858000"/>
              <a:gd name="connsiteX656" fmla="*/ 1014726 w 7467600"/>
              <a:gd name="connsiteY656" fmla="*/ 1615556 h 6858000"/>
              <a:gd name="connsiteX657" fmla="*/ 678222 w 7467600"/>
              <a:gd name="connsiteY657" fmla="*/ 1248670 h 6858000"/>
              <a:gd name="connsiteX658" fmla="*/ 6691602 w 7467600"/>
              <a:gd name="connsiteY658" fmla="*/ 1140573 h 6858000"/>
              <a:gd name="connsiteX659" fmla="*/ 6571100 w 7467600"/>
              <a:gd name="connsiteY659" fmla="*/ 1183662 h 6858000"/>
              <a:gd name="connsiteX660" fmla="*/ 6241687 w 7467600"/>
              <a:gd name="connsiteY660" fmla="*/ 1257600 h 6858000"/>
              <a:gd name="connsiteX661" fmla="*/ 5693009 w 7467600"/>
              <a:gd name="connsiteY661" fmla="*/ 1478256 h 6858000"/>
              <a:gd name="connsiteX662" fmla="*/ 6548420 w 7467600"/>
              <a:gd name="connsiteY662" fmla="*/ 1214599 h 6858000"/>
              <a:gd name="connsiteX663" fmla="*/ 6605473 w 7467600"/>
              <a:gd name="connsiteY663" fmla="*/ 1184686 h 6858000"/>
              <a:gd name="connsiteX664" fmla="*/ 6691602 w 7467600"/>
              <a:gd name="connsiteY664" fmla="*/ 1140573 h 6858000"/>
              <a:gd name="connsiteX665" fmla="*/ 4002475 w 7467600"/>
              <a:gd name="connsiteY665" fmla="*/ 1037802 h 6858000"/>
              <a:gd name="connsiteX666" fmla="*/ 4000324 w 7467600"/>
              <a:gd name="connsiteY666" fmla="*/ 1039362 h 6858000"/>
              <a:gd name="connsiteX667" fmla="*/ 4002862 w 7467600"/>
              <a:gd name="connsiteY667" fmla="*/ 1042866 h 6858000"/>
              <a:gd name="connsiteX668" fmla="*/ 4002475 w 7467600"/>
              <a:gd name="connsiteY668" fmla="*/ 1037802 h 6858000"/>
              <a:gd name="connsiteX669" fmla="*/ 506322 w 7467600"/>
              <a:gd name="connsiteY669" fmla="*/ 1020997 h 6858000"/>
              <a:gd name="connsiteX670" fmla="*/ 533068 w 7467600"/>
              <a:gd name="connsiteY670" fmla="*/ 1029409 h 6858000"/>
              <a:gd name="connsiteX671" fmla="*/ 1232525 w 7467600"/>
              <a:gd name="connsiteY671" fmla="*/ 1804675 h 6858000"/>
              <a:gd name="connsiteX672" fmla="*/ 1388858 w 7467600"/>
              <a:gd name="connsiteY672" fmla="*/ 2368011 h 6858000"/>
              <a:gd name="connsiteX673" fmla="*/ 1384098 w 7467600"/>
              <a:gd name="connsiteY673" fmla="*/ 2378125 h 6858000"/>
              <a:gd name="connsiteX674" fmla="*/ 1425393 w 7467600"/>
              <a:gd name="connsiteY674" fmla="*/ 2589124 h 6858000"/>
              <a:gd name="connsiteX675" fmla="*/ 1424001 w 7467600"/>
              <a:gd name="connsiteY675" fmla="*/ 2597541 h 6858000"/>
              <a:gd name="connsiteX676" fmla="*/ 2152729 w 7467600"/>
              <a:gd name="connsiteY676" fmla="*/ 2864487 h 6858000"/>
              <a:gd name="connsiteX677" fmla="*/ 2020609 w 7467600"/>
              <a:gd name="connsiteY677" fmla="*/ 2539671 h 6858000"/>
              <a:gd name="connsiteX678" fmla="*/ 2018920 w 7467600"/>
              <a:gd name="connsiteY678" fmla="*/ 2536309 h 6858000"/>
              <a:gd name="connsiteX679" fmla="*/ 1342441 w 7467600"/>
              <a:gd name="connsiteY679" fmla="*/ 1173017 h 6858000"/>
              <a:gd name="connsiteX680" fmla="*/ 1367925 w 7467600"/>
              <a:gd name="connsiteY680" fmla="*/ 1135648 h 6858000"/>
              <a:gd name="connsiteX681" fmla="*/ 1771401 w 7467600"/>
              <a:gd name="connsiteY681" fmla="*/ 1806673 h 6858000"/>
              <a:gd name="connsiteX682" fmla="*/ 1972385 w 7467600"/>
              <a:gd name="connsiteY682" fmla="*/ 2198735 h 6858000"/>
              <a:gd name="connsiteX683" fmla="*/ 2040892 w 7467600"/>
              <a:gd name="connsiteY683" fmla="*/ 2405205 h 6858000"/>
              <a:gd name="connsiteX684" fmla="*/ 2131689 w 7467600"/>
              <a:gd name="connsiteY684" fmla="*/ 1936926 h 6858000"/>
              <a:gd name="connsiteX685" fmla="*/ 2454820 w 7467600"/>
              <a:gd name="connsiteY685" fmla="*/ 1248808 h 6858000"/>
              <a:gd name="connsiteX686" fmla="*/ 2492512 w 7467600"/>
              <a:gd name="connsiteY686" fmla="*/ 1302920 h 6858000"/>
              <a:gd name="connsiteX687" fmla="*/ 2081216 w 7467600"/>
              <a:gd name="connsiteY687" fmla="*/ 2527513 h 6858000"/>
              <a:gd name="connsiteX688" fmla="*/ 2081211 w 7467600"/>
              <a:gd name="connsiteY688" fmla="*/ 2528916 h 6858000"/>
              <a:gd name="connsiteX689" fmla="*/ 2199067 w 7467600"/>
              <a:gd name="connsiteY689" fmla="*/ 2884061 h 6858000"/>
              <a:gd name="connsiteX690" fmla="*/ 3192586 w 7467600"/>
              <a:gd name="connsiteY690" fmla="*/ 3411496 h 6858000"/>
              <a:gd name="connsiteX691" fmla="*/ 3182620 w 7467600"/>
              <a:gd name="connsiteY691" fmla="*/ 3483279 h 6858000"/>
              <a:gd name="connsiteX692" fmla="*/ 2435119 w 7467600"/>
              <a:gd name="connsiteY692" fmla="*/ 3080173 h 6858000"/>
              <a:gd name="connsiteX693" fmla="*/ 2410152 w 7467600"/>
              <a:gd name="connsiteY693" fmla="*/ 3063751 h 6858000"/>
              <a:gd name="connsiteX694" fmla="*/ 2408099 w 7467600"/>
              <a:gd name="connsiteY694" fmla="*/ 3064403 h 6858000"/>
              <a:gd name="connsiteX695" fmla="*/ 2407218 w 7467600"/>
              <a:gd name="connsiteY695" fmla="*/ 3070324 h 6858000"/>
              <a:gd name="connsiteX696" fmla="*/ 2380138 w 7467600"/>
              <a:gd name="connsiteY696" fmla="*/ 3099341 h 6858000"/>
              <a:gd name="connsiteX697" fmla="*/ 1765923 w 7467600"/>
              <a:gd name="connsiteY697" fmla="*/ 3581043 h 6858000"/>
              <a:gd name="connsiteX698" fmla="*/ 1702258 w 7467600"/>
              <a:gd name="connsiteY698" fmla="*/ 3612286 h 6858000"/>
              <a:gd name="connsiteX699" fmla="*/ 1538370 w 7467600"/>
              <a:gd name="connsiteY699" fmla="*/ 3811804 h 6858000"/>
              <a:gd name="connsiteX700" fmla="*/ 542867 w 7467600"/>
              <a:gd name="connsiteY700" fmla="*/ 4944092 h 6858000"/>
              <a:gd name="connsiteX701" fmla="*/ 515800 w 7467600"/>
              <a:gd name="connsiteY701" fmla="*/ 4862180 h 6858000"/>
              <a:gd name="connsiteX702" fmla="*/ 909145 w 7467600"/>
              <a:gd name="connsiteY702" fmla="*/ 4199225 h 6858000"/>
              <a:gd name="connsiteX703" fmla="*/ 1214067 w 7467600"/>
              <a:gd name="connsiteY703" fmla="*/ 3908561 h 6858000"/>
              <a:gd name="connsiteX704" fmla="*/ 640967 w 7467600"/>
              <a:gd name="connsiteY704" fmla="*/ 4105601 h 6858000"/>
              <a:gd name="connsiteX705" fmla="*/ 112563 w 7467600"/>
              <a:gd name="connsiteY705" fmla="*/ 4396952 h 6858000"/>
              <a:gd name="connsiteX706" fmla="*/ 0 w 7467600"/>
              <a:gd name="connsiteY706" fmla="*/ 4466006 h 6858000"/>
              <a:gd name="connsiteX707" fmla="*/ 0 w 7467600"/>
              <a:gd name="connsiteY707" fmla="*/ 4233763 h 6858000"/>
              <a:gd name="connsiteX708" fmla="*/ 36881 w 7467600"/>
              <a:gd name="connsiteY708" fmla="*/ 4200118 h 6858000"/>
              <a:gd name="connsiteX709" fmla="*/ 910534 w 7467600"/>
              <a:gd name="connsiteY709" fmla="*/ 3629753 h 6858000"/>
              <a:gd name="connsiteX710" fmla="*/ 1578717 w 7467600"/>
              <a:gd name="connsiteY710" fmla="*/ 3575982 h 6858000"/>
              <a:gd name="connsiteX711" fmla="*/ 2338780 w 7467600"/>
              <a:gd name="connsiteY711" fmla="*/ 3033725 h 6858000"/>
              <a:gd name="connsiteX712" fmla="*/ 1807991 w 7467600"/>
              <a:gd name="connsiteY712" fmla="*/ 2807184 h 6858000"/>
              <a:gd name="connsiteX713" fmla="*/ 1416358 w 7467600"/>
              <a:gd name="connsiteY713" fmla="*/ 3112571 h 6858000"/>
              <a:gd name="connsiteX714" fmla="*/ 939066 w 7467600"/>
              <a:gd name="connsiteY714" fmla="*/ 3378798 h 6858000"/>
              <a:gd name="connsiteX715" fmla="*/ 115099 w 7467600"/>
              <a:gd name="connsiteY715" fmla="*/ 3607650 h 6858000"/>
              <a:gd name="connsiteX716" fmla="*/ 97284 w 7467600"/>
              <a:gd name="connsiteY716" fmla="*/ 3520393 h 6858000"/>
              <a:gd name="connsiteX717" fmla="*/ 922050 w 7467600"/>
              <a:gd name="connsiteY717" fmla="*/ 3074867 h 6858000"/>
              <a:gd name="connsiteX718" fmla="*/ 1405265 w 7467600"/>
              <a:gd name="connsiteY718" fmla="*/ 3016319 h 6858000"/>
              <a:gd name="connsiteX719" fmla="*/ 1407512 w 7467600"/>
              <a:gd name="connsiteY719" fmla="*/ 3018001 h 6858000"/>
              <a:gd name="connsiteX720" fmla="*/ 1726266 w 7467600"/>
              <a:gd name="connsiteY720" fmla="*/ 2777274 h 6858000"/>
              <a:gd name="connsiteX721" fmla="*/ 625390 w 7467600"/>
              <a:gd name="connsiteY721" fmla="*/ 2514541 h 6858000"/>
              <a:gd name="connsiteX722" fmla="*/ 619799 w 7467600"/>
              <a:gd name="connsiteY722" fmla="*/ 2527180 h 6858000"/>
              <a:gd name="connsiteX723" fmla="*/ 310030 w 7467600"/>
              <a:gd name="connsiteY723" fmla="*/ 2771818 h 6858000"/>
              <a:gd name="connsiteX724" fmla="*/ 173877 w 7467600"/>
              <a:gd name="connsiteY724" fmla="*/ 2937056 h 6858000"/>
              <a:gd name="connsiteX725" fmla="*/ 77889 w 7467600"/>
              <a:gd name="connsiteY725" fmla="*/ 3138440 h 6858000"/>
              <a:gd name="connsiteX726" fmla="*/ 0 w 7467600"/>
              <a:gd name="connsiteY726" fmla="*/ 3271395 h 6858000"/>
              <a:gd name="connsiteX727" fmla="*/ 0 w 7467600"/>
              <a:gd name="connsiteY727" fmla="*/ 3153002 h 6858000"/>
              <a:gd name="connsiteX728" fmla="*/ 2386 w 7467600"/>
              <a:gd name="connsiteY728" fmla="*/ 3149203 h 6858000"/>
              <a:gd name="connsiteX729" fmla="*/ 89753 w 7467600"/>
              <a:gd name="connsiteY729" fmla="*/ 2987702 h 6858000"/>
              <a:gd name="connsiteX730" fmla="*/ 76869 w 7467600"/>
              <a:gd name="connsiteY730" fmla="*/ 3005404 h 6858000"/>
              <a:gd name="connsiteX731" fmla="*/ 32049 w 7467600"/>
              <a:gd name="connsiteY731" fmla="*/ 3065814 h 6858000"/>
              <a:gd name="connsiteX732" fmla="*/ 0 w 7467600"/>
              <a:gd name="connsiteY732" fmla="*/ 3108744 h 6858000"/>
              <a:gd name="connsiteX733" fmla="*/ 0 w 7467600"/>
              <a:gd name="connsiteY733" fmla="*/ 3058059 h 6858000"/>
              <a:gd name="connsiteX734" fmla="*/ 7610 w 7467600"/>
              <a:gd name="connsiteY734" fmla="*/ 3047889 h 6858000"/>
              <a:gd name="connsiteX735" fmla="*/ 52419 w 7467600"/>
              <a:gd name="connsiteY735" fmla="*/ 2987479 h 6858000"/>
              <a:gd name="connsiteX736" fmla="*/ 59142 w 7467600"/>
              <a:gd name="connsiteY736" fmla="*/ 2978488 h 6858000"/>
              <a:gd name="connsiteX737" fmla="*/ 0 w 7467600"/>
              <a:gd name="connsiteY737" fmla="*/ 3015334 h 6858000"/>
              <a:gd name="connsiteX738" fmla="*/ 0 w 7467600"/>
              <a:gd name="connsiteY738" fmla="*/ 2914286 h 6858000"/>
              <a:gd name="connsiteX739" fmla="*/ 36383 w 7467600"/>
              <a:gd name="connsiteY739" fmla="*/ 2901128 h 6858000"/>
              <a:gd name="connsiteX740" fmla="*/ 156329 w 7467600"/>
              <a:gd name="connsiteY740" fmla="*/ 2840533 h 6858000"/>
              <a:gd name="connsiteX741" fmla="*/ 358355 w 7467600"/>
              <a:gd name="connsiteY741" fmla="*/ 2620471 h 6858000"/>
              <a:gd name="connsiteX742" fmla="*/ 510577 w 7467600"/>
              <a:gd name="connsiteY742" fmla="*/ 2501244 h 6858000"/>
              <a:gd name="connsiteX743" fmla="*/ 211967 w 7467600"/>
              <a:gd name="connsiteY743" fmla="*/ 2479171 h 6858000"/>
              <a:gd name="connsiteX744" fmla="*/ 0 w 7467600"/>
              <a:gd name="connsiteY744" fmla="*/ 2476398 h 6858000"/>
              <a:gd name="connsiteX745" fmla="*/ 0 w 7467600"/>
              <a:gd name="connsiteY745" fmla="*/ 2389189 h 6858000"/>
              <a:gd name="connsiteX746" fmla="*/ 103062 w 7467600"/>
              <a:gd name="connsiteY746" fmla="*/ 2389518 h 6858000"/>
              <a:gd name="connsiteX747" fmla="*/ 510734 w 7467600"/>
              <a:gd name="connsiteY747" fmla="*/ 2416201 h 6858000"/>
              <a:gd name="connsiteX748" fmla="*/ 279257 w 7467600"/>
              <a:gd name="connsiteY748" fmla="*/ 2092102 h 6858000"/>
              <a:gd name="connsiteX749" fmla="*/ 65265 w 7467600"/>
              <a:gd name="connsiteY749" fmla="*/ 2006049 h 6858000"/>
              <a:gd name="connsiteX750" fmla="*/ 0 w 7467600"/>
              <a:gd name="connsiteY750" fmla="*/ 1982532 h 6858000"/>
              <a:gd name="connsiteX751" fmla="*/ 0 w 7467600"/>
              <a:gd name="connsiteY751" fmla="*/ 1912789 h 6858000"/>
              <a:gd name="connsiteX752" fmla="*/ 97460 w 7467600"/>
              <a:gd name="connsiteY752" fmla="*/ 1953725 h 6858000"/>
              <a:gd name="connsiteX753" fmla="*/ 221272 w 7467600"/>
              <a:gd name="connsiteY753" fmla="*/ 1980766 h 6858000"/>
              <a:gd name="connsiteX754" fmla="*/ 116765 w 7467600"/>
              <a:gd name="connsiteY754" fmla="*/ 1911033 h 6858000"/>
              <a:gd name="connsiteX755" fmla="*/ 16405 w 7467600"/>
              <a:gd name="connsiteY755" fmla="*/ 1803412 h 6858000"/>
              <a:gd name="connsiteX756" fmla="*/ 0 w 7467600"/>
              <a:gd name="connsiteY756" fmla="*/ 1784777 h 6858000"/>
              <a:gd name="connsiteX757" fmla="*/ 0 w 7467600"/>
              <a:gd name="connsiteY757" fmla="*/ 1740082 h 6858000"/>
              <a:gd name="connsiteX758" fmla="*/ 39394 w 7467600"/>
              <a:gd name="connsiteY758" fmla="*/ 1784856 h 6858000"/>
              <a:gd name="connsiteX759" fmla="*/ 135813 w 7467600"/>
              <a:gd name="connsiteY759" fmla="*/ 1888838 h 6858000"/>
              <a:gd name="connsiteX760" fmla="*/ 242575 w 7467600"/>
              <a:gd name="connsiteY760" fmla="*/ 1958841 h 6858000"/>
              <a:gd name="connsiteX761" fmla="*/ 82197 w 7467600"/>
              <a:gd name="connsiteY761" fmla="*/ 1754826 h 6858000"/>
              <a:gd name="connsiteX762" fmla="*/ 0 w 7467600"/>
              <a:gd name="connsiteY762" fmla="*/ 1679650 h 6858000"/>
              <a:gd name="connsiteX763" fmla="*/ 0 w 7467600"/>
              <a:gd name="connsiteY763" fmla="*/ 1602463 h 6858000"/>
              <a:gd name="connsiteX764" fmla="*/ 84689 w 7467600"/>
              <a:gd name="connsiteY764" fmla="*/ 1677442 h 6858000"/>
              <a:gd name="connsiteX765" fmla="*/ 298437 w 7467600"/>
              <a:gd name="connsiteY765" fmla="*/ 1968019 h 6858000"/>
              <a:gd name="connsiteX766" fmla="*/ 227269 w 7467600"/>
              <a:gd name="connsiteY766" fmla="*/ 1114064 h 6858000"/>
              <a:gd name="connsiteX767" fmla="*/ 248003 w 7467600"/>
              <a:gd name="connsiteY767" fmla="*/ 1089613 h 6858000"/>
              <a:gd name="connsiteX768" fmla="*/ 427020 w 7467600"/>
              <a:gd name="connsiteY768" fmla="*/ 1619803 h 6858000"/>
              <a:gd name="connsiteX769" fmla="*/ 340345 w 7467600"/>
              <a:gd name="connsiteY769" fmla="*/ 2027739 h 6858000"/>
              <a:gd name="connsiteX770" fmla="*/ 360865 w 7467600"/>
              <a:gd name="connsiteY770" fmla="*/ 2044827 h 6858000"/>
              <a:gd name="connsiteX771" fmla="*/ 560414 w 7467600"/>
              <a:gd name="connsiteY771" fmla="*/ 2421457 h 6858000"/>
              <a:gd name="connsiteX772" fmla="*/ 1359703 w 7467600"/>
              <a:gd name="connsiteY772" fmla="*/ 2578554 h 6858000"/>
              <a:gd name="connsiteX773" fmla="*/ 1359422 w 7467600"/>
              <a:gd name="connsiteY773" fmla="*/ 2577994 h 6858000"/>
              <a:gd name="connsiteX774" fmla="*/ 828701 w 7467600"/>
              <a:gd name="connsiteY774" fmla="*/ 1839520 h 6858000"/>
              <a:gd name="connsiteX775" fmla="*/ 494427 w 7467600"/>
              <a:gd name="connsiteY775" fmla="*/ 1092333 h 6858000"/>
              <a:gd name="connsiteX776" fmla="*/ 506322 w 7467600"/>
              <a:gd name="connsiteY776" fmla="*/ 1020997 h 6858000"/>
              <a:gd name="connsiteX777" fmla="*/ 4570198 w 7467600"/>
              <a:gd name="connsiteY777" fmla="*/ 978081 h 6858000"/>
              <a:gd name="connsiteX778" fmla="*/ 4523691 w 7467600"/>
              <a:gd name="connsiteY778" fmla="*/ 1127776 h 6858000"/>
              <a:gd name="connsiteX779" fmla="*/ 4509875 w 7467600"/>
              <a:gd name="connsiteY779" fmla="*/ 1167552 h 6858000"/>
              <a:gd name="connsiteX780" fmla="*/ 4478168 w 7467600"/>
              <a:gd name="connsiteY780" fmla="*/ 1260735 h 6858000"/>
              <a:gd name="connsiteX781" fmla="*/ 4409309 w 7467600"/>
              <a:gd name="connsiteY781" fmla="*/ 1666996 h 6858000"/>
              <a:gd name="connsiteX782" fmla="*/ 4370031 w 7467600"/>
              <a:gd name="connsiteY782" fmla="*/ 1955666 h 6858000"/>
              <a:gd name="connsiteX783" fmla="*/ 4570198 w 7467600"/>
              <a:gd name="connsiteY783" fmla="*/ 978081 h 6858000"/>
              <a:gd name="connsiteX784" fmla="*/ 4557898 w 7467600"/>
              <a:gd name="connsiteY784" fmla="*/ 900011 h 6858000"/>
              <a:gd name="connsiteX785" fmla="*/ 4344840 w 7467600"/>
              <a:gd name="connsiteY785" fmla="*/ 1922038 h 6858000"/>
              <a:gd name="connsiteX786" fmla="*/ 4378710 w 7467600"/>
              <a:gd name="connsiteY786" fmla="*/ 1665516 h 6858000"/>
              <a:gd name="connsiteX787" fmla="*/ 4448798 w 7467600"/>
              <a:gd name="connsiteY787" fmla="*/ 1253024 h 6858000"/>
              <a:gd name="connsiteX788" fmla="*/ 4480315 w 7467600"/>
              <a:gd name="connsiteY788" fmla="*/ 1158454 h 6858000"/>
              <a:gd name="connsiteX789" fmla="*/ 4494133 w 7467600"/>
              <a:gd name="connsiteY789" fmla="*/ 1118676 h 6858000"/>
              <a:gd name="connsiteX790" fmla="*/ 4557898 w 7467600"/>
              <a:gd name="connsiteY790" fmla="*/ 900011 h 6858000"/>
              <a:gd name="connsiteX791" fmla="*/ 5870151 w 7467600"/>
              <a:gd name="connsiteY791" fmla="*/ 898890 h 6858000"/>
              <a:gd name="connsiteX792" fmla="*/ 5861335 w 7467600"/>
              <a:gd name="connsiteY792" fmla="*/ 899177 h 6858000"/>
              <a:gd name="connsiteX793" fmla="*/ 5843702 w 7467600"/>
              <a:gd name="connsiteY793" fmla="*/ 899748 h 6858000"/>
              <a:gd name="connsiteX794" fmla="*/ 5651107 w 7467600"/>
              <a:gd name="connsiteY794" fmla="*/ 920306 h 6858000"/>
              <a:gd name="connsiteX795" fmla="*/ 5459407 w 7467600"/>
              <a:gd name="connsiteY795" fmla="*/ 940975 h 6858000"/>
              <a:gd name="connsiteX796" fmla="*/ 5374846 w 7467600"/>
              <a:gd name="connsiteY796" fmla="*/ 941988 h 6858000"/>
              <a:gd name="connsiteX797" fmla="*/ 5256105 w 7467600"/>
              <a:gd name="connsiteY797" fmla="*/ 945632 h 6858000"/>
              <a:gd name="connsiteX798" fmla="*/ 5107071 w 7467600"/>
              <a:gd name="connsiteY798" fmla="*/ 969720 h 6858000"/>
              <a:gd name="connsiteX799" fmla="*/ 4998681 w 7467600"/>
              <a:gd name="connsiteY799" fmla="*/ 988771 h 6858000"/>
              <a:gd name="connsiteX800" fmla="*/ 5870151 w 7467600"/>
              <a:gd name="connsiteY800" fmla="*/ 898890 h 6858000"/>
              <a:gd name="connsiteX801" fmla="*/ 5504425 w 7467600"/>
              <a:gd name="connsiteY801" fmla="*/ 848067 h 6858000"/>
              <a:gd name="connsiteX802" fmla="*/ 4968849 w 7467600"/>
              <a:gd name="connsiteY802" fmla="*/ 962318 h 6858000"/>
              <a:gd name="connsiteX803" fmla="*/ 5104039 w 7467600"/>
              <a:gd name="connsiteY803" fmla="*/ 940634 h 6858000"/>
              <a:gd name="connsiteX804" fmla="*/ 5256311 w 7467600"/>
              <a:gd name="connsiteY804" fmla="*/ 916490 h 6858000"/>
              <a:gd name="connsiteX805" fmla="*/ 5377381 w 7467600"/>
              <a:gd name="connsiteY805" fmla="*/ 912671 h 6858000"/>
              <a:gd name="connsiteX806" fmla="*/ 5460148 w 7467600"/>
              <a:gd name="connsiteY806" fmla="*/ 911442 h 6858000"/>
              <a:gd name="connsiteX807" fmla="*/ 5648971 w 7467600"/>
              <a:gd name="connsiteY807" fmla="*/ 891331 h 6858000"/>
              <a:gd name="connsiteX808" fmla="*/ 5844807 w 7467600"/>
              <a:gd name="connsiteY808" fmla="*/ 870718 h 6858000"/>
              <a:gd name="connsiteX809" fmla="*/ 5862975 w 7467600"/>
              <a:gd name="connsiteY809" fmla="*/ 869756 h 6858000"/>
              <a:gd name="connsiteX810" fmla="*/ 5920887 w 7467600"/>
              <a:gd name="connsiteY810" fmla="*/ 865929 h 6858000"/>
              <a:gd name="connsiteX811" fmla="*/ 5504425 w 7467600"/>
              <a:gd name="connsiteY811" fmla="*/ 848067 h 6858000"/>
              <a:gd name="connsiteX812" fmla="*/ 3607114 w 7467600"/>
              <a:gd name="connsiteY812" fmla="*/ 467441 h 6858000"/>
              <a:gd name="connsiteX813" fmla="*/ 3296242 w 7467600"/>
              <a:gd name="connsiteY813" fmla="*/ 807991 h 6858000"/>
              <a:gd name="connsiteX814" fmla="*/ 3174674 w 7467600"/>
              <a:gd name="connsiteY814" fmla="*/ 919759 h 6858000"/>
              <a:gd name="connsiteX815" fmla="*/ 3042978 w 7467600"/>
              <a:gd name="connsiteY815" fmla="*/ 1054894 h 6858000"/>
              <a:gd name="connsiteX816" fmla="*/ 2968914 w 7467600"/>
              <a:gd name="connsiteY816" fmla="*/ 1133756 h 6858000"/>
              <a:gd name="connsiteX817" fmla="*/ 3103823 w 7467600"/>
              <a:gd name="connsiteY817" fmla="*/ 1026814 h 6858000"/>
              <a:gd name="connsiteX818" fmla="*/ 3607114 w 7467600"/>
              <a:gd name="connsiteY818" fmla="*/ 467441 h 6858000"/>
              <a:gd name="connsiteX819" fmla="*/ 3744487 w 7467600"/>
              <a:gd name="connsiteY819" fmla="*/ 383136 h 6858000"/>
              <a:gd name="connsiteX820" fmla="*/ 3970213 w 7467600"/>
              <a:gd name="connsiteY820" fmla="*/ 995559 h 6858000"/>
              <a:gd name="connsiteX821" fmla="*/ 3744487 w 7467600"/>
              <a:gd name="connsiteY821" fmla="*/ 383136 h 6858000"/>
              <a:gd name="connsiteX822" fmla="*/ 3624562 w 7467600"/>
              <a:gd name="connsiteY822" fmla="*/ 367041 h 6858000"/>
              <a:gd name="connsiteX823" fmla="*/ 3489712 w 7467600"/>
              <a:gd name="connsiteY823" fmla="*/ 485386 h 6858000"/>
              <a:gd name="connsiteX824" fmla="*/ 3182994 w 7467600"/>
              <a:gd name="connsiteY824" fmla="*/ 828265 h 6858000"/>
              <a:gd name="connsiteX825" fmla="*/ 2892114 w 7467600"/>
              <a:gd name="connsiteY825" fmla="*/ 1172635 h 6858000"/>
              <a:gd name="connsiteX826" fmla="*/ 3021459 w 7467600"/>
              <a:gd name="connsiteY826" fmla="*/ 1035385 h 6858000"/>
              <a:gd name="connsiteX827" fmla="*/ 3153873 w 7467600"/>
              <a:gd name="connsiteY827" fmla="*/ 898971 h 6858000"/>
              <a:gd name="connsiteX828" fmla="*/ 3276511 w 7467600"/>
              <a:gd name="connsiteY828" fmla="*/ 786423 h 6858000"/>
              <a:gd name="connsiteX829" fmla="*/ 3584154 w 7467600"/>
              <a:gd name="connsiteY829" fmla="*/ 448218 h 6858000"/>
              <a:gd name="connsiteX830" fmla="*/ 3624562 w 7467600"/>
              <a:gd name="connsiteY830" fmla="*/ 367041 h 6858000"/>
              <a:gd name="connsiteX831" fmla="*/ 3766672 w 7467600"/>
              <a:gd name="connsiteY831" fmla="*/ 359429 h 6858000"/>
              <a:gd name="connsiteX832" fmla="*/ 3996338 w 7467600"/>
              <a:gd name="connsiteY832" fmla="*/ 968237 h 6858000"/>
              <a:gd name="connsiteX833" fmla="*/ 3766672 w 7467600"/>
              <a:gd name="connsiteY833" fmla="*/ 359429 h 6858000"/>
              <a:gd name="connsiteX834" fmla="*/ 5805386 w 7467600"/>
              <a:gd name="connsiteY834" fmla="*/ 239240 h 6858000"/>
              <a:gd name="connsiteX835" fmla="*/ 5736947 w 7467600"/>
              <a:gd name="connsiteY835" fmla="*/ 261367 h 6858000"/>
              <a:gd name="connsiteX836" fmla="*/ 5427012 w 7467600"/>
              <a:gd name="connsiteY836" fmla="*/ 311272 h 6858000"/>
              <a:gd name="connsiteX837" fmla="*/ 5147818 w 7467600"/>
              <a:gd name="connsiteY837" fmla="*/ 322112 h 6858000"/>
              <a:gd name="connsiteX838" fmla="*/ 5060854 w 7467600"/>
              <a:gd name="connsiteY838" fmla="*/ 311882 h 6858000"/>
              <a:gd name="connsiteX839" fmla="*/ 4945989 w 7467600"/>
              <a:gd name="connsiteY839" fmla="*/ 300516 h 6858000"/>
              <a:gd name="connsiteX840" fmla="*/ 5410479 w 7467600"/>
              <a:gd name="connsiteY840" fmla="*/ 348434 h 6858000"/>
              <a:gd name="connsiteX841" fmla="*/ 5805386 w 7467600"/>
              <a:gd name="connsiteY841" fmla="*/ 239240 h 6858000"/>
              <a:gd name="connsiteX842" fmla="*/ 5905192 w 7467600"/>
              <a:gd name="connsiteY842" fmla="*/ 163079 h 6858000"/>
              <a:gd name="connsiteX843" fmla="*/ 5865655 w 7467600"/>
              <a:gd name="connsiteY843" fmla="*/ 171901 h 6858000"/>
              <a:gd name="connsiteX844" fmla="*/ 5259740 w 7467600"/>
              <a:gd name="connsiteY844" fmla="*/ 257013 h 6858000"/>
              <a:gd name="connsiteX845" fmla="*/ 5208466 w 7467600"/>
              <a:gd name="connsiteY845" fmla="*/ 257550 h 6858000"/>
              <a:gd name="connsiteX846" fmla="*/ 4980204 w 7467600"/>
              <a:gd name="connsiteY846" fmla="*/ 271903 h 6858000"/>
              <a:gd name="connsiteX847" fmla="*/ 5068068 w 7467600"/>
              <a:gd name="connsiteY847" fmla="*/ 282244 h 6858000"/>
              <a:gd name="connsiteX848" fmla="*/ 5153231 w 7467600"/>
              <a:gd name="connsiteY848" fmla="*/ 292240 h 6858000"/>
              <a:gd name="connsiteX849" fmla="*/ 5426491 w 7467600"/>
              <a:gd name="connsiteY849" fmla="*/ 281128 h 6858000"/>
              <a:gd name="connsiteX850" fmla="*/ 5731212 w 7467600"/>
              <a:gd name="connsiteY850" fmla="*/ 231951 h 6858000"/>
              <a:gd name="connsiteX851" fmla="*/ 5905192 w 7467600"/>
              <a:gd name="connsiteY851" fmla="*/ 163079 h 6858000"/>
              <a:gd name="connsiteX852" fmla="*/ 5944437 w 7467600"/>
              <a:gd name="connsiteY852" fmla="*/ 113829 h 6858000"/>
              <a:gd name="connsiteX853" fmla="*/ 5825032 w 7467600"/>
              <a:gd name="connsiteY853" fmla="*/ 146405 h 6858000"/>
              <a:gd name="connsiteX854" fmla="*/ 4955599 w 7467600"/>
              <a:gd name="connsiteY854" fmla="*/ 247008 h 6858000"/>
              <a:gd name="connsiteX855" fmla="*/ 5210104 w 7467600"/>
              <a:gd name="connsiteY855" fmla="*/ 228123 h 6858000"/>
              <a:gd name="connsiteX856" fmla="*/ 5261015 w 7467600"/>
              <a:gd name="connsiteY856" fmla="*/ 227087 h 6858000"/>
              <a:gd name="connsiteX857" fmla="*/ 5861181 w 7467600"/>
              <a:gd name="connsiteY857" fmla="*/ 143093 h 6858000"/>
              <a:gd name="connsiteX858" fmla="*/ 5961252 w 7467600"/>
              <a:gd name="connsiteY858" fmla="*/ 114820 h 6858000"/>
              <a:gd name="connsiteX859" fmla="*/ 5944437 w 7467600"/>
              <a:gd name="connsiteY859" fmla="*/ 113829 h 6858000"/>
              <a:gd name="connsiteX860" fmla="*/ 3882765 w 7467600"/>
              <a:gd name="connsiteY860" fmla="*/ 0 h 6858000"/>
              <a:gd name="connsiteX861" fmla="*/ 3995099 w 7467600"/>
              <a:gd name="connsiteY861" fmla="*/ 0 h 6858000"/>
              <a:gd name="connsiteX862" fmla="*/ 4163818 w 7467600"/>
              <a:gd name="connsiteY862" fmla="*/ 234104 h 6858000"/>
              <a:gd name="connsiteX863" fmla="*/ 4172099 w 7467600"/>
              <a:gd name="connsiteY863" fmla="*/ 234207 h 6858000"/>
              <a:gd name="connsiteX864" fmla="*/ 4784282 w 7467600"/>
              <a:gd name="connsiteY864" fmla="*/ 276561 h 6858000"/>
              <a:gd name="connsiteX865" fmla="*/ 4801687 w 7467600"/>
              <a:gd name="connsiteY865" fmla="*/ 267764 h 6858000"/>
              <a:gd name="connsiteX866" fmla="*/ 6082788 w 7467600"/>
              <a:gd name="connsiteY866" fmla="*/ 64119 h 6858000"/>
              <a:gd name="connsiteX867" fmla="*/ 6099442 w 7467600"/>
              <a:gd name="connsiteY867" fmla="*/ 82568 h 6858000"/>
              <a:gd name="connsiteX868" fmla="*/ 4804137 w 7467600"/>
              <a:gd name="connsiteY868" fmla="*/ 320931 h 6858000"/>
              <a:gd name="connsiteX869" fmla="*/ 4227047 w 7467600"/>
              <a:gd name="connsiteY869" fmla="*/ 313415 h 6858000"/>
              <a:gd name="connsiteX870" fmla="*/ 4346041 w 7467600"/>
              <a:gd name="connsiteY870" fmla="*/ 456086 h 6858000"/>
              <a:gd name="connsiteX871" fmla="*/ 4870967 w 7467600"/>
              <a:gd name="connsiteY871" fmla="*/ 963061 h 6858000"/>
              <a:gd name="connsiteX872" fmla="*/ 4889647 w 7467600"/>
              <a:gd name="connsiteY872" fmla="*/ 957147 h 6858000"/>
              <a:gd name="connsiteX873" fmla="*/ 5422504 w 7467600"/>
              <a:gd name="connsiteY873" fmla="*/ 805191 h 6858000"/>
              <a:gd name="connsiteX874" fmla="*/ 6087656 w 7467600"/>
              <a:gd name="connsiteY874" fmla="*/ 826703 h 6858000"/>
              <a:gd name="connsiteX875" fmla="*/ 6058717 w 7467600"/>
              <a:gd name="connsiteY875" fmla="*/ 865992 h 6858000"/>
              <a:gd name="connsiteX876" fmla="*/ 4974153 w 7467600"/>
              <a:gd name="connsiteY876" fmla="*/ 1045456 h 6858000"/>
              <a:gd name="connsiteX877" fmla="*/ 5627835 w 7467600"/>
              <a:gd name="connsiteY877" fmla="*/ 1472077 h 6858000"/>
              <a:gd name="connsiteX878" fmla="*/ 5629817 w 7467600"/>
              <a:gd name="connsiteY878" fmla="*/ 1471412 h 6858000"/>
              <a:gd name="connsiteX879" fmla="*/ 5634124 w 7467600"/>
              <a:gd name="connsiteY879" fmla="*/ 1470572 h 6858000"/>
              <a:gd name="connsiteX880" fmla="*/ 5755832 w 7467600"/>
              <a:gd name="connsiteY880" fmla="*/ 1383886 h 6858000"/>
              <a:gd name="connsiteX881" fmla="*/ 6014186 w 7467600"/>
              <a:gd name="connsiteY881" fmla="*/ 1279799 h 6858000"/>
              <a:gd name="connsiteX882" fmla="*/ 6901619 w 7467600"/>
              <a:gd name="connsiteY882" fmla="*/ 1047874 h 6858000"/>
              <a:gd name="connsiteX883" fmla="*/ 6931566 w 7467600"/>
              <a:gd name="connsiteY883" fmla="*/ 1062034 h 6858000"/>
              <a:gd name="connsiteX884" fmla="*/ 5790982 w 7467600"/>
              <a:gd name="connsiteY884" fmla="*/ 1561380 h 6858000"/>
              <a:gd name="connsiteX885" fmla="*/ 6188971 w 7467600"/>
              <a:gd name="connsiteY885" fmla="*/ 1755168 h 6858000"/>
              <a:gd name="connsiteX886" fmla="*/ 6202446 w 7467600"/>
              <a:gd name="connsiteY886" fmla="*/ 1752268 h 6858000"/>
              <a:gd name="connsiteX887" fmla="*/ 7179560 w 7467600"/>
              <a:gd name="connsiteY887" fmla="*/ 1467551 h 6858000"/>
              <a:gd name="connsiteX888" fmla="*/ 7158730 w 7467600"/>
              <a:gd name="connsiteY888" fmla="*/ 1507835 h 6858000"/>
              <a:gd name="connsiteX889" fmla="*/ 6326959 w 7467600"/>
              <a:gd name="connsiteY889" fmla="*/ 1817686 h 6858000"/>
              <a:gd name="connsiteX890" fmla="*/ 6537433 w 7467600"/>
              <a:gd name="connsiteY890" fmla="*/ 1907790 h 6858000"/>
              <a:gd name="connsiteX891" fmla="*/ 6550221 w 7467600"/>
              <a:gd name="connsiteY891" fmla="*/ 1910729 h 6858000"/>
              <a:gd name="connsiteX892" fmla="*/ 6964438 w 7467600"/>
              <a:gd name="connsiteY892" fmla="*/ 2209505 h 6858000"/>
              <a:gd name="connsiteX893" fmla="*/ 7367862 w 7467600"/>
              <a:gd name="connsiteY893" fmla="*/ 2806833 h 6858000"/>
              <a:gd name="connsiteX894" fmla="*/ 7364329 w 7467600"/>
              <a:gd name="connsiteY894" fmla="*/ 2826907 h 6858000"/>
              <a:gd name="connsiteX895" fmla="*/ 7290545 w 7467600"/>
              <a:gd name="connsiteY895" fmla="*/ 2850663 h 6858000"/>
              <a:gd name="connsiteX896" fmla="*/ 6472036 w 7467600"/>
              <a:gd name="connsiteY896" fmla="*/ 1959003 h 6858000"/>
              <a:gd name="connsiteX897" fmla="*/ 5792897 w 7467600"/>
              <a:gd name="connsiteY897" fmla="*/ 1647747 h 6858000"/>
              <a:gd name="connsiteX898" fmla="*/ 5842751 w 7467600"/>
              <a:gd name="connsiteY898" fmla="*/ 1816112 h 6858000"/>
              <a:gd name="connsiteX899" fmla="*/ 5847424 w 7467600"/>
              <a:gd name="connsiteY899" fmla="*/ 1815776 h 6858000"/>
              <a:gd name="connsiteX900" fmla="*/ 6399821 w 7467600"/>
              <a:gd name="connsiteY900" fmla="*/ 2344799 h 6858000"/>
              <a:gd name="connsiteX901" fmla="*/ 6323232 w 7467600"/>
              <a:gd name="connsiteY901" fmla="*/ 2389634 h 6858000"/>
              <a:gd name="connsiteX902" fmla="*/ 5942958 w 7467600"/>
              <a:gd name="connsiteY902" fmla="*/ 2077708 h 6858000"/>
              <a:gd name="connsiteX903" fmla="*/ 5921559 w 7467600"/>
              <a:gd name="connsiteY903" fmla="*/ 2378596 h 6858000"/>
              <a:gd name="connsiteX904" fmla="*/ 5817651 w 7467600"/>
              <a:gd name="connsiteY904" fmla="*/ 3023919 h 6858000"/>
              <a:gd name="connsiteX905" fmla="*/ 5729634 w 7467600"/>
              <a:gd name="connsiteY905" fmla="*/ 3051849 h 6858000"/>
              <a:gd name="connsiteX906" fmla="*/ 5611018 w 7467600"/>
              <a:gd name="connsiteY906" fmla="*/ 2316769 h 6858000"/>
              <a:gd name="connsiteX907" fmla="*/ 5687608 w 7467600"/>
              <a:gd name="connsiteY907" fmla="*/ 2039972 h 6858000"/>
              <a:gd name="connsiteX908" fmla="*/ 5657554 w 7467600"/>
              <a:gd name="connsiteY908" fmla="*/ 1576445 h 6858000"/>
              <a:gd name="connsiteX909" fmla="*/ 5150475 w 7467600"/>
              <a:gd name="connsiteY909" fmla="*/ 1274012 h 6858000"/>
              <a:gd name="connsiteX910" fmla="*/ 5349142 w 7467600"/>
              <a:gd name="connsiteY910" fmla="*/ 2204405 h 6858000"/>
              <a:gd name="connsiteX911" fmla="*/ 5262214 w 7467600"/>
              <a:gd name="connsiteY911" fmla="*/ 2233836 h 6858000"/>
              <a:gd name="connsiteX912" fmla="*/ 4981539 w 7467600"/>
              <a:gd name="connsiteY912" fmla="*/ 1542201 h 6858000"/>
              <a:gd name="connsiteX913" fmla="*/ 4958461 w 7467600"/>
              <a:gd name="connsiteY913" fmla="*/ 1136957 h 6858000"/>
              <a:gd name="connsiteX914" fmla="*/ 4655015 w 7467600"/>
              <a:gd name="connsiteY914" fmla="*/ 891426 h 6858000"/>
              <a:gd name="connsiteX915" fmla="*/ 4348002 w 7467600"/>
              <a:gd name="connsiteY915" fmla="*/ 2205895 h 6858000"/>
              <a:gd name="connsiteX916" fmla="*/ 4262250 w 7467600"/>
              <a:gd name="connsiteY916" fmla="*/ 2219972 h 6858000"/>
              <a:gd name="connsiteX917" fmla="*/ 4550611 w 7467600"/>
              <a:gd name="connsiteY917" fmla="*/ 817540 h 6858000"/>
              <a:gd name="connsiteX918" fmla="*/ 4564418 w 7467600"/>
              <a:gd name="connsiteY918" fmla="*/ 808293 h 6858000"/>
              <a:gd name="connsiteX919" fmla="*/ 4266388 w 7467600"/>
              <a:gd name="connsiteY919" fmla="*/ 500083 h 6858000"/>
              <a:gd name="connsiteX920" fmla="*/ 4032842 w 7467600"/>
              <a:gd name="connsiteY920" fmla="*/ 211809 h 6858000"/>
              <a:gd name="connsiteX921" fmla="*/ 3882765 w 7467600"/>
              <a:gd name="connsiteY921" fmla="*/ 0 h 6858000"/>
              <a:gd name="connsiteX922" fmla="*/ 3721337 w 7467600"/>
              <a:gd name="connsiteY922" fmla="*/ 0 h 6858000"/>
              <a:gd name="connsiteX923" fmla="*/ 3797544 w 7467600"/>
              <a:gd name="connsiteY923" fmla="*/ 0 h 6858000"/>
              <a:gd name="connsiteX924" fmla="*/ 3775734 w 7467600"/>
              <a:gd name="connsiteY924" fmla="*/ 95131 h 6858000"/>
              <a:gd name="connsiteX925" fmla="*/ 3724807 w 7467600"/>
              <a:gd name="connsiteY925" fmla="*/ 272257 h 6858000"/>
              <a:gd name="connsiteX926" fmla="*/ 3726844 w 7467600"/>
              <a:gd name="connsiteY926" fmla="*/ 282988 h 6858000"/>
              <a:gd name="connsiteX927" fmla="*/ 3742664 w 7467600"/>
              <a:gd name="connsiteY927" fmla="*/ 279918 h 6858000"/>
              <a:gd name="connsiteX928" fmla="*/ 4103910 w 7467600"/>
              <a:gd name="connsiteY928" fmla="*/ 1161917 h 6858000"/>
              <a:gd name="connsiteX929" fmla="*/ 4020269 w 7467600"/>
              <a:gd name="connsiteY929" fmla="*/ 1200406 h 6858000"/>
              <a:gd name="connsiteX930" fmla="*/ 3674882 w 7467600"/>
              <a:gd name="connsiteY930" fmla="*/ 488524 h 6858000"/>
              <a:gd name="connsiteX931" fmla="*/ 3132682 w 7467600"/>
              <a:gd name="connsiteY931" fmla="*/ 1072284 h 6858000"/>
              <a:gd name="connsiteX932" fmla="*/ 2716346 w 7467600"/>
              <a:gd name="connsiteY932" fmla="*/ 1276376 h 6858000"/>
              <a:gd name="connsiteX933" fmla="*/ 2716772 w 7467600"/>
              <a:gd name="connsiteY933" fmla="*/ 1255462 h 6858000"/>
              <a:gd name="connsiteX934" fmla="*/ 3471096 w 7467600"/>
              <a:gd name="connsiteY934" fmla="*/ 437072 h 6858000"/>
              <a:gd name="connsiteX935" fmla="*/ 3639057 w 7467600"/>
              <a:gd name="connsiteY935" fmla="*/ 286334 h 6858000"/>
              <a:gd name="connsiteX936" fmla="*/ 3640309 w 7467600"/>
              <a:gd name="connsiteY936" fmla="*/ 284664 h 6858000"/>
              <a:gd name="connsiteX937" fmla="*/ 3646022 w 7467600"/>
              <a:gd name="connsiteY937" fmla="*/ 276711 h 6858000"/>
              <a:gd name="connsiteX938" fmla="*/ 3707943 w 7467600"/>
              <a:gd name="connsiteY938" fmla="*/ 65958 h 6858000"/>
              <a:gd name="connsiteX939" fmla="*/ 3721337 w 7467600"/>
              <a:gd name="connsiteY939" fmla="*/ 0 h 6858000"/>
              <a:gd name="connsiteX940" fmla="*/ 2867960 w 7467600"/>
              <a:gd name="connsiteY940" fmla="*/ 0 h 6858000"/>
              <a:gd name="connsiteX941" fmla="*/ 2926351 w 7467600"/>
              <a:gd name="connsiteY941" fmla="*/ 0 h 6858000"/>
              <a:gd name="connsiteX942" fmla="*/ 2902823 w 7467600"/>
              <a:gd name="connsiteY942" fmla="*/ 262929 h 6858000"/>
              <a:gd name="connsiteX943" fmla="*/ 2940663 w 7467600"/>
              <a:gd name="connsiteY943" fmla="*/ 140884 h 6858000"/>
              <a:gd name="connsiteX944" fmla="*/ 2947039 w 7467600"/>
              <a:gd name="connsiteY944" fmla="*/ 122524 h 6858000"/>
              <a:gd name="connsiteX945" fmla="*/ 2984316 w 7467600"/>
              <a:gd name="connsiteY945" fmla="*/ 0 h 6858000"/>
              <a:gd name="connsiteX946" fmla="*/ 3016114 w 7467600"/>
              <a:gd name="connsiteY946" fmla="*/ 0 h 6858000"/>
              <a:gd name="connsiteX947" fmla="*/ 2979949 w 7467600"/>
              <a:gd name="connsiteY947" fmla="*/ 119274 h 6858000"/>
              <a:gd name="connsiteX948" fmla="*/ 3023879 w 7467600"/>
              <a:gd name="connsiteY948" fmla="*/ 0 h 6858000"/>
              <a:gd name="connsiteX949" fmla="*/ 3105400 w 7467600"/>
              <a:gd name="connsiteY949" fmla="*/ 0 h 6858000"/>
              <a:gd name="connsiteX950" fmla="*/ 3094669 w 7467600"/>
              <a:gd name="connsiteY950" fmla="*/ 30308 h 6858000"/>
              <a:gd name="connsiteX951" fmla="*/ 2901945 w 7467600"/>
              <a:gd name="connsiteY951" fmla="*/ 466538 h 6858000"/>
              <a:gd name="connsiteX952" fmla="*/ 2815209 w 7467600"/>
              <a:gd name="connsiteY952" fmla="*/ 497361 h 6858000"/>
              <a:gd name="connsiteX953" fmla="*/ 2844845 w 7467600"/>
              <a:gd name="connsiteY953" fmla="*/ 127638 h 6858000"/>
              <a:gd name="connsiteX954" fmla="*/ 2867960 w 7467600"/>
              <a:gd name="connsiteY954" fmla="*/ 0 h 6858000"/>
              <a:gd name="connsiteX955" fmla="*/ 1057230 w 7467600"/>
              <a:gd name="connsiteY955" fmla="*/ 0 h 6858000"/>
              <a:gd name="connsiteX956" fmla="*/ 1111003 w 7467600"/>
              <a:gd name="connsiteY956" fmla="*/ 0 h 6858000"/>
              <a:gd name="connsiteX957" fmla="*/ 1125553 w 7467600"/>
              <a:gd name="connsiteY957" fmla="*/ 52588 h 6858000"/>
              <a:gd name="connsiteX958" fmla="*/ 1304276 w 7467600"/>
              <a:gd name="connsiteY958" fmla="*/ 476275 h 6858000"/>
              <a:gd name="connsiteX959" fmla="*/ 1492066 w 7467600"/>
              <a:gd name="connsiteY959" fmla="*/ 886333 h 6858000"/>
              <a:gd name="connsiteX960" fmla="*/ 1423698 w 7467600"/>
              <a:gd name="connsiteY960" fmla="*/ 710817 h 6858000"/>
              <a:gd name="connsiteX961" fmla="*/ 1357609 w 7467600"/>
              <a:gd name="connsiteY961" fmla="*/ 532892 h 6858000"/>
              <a:gd name="connsiteX962" fmla="*/ 1309550 w 7467600"/>
              <a:gd name="connsiteY962" fmla="*/ 374031 h 6858000"/>
              <a:gd name="connsiteX963" fmla="*/ 1193673 w 7467600"/>
              <a:gd name="connsiteY963" fmla="*/ 49533 h 6858000"/>
              <a:gd name="connsiteX964" fmla="*/ 1164391 w 7467600"/>
              <a:gd name="connsiteY964" fmla="*/ 0 h 6858000"/>
              <a:gd name="connsiteX965" fmla="*/ 1200666 w 7467600"/>
              <a:gd name="connsiteY965" fmla="*/ 0 h 6858000"/>
              <a:gd name="connsiteX966" fmla="*/ 1223408 w 7467600"/>
              <a:gd name="connsiteY966" fmla="*/ 38996 h 6858000"/>
              <a:gd name="connsiteX967" fmla="*/ 1339635 w 7467600"/>
              <a:gd name="connsiteY967" fmla="*/ 365517 h 6858000"/>
              <a:gd name="connsiteX968" fmla="*/ 1387469 w 7467600"/>
              <a:gd name="connsiteY968" fmla="*/ 523079 h 6858000"/>
              <a:gd name="connsiteX969" fmla="*/ 1452685 w 7467600"/>
              <a:gd name="connsiteY969" fmla="*/ 699806 h 6858000"/>
              <a:gd name="connsiteX970" fmla="*/ 1492092 w 7467600"/>
              <a:gd name="connsiteY970" fmla="*/ 800424 h 6858000"/>
              <a:gd name="connsiteX971" fmla="*/ 1455302 w 7467600"/>
              <a:gd name="connsiteY971" fmla="*/ 632913 h 6858000"/>
              <a:gd name="connsiteX972" fmla="*/ 1222336 w 7467600"/>
              <a:gd name="connsiteY972" fmla="*/ 9480 h 6858000"/>
              <a:gd name="connsiteX973" fmla="*/ 1214634 w 7467600"/>
              <a:gd name="connsiteY973" fmla="*/ 0 h 6858000"/>
              <a:gd name="connsiteX974" fmla="*/ 1289827 w 7467600"/>
              <a:gd name="connsiteY974" fmla="*/ 0 h 6858000"/>
              <a:gd name="connsiteX975" fmla="*/ 1321076 w 7467600"/>
              <a:gd name="connsiteY975" fmla="*/ 59722 h 6858000"/>
              <a:gd name="connsiteX976" fmla="*/ 1512579 w 7467600"/>
              <a:gd name="connsiteY976" fmla="*/ 626441 h 6858000"/>
              <a:gd name="connsiteX977" fmla="*/ 1506076 w 7467600"/>
              <a:gd name="connsiteY977" fmla="*/ 1089289 h 6858000"/>
              <a:gd name="connsiteX978" fmla="*/ 1486346 w 7467600"/>
              <a:gd name="connsiteY978" fmla="*/ 1079919 h 6858000"/>
              <a:gd name="connsiteX979" fmla="*/ 1070511 w 7467600"/>
              <a:gd name="connsiteY979" fmla="*/ 48609 h 6858000"/>
              <a:gd name="connsiteX980" fmla="*/ 1057230 w 7467600"/>
              <a:gd name="connsiteY980" fmla="*/ 0 h 6858000"/>
              <a:gd name="connsiteX981" fmla="*/ 43151 w 7467600"/>
              <a:gd name="connsiteY981" fmla="*/ 0 h 6858000"/>
              <a:gd name="connsiteX982" fmla="*/ 95283 w 7467600"/>
              <a:gd name="connsiteY982" fmla="*/ 0 h 6858000"/>
              <a:gd name="connsiteX983" fmla="*/ 300708 w 7467600"/>
              <a:gd name="connsiteY983" fmla="*/ 154571 h 6858000"/>
              <a:gd name="connsiteX984" fmla="*/ 530414 w 7467600"/>
              <a:gd name="connsiteY984" fmla="*/ 354673 h 6858000"/>
              <a:gd name="connsiteX985" fmla="*/ 333785 w 7467600"/>
              <a:gd name="connsiteY985" fmla="*/ 161564 h 6858000"/>
              <a:gd name="connsiteX986" fmla="*/ 147005 w 7467600"/>
              <a:gd name="connsiteY986" fmla="*/ 0 h 6858000"/>
              <a:gd name="connsiteX987" fmla="*/ 272509 w 7467600"/>
              <a:gd name="connsiteY987" fmla="*/ 0 h 6858000"/>
              <a:gd name="connsiteX988" fmla="*/ 326276 w 7467600"/>
              <a:gd name="connsiteY988" fmla="*/ 45847 h 6858000"/>
              <a:gd name="connsiteX989" fmla="*/ 823759 w 7467600"/>
              <a:gd name="connsiteY989" fmla="*/ 574145 h 6858000"/>
              <a:gd name="connsiteX990" fmla="*/ 811254 w 7467600"/>
              <a:gd name="connsiteY990" fmla="*/ 665546 h 6858000"/>
              <a:gd name="connsiteX991" fmla="*/ 154042 w 7467600"/>
              <a:gd name="connsiteY991" fmla="*/ 261522 h 6858000"/>
              <a:gd name="connsiteX992" fmla="*/ 13550 w 7467600"/>
              <a:gd name="connsiteY992" fmla="*/ 158423 h 6858000"/>
              <a:gd name="connsiteX993" fmla="*/ 0 w 7467600"/>
              <a:gd name="connsiteY993" fmla="*/ 146618 h 6858000"/>
              <a:gd name="connsiteX994" fmla="*/ 0 w 7467600"/>
              <a:gd name="connsiteY994" fmla="*/ 59161 h 6858000"/>
              <a:gd name="connsiteX995" fmla="*/ 45427 w 7467600"/>
              <a:gd name="connsiteY995" fmla="*/ 101078 h 6858000"/>
              <a:gd name="connsiteX996" fmla="*/ 630103 w 7467600"/>
              <a:gd name="connsiteY996" fmla="*/ 485885 h 6858000"/>
              <a:gd name="connsiteX997" fmla="*/ 532040 w 7467600"/>
              <a:gd name="connsiteY997" fmla="*/ 399359 h 6858000"/>
              <a:gd name="connsiteX998" fmla="*/ 517618 w 7467600"/>
              <a:gd name="connsiteY998" fmla="*/ 385726 h 6858000"/>
              <a:gd name="connsiteX999" fmla="*/ 285074 w 7467600"/>
              <a:gd name="connsiteY999" fmla="*/ 182755 h 6858000"/>
              <a:gd name="connsiteX1000" fmla="*/ 43151 w 7467600"/>
              <a:gd name="connsiteY100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7368569 w 7467600"/>
              <a:gd name="connsiteY143" fmla="*/ 5270182 h 6858000"/>
              <a:gd name="connsiteX144" fmla="*/ 1903353 w 7467600"/>
              <a:gd name="connsiteY144" fmla="*/ 5044827 h 6858000"/>
              <a:gd name="connsiteX145" fmla="*/ 1936931 w 7467600"/>
              <a:gd name="connsiteY145" fmla="*/ 5093954 h 6858000"/>
              <a:gd name="connsiteX146" fmla="*/ 2195868 w 7467600"/>
              <a:gd name="connsiteY146" fmla="*/ 5396574 h 6858000"/>
              <a:gd name="connsiteX147" fmla="*/ 2088852 w 7467600"/>
              <a:gd name="connsiteY147" fmla="*/ 5166123 h 6858000"/>
              <a:gd name="connsiteX148" fmla="*/ 1958241 w 7467600"/>
              <a:gd name="connsiteY148" fmla="*/ 5067955 h 6858000"/>
              <a:gd name="connsiteX149" fmla="*/ 1903353 w 7467600"/>
              <a:gd name="connsiteY149" fmla="*/ 5044827 h 6858000"/>
              <a:gd name="connsiteX150" fmla="*/ 1979378 w 7467600"/>
              <a:gd name="connsiteY150" fmla="*/ 4769504 h 6858000"/>
              <a:gd name="connsiteX151" fmla="*/ 2882120 w 7467600"/>
              <a:gd name="connsiteY151" fmla="*/ 5064547 h 6858000"/>
              <a:gd name="connsiteX152" fmla="*/ 2793103 w 7467600"/>
              <a:gd name="connsiteY152" fmla="*/ 5039699 h 6858000"/>
              <a:gd name="connsiteX153" fmla="*/ 2770041 w 7467600"/>
              <a:gd name="connsiteY153" fmla="*/ 5033634 h 6858000"/>
              <a:gd name="connsiteX154" fmla="*/ 1979378 w 7467600"/>
              <a:gd name="connsiteY154" fmla="*/ 4769504 h 6858000"/>
              <a:gd name="connsiteX155" fmla="*/ 1927410 w 7467600"/>
              <a:gd name="connsiteY155" fmla="*/ 4716164 h 6858000"/>
              <a:gd name="connsiteX156" fmla="*/ 1959587 w 7467600"/>
              <a:gd name="connsiteY156" fmla="*/ 4728849 h 6858000"/>
              <a:gd name="connsiteX157" fmla="*/ 2777707 w 7467600"/>
              <a:gd name="connsiteY157" fmla="*/ 5003991 h 6858000"/>
              <a:gd name="connsiteX158" fmla="*/ 2800768 w 7467600"/>
              <a:gd name="connsiteY158" fmla="*/ 5010056 h 6858000"/>
              <a:gd name="connsiteX159" fmla="*/ 2879408 w 7467600"/>
              <a:gd name="connsiteY159" fmla="*/ 5031590 h 6858000"/>
              <a:gd name="connsiteX160" fmla="*/ 2862295 w 7467600"/>
              <a:gd name="connsiteY160" fmla="*/ 5022958 h 6858000"/>
              <a:gd name="connsiteX161" fmla="*/ 2813343 w 7467600"/>
              <a:gd name="connsiteY161" fmla="*/ 4998369 h 6858000"/>
              <a:gd name="connsiteX162" fmla="*/ 2646245 w 7467600"/>
              <a:gd name="connsiteY162" fmla="*/ 4930999 h 6858000"/>
              <a:gd name="connsiteX163" fmla="*/ 1999243 w 7467600"/>
              <a:gd name="connsiteY163" fmla="*/ 4730524 h 6858000"/>
              <a:gd name="connsiteX164" fmla="*/ 1979527 w 7467600"/>
              <a:gd name="connsiteY164" fmla="*/ 4726651 h 6858000"/>
              <a:gd name="connsiteX165" fmla="*/ 1927410 w 7467600"/>
              <a:gd name="connsiteY165" fmla="*/ 4716164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310106 w 7467600"/>
              <a:gd name="connsiteY195" fmla="*/ 3943217 h 6858000"/>
              <a:gd name="connsiteX196" fmla="*/ 1423113 w 7467600"/>
              <a:gd name="connsiteY196" fmla="*/ 3874565 h 6858000"/>
              <a:gd name="connsiteX197" fmla="*/ 1260565 w 7467600"/>
              <a:gd name="connsiteY197" fmla="*/ 4031982 h 6858000"/>
              <a:gd name="connsiteX198" fmla="*/ 901900 w 7467600"/>
              <a:gd name="connsiteY198" fmla="*/ 4421236 h 6858000"/>
              <a:gd name="connsiteX199" fmla="*/ 845044 w 7467600"/>
              <a:gd name="connsiteY199" fmla="*/ 4502436 h 6858000"/>
              <a:gd name="connsiteX200" fmla="*/ 685926 w 7467600"/>
              <a:gd name="connsiteY200" fmla="*/ 4703069 h 6858000"/>
              <a:gd name="connsiteX201" fmla="*/ 684248 w 7467600"/>
              <a:gd name="connsiteY201" fmla="*/ 4706721 h 6858000"/>
              <a:gd name="connsiteX202" fmla="*/ 1423113 w 7467600"/>
              <a:gd name="connsiteY202" fmla="*/ 3874565 h 6858000"/>
              <a:gd name="connsiteX203" fmla="*/ 3316479 w 7467600"/>
              <a:gd name="connsiteY203" fmla="*/ 3872136 h 6858000"/>
              <a:gd name="connsiteX204" fmla="*/ 3546806 w 7467600"/>
              <a:gd name="connsiteY204" fmla="*/ 4356139 h 6858000"/>
              <a:gd name="connsiteX205" fmla="*/ 3364433 w 7467600"/>
              <a:gd name="connsiteY205" fmla="*/ 3953121 h 6858000"/>
              <a:gd name="connsiteX206" fmla="*/ 3316479 w 7467600"/>
              <a:gd name="connsiteY206" fmla="*/ 3872136 h 6858000"/>
              <a:gd name="connsiteX207" fmla="*/ 3291335 w 7467600"/>
              <a:gd name="connsiteY207" fmla="*/ 3767420 h 6858000"/>
              <a:gd name="connsiteX208" fmla="*/ 3390805 w 7467600"/>
              <a:gd name="connsiteY208" fmla="*/ 3937163 h 6858000"/>
              <a:gd name="connsiteX209" fmla="*/ 3579062 w 7467600"/>
              <a:gd name="connsiteY209" fmla="*/ 4359040 h 6858000"/>
              <a:gd name="connsiteX210" fmla="*/ 3467355 w 7467600"/>
              <a:gd name="connsiteY210" fmla="*/ 3988130 h 6858000"/>
              <a:gd name="connsiteX211" fmla="*/ 3310753 w 7467600"/>
              <a:gd name="connsiteY211" fmla="*/ 3787140 h 6858000"/>
              <a:gd name="connsiteX212" fmla="*/ 3291335 w 7467600"/>
              <a:gd name="connsiteY212" fmla="*/ 3767420 h 6858000"/>
              <a:gd name="connsiteX213" fmla="*/ 1635889 w 7467600"/>
              <a:gd name="connsiteY213" fmla="*/ 3709494 h 6858000"/>
              <a:gd name="connsiteX214" fmla="*/ 1634800 w 7467600"/>
              <a:gd name="connsiteY214" fmla="*/ 3731111 h 6858000"/>
              <a:gd name="connsiteX215" fmla="*/ 1635889 w 7467600"/>
              <a:gd name="connsiteY215" fmla="*/ 3709494 h 6858000"/>
              <a:gd name="connsiteX216" fmla="*/ 1510397 w 7467600"/>
              <a:gd name="connsiteY216" fmla="*/ 3684705 h 6858000"/>
              <a:gd name="connsiteX217" fmla="*/ 1146550 w 7467600"/>
              <a:gd name="connsiteY217" fmla="*/ 3802012 h 6858000"/>
              <a:gd name="connsiteX218" fmla="*/ 698834 w 7467600"/>
              <a:gd name="connsiteY218" fmla="*/ 3952272 h 6858000"/>
              <a:gd name="connsiteX219" fmla="*/ 34256 w 7467600"/>
              <a:gd name="connsiteY219" fmla="*/ 4347603 h 6858000"/>
              <a:gd name="connsiteX220" fmla="*/ 527241 w 7467600"/>
              <a:gd name="connsiteY220" fmla="*/ 4065078 h 6858000"/>
              <a:gd name="connsiteX221" fmla="*/ 1510397 w 7467600"/>
              <a:gd name="connsiteY221" fmla="*/ 3684705 h 6858000"/>
              <a:gd name="connsiteX222" fmla="*/ 1313114 w 7467600"/>
              <a:gd name="connsiteY222" fmla="*/ 3655216 h 6858000"/>
              <a:gd name="connsiteX223" fmla="*/ 1109304 w 7467600"/>
              <a:gd name="connsiteY223" fmla="*/ 3669030 h 6858000"/>
              <a:gd name="connsiteX224" fmla="*/ 8129 w 7467600"/>
              <a:gd name="connsiteY224" fmla="*/ 4330519 h 6858000"/>
              <a:gd name="connsiteX225" fmla="*/ 687572 w 7467600"/>
              <a:gd name="connsiteY225" fmla="*/ 3925629 h 6858000"/>
              <a:gd name="connsiteX226" fmla="*/ 1138365 w 7467600"/>
              <a:gd name="connsiteY226" fmla="*/ 3774515 h 6858000"/>
              <a:gd name="connsiteX227" fmla="*/ 1505579 w 7467600"/>
              <a:gd name="connsiteY227" fmla="*/ 3655526 h 6858000"/>
              <a:gd name="connsiteX228" fmla="*/ 1313114 w 7467600"/>
              <a:gd name="connsiteY228" fmla="*/ 3655216 h 6858000"/>
              <a:gd name="connsiteX229" fmla="*/ 3655073 w 7467600"/>
              <a:gd name="connsiteY229" fmla="*/ 3650884 h 6858000"/>
              <a:gd name="connsiteX230" fmla="*/ 3989938 w 7467600"/>
              <a:gd name="connsiteY230" fmla="*/ 3991685 h 6858000"/>
              <a:gd name="connsiteX231" fmla="*/ 4393907 w 7467600"/>
              <a:gd name="connsiteY231" fmla="*/ 4261258 h 6858000"/>
              <a:gd name="connsiteX232" fmla="*/ 4648051 w 7467600"/>
              <a:gd name="connsiteY232" fmla="*/ 4374051 h 6858000"/>
              <a:gd name="connsiteX233" fmla="*/ 4383389 w 7467600"/>
              <a:gd name="connsiteY233" fmla="*/ 4184369 h 6858000"/>
              <a:gd name="connsiteX234" fmla="*/ 4165508 w 7467600"/>
              <a:gd name="connsiteY234" fmla="*/ 4035196 h 6858000"/>
              <a:gd name="connsiteX235" fmla="*/ 4068162 w 7467600"/>
              <a:gd name="connsiteY235" fmla="*/ 3953394 h 6858000"/>
              <a:gd name="connsiteX236" fmla="*/ 3981416 w 7467600"/>
              <a:gd name="connsiteY236" fmla="*/ 3880482 h 6858000"/>
              <a:gd name="connsiteX237" fmla="*/ 3800147 w 7467600"/>
              <a:gd name="connsiteY237" fmla="*/ 3749872 h 6858000"/>
              <a:gd name="connsiteX238" fmla="*/ 3655073 w 7467600"/>
              <a:gd name="connsiteY238" fmla="*/ 3650884 h 6858000"/>
              <a:gd name="connsiteX239" fmla="*/ 3670252 w 7467600"/>
              <a:gd name="connsiteY239" fmla="*/ 3622798 h 6858000"/>
              <a:gd name="connsiteX240" fmla="*/ 3817258 w 7467600"/>
              <a:gd name="connsiteY240" fmla="*/ 3723577 h 6858000"/>
              <a:gd name="connsiteX241" fmla="*/ 4000461 w 7467600"/>
              <a:gd name="connsiteY241" fmla="*/ 3855966 h 6858000"/>
              <a:gd name="connsiteX242" fmla="*/ 4088180 w 7467600"/>
              <a:gd name="connsiteY242" fmla="*/ 3929774 h 6858000"/>
              <a:gd name="connsiteX243" fmla="*/ 4184555 w 7467600"/>
              <a:gd name="connsiteY243" fmla="*/ 4010683 h 6858000"/>
              <a:gd name="connsiteX244" fmla="*/ 4399563 w 7467600"/>
              <a:gd name="connsiteY244" fmla="*/ 4158106 h 6858000"/>
              <a:gd name="connsiteX245" fmla="*/ 4684469 w 7467600"/>
              <a:gd name="connsiteY245" fmla="*/ 4364680 h 6858000"/>
              <a:gd name="connsiteX246" fmla="*/ 4690271 w 7467600"/>
              <a:gd name="connsiteY246" fmla="*/ 4370034 h 6858000"/>
              <a:gd name="connsiteX247" fmla="*/ 4136093 w 7467600"/>
              <a:gd name="connsiteY247" fmla="*/ 3858466 h 6858000"/>
              <a:gd name="connsiteX248" fmla="*/ 3670252 w 7467600"/>
              <a:gd name="connsiteY248" fmla="*/ 3622798 h 6858000"/>
              <a:gd name="connsiteX249" fmla="*/ 4440129 w 7467600"/>
              <a:gd name="connsiteY249" fmla="*/ 3448571 h 6858000"/>
              <a:gd name="connsiteX250" fmla="*/ 4856525 w 7467600"/>
              <a:gd name="connsiteY250" fmla="*/ 3915351 h 6858000"/>
              <a:gd name="connsiteX251" fmla="*/ 5059055 w 7467600"/>
              <a:gd name="connsiteY251" fmla="*/ 4108918 h 6858000"/>
              <a:gd name="connsiteX252" fmla="*/ 5290070 w 7467600"/>
              <a:gd name="connsiteY252" fmla="*/ 4263619 h 6858000"/>
              <a:gd name="connsiteX253" fmla="*/ 4834991 w 7467600"/>
              <a:gd name="connsiteY253" fmla="*/ 3830985 h 6858000"/>
              <a:gd name="connsiteX254" fmla="*/ 4440129 w 7467600"/>
              <a:gd name="connsiteY254" fmla="*/ 3448571 h 6858000"/>
              <a:gd name="connsiteX255" fmla="*/ 4441737 w 7467600"/>
              <a:gd name="connsiteY255" fmla="*/ 3399734 h 6858000"/>
              <a:gd name="connsiteX256" fmla="*/ 4431236 w 7467600"/>
              <a:gd name="connsiteY256" fmla="*/ 3400954 h 6858000"/>
              <a:gd name="connsiteX257" fmla="*/ 4557150 w 7467600"/>
              <a:gd name="connsiteY257" fmla="*/ 3510023 h 6858000"/>
              <a:gd name="connsiteX258" fmla="*/ 4856936 w 7467600"/>
              <a:gd name="connsiteY258" fmla="*/ 3809146 h 6858000"/>
              <a:gd name="connsiteX259" fmla="*/ 5111996 w 7467600"/>
              <a:gd name="connsiteY259" fmla="*/ 4065759 h 6858000"/>
              <a:gd name="connsiteX260" fmla="*/ 5388878 w 7467600"/>
              <a:gd name="connsiteY260" fmla="*/ 4300185 h 6858000"/>
              <a:gd name="connsiteX261" fmla="*/ 5425556 w 7467600"/>
              <a:gd name="connsiteY261" fmla="*/ 4308967 h 6858000"/>
              <a:gd name="connsiteX262" fmla="*/ 4943646 w 7467600"/>
              <a:gd name="connsiteY262" fmla="*/ 3822916 h 6858000"/>
              <a:gd name="connsiteX263" fmla="*/ 4594837 w 7467600"/>
              <a:gd name="connsiteY263" fmla="*/ 3532274 h 6858000"/>
              <a:gd name="connsiteX264" fmla="*/ 4441737 w 7467600"/>
              <a:gd name="connsiteY264" fmla="*/ 3399734 h 6858000"/>
              <a:gd name="connsiteX265" fmla="*/ 5425834 w 7467600"/>
              <a:gd name="connsiteY265" fmla="*/ 3162785 h 6858000"/>
              <a:gd name="connsiteX266" fmla="*/ 5401644 w 7467600"/>
              <a:gd name="connsiteY266" fmla="*/ 3617847 h 6858000"/>
              <a:gd name="connsiteX267" fmla="*/ 5467256 w 7467600"/>
              <a:gd name="connsiteY267" fmla="*/ 4175494 h 6858000"/>
              <a:gd name="connsiteX268" fmla="*/ 5448069 w 7467600"/>
              <a:gd name="connsiteY268" fmla="*/ 3567554 h 6858000"/>
              <a:gd name="connsiteX269" fmla="*/ 5425834 w 7467600"/>
              <a:gd name="connsiteY269" fmla="*/ 3162785 h 6858000"/>
              <a:gd name="connsiteX270" fmla="*/ 1318687 w 7467600"/>
              <a:gd name="connsiteY270" fmla="*/ 3113840 h 6858000"/>
              <a:gd name="connsiteX271" fmla="*/ 1066793 w 7467600"/>
              <a:gd name="connsiteY271" fmla="*/ 3212171 h 6858000"/>
              <a:gd name="connsiteX272" fmla="*/ 993319 w 7467600"/>
              <a:gd name="connsiteY272" fmla="*/ 3247648 h 6858000"/>
              <a:gd name="connsiteX273" fmla="*/ 853081 w 7467600"/>
              <a:gd name="connsiteY273" fmla="*/ 3312410 h 6858000"/>
              <a:gd name="connsiteX274" fmla="*/ 805957 w 7467600"/>
              <a:gd name="connsiteY274" fmla="*/ 3330443 h 6858000"/>
              <a:gd name="connsiteX275" fmla="*/ 1318687 w 7467600"/>
              <a:gd name="connsiteY275" fmla="*/ 3113840 h 6858000"/>
              <a:gd name="connsiteX276" fmla="*/ 5453702 w 7467600"/>
              <a:gd name="connsiteY276" fmla="*/ 3090882 h 6858000"/>
              <a:gd name="connsiteX277" fmla="*/ 5480135 w 7467600"/>
              <a:gd name="connsiteY277" fmla="*/ 3565802 h 6858000"/>
              <a:gd name="connsiteX278" fmla="*/ 5499023 w 7467600"/>
              <a:gd name="connsiteY278" fmla="*/ 4166310 h 6858000"/>
              <a:gd name="connsiteX279" fmla="*/ 5547022 w 7467600"/>
              <a:gd name="connsiteY279" fmla="*/ 3607838 h 6858000"/>
              <a:gd name="connsiteX280" fmla="*/ 5515964 w 7467600"/>
              <a:gd name="connsiteY280" fmla="*/ 3378541 h 6858000"/>
              <a:gd name="connsiteX281" fmla="*/ 5453702 w 7467600"/>
              <a:gd name="connsiteY281" fmla="*/ 3090882 h 6858000"/>
              <a:gd name="connsiteX282" fmla="*/ 1238695 w 7467600"/>
              <a:gd name="connsiteY282" fmla="*/ 3076820 h 6858000"/>
              <a:gd name="connsiteX283" fmla="*/ 716371 w 7467600"/>
              <a:gd name="connsiteY283" fmla="*/ 3293249 h 6858000"/>
              <a:gd name="connsiteX284" fmla="*/ 579522 w 7467600"/>
              <a:gd name="connsiteY284" fmla="*/ 3371759 h 6858000"/>
              <a:gd name="connsiteX285" fmla="*/ 600288 w 7467600"/>
              <a:gd name="connsiteY285" fmla="*/ 3365555 h 6858000"/>
              <a:gd name="connsiteX286" fmla="*/ 840692 w 7467600"/>
              <a:gd name="connsiteY286" fmla="*/ 3284921 h 6858000"/>
              <a:gd name="connsiteX287" fmla="*/ 979248 w 7467600"/>
              <a:gd name="connsiteY287" fmla="*/ 3221003 h 6858000"/>
              <a:gd name="connsiteX288" fmla="*/ 1053282 w 7467600"/>
              <a:gd name="connsiteY288" fmla="*/ 3185247 h 6858000"/>
              <a:gd name="connsiteX289" fmla="*/ 1320603 w 7467600"/>
              <a:gd name="connsiteY289" fmla="*/ 3081281 h 6858000"/>
              <a:gd name="connsiteX290" fmla="*/ 1238695 w 7467600"/>
              <a:gd name="connsiteY290" fmla="*/ 3076820 h 6858000"/>
              <a:gd name="connsiteX291" fmla="*/ 5425627 w 7467600"/>
              <a:gd name="connsiteY291" fmla="*/ 2954192 h 6858000"/>
              <a:gd name="connsiteX292" fmla="*/ 5470770 w 7467600"/>
              <a:gd name="connsiteY292" fmla="*/ 3005435 h 6858000"/>
              <a:gd name="connsiteX293" fmla="*/ 5519779 w 7467600"/>
              <a:gd name="connsiteY293" fmla="*/ 4359223 h 6858000"/>
              <a:gd name="connsiteX294" fmla="*/ 5520293 w 7467600"/>
              <a:gd name="connsiteY294" fmla="*/ 4360602 h 6858000"/>
              <a:gd name="connsiteX295" fmla="*/ 5767221 w 7467600"/>
              <a:gd name="connsiteY295" fmla="*/ 4665564 h 6858000"/>
              <a:gd name="connsiteX296" fmla="*/ 6937169 w 7467600"/>
              <a:gd name="connsiteY296" fmla="*/ 4815941 h 6858000"/>
              <a:gd name="connsiteX297" fmla="*/ 6953922 w 7467600"/>
              <a:gd name="connsiteY297" fmla="*/ 4890068 h 6858000"/>
              <a:gd name="connsiteX298" fmla="*/ 6071359 w 7467600"/>
              <a:gd name="connsiteY298" fmla="*/ 4770770 h 6858000"/>
              <a:gd name="connsiteX299" fmla="*/ 6038839 w 7467600"/>
              <a:gd name="connsiteY299" fmla="*/ 4764474 h 6858000"/>
              <a:gd name="connsiteX300" fmla="*/ 6038706 w 7467600"/>
              <a:gd name="connsiteY300" fmla="*/ 4763847 h 6858000"/>
              <a:gd name="connsiteX301" fmla="*/ 6037784 w 7467600"/>
              <a:gd name="connsiteY301" fmla="*/ 4764270 h 6858000"/>
              <a:gd name="connsiteX302" fmla="*/ 6038839 w 7467600"/>
              <a:gd name="connsiteY302" fmla="*/ 4764474 h 6858000"/>
              <a:gd name="connsiteX303" fmla="*/ 6040338 w 7467600"/>
              <a:gd name="connsiteY303" fmla="*/ 4771418 h 6858000"/>
              <a:gd name="connsiteX304" fmla="*/ 6024488 w 7467600"/>
              <a:gd name="connsiteY304" fmla="*/ 4809903 h 6858000"/>
              <a:gd name="connsiteX305" fmla="*/ 5599771 w 7467600"/>
              <a:gd name="connsiteY305" fmla="*/ 5509652 h 6858000"/>
              <a:gd name="connsiteX306" fmla="*/ 5548843 w 7467600"/>
              <a:gd name="connsiteY306" fmla="*/ 5563845 h 6858000"/>
              <a:gd name="connsiteX307" fmla="*/ 5940952 w 7467600"/>
              <a:gd name="connsiteY307" fmla="*/ 6250028 h 6858000"/>
              <a:gd name="connsiteX308" fmla="*/ 6043441 w 7467600"/>
              <a:gd name="connsiteY308" fmla="*/ 6665847 h 6858000"/>
              <a:gd name="connsiteX309" fmla="*/ 6093432 w 7467600"/>
              <a:gd name="connsiteY309" fmla="*/ 6858000 h 6858000"/>
              <a:gd name="connsiteX310" fmla="*/ 6034344 w 7467600"/>
              <a:gd name="connsiteY310" fmla="*/ 6858000 h 6858000"/>
              <a:gd name="connsiteX311" fmla="*/ 6026679 w 7467600"/>
              <a:gd name="connsiteY311" fmla="*/ 6836959 h 6858000"/>
              <a:gd name="connsiteX312" fmla="*/ 5800441 w 7467600"/>
              <a:gd name="connsiteY312" fmla="*/ 6335286 h 6858000"/>
              <a:gd name="connsiteX313" fmla="*/ 5526562 w 7467600"/>
              <a:gd name="connsiteY313" fmla="*/ 5705388 h 6858000"/>
              <a:gd name="connsiteX314" fmla="*/ 5519640 w 7467600"/>
              <a:gd name="connsiteY314" fmla="*/ 5683774 h 6858000"/>
              <a:gd name="connsiteX315" fmla="*/ 5844559 w 7467600"/>
              <a:gd name="connsiteY315" fmla="*/ 6553349 h 6858000"/>
              <a:gd name="connsiteX316" fmla="*/ 5975994 w 7467600"/>
              <a:gd name="connsiteY316" fmla="*/ 6858000 h 6858000"/>
              <a:gd name="connsiteX317" fmla="*/ 5898547 w 7467600"/>
              <a:gd name="connsiteY317" fmla="*/ 6858000 h 6858000"/>
              <a:gd name="connsiteX318" fmla="*/ 5682041 w 7467600"/>
              <a:gd name="connsiteY318" fmla="*/ 6355860 h 6858000"/>
              <a:gd name="connsiteX319" fmla="*/ 5461758 w 7467600"/>
              <a:gd name="connsiteY319" fmla="*/ 5820220 h 6858000"/>
              <a:gd name="connsiteX320" fmla="*/ 5237282 w 7467600"/>
              <a:gd name="connsiteY320" fmla="*/ 6579086 h 6858000"/>
              <a:gd name="connsiteX321" fmla="*/ 5115009 w 7467600"/>
              <a:gd name="connsiteY321" fmla="*/ 6858000 h 6858000"/>
              <a:gd name="connsiteX322" fmla="*/ 5028074 w 7467600"/>
              <a:gd name="connsiteY322" fmla="*/ 6858000 h 6858000"/>
              <a:gd name="connsiteX323" fmla="*/ 5079508 w 7467600"/>
              <a:gd name="connsiteY323" fmla="*/ 6749074 h 6858000"/>
              <a:gd name="connsiteX324" fmla="*/ 5371846 w 7467600"/>
              <a:gd name="connsiteY324" fmla="*/ 5924413 h 6858000"/>
              <a:gd name="connsiteX325" fmla="*/ 5270512 w 7467600"/>
              <a:gd name="connsiteY325" fmla="*/ 6138975 h 6858000"/>
              <a:gd name="connsiteX326" fmla="*/ 5062409 w 7467600"/>
              <a:gd name="connsiteY326" fmla="*/ 6653544 h 6858000"/>
              <a:gd name="connsiteX327" fmla="*/ 5036628 w 7467600"/>
              <a:gd name="connsiteY327" fmla="*/ 6754247 h 6858000"/>
              <a:gd name="connsiteX328" fmla="*/ 5009112 w 7467600"/>
              <a:gd name="connsiteY328" fmla="*/ 6858000 h 6858000"/>
              <a:gd name="connsiteX329" fmla="*/ 4976679 w 7467600"/>
              <a:gd name="connsiteY329" fmla="*/ 6858000 h 6858000"/>
              <a:gd name="connsiteX330" fmla="*/ 5006537 w 7467600"/>
              <a:gd name="connsiteY330" fmla="*/ 6747068 h 6858000"/>
              <a:gd name="connsiteX331" fmla="*/ 5032723 w 7467600"/>
              <a:gd name="connsiteY331" fmla="*/ 6644957 h 6858000"/>
              <a:gd name="connsiteX332" fmla="*/ 5242949 w 7467600"/>
              <a:gd name="connsiteY332" fmla="*/ 6125175 h 6858000"/>
              <a:gd name="connsiteX333" fmla="*/ 5286321 w 7467600"/>
              <a:gd name="connsiteY333" fmla="*/ 6033555 h 6858000"/>
              <a:gd name="connsiteX334" fmla="*/ 5008210 w 7467600"/>
              <a:gd name="connsiteY334" fmla="*/ 6649194 h 6858000"/>
              <a:gd name="connsiteX335" fmla="*/ 4986321 w 7467600"/>
              <a:gd name="connsiteY335" fmla="*/ 6765687 h 6858000"/>
              <a:gd name="connsiteX336" fmla="*/ 4973474 w 7467600"/>
              <a:gd name="connsiteY336" fmla="*/ 6858000 h 6858000"/>
              <a:gd name="connsiteX337" fmla="*/ 4907178 w 7467600"/>
              <a:gd name="connsiteY337" fmla="*/ 6858000 h 6858000"/>
              <a:gd name="connsiteX338" fmla="*/ 4910810 w 7467600"/>
              <a:gd name="connsiteY338" fmla="*/ 6829660 h 6858000"/>
              <a:gd name="connsiteX339" fmla="*/ 4987461 w 7467600"/>
              <a:gd name="connsiteY339" fmla="*/ 6432994 h 6858000"/>
              <a:gd name="connsiteX340" fmla="*/ 5179262 w 7467600"/>
              <a:gd name="connsiteY340" fmla="*/ 6035044 h 6858000"/>
              <a:gd name="connsiteX341" fmla="*/ 4689678 w 7467600"/>
              <a:gd name="connsiteY341" fmla="*/ 6440241 h 6858000"/>
              <a:gd name="connsiteX342" fmla="*/ 4477543 w 7467600"/>
              <a:gd name="connsiteY342" fmla="*/ 6674836 h 6858000"/>
              <a:gd name="connsiteX343" fmla="*/ 4329957 w 7467600"/>
              <a:gd name="connsiteY343" fmla="*/ 6858000 h 6858000"/>
              <a:gd name="connsiteX344" fmla="*/ 4218595 w 7467600"/>
              <a:gd name="connsiteY344" fmla="*/ 6858000 h 6858000"/>
              <a:gd name="connsiteX345" fmla="*/ 4368888 w 7467600"/>
              <a:gd name="connsiteY345" fmla="*/ 6668412 h 6858000"/>
              <a:gd name="connsiteX346" fmla="*/ 4563091 w 7467600"/>
              <a:gd name="connsiteY346" fmla="*/ 6442508 h 6858000"/>
              <a:gd name="connsiteX347" fmla="*/ 5387324 w 7467600"/>
              <a:gd name="connsiteY347" fmla="*/ 5705830 h 6858000"/>
              <a:gd name="connsiteX348" fmla="*/ 5073620 w 7467600"/>
              <a:gd name="connsiteY348" fmla="*/ 5955437 h 6858000"/>
              <a:gd name="connsiteX349" fmla="*/ 4689789 w 7467600"/>
              <a:gd name="connsiteY349" fmla="*/ 6268382 h 6858000"/>
              <a:gd name="connsiteX350" fmla="*/ 4418722 w 7467600"/>
              <a:gd name="connsiteY350" fmla="*/ 6570886 h 6858000"/>
              <a:gd name="connsiteX351" fmla="*/ 4214944 w 7467600"/>
              <a:gd name="connsiteY351" fmla="*/ 6858000 h 6858000"/>
              <a:gd name="connsiteX352" fmla="*/ 4177898 w 7467600"/>
              <a:gd name="connsiteY352" fmla="*/ 6858000 h 6858000"/>
              <a:gd name="connsiteX353" fmla="*/ 4391597 w 7467600"/>
              <a:gd name="connsiteY353" fmla="*/ 6556370 h 6858000"/>
              <a:gd name="connsiteX354" fmla="*/ 4668889 w 7467600"/>
              <a:gd name="connsiteY354" fmla="*/ 6246399 h 6858000"/>
              <a:gd name="connsiteX355" fmla="*/ 5055427 w 7467600"/>
              <a:gd name="connsiteY355" fmla="*/ 5931476 h 6858000"/>
              <a:gd name="connsiteX356" fmla="*/ 5371814 w 7467600"/>
              <a:gd name="connsiteY356" fmla="*/ 5678975 h 6858000"/>
              <a:gd name="connsiteX357" fmla="*/ 4987918 w 7467600"/>
              <a:gd name="connsiteY357" fmla="*/ 5838701 h 6858000"/>
              <a:gd name="connsiteX358" fmla="*/ 4317146 w 7467600"/>
              <a:gd name="connsiteY358" fmla="*/ 6587716 h 6858000"/>
              <a:gd name="connsiteX359" fmla="*/ 4171627 w 7467600"/>
              <a:gd name="connsiteY359" fmla="*/ 6858000 h 6858000"/>
              <a:gd name="connsiteX360" fmla="*/ 4081585 w 7467600"/>
              <a:gd name="connsiteY360" fmla="*/ 6858000 h 6858000"/>
              <a:gd name="connsiteX361" fmla="*/ 4238603 w 7467600"/>
              <a:gd name="connsiteY361" fmla="*/ 6559341 h 6858000"/>
              <a:gd name="connsiteX362" fmla="*/ 4778333 w 7467600"/>
              <a:gd name="connsiteY362" fmla="*/ 5873626 h 6858000"/>
              <a:gd name="connsiteX363" fmla="*/ 5414185 w 7467600"/>
              <a:gd name="connsiteY363" fmla="*/ 5573882 h 6858000"/>
              <a:gd name="connsiteX364" fmla="*/ 5959648 w 7467600"/>
              <a:gd name="connsiteY364" fmla="*/ 4760797 h 6858000"/>
              <a:gd name="connsiteX365" fmla="*/ 5355019 w 7467600"/>
              <a:gd name="connsiteY365" fmla="*/ 4734672 h 6858000"/>
              <a:gd name="connsiteX366" fmla="*/ 5083565 w 7467600"/>
              <a:gd name="connsiteY366" fmla="*/ 5179121 h 6858000"/>
              <a:gd name="connsiteX367" fmla="*/ 4713577 w 7467600"/>
              <a:gd name="connsiteY367" fmla="*/ 5616803 h 6858000"/>
              <a:gd name="connsiteX368" fmla="*/ 3989559 w 7467600"/>
              <a:gd name="connsiteY368" fmla="*/ 6145945 h 6858000"/>
              <a:gd name="connsiteX369" fmla="*/ 3939824 w 7467600"/>
              <a:gd name="connsiteY369" fmla="*/ 6066900 h 6858000"/>
              <a:gd name="connsiteX370" fmla="*/ 4584537 w 7467600"/>
              <a:gd name="connsiteY370" fmla="*/ 5324826 h 6858000"/>
              <a:gd name="connsiteX371" fmla="*/ 5037105 w 7467600"/>
              <a:gd name="connsiteY371" fmla="*/ 5088765 h 6858000"/>
              <a:gd name="connsiteX372" fmla="*/ 5039930 w 7467600"/>
              <a:gd name="connsiteY372" fmla="*/ 5089585 h 6858000"/>
              <a:gd name="connsiteX373" fmla="*/ 5263764 w 7467600"/>
              <a:gd name="connsiteY373" fmla="*/ 4735525 h 6858000"/>
              <a:gd name="connsiteX374" fmla="*/ 4086300 w 7467600"/>
              <a:gd name="connsiteY374" fmla="*/ 4884599 h 6858000"/>
              <a:gd name="connsiteX375" fmla="*/ 4085485 w 7467600"/>
              <a:gd name="connsiteY375" fmla="*/ 4899070 h 6858000"/>
              <a:gd name="connsiteX376" fmla="*/ 3871915 w 7467600"/>
              <a:gd name="connsiteY376" fmla="*/ 5253645 h 6858000"/>
              <a:gd name="connsiteX377" fmla="*/ 3799374 w 7467600"/>
              <a:gd name="connsiteY377" fmla="*/ 5466127 h 6858000"/>
              <a:gd name="connsiteX378" fmla="*/ 3498850 w 7467600"/>
              <a:gd name="connsiteY378" fmla="*/ 6661888 h 6858000"/>
              <a:gd name="connsiteX379" fmla="*/ 3399216 w 7467600"/>
              <a:gd name="connsiteY379" fmla="*/ 6858000 h 6858000"/>
              <a:gd name="connsiteX380" fmla="*/ 3303688 w 7467600"/>
              <a:gd name="connsiteY380" fmla="*/ 6858000 h 6858000"/>
              <a:gd name="connsiteX381" fmla="*/ 3391774 w 7467600"/>
              <a:gd name="connsiteY381" fmla="*/ 6697181 h 6858000"/>
              <a:gd name="connsiteX382" fmla="*/ 3735540 w 7467600"/>
              <a:gd name="connsiteY382" fmla="*/ 5546923 h 6858000"/>
              <a:gd name="connsiteX383" fmla="*/ 3729438 w 7467600"/>
              <a:gd name="connsiteY383" fmla="*/ 5569058 h 6858000"/>
              <a:gd name="connsiteX384" fmla="*/ 3707782 w 7467600"/>
              <a:gd name="connsiteY384" fmla="*/ 5644908 h 6858000"/>
              <a:gd name="connsiteX385" fmla="*/ 3583827 w 7467600"/>
              <a:gd name="connsiteY385" fmla="*/ 6039215 h 6858000"/>
              <a:gd name="connsiteX386" fmla="*/ 3547861 w 7467600"/>
              <a:gd name="connsiteY386" fmla="*/ 6129609 h 6858000"/>
              <a:gd name="connsiteX387" fmla="*/ 3490905 w 7467600"/>
              <a:gd name="connsiteY387" fmla="*/ 6277660 h 6858000"/>
              <a:gd name="connsiteX388" fmla="*/ 3455859 w 7467600"/>
              <a:gd name="connsiteY388" fmla="*/ 6391301 h 6858000"/>
              <a:gd name="connsiteX389" fmla="*/ 3429112 w 7467600"/>
              <a:gd name="connsiteY389" fmla="*/ 6479469 h 6858000"/>
              <a:gd name="connsiteX390" fmla="*/ 3304862 w 7467600"/>
              <a:gd name="connsiteY390" fmla="*/ 6796476 h 6858000"/>
              <a:gd name="connsiteX391" fmla="*/ 3276071 w 7467600"/>
              <a:gd name="connsiteY391" fmla="*/ 6858000 h 6858000"/>
              <a:gd name="connsiteX392" fmla="*/ 3240805 w 7467600"/>
              <a:gd name="connsiteY392" fmla="*/ 6858000 h 6858000"/>
              <a:gd name="connsiteX393" fmla="*/ 3275917 w 7467600"/>
              <a:gd name="connsiteY393" fmla="*/ 6783192 h 6858000"/>
              <a:gd name="connsiteX394" fmla="*/ 3399358 w 7467600"/>
              <a:gd name="connsiteY394" fmla="*/ 6469011 h 6858000"/>
              <a:gd name="connsiteX395" fmla="*/ 3425650 w 7467600"/>
              <a:gd name="connsiteY395" fmla="*/ 6381333 h 6858000"/>
              <a:gd name="connsiteX396" fmla="*/ 3460661 w 7467600"/>
              <a:gd name="connsiteY396" fmla="*/ 6266763 h 6858000"/>
              <a:gd name="connsiteX397" fmla="*/ 3518021 w 7467600"/>
              <a:gd name="connsiteY397" fmla="*/ 6117298 h 6858000"/>
              <a:gd name="connsiteX398" fmla="*/ 3554035 w 7467600"/>
              <a:gd name="connsiteY398" fmla="*/ 6027832 h 6858000"/>
              <a:gd name="connsiteX399" fmla="*/ 3677174 w 7467600"/>
              <a:gd name="connsiteY399" fmla="*/ 5636351 h 6858000"/>
              <a:gd name="connsiteX400" fmla="*/ 3698819 w 7467600"/>
              <a:gd name="connsiteY400" fmla="*/ 5560503 h 6858000"/>
              <a:gd name="connsiteX401" fmla="*/ 3702094 w 7467600"/>
              <a:gd name="connsiteY401" fmla="*/ 5549194 h 6858000"/>
              <a:gd name="connsiteX402" fmla="*/ 3398355 w 7467600"/>
              <a:gd name="connsiteY402" fmla="*/ 6094603 h 6858000"/>
              <a:gd name="connsiteX403" fmla="*/ 3193941 w 7467600"/>
              <a:gd name="connsiteY403" fmla="*/ 6798775 h 6858000"/>
              <a:gd name="connsiteX404" fmla="*/ 3184140 w 7467600"/>
              <a:gd name="connsiteY404" fmla="*/ 6858000 h 6858000"/>
              <a:gd name="connsiteX405" fmla="*/ 3099978 w 7467600"/>
              <a:gd name="connsiteY405" fmla="*/ 6858000 h 6858000"/>
              <a:gd name="connsiteX406" fmla="*/ 3101556 w 7467600"/>
              <a:gd name="connsiteY406" fmla="*/ 6843337 h 6858000"/>
              <a:gd name="connsiteX407" fmla="*/ 3370162 w 7467600"/>
              <a:gd name="connsiteY407" fmla="*/ 5785550 h 6858000"/>
              <a:gd name="connsiteX408" fmla="*/ 3746477 w 7467600"/>
              <a:gd name="connsiteY408" fmla="*/ 5377889 h 6858000"/>
              <a:gd name="connsiteX409" fmla="*/ 3863399 w 7467600"/>
              <a:gd name="connsiteY409" fmla="*/ 5087257 h 6858000"/>
              <a:gd name="connsiteX410" fmla="*/ 3968712 w 7467600"/>
              <a:gd name="connsiteY410" fmla="*/ 4913989 h 6858000"/>
              <a:gd name="connsiteX411" fmla="*/ 2792390 w 7467600"/>
              <a:gd name="connsiteY411" fmla="*/ 5382974 h 6858000"/>
              <a:gd name="connsiteX412" fmla="*/ 2714982 w 7467600"/>
              <a:gd name="connsiteY412" fmla="*/ 5427051 h 6858000"/>
              <a:gd name="connsiteX413" fmla="*/ 2813361 w 7467600"/>
              <a:gd name="connsiteY413" fmla="*/ 6023912 h 6858000"/>
              <a:gd name="connsiteX414" fmla="*/ 2688430 w 7467600"/>
              <a:gd name="connsiteY414" fmla="*/ 6801564 h 6858000"/>
              <a:gd name="connsiteX415" fmla="*/ 2629626 w 7467600"/>
              <a:gd name="connsiteY415" fmla="*/ 6763394 h 6858000"/>
              <a:gd name="connsiteX416" fmla="*/ 2565328 w 7467600"/>
              <a:gd name="connsiteY416" fmla="*/ 5516399 h 6858000"/>
              <a:gd name="connsiteX417" fmla="*/ 1922999 w 7467600"/>
              <a:gd name="connsiteY417" fmla="*/ 5980343 h 6858000"/>
              <a:gd name="connsiteX418" fmla="*/ 1950261 w 7467600"/>
              <a:gd name="connsiteY418" fmla="*/ 6405858 h 6858000"/>
              <a:gd name="connsiteX419" fmla="*/ 2365554 w 7467600"/>
              <a:gd name="connsiteY419" fmla="*/ 6759107 h 6858000"/>
              <a:gd name="connsiteX420" fmla="*/ 2424142 w 7467600"/>
              <a:gd name="connsiteY420" fmla="*/ 6858000 h 6858000"/>
              <a:gd name="connsiteX421" fmla="*/ 2395994 w 7467600"/>
              <a:gd name="connsiteY421" fmla="*/ 6858000 h 6858000"/>
              <a:gd name="connsiteX422" fmla="*/ 2392863 w 7467600"/>
              <a:gd name="connsiteY422" fmla="*/ 6852964 h 6858000"/>
              <a:gd name="connsiteX423" fmla="*/ 2017589 w 7467600"/>
              <a:gd name="connsiteY423" fmla="*/ 6493982 h 6858000"/>
              <a:gd name="connsiteX424" fmla="*/ 2147336 w 7467600"/>
              <a:gd name="connsiteY424" fmla="*/ 6594052 h 6858000"/>
              <a:gd name="connsiteX425" fmla="*/ 2207047 w 7467600"/>
              <a:gd name="connsiteY425" fmla="*/ 6654540 h 6858000"/>
              <a:gd name="connsiteX426" fmla="*/ 2299106 w 7467600"/>
              <a:gd name="connsiteY426" fmla="*/ 6778931 h 6858000"/>
              <a:gd name="connsiteX427" fmla="*/ 2314430 w 7467600"/>
              <a:gd name="connsiteY427" fmla="*/ 6801144 h 6858000"/>
              <a:gd name="connsiteX428" fmla="*/ 2352406 w 7467600"/>
              <a:gd name="connsiteY428" fmla="*/ 6858000 h 6858000"/>
              <a:gd name="connsiteX429" fmla="*/ 2314492 w 7467600"/>
              <a:gd name="connsiteY429" fmla="*/ 6858000 h 6858000"/>
              <a:gd name="connsiteX430" fmla="*/ 2288095 w 7467600"/>
              <a:gd name="connsiteY430" fmla="*/ 6818030 h 6858000"/>
              <a:gd name="connsiteX431" fmla="*/ 2272768 w 7467600"/>
              <a:gd name="connsiteY431" fmla="*/ 6795822 h 6858000"/>
              <a:gd name="connsiteX432" fmla="*/ 2182715 w 7467600"/>
              <a:gd name="connsiteY432" fmla="*/ 6675071 h 6858000"/>
              <a:gd name="connsiteX433" fmla="*/ 2032061 w 7467600"/>
              <a:gd name="connsiteY433" fmla="*/ 6541380 h 6858000"/>
              <a:gd name="connsiteX434" fmla="*/ 2257220 w 7467600"/>
              <a:gd name="connsiteY434" fmla="*/ 6826257 h 6858000"/>
              <a:gd name="connsiteX435" fmla="*/ 2281324 w 7467600"/>
              <a:gd name="connsiteY435" fmla="*/ 6858000 h 6858000"/>
              <a:gd name="connsiteX436" fmla="*/ 2242860 w 7467600"/>
              <a:gd name="connsiteY436" fmla="*/ 6858000 h 6858000"/>
              <a:gd name="connsiteX437" fmla="*/ 2232818 w 7467600"/>
              <a:gd name="connsiteY437" fmla="*/ 6844926 h 6858000"/>
              <a:gd name="connsiteX438" fmla="*/ 1990172 w 7467600"/>
              <a:gd name="connsiteY438" fmla="*/ 6542121 h 6858000"/>
              <a:gd name="connsiteX439" fmla="*/ 2124090 w 7467600"/>
              <a:gd name="connsiteY439" fmla="*/ 6761017 h 6858000"/>
              <a:gd name="connsiteX440" fmla="*/ 2200380 w 7467600"/>
              <a:gd name="connsiteY440" fmla="*/ 6858000 h 6858000"/>
              <a:gd name="connsiteX441" fmla="*/ 2147507 w 7467600"/>
              <a:gd name="connsiteY441" fmla="*/ 6858000 h 6858000"/>
              <a:gd name="connsiteX442" fmla="*/ 2070668 w 7467600"/>
              <a:gd name="connsiteY442" fmla="*/ 6761520 h 6858000"/>
              <a:gd name="connsiteX443" fmla="*/ 1975142 w 7467600"/>
              <a:gd name="connsiteY443" fmla="*/ 6585570 h 6858000"/>
              <a:gd name="connsiteX444" fmla="*/ 2050035 w 7467600"/>
              <a:gd name="connsiteY444" fmla="*/ 6813345 h 6858000"/>
              <a:gd name="connsiteX445" fmla="*/ 2063025 w 7467600"/>
              <a:gd name="connsiteY445" fmla="*/ 6858000 h 6858000"/>
              <a:gd name="connsiteX446" fmla="*/ 2021675 w 7467600"/>
              <a:gd name="connsiteY446" fmla="*/ 6858000 h 6858000"/>
              <a:gd name="connsiteX447" fmla="*/ 2019308 w 7467600"/>
              <a:gd name="connsiteY447" fmla="*/ 6847118 h 6858000"/>
              <a:gd name="connsiteX448" fmla="*/ 1938835 w 7467600"/>
              <a:gd name="connsiteY448" fmla="*/ 6551160 h 6858000"/>
              <a:gd name="connsiteX449" fmla="*/ 1953230 w 7467600"/>
              <a:gd name="connsiteY449" fmla="*/ 6759699 h 6858000"/>
              <a:gd name="connsiteX450" fmla="*/ 1956763 w 7467600"/>
              <a:gd name="connsiteY450" fmla="*/ 6778191 h 6858000"/>
              <a:gd name="connsiteX451" fmla="*/ 1967925 w 7467600"/>
              <a:gd name="connsiteY451" fmla="*/ 6858000 h 6858000"/>
              <a:gd name="connsiteX452" fmla="*/ 1936622 w 7467600"/>
              <a:gd name="connsiteY452" fmla="*/ 6858000 h 6858000"/>
              <a:gd name="connsiteX453" fmla="*/ 1926261 w 7467600"/>
              <a:gd name="connsiteY453" fmla="*/ 6784064 h 6858000"/>
              <a:gd name="connsiteX454" fmla="*/ 1922724 w 7467600"/>
              <a:gd name="connsiteY454" fmla="*/ 6765577 h 6858000"/>
              <a:gd name="connsiteX455" fmla="*/ 1904650 w 7467600"/>
              <a:gd name="connsiteY455" fmla="*/ 6639616 h 6858000"/>
              <a:gd name="connsiteX456" fmla="*/ 1885273 w 7467600"/>
              <a:gd name="connsiteY456" fmla="*/ 6858000 h 6858000"/>
              <a:gd name="connsiteX457" fmla="*/ 1854363 w 7467600"/>
              <a:gd name="connsiteY457" fmla="*/ 6858000 h 6858000"/>
              <a:gd name="connsiteX458" fmla="*/ 1880391 w 7467600"/>
              <a:gd name="connsiteY458" fmla="*/ 6603796 h 6858000"/>
              <a:gd name="connsiteX459" fmla="*/ 1818273 w 7467600"/>
              <a:gd name="connsiteY459" fmla="*/ 6715729 h 6858000"/>
              <a:gd name="connsiteX460" fmla="*/ 1794691 w 7467600"/>
              <a:gd name="connsiteY460" fmla="*/ 6843239 h 6858000"/>
              <a:gd name="connsiteX461" fmla="*/ 1794914 w 7467600"/>
              <a:gd name="connsiteY461" fmla="*/ 6858000 h 6858000"/>
              <a:gd name="connsiteX462" fmla="*/ 1746128 w 7467600"/>
              <a:gd name="connsiteY462" fmla="*/ 6858000 h 6858000"/>
              <a:gd name="connsiteX463" fmla="*/ 1753934 w 7467600"/>
              <a:gd name="connsiteY463" fmla="*/ 6724796 h 6858000"/>
              <a:gd name="connsiteX464" fmla="*/ 1792053 w 7467600"/>
              <a:gd name="connsiteY464" fmla="*/ 6572396 h 6858000"/>
              <a:gd name="connsiteX465" fmla="*/ 1862248 w 7467600"/>
              <a:gd name="connsiteY465" fmla="*/ 6266397 h 6858000"/>
              <a:gd name="connsiteX466" fmla="*/ 1862250 w 7467600"/>
              <a:gd name="connsiteY466" fmla="*/ 6033531 h 6858000"/>
              <a:gd name="connsiteX467" fmla="*/ 1211999 w 7467600"/>
              <a:gd name="connsiteY467" fmla="*/ 6683610 h 6858000"/>
              <a:gd name="connsiteX468" fmla="*/ 1213266 w 7467600"/>
              <a:gd name="connsiteY468" fmla="*/ 6691947 h 6858000"/>
              <a:gd name="connsiteX469" fmla="*/ 1203370 w 7467600"/>
              <a:gd name="connsiteY469" fmla="*/ 6850676 h 6858000"/>
              <a:gd name="connsiteX470" fmla="*/ 1203671 w 7467600"/>
              <a:gd name="connsiteY470" fmla="*/ 6858000 h 6858000"/>
              <a:gd name="connsiteX471" fmla="*/ 1143180 w 7467600"/>
              <a:gd name="connsiteY471" fmla="*/ 6858000 h 6858000"/>
              <a:gd name="connsiteX472" fmla="*/ 1142176 w 7467600"/>
              <a:gd name="connsiteY472" fmla="*/ 6766045 h 6858000"/>
              <a:gd name="connsiteX473" fmla="*/ 1067484 w 7467600"/>
              <a:gd name="connsiteY473" fmla="*/ 6858000 h 6858000"/>
              <a:gd name="connsiteX474" fmla="*/ 953928 w 7467600"/>
              <a:gd name="connsiteY474" fmla="*/ 6858000 h 6858000"/>
              <a:gd name="connsiteX475" fmla="*/ 959715 w 7467600"/>
              <a:gd name="connsiteY475" fmla="*/ 6850185 h 6858000"/>
              <a:gd name="connsiteX476" fmla="*/ 1483788 w 7467600"/>
              <a:gd name="connsiteY476" fmla="*/ 6259174 h 6858000"/>
              <a:gd name="connsiteX477" fmla="*/ 1100671 w 7467600"/>
              <a:gd name="connsiteY477" fmla="*/ 6252137 h 6858000"/>
              <a:gd name="connsiteX478" fmla="*/ 1090144 w 7467600"/>
              <a:gd name="connsiteY478" fmla="*/ 6256748 h 6858000"/>
              <a:gd name="connsiteX479" fmla="*/ 1095872 w 7467600"/>
              <a:gd name="connsiteY479" fmla="*/ 6271892 h 6858000"/>
              <a:gd name="connsiteX480" fmla="*/ 262785 w 7467600"/>
              <a:gd name="connsiteY480" fmla="*/ 6845450 h 6858000"/>
              <a:gd name="connsiteX481" fmla="*/ 209968 w 7467600"/>
              <a:gd name="connsiteY481" fmla="*/ 6770713 h 6858000"/>
              <a:gd name="connsiteX482" fmla="*/ 873460 w 7467600"/>
              <a:gd name="connsiteY482" fmla="*/ 6253768 h 6858000"/>
              <a:gd name="connsiteX483" fmla="*/ 192686 w 7467600"/>
              <a:gd name="connsiteY483" fmla="*/ 5849257 h 6858000"/>
              <a:gd name="connsiteX484" fmla="*/ 4696 w 7467600"/>
              <a:gd name="connsiteY484" fmla="*/ 5697668 h 6858000"/>
              <a:gd name="connsiteX485" fmla="*/ 0 w 7467600"/>
              <a:gd name="connsiteY485" fmla="*/ 5689984 h 6858000"/>
              <a:gd name="connsiteX486" fmla="*/ 0 w 7467600"/>
              <a:gd name="connsiteY486" fmla="*/ 5513472 h 6858000"/>
              <a:gd name="connsiteX487" fmla="*/ 174101 w 7467600"/>
              <a:gd name="connsiteY487" fmla="*/ 5620277 h 6858000"/>
              <a:gd name="connsiteX488" fmla="*/ 891800 w 7467600"/>
              <a:gd name="connsiteY488" fmla="*/ 6036935 h 6858000"/>
              <a:gd name="connsiteX489" fmla="*/ 1072219 w 7467600"/>
              <a:gd name="connsiteY489" fmla="*/ 6169443 h 6858000"/>
              <a:gd name="connsiteX490" fmla="*/ 1074117 w 7467600"/>
              <a:gd name="connsiteY490" fmla="*/ 6170301 h 6858000"/>
              <a:gd name="connsiteX491" fmla="*/ 1083114 w 7467600"/>
              <a:gd name="connsiteY491" fmla="*/ 6174131 h 6858000"/>
              <a:gd name="connsiteX492" fmla="*/ 1543010 w 7467600"/>
              <a:gd name="connsiteY492" fmla="*/ 6191140 h 6858000"/>
              <a:gd name="connsiteX493" fmla="*/ 1551080 w 7467600"/>
              <a:gd name="connsiteY493" fmla="*/ 6195006 h 6858000"/>
              <a:gd name="connsiteX494" fmla="*/ 2345443 w 7467600"/>
              <a:gd name="connsiteY494" fmla="*/ 5549882 h 6858000"/>
              <a:gd name="connsiteX495" fmla="*/ 1721499 w 7467600"/>
              <a:gd name="connsiteY495" fmla="*/ 5599969 h 6858000"/>
              <a:gd name="connsiteX496" fmla="*/ 767716 w 7467600"/>
              <a:gd name="connsiteY496" fmla="*/ 5472768 h 6858000"/>
              <a:gd name="connsiteX497" fmla="*/ 722147 w 7467600"/>
              <a:gd name="connsiteY497" fmla="*/ 5393091 h 6858000"/>
              <a:gd name="connsiteX498" fmla="*/ 1485552 w 7467600"/>
              <a:gd name="connsiteY498" fmla="*/ 5313202 h 6858000"/>
              <a:gd name="connsiteX499" fmla="*/ 2143004 w 7467600"/>
              <a:gd name="connsiteY499" fmla="*/ 5402420 h 6858000"/>
              <a:gd name="connsiteX500" fmla="*/ 1933391 w 7467600"/>
              <a:gd name="connsiteY500" fmla="*/ 5156971 h 6858000"/>
              <a:gd name="connsiteX501" fmla="*/ 1827118 w 7467600"/>
              <a:gd name="connsiteY501" fmla="*/ 4968410 h 6858000"/>
              <a:gd name="connsiteX502" fmla="*/ 1837349 w 7467600"/>
              <a:gd name="connsiteY502" fmla="*/ 4956357 h 6858000"/>
              <a:gd name="connsiteX503" fmla="*/ 2162835 w 7467600"/>
              <a:gd name="connsiteY503" fmla="*/ 5187853 h 6858000"/>
              <a:gd name="connsiteX504" fmla="*/ 2257167 w 7467600"/>
              <a:gd name="connsiteY504" fmla="*/ 5462123 h 6858000"/>
              <a:gd name="connsiteX505" fmla="*/ 2261598 w 7467600"/>
              <a:gd name="connsiteY505" fmla="*/ 5467998 h 6858000"/>
              <a:gd name="connsiteX506" fmla="*/ 2437177 w 7467600"/>
              <a:gd name="connsiteY506" fmla="*/ 5479608 h 6858000"/>
              <a:gd name="connsiteX507" fmla="*/ 2445247 w 7467600"/>
              <a:gd name="connsiteY507" fmla="*/ 5483476 h 6858000"/>
              <a:gd name="connsiteX508" fmla="*/ 2743626 w 7467600"/>
              <a:gd name="connsiteY508" fmla="*/ 5304819 h 6858000"/>
              <a:gd name="connsiteX509" fmla="*/ 3048102 w 7467600"/>
              <a:gd name="connsiteY509" fmla="*/ 5150595 h 6858000"/>
              <a:gd name="connsiteX510" fmla="*/ 1799414 w 7467600"/>
              <a:gd name="connsiteY510" fmla="*/ 4694732 h 6858000"/>
              <a:gd name="connsiteX511" fmla="*/ 1771735 w 7467600"/>
              <a:gd name="connsiteY511" fmla="*/ 4619929 h 6858000"/>
              <a:gd name="connsiteX512" fmla="*/ 3104273 w 7467600"/>
              <a:gd name="connsiteY512" fmla="*/ 5076159 h 6858000"/>
              <a:gd name="connsiteX513" fmla="*/ 3113245 w 7467600"/>
              <a:gd name="connsiteY513" fmla="*/ 5090705 h 6858000"/>
              <a:gd name="connsiteX514" fmla="*/ 3126294 w 7467600"/>
              <a:gd name="connsiteY514" fmla="*/ 5114400 h 6858000"/>
              <a:gd name="connsiteX515" fmla="*/ 3937433 w 7467600"/>
              <a:gd name="connsiteY515" fmla="*/ 4830473 h 6858000"/>
              <a:gd name="connsiteX516" fmla="*/ 3590475 w 7467600"/>
              <a:gd name="connsiteY516" fmla="*/ 4597974 h 6858000"/>
              <a:gd name="connsiteX517" fmla="*/ 3100264 w 7467600"/>
              <a:gd name="connsiteY517" fmla="*/ 4579845 h 6858000"/>
              <a:gd name="connsiteX518" fmla="*/ 2183576 w 7467600"/>
              <a:gd name="connsiteY518" fmla="*/ 4227150 h 6858000"/>
              <a:gd name="connsiteX519" fmla="*/ 2151029 w 7467600"/>
              <a:gd name="connsiteY519" fmla="*/ 4146947 h 6858000"/>
              <a:gd name="connsiteX520" fmla="*/ 3563434 w 7467600"/>
              <a:gd name="connsiteY520" fmla="*/ 4469115 h 6858000"/>
              <a:gd name="connsiteX521" fmla="*/ 3177952 w 7467600"/>
              <a:gd name="connsiteY521" fmla="*/ 3657386 h 6858000"/>
              <a:gd name="connsiteX522" fmla="*/ 3189263 w 7467600"/>
              <a:gd name="connsiteY522" fmla="*/ 3625726 h 6858000"/>
              <a:gd name="connsiteX523" fmla="*/ 3560912 w 7467600"/>
              <a:gd name="connsiteY523" fmla="*/ 4079863 h 6858000"/>
              <a:gd name="connsiteX524" fmla="*/ 3626636 w 7467600"/>
              <a:gd name="connsiteY524" fmla="*/ 4512230 h 6858000"/>
              <a:gd name="connsiteX525" fmla="*/ 3653088 w 7467600"/>
              <a:gd name="connsiteY525" fmla="*/ 4521417 h 6858000"/>
              <a:gd name="connsiteX526" fmla="*/ 3988128 w 7467600"/>
              <a:gd name="connsiteY526" fmla="*/ 4817267 h 6858000"/>
              <a:gd name="connsiteX527" fmla="*/ 4830582 w 7467600"/>
              <a:gd name="connsiteY527" fmla="*/ 4676000 h 6858000"/>
              <a:gd name="connsiteX528" fmla="*/ 4830100 w 7467600"/>
              <a:gd name="connsiteY528" fmla="*/ 4675554 h 6858000"/>
              <a:gd name="connsiteX529" fmla="*/ 4036318 w 7467600"/>
              <a:gd name="connsiteY529" fmla="*/ 4147013 h 6858000"/>
              <a:gd name="connsiteX530" fmla="*/ 3432098 w 7467600"/>
              <a:gd name="connsiteY530" fmla="*/ 3537312 h 6858000"/>
              <a:gd name="connsiteX531" fmla="*/ 3446761 w 7467600"/>
              <a:gd name="connsiteY531" fmla="*/ 3461278 h 6858000"/>
              <a:gd name="connsiteX532" fmla="*/ 4419733 w 7467600"/>
              <a:gd name="connsiteY532" fmla="*/ 3963555 h 6858000"/>
              <a:gd name="connsiteX533" fmla="*/ 4781371 w 7467600"/>
              <a:gd name="connsiteY533" fmla="*/ 4458604 h 6858000"/>
              <a:gd name="connsiteX534" fmla="*/ 4780440 w 7467600"/>
              <a:gd name="connsiteY534" fmla="*/ 4470290 h 6858000"/>
              <a:gd name="connsiteX535" fmla="*/ 4898954 w 7467600"/>
              <a:gd name="connsiteY535" fmla="*/ 4662092 h 6858000"/>
              <a:gd name="connsiteX536" fmla="*/ 4900699 w 7467600"/>
              <a:gd name="connsiteY536" fmla="*/ 4670867 h 6858000"/>
              <a:gd name="connsiteX537" fmla="*/ 5714511 w 7467600"/>
              <a:gd name="connsiteY537" fmla="*/ 4663483 h 6858000"/>
              <a:gd name="connsiteX538" fmla="*/ 5464793 w 7467600"/>
              <a:gd name="connsiteY538" fmla="*/ 4393556 h 6858000"/>
              <a:gd name="connsiteX539" fmla="*/ 5461897 w 7467600"/>
              <a:gd name="connsiteY539" fmla="*/ 4390879 h 6858000"/>
              <a:gd name="connsiteX540" fmla="*/ 4294126 w 7467600"/>
              <a:gd name="connsiteY540" fmla="*/ 3303048 h 6858000"/>
              <a:gd name="connsiteX541" fmla="*/ 4305321 w 7467600"/>
              <a:gd name="connsiteY541" fmla="*/ 3256953 h 6858000"/>
              <a:gd name="connsiteX542" fmla="*/ 4949299 w 7467600"/>
              <a:gd name="connsiteY542" fmla="*/ 3766336 h 6858000"/>
              <a:gd name="connsiteX543" fmla="*/ 5291452 w 7467600"/>
              <a:gd name="connsiteY543" fmla="*/ 4076801 h 6858000"/>
              <a:gd name="connsiteX544" fmla="*/ 5434998 w 7467600"/>
              <a:gd name="connsiteY544" fmla="*/ 4254100 h 6858000"/>
              <a:gd name="connsiteX545" fmla="*/ 5351015 w 7467600"/>
              <a:gd name="connsiteY545" fmla="*/ 3760989 h 6858000"/>
              <a:gd name="connsiteX546" fmla="*/ 5413780 w 7467600"/>
              <a:gd name="connsiteY546" fmla="*/ 2966265 h 6858000"/>
              <a:gd name="connsiteX547" fmla="*/ 5425627 w 7467600"/>
              <a:gd name="connsiteY547" fmla="*/ 2954192 h 6858000"/>
              <a:gd name="connsiteX548" fmla="*/ 6604735 w 7467600"/>
              <a:gd name="connsiteY548" fmla="*/ 2041381 h 6858000"/>
              <a:gd name="connsiteX549" fmla="*/ 7204487 w 7467600"/>
              <a:gd name="connsiteY549" fmla="*/ 2742112 h 6858000"/>
              <a:gd name="connsiteX550" fmla="*/ 7131592 w 7467600"/>
              <a:gd name="connsiteY550" fmla="*/ 2672096 h 6858000"/>
              <a:gd name="connsiteX551" fmla="*/ 6996344 w 7467600"/>
              <a:gd name="connsiteY551" fmla="*/ 2518310 h 6858000"/>
              <a:gd name="connsiteX552" fmla="*/ 6735495 w 7467600"/>
              <a:gd name="connsiteY552" fmla="*/ 2196890 h 6858000"/>
              <a:gd name="connsiteX553" fmla="*/ 6721901 w 7467600"/>
              <a:gd name="connsiteY553" fmla="*/ 2179274 h 6858000"/>
              <a:gd name="connsiteX554" fmla="*/ 6604735 w 7467600"/>
              <a:gd name="connsiteY554" fmla="*/ 2041381 h 6858000"/>
              <a:gd name="connsiteX555" fmla="*/ 6591670 w 7467600"/>
              <a:gd name="connsiteY555" fmla="*/ 1988277 h 6858000"/>
              <a:gd name="connsiteX556" fmla="*/ 6747349 w 7467600"/>
              <a:gd name="connsiteY556" fmla="*/ 2160069 h 6858000"/>
              <a:gd name="connsiteX557" fmla="*/ 6760943 w 7467600"/>
              <a:gd name="connsiteY557" fmla="*/ 2177686 h 6858000"/>
              <a:gd name="connsiteX558" fmla="*/ 7021065 w 7467600"/>
              <a:gd name="connsiteY558" fmla="*/ 2498102 h 6858000"/>
              <a:gd name="connsiteX559" fmla="*/ 7155223 w 7467600"/>
              <a:gd name="connsiteY559" fmla="*/ 2650386 h 6858000"/>
              <a:gd name="connsiteX560" fmla="*/ 7203167 w 7467600"/>
              <a:gd name="connsiteY560" fmla="*/ 2697288 h 6858000"/>
              <a:gd name="connsiteX561" fmla="*/ 6937703 w 7467600"/>
              <a:gd name="connsiteY561" fmla="*/ 2321981 h 6858000"/>
              <a:gd name="connsiteX562" fmla="*/ 6591670 w 7467600"/>
              <a:gd name="connsiteY562" fmla="*/ 1988277 h 6858000"/>
              <a:gd name="connsiteX563" fmla="*/ 5798671 w 7467600"/>
              <a:gd name="connsiteY563" fmla="*/ 1981601 h 6858000"/>
              <a:gd name="connsiteX564" fmla="*/ 5754709 w 7467600"/>
              <a:gd name="connsiteY564" fmla="*/ 2071454 h 6858000"/>
              <a:gd name="connsiteX565" fmla="*/ 5763044 w 7467600"/>
              <a:gd name="connsiteY565" fmla="*/ 2842206 h 6858000"/>
              <a:gd name="connsiteX566" fmla="*/ 5764974 w 7467600"/>
              <a:gd name="connsiteY566" fmla="*/ 2799609 h 6858000"/>
              <a:gd name="connsiteX567" fmla="*/ 5767665 w 7467600"/>
              <a:gd name="connsiteY567" fmla="*/ 2666409 h 6858000"/>
              <a:gd name="connsiteX568" fmla="*/ 5763055 w 7467600"/>
              <a:gd name="connsiteY568" fmla="*/ 2579705 h 6858000"/>
              <a:gd name="connsiteX569" fmla="*/ 5758079 w 7467600"/>
              <a:gd name="connsiteY569" fmla="*/ 2492508 h 6858000"/>
              <a:gd name="connsiteX570" fmla="*/ 5779325 w 7467600"/>
              <a:gd name="connsiteY570" fmla="*/ 2197069 h 6858000"/>
              <a:gd name="connsiteX571" fmla="*/ 5798671 w 7467600"/>
              <a:gd name="connsiteY571" fmla="*/ 1981601 h 6858000"/>
              <a:gd name="connsiteX572" fmla="*/ 5829202 w 7467600"/>
              <a:gd name="connsiteY572" fmla="*/ 1971679 h 6858000"/>
              <a:gd name="connsiteX573" fmla="*/ 5809558 w 7467600"/>
              <a:gd name="connsiteY573" fmla="*/ 2198043 h 6858000"/>
              <a:gd name="connsiteX574" fmla="*/ 5788653 w 7467600"/>
              <a:gd name="connsiteY574" fmla="*/ 2489430 h 6858000"/>
              <a:gd name="connsiteX575" fmla="*/ 5793439 w 7467600"/>
              <a:gd name="connsiteY575" fmla="*/ 2575235 h 6858000"/>
              <a:gd name="connsiteX576" fmla="*/ 5796837 w 7467600"/>
              <a:gd name="connsiteY576" fmla="*/ 2637633 h 6858000"/>
              <a:gd name="connsiteX577" fmla="*/ 5818614 w 7467600"/>
              <a:gd name="connsiteY577" fmla="*/ 2473055 h 6858000"/>
              <a:gd name="connsiteX578" fmla="*/ 5829202 w 7467600"/>
              <a:gd name="connsiteY578" fmla="*/ 1971679 h 6858000"/>
              <a:gd name="connsiteX579" fmla="*/ 5911389 w 7467600"/>
              <a:gd name="connsiteY579" fmla="*/ 1898371 h 6858000"/>
              <a:gd name="connsiteX580" fmla="*/ 6237627 w 7467600"/>
              <a:gd name="connsiteY580" fmla="*/ 2231921 h 6858000"/>
              <a:gd name="connsiteX581" fmla="*/ 5911389 w 7467600"/>
              <a:gd name="connsiteY581" fmla="*/ 1898371 h 6858000"/>
              <a:gd name="connsiteX582" fmla="*/ 6944437 w 7467600"/>
              <a:gd name="connsiteY582" fmla="*/ 1575402 h 6858000"/>
              <a:gd name="connsiteX583" fmla="*/ 6304730 w 7467600"/>
              <a:gd name="connsiteY583" fmla="*/ 1766654 h 6858000"/>
              <a:gd name="connsiteX584" fmla="*/ 6944437 w 7467600"/>
              <a:gd name="connsiteY584" fmla="*/ 1575402 h 6858000"/>
              <a:gd name="connsiteX585" fmla="*/ 7019523 w 7467600"/>
              <a:gd name="connsiteY585" fmla="*/ 1519450 h 6858000"/>
              <a:gd name="connsiteX586" fmla="*/ 6298091 w 7467600"/>
              <a:gd name="connsiteY586" fmla="*/ 1737122 h 6858000"/>
              <a:gd name="connsiteX587" fmla="*/ 7019523 w 7467600"/>
              <a:gd name="connsiteY587" fmla="*/ 1519450 h 6858000"/>
              <a:gd name="connsiteX588" fmla="*/ 2399523 w 7467600"/>
              <a:gd name="connsiteY588" fmla="*/ 1428234 h 6858000"/>
              <a:gd name="connsiteX589" fmla="*/ 2224982 w 7467600"/>
              <a:gd name="connsiteY589" fmla="*/ 1826201 h 6858000"/>
              <a:gd name="connsiteX590" fmla="*/ 2096099 w 7467600"/>
              <a:gd name="connsiteY590" fmla="*/ 2345900 h 6858000"/>
              <a:gd name="connsiteX591" fmla="*/ 2283317 w 7467600"/>
              <a:gd name="connsiteY591" fmla="*/ 1796925 h 6858000"/>
              <a:gd name="connsiteX592" fmla="*/ 2399523 w 7467600"/>
              <a:gd name="connsiteY592" fmla="*/ 1428234 h 6858000"/>
              <a:gd name="connsiteX593" fmla="*/ 2448558 w 7467600"/>
              <a:gd name="connsiteY593" fmla="*/ 1373435 h 6858000"/>
              <a:gd name="connsiteX594" fmla="*/ 2312521 w 7467600"/>
              <a:gd name="connsiteY594" fmla="*/ 1806140 h 6858000"/>
              <a:gd name="connsiteX595" fmla="*/ 2127533 w 7467600"/>
              <a:gd name="connsiteY595" fmla="*/ 2348380 h 6858000"/>
              <a:gd name="connsiteX596" fmla="*/ 2358080 w 7467600"/>
              <a:gd name="connsiteY596" fmla="*/ 1866134 h 6858000"/>
              <a:gd name="connsiteX597" fmla="*/ 2407436 w 7467600"/>
              <a:gd name="connsiteY597" fmla="*/ 1651070 h 6858000"/>
              <a:gd name="connsiteX598" fmla="*/ 2448558 w 7467600"/>
              <a:gd name="connsiteY598" fmla="*/ 1373435 h 6858000"/>
              <a:gd name="connsiteX599" fmla="*/ 278707 w 7467600"/>
              <a:gd name="connsiteY599" fmla="*/ 1352270 h 6858000"/>
              <a:gd name="connsiteX600" fmla="*/ 321570 w 7467600"/>
              <a:gd name="connsiteY600" fmla="*/ 1861610 h 6858000"/>
              <a:gd name="connsiteX601" fmla="*/ 294281 w 7467600"/>
              <a:gd name="connsiteY601" fmla="*/ 1440658 h 6858000"/>
              <a:gd name="connsiteX602" fmla="*/ 278707 w 7467600"/>
              <a:gd name="connsiteY602" fmla="*/ 1352270 h 6858000"/>
              <a:gd name="connsiteX603" fmla="*/ 1423821 w 7467600"/>
              <a:gd name="connsiteY603" fmla="*/ 1351958 h 6858000"/>
              <a:gd name="connsiteX604" fmla="*/ 1638521 w 7467600"/>
              <a:gd name="connsiteY604" fmla="*/ 1908470 h 6858000"/>
              <a:gd name="connsiteX605" fmla="*/ 1754199 w 7467600"/>
              <a:gd name="connsiteY605" fmla="*/ 2149284 h 6858000"/>
              <a:gd name="connsiteX606" fmla="*/ 1908359 w 7467600"/>
              <a:gd name="connsiteY606" fmla="*/ 2364988 h 6858000"/>
              <a:gd name="connsiteX607" fmla="*/ 1647661 w 7467600"/>
              <a:gd name="connsiteY607" fmla="*/ 1825945 h 6858000"/>
              <a:gd name="connsiteX608" fmla="*/ 1423821 w 7467600"/>
              <a:gd name="connsiteY608" fmla="*/ 1351958 h 6858000"/>
              <a:gd name="connsiteX609" fmla="*/ 1431890 w 7467600"/>
              <a:gd name="connsiteY609" fmla="*/ 1306475 h 6858000"/>
              <a:gd name="connsiteX610" fmla="*/ 1507597 w 7467600"/>
              <a:gd name="connsiteY610" fmla="*/ 1446132 h 6858000"/>
              <a:gd name="connsiteX611" fmla="*/ 1674586 w 7467600"/>
              <a:gd name="connsiteY611" fmla="*/ 1813832 h 6858000"/>
              <a:gd name="connsiteX612" fmla="*/ 1815950 w 7467600"/>
              <a:gd name="connsiteY612" fmla="*/ 2128564 h 6858000"/>
              <a:gd name="connsiteX613" fmla="*/ 1984242 w 7467600"/>
              <a:gd name="connsiteY613" fmla="*/ 2430829 h 6858000"/>
              <a:gd name="connsiteX614" fmla="*/ 2014023 w 7467600"/>
              <a:gd name="connsiteY614" fmla="*/ 2450995 h 6858000"/>
              <a:gd name="connsiteX615" fmla="*/ 1747337 w 7467600"/>
              <a:gd name="connsiteY615" fmla="*/ 1855264 h 6858000"/>
              <a:gd name="connsiteX616" fmla="*/ 1533749 w 7467600"/>
              <a:gd name="connsiteY616" fmla="*/ 1478656 h 6858000"/>
              <a:gd name="connsiteX617" fmla="*/ 1431890 w 7467600"/>
              <a:gd name="connsiteY617" fmla="*/ 1306475 h 6858000"/>
              <a:gd name="connsiteX618" fmla="*/ 5052692 w 7467600"/>
              <a:gd name="connsiteY618" fmla="*/ 1292994 h 6858000"/>
              <a:gd name="connsiteX619" fmla="*/ 5200661 w 7467600"/>
              <a:gd name="connsiteY619" fmla="*/ 1635186 h 6858000"/>
              <a:gd name="connsiteX620" fmla="*/ 5297138 w 7467600"/>
              <a:gd name="connsiteY620" fmla="*/ 1906351 h 6858000"/>
              <a:gd name="connsiteX621" fmla="*/ 5052692 w 7467600"/>
              <a:gd name="connsiteY621" fmla="*/ 1292994 h 6858000"/>
              <a:gd name="connsiteX622" fmla="*/ 5009948 w 7467600"/>
              <a:gd name="connsiteY622" fmla="*/ 1273619 h 6858000"/>
              <a:gd name="connsiteX623" fmla="*/ 5121777 w 7467600"/>
              <a:gd name="connsiteY623" fmla="*/ 1654213 h 6858000"/>
              <a:gd name="connsiteX624" fmla="*/ 5293545 w 7467600"/>
              <a:gd name="connsiteY624" fmla="*/ 2072247 h 6858000"/>
              <a:gd name="connsiteX625" fmla="*/ 5294042 w 7467600"/>
              <a:gd name="connsiteY625" fmla="*/ 2065019 h 6858000"/>
              <a:gd name="connsiteX626" fmla="*/ 5171936 w 7467600"/>
              <a:gd name="connsiteY626" fmla="*/ 1647613 h 6858000"/>
              <a:gd name="connsiteX627" fmla="*/ 5009948 w 7467600"/>
              <a:gd name="connsiteY627" fmla="*/ 1273619 h 6858000"/>
              <a:gd name="connsiteX628" fmla="*/ 655236 w 7467600"/>
              <a:gd name="connsiteY628" fmla="*/ 1268632 h 6858000"/>
              <a:gd name="connsiteX629" fmla="*/ 839521 w 7467600"/>
              <a:gd name="connsiteY629" fmla="*/ 1685315 h 6858000"/>
              <a:gd name="connsiteX630" fmla="*/ 1109416 w 7467600"/>
              <a:gd name="connsiteY630" fmla="*/ 2061663 h 6858000"/>
              <a:gd name="connsiteX631" fmla="*/ 1298300 w 7467600"/>
              <a:gd name="connsiteY631" fmla="*/ 2247742 h 6858000"/>
              <a:gd name="connsiteX632" fmla="*/ 1125871 w 7467600"/>
              <a:gd name="connsiteY632" fmla="*/ 1989513 h 6858000"/>
              <a:gd name="connsiteX633" fmla="*/ 981574 w 7467600"/>
              <a:gd name="connsiteY633" fmla="*/ 1783157 h 6858000"/>
              <a:gd name="connsiteX634" fmla="*/ 922198 w 7467600"/>
              <a:gd name="connsiteY634" fmla="*/ 1677437 h 6858000"/>
              <a:gd name="connsiteX635" fmla="*/ 869293 w 7467600"/>
              <a:gd name="connsiteY635" fmla="*/ 1583214 h 6858000"/>
              <a:gd name="connsiteX636" fmla="*/ 751431 w 7467600"/>
              <a:gd name="connsiteY636" fmla="*/ 1405731 h 6858000"/>
              <a:gd name="connsiteX637" fmla="*/ 655236 w 7467600"/>
              <a:gd name="connsiteY637" fmla="*/ 1268632 h 6858000"/>
              <a:gd name="connsiteX638" fmla="*/ 6516292 w 7467600"/>
              <a:gd name="connsiteY638" fmla="*/ 1263064 h 6858000"/>
              <a:gd name="connsiteX639" fmla="*/ 5736320 w 7467600"/>
              <a:gd name="connsiteY639" fmla="*/ 1501803 h 6858000"/>
              <a:gd name="connsiteX640" fmla="*/ 6516292 w 7467600"/>
              <a:gd name="connsiteY640" fmla="*/ 1263064 h 6858000"/>
              <a:gd name="connsiteX641" fmla="*/ 291466 w 7467600"/>
              <a:gd name="connsiteY641" fmla="*/ 1250369 h 6858000"/>
              <a:gd name="connsiteX642" fmla="*/ 323180 w 7467600"/>
              <a:gd name="connsiteY642" fmla="*/ 1435283 h 6858000"/>
              <a:gd name="connsiteX643" fmla="*/ 349381 w 7467600"/>
              <a:gd name="connsiteY643" fmla="*/ 1875041 h 6858000"/>
              <a:gd name="connsiteX644" fmla="*/ 374363 w 7467600"/>
              <a:gd name="connsiteY644" fmla="*/ 1506494 h 6858000"/>
              <a:gd name="connsiteX645" fmla="*/ 302168 w 7467600"/>
              <a:gd name="connsiteY645" fmla="*/ 1274495 h 6858000"/>
              <a:gd name="connsiteX646" fmla="*/ 291466 w 7467600"/>
              <a:gd name="connsiteY646" fmla="*/ 1250369 h 6858000"/>
              <a:gd name="connsiteX647" fmla="*/ 678222 w 7467600"/>
              <a:gd name="connsiteY647" fmla="*/ 1248670 h 6858000"/>
              <a:gd name="connsiteX648" fmla="*/ 775536 w 7467600"/>
              <a:gd name="connsiteY648" fmla="*/ 1388015 h 6858000"/>
              <a:gd name="connsiteX649" fmla="*/ 894529 w 7467600"/>
              <a:gd name="connsiteY649" fmla="*/ 1567739 h 6858000"/>
              <a:gd name="connsiteX650" fmla="*/ 948000 w 7467600"/>
              <a:gd name="connsiteY650" fmla="*/ 1663088 h 6858000"/>
              <a:gd name="connsiteX651" fmla="*/ 1006812 w 7467600"/>
              <a:gd name="connsiteY651" fmla="*/ 1767683 h 6858000"/>
              <a:gd name="connsiteX652" fmla="*/ 1149133 w 7467600"/>
              <a:gd name="connsiteY652" fmla="*/ 1971513 h 6858000"/>
              <a:gd name="connsiteX653" fmla="*/ 1333952 w 7467600"/>
              <a:gd name="connsiteY653" fmla="*/ 2251620 h 6858000"/>
              <a:gd name="connsiteX654" fmla="*/ 1337329 w 7467600"/>
              <a:gd name="connsiteY654" fmla="*/ 2258350 h 6858000"/>
              <a:gd name="connsiteX655" fmla="*/ 1014726 w 7467600"/>
              <a:gd name="connsiteY655" fmla="*/ 1615556 h 6858000"/>
              <a:gd name="connsiteX656" fmla="*/ 678222 w 7467600"/>
              <a:gd name="connsiteY656" fmla="*/ 1248670 h 6858000"/>
              <a:gd name="connsiteX657" fmla="*/ 6691602 w 7467600"/>
              <a:gd name="connsiteY657" fmla="*/ 1140573 h 6858000"/>
              <a:gd name="connsiteX658" fmla="*/ 6571100 w 7467600"/>
              <a:gd name="connsiteY658" fmla="*/ 1183662 h 6858000"/>
              <a:gd name="connsiteX659" fmla="*/ 6241687 w 7467600"/>
              <a:gd name="connsiteY659" fmla="*/ 1257600 h 6858000"/>
              <a:gd name="connsiteX660" fmla="*/ 5693009 w 7467600"/>
              <a:gd name="connsiteY660" fmla="*/ 1478256 h 6858000"/>
              <a:gd name="connsiteX661" fmla="*/ 6548420 w 7467600"/>
              <a:gd name="connsiteY661" fmla="*/ 1214599 h 6858000"/>
              <a:gd name="connsiteX662" fmla="*/ 6605473 w 7467600"/>
              <a:gd name="connsiteY662" fmla="*/ 1184686 h 6858000"/>
              <a:gd name="connsiteX663" fmla="*/ 6691602 w 7467600"/>
              <a:gd name="connsiteY663" fmla="*/ 1140573 h 6858000"/>
              <a:gd name="connsiteX664" fmla="*/ 4002475 w 7467600"/>
              <a:gd name="connsiteY664" fmla="*/ 1037802 h 6858000"/>
              <a:gd name="connsiteX665" fmla="*/ 4000324 w 7467600"/>
              <a:gd name="connsiteY665" fmla="*/ 1039362 h 6858000"/>
              <a:gd name="connsiteX666" fmla="*/ 4002862 w 7467600"/>
              <a:gd name="connsiteY666" fmla="*/ 1042866 h 6858000"/>
              <a:gd name="connsiteX667" fmla="*/ 4002475 w 7467600"/>
              <a:gd name="connsiteY667" fmla="*/ 1037802 h 6858000"/>
              <a:gd name="connsiteX668" fmla="*/ 506322 w 7467600"/>
              <a:gd name="connsiteY668" fmla="*/ 1020997 h 6858000"/>
              <a:gd name="connsiteX669" fmla="*/ 533068 w 7467600"/>
              <a:gd name="connsiteY669" fmla="*/ 1029409 h 6858000"/>
              <a:gd name="connsiteX670" fmla="*/ 1232525 w 7467600"/>
              <a:gd name="connsiteY670" fmla="*/ 1804675 h 6858000"/>
              <a:gd name="connsiteX671" fmla="*/ 1388858 w 7467600"/>
              <a:gd name="connsiteY671" fmla="*/ 2368011 h 6858000"/>
              <a:gd name="connsiteX672" fmla="*/ 1384098 w 7467600"/>
              <a:gd name="connsiteY672" fmla="*/ 2378125 h 6858000"/>
              <a:gd name="connsiteX673" fmla="*/ 1425393 w 7467600"/>
              <a:gd name="connsiteY673" fmla="*/ 2589124 h 6858000"/>
              <a:gd name="connsiteX674" fmla="*/ 1424001 w 7467600"/>
              <a:gd name="connsiteY674" fmla="*/ 2597541 h 6858000"/>
              <a:gd name="connsiteX675" fmla="*/ 2152729 w 7467600"/>
              <a:gd name="connsiteY675" fmla="*/ 2864487 h 6858000"/>
              <a:gd name="connsiteX676" fmla="*/ 2020609 w 7467600"/>
              <a:gd name="connsiteY676" fmla="*/ 2539671 h 6858000"/>
              <a:gd name="connsiteX677" fmla="*/ 2018920 w 7467600"/>
              <a:gd name="connsiteY677" fmla="*/ 2536309 h 6858000"/>
              <a:gd name="connsiteX678" fmla="*/ 1342441 w 7467600"/>
              <a:gd name="connsiteY678" fmla="*/ 1173017 h 6858000"/>
              <a:gd name="connsiteX679" fmla="*/ 1367925 w 7467600"/>
              <a:gd name="connsiteY679" fmla="*/ 1135648 h 6858000"/>
              <a:gd name="connsiteX680" fmla="*/ 1771401 w 7467600"/>
              <a:gd name="connsiteY680" fmla="*/ 1806673 h 6858000"/>
              <a:gd name="connsiteX681" fmla="*/ 1972385 w 7467600"/>
              <a:gd name="connsiteY681" fmla="*/ 2198735 h 6858000"/>
              <a:gd name="connsiteX682" fmla="*/ 2040892 w 7467600"/>
              <a:gd name="connsiteY682" fmla="*/ 2405205 h 6858000"/>
              <a:gd name="connsiteX683" fmla="*/ 2131689 w 7467600"/>
              <a:gd name="connsiteY683" fmla="*/ 1936926 h 6858000"/>
              <a:gd name="connsiteX684" fmla="*/ 2454820 w 7467600"/>
              <a:gd name="connsiteY684" fmla="*/ 1248808 h 6858000"/>
              <a:gd name="connsiteX685" fmla="*/ 2492512 w 7467600"/>
              <a:gd name="connsiteY685" fmla="*/ 1302920 h 6858000"/>
              <a:gd name="connsiteX686" fmla="*/ 2081216 w 7467600"/>
              <a:gd name="connsiteY686" fmla="*/ 2527513 h 6858000"/>
              <a:gd name="connsiteX687" fmla="*/ 2081211 w 7467600"/>
              <a:gd name="connsiteY687" fmla="*/ 2528916 h 6858000"/>
              <a:gd name="connsiteX688" fmla="*/ 2199067 w 7467600"/>
              <a:gd name="connsiteY688" fmla="*/ 2884061 h 6858000"/>
              <a:gd name="connsiteX689" fmla="*/ 3192586 w 7467600"/>
              <a:gd name="connsiteY689" fmla="*/ 3411496 h 6858000"/>
              <a:gd name="connsiteX690" fmla="*/ 3182620 w 7467600"/>
              <a:gd name="connsiteY690" fmla="*/ 3483279 h 6858000"/>
              <a:gd name="connsiteX691" fmla="*/ 2435119 w 7467600"/>
              <a:gd name="connsiteY691" fmla="*/ 3080173 h 6858000"/>
              <a:gd name="connsiteX692" fmla="*/ 2410152 w 7467600"/>
              <a:gd name="connsiteY692" fmla="*/ 3063751 h 6858000"/>
              <a:gd name="connsiteX693" fmla="*/ 2408099 w 7467600"/>
              <a:gd name="connsiteY693" fmla="*/ 3064403 h 6858000"/>
              <a:gd name="connsiteX694" fmla="*/ 2407218 w 7467600"/>
              <a:gd name="connsiteY694" fmla="*/ 3070324 h 6858000"/>
              <a:gd name="connsiteX695" fmla="*/ 2380138 w 7467600"/>
              <a:gd name="connsiteY695" fmla="*/ 3099341 h 6858000"/>
              <a:gd name="connsiteX696" fmla="*/ 1765923 w 7467600"/>
              <a:gd name="connsiteY696" fmla="*/ 3581043 h 6858000"/>
              <a:gd name="connsiteX697" fmla="*/ 1702258 w 7467600"/>
              <a:gd name="connsiteY697" fmla="*/ 3612286 h 6858000"/>
              <a:gd name="connsiteX698" fmla="*/ 1538370 w 7467600"/>
              <a:gd name="connsiteY698" fmla="*/ 3811804 h 6858000"/>
              <a:gd name="connsiteX699" fmla="*/ 542867 w 7467600"/>
              <a:gd name="connsiteY699" fmla="*/ 4944092 h 6858000"/>
              <a:gd name="connsiteX700" fmla="*/ 515800 w 7467600"/>
              <a:gd name="connsiteY700" fmla="*/ 4862180 h 6858000"/>
              <a:gd name="connsiteX701" fmla="*/ 909145 w 7467600"/>
              <a:gd name="connsiteY701" fmla="*/ 4199225 h 6858000"/>
              <a:gd name="connsiteX702" fmla="*/ 1214067 w 7467600"/>
              <a:gd name="connsiteY702" fmla="*/ 3908561 h 6858000"/>
              <a:gd name="connsiteX703" fmla="*/ 640967 w 7467600"/>
              <a:gd name="connsiteY703" fmla="*/ 4105601 h 6858000"/>
              <a:gd name="connsiteX704" fmla="*/ 112563 w 7467600"/>
              <a:gd name="connsiteY704" fmla="*/ 4396952 h 6858000"/>
              <a:gd name="connsiteX705" fmla="*/ 0 w 7467600"/>
              <a:gd name="connsiteY705" fmla="*/ 4466006 h 6858000"/>
              <a:gd name="connsiteX706" fmla="*/ 0 w 7467600"/>
              <a:gd name="connsiteY706" fmla="*/ 4233763 h 6858000"/>
              <a:gd name="connsiteX707" fmla="*/ 36881 w 7467600"/>
              <a:gd name="connsiteY707" fmla="*/ 4200118 h 6858000"/>
              <a:gd name="connsiteX708" fmla="*/ 910534 w 7467600"/>
              <a:gd name="connsiteY708" fmla="*/ 3629753 h 6858000"/>
              <a:gd name="connsiteX709" fmla="*/ 1578717 w 7467600"/>
              <a:gd name="connsiteY709" fmla="*/ 3575982 h 6858000"/>
              <a:gd name="connsiteX710" fmla="*/ 2338780 w 7467600"/>
              <a:gd name="connsiteY710" fmla="*/ 3033725 h 6858000"/>
              <a:gd name="connsiteX711" fmla="*/ 1807991 w 7467600"/>
              <a:gd name="connsiteY711" fmla="*/ 2807184 h 6858000"/>
              <a:gd name="connsiteX712" fmla="*/ 1416358 w 7467600"/>
              <a:gd name="connsiteY712" fmla="*/ 3112571 h 6858000"/>
              <a:gd name="connsiteX713" fmla="*/ 939066 w 7467600"/>
              <a:gd name="connsiteY713" fmla="*/ 3378798 h 6858000"/>
              <a:gd name="connsiteX714" fmla="*/ 115099 w 7467600"/>
              <a:gd name="connsiteY714" fmla="*/ 3607650 h 6858000"/>
              <a:gd name="connsiteX715" fmla="*/ 97284 w 7467600"/>
              <a:gd name="connsiteY715" fmla="*/ 3520393 h 6858000"/>
              <a:gd name="connsiteX716" fmla="*/ 922050 w 7467600"/>
              <a:gd name="connsiteY716" fmla="*/ 3074867 h 6858000"/>
              <a:gd name="connsiteX717" fmla="*/ 1405265 w 7467600"/>
              <a:gd name="connsiteY717" fmla="*/ 3016319 h 6858000"/>
              <a:gd name="connsiteX718" fmla="*/ 1407512 w 7467600"/>
              <a:gd name="connsiteY718" fmla="*/ 3018001 h 6858000"/>
              <a:gd name="connsiteX719" fmla="*/ 1726266 w 7467600"/>
              <a:gd name="connsiteY719" fmla="*/ 2777274 h 6858000"/>
              <a:gd name="connsiteX720" fmla="*/ 625390 w 7467600"/>
              <a:gd name="connsiteY720" fmla="*/ 2514541 h 6858000"/>
              <a:gd name="connsiteX721" fmla="*/ 619799 w 7467600"/>
              <a:gd name="connsiteY721" fmla="*/ 2527180 h 6858000"/>
              <a:gd name="connsiteX722" fmla="*/ 310030 w 7467600"/>
              <a:gd name="connsiteY722" fmla="*/ 2771818 h 6858000"/>
              <a:gd name="connsiteX723" fmla="*/ 173877 w 7467600"/>
              <a:gd name="connsiteY723" fmla="*/ 2937056 h 6858000"/>
              <a:gd name="connsiteX724" fmla="*/ 77889 w 7467600"/>
              <a:gd name="connsiteY724" fmla="*/ 3138440 h 6858000"/>
              <a:gd name="connsiteX725" fmla="*/ 0 w 7467600"/>
              <a:gd name="connsiteY725" fmla="*/ 3271395 h 6858000"/>
              <a:gd name="connsiteX726" fmla="*/ 0 w 7467600"/>
              <a:gd name="connsiteY726" fmla="*/ 3153002 h 6858000"/>
              <a:gd name="connsiteX727" fmla="*/ 2386 w 7467600"/>
              <a:gd name="connsiteY727" fmla="*/ 3149203 h 6858000"/>
              <a:gd name="connsiteX728" fmla="*/ 89753 w 7467600"/>
              <a:gd name="connsiteY728" fmla="*/ 2987702 h 6858000"/>
              <a:gd name="connsiteX729" fmla="*/ 76869 w 7467600"/>
              <a:gd name="connsiteY729" fmla="*/ 3005404 h 6858000"/>
              <a:gd name="connsiteX730" fmla="*/ 32049 w 7467600"/>
              <a:gd name="connsiteY730" fmla="*/ 3065814 h 6858000"/>
              <a:gd name="connsiteX731" fmla="*/ 0 w 7467600"/>
              <a:gd name="connsiteY731" fmla="*/ 3108744 h 6858000"/>
              <a:gd name="connsiteX732" fmla="*/ 0 w 7467600"/>
              <a:gd name="connsiteY732" fmla="*/ 3058059 h 6858000"/>
              <a:gd name="connsiteX733" fmla="*/ 7610 w 7467600"/>
              <a:gd name="connsiteY733" fmla="*/ 3047889 h 6858000"/>
              <a:gd name="connsiteX734" fmla="*/ 52419 w 7467600"/>
              <a:gd name="connsiteY734" fmla="*/ 2987479 h 6858000"/>
              <a:gd name="connsiteX735" fmla="*/ 59142 w 7467600"/>
              <a:gd name="connsiteY735" fmla="*/ 2978488 h 6858000"/>
              <a:gd name="connsiteX736" fmla="*/ 0 w 7467600"/>
              <a:gd name="connsiteY736" fmla="*/ 3015334 h 6858000"/>
              <a:gd name="connsiteX737" fmla="*/ 0 w 7467600"/>
              <a:gd name="connsiteY737" fmla="*/ 2914286 h 6858000"/>
              <a:gd name="connsiteX738" fmla="*/ 36383 w 7467600"/>
              <a:gd name="connsiteY738" fmla="*/ 2901128 h 6858000"/>
              <a:gd name="connsiteX739" fmla="*/ 156329 w 7467600"/>
              <a:gd name="connsiteY739" fmla="*/ 2840533 h 6858000"/>
              <a:gd name="connsiteX740" fmla="*/ 358355 w 7467600"/>
              <a:gd name="connsiteY740" fmla="*/ 2620471 h 6858000"/>
              <a:gd name="connsiteX741" fmla="*/ 510577 w 7467600"/>
              <a:gd name="connsiteY741" fmla="*/ 2501244 h 6858000"/>
              <a:gd name="connsiteX742" fmla="*/ 211967 w 7467600"/>
              <a:gd name="connsiteY742" fmla="*/ 2479171 h 6858000"/>
              <a:gd name="connsiteX743" fmla="*/ 0 w 7467600"/>
              <a:gd name="connsiteY743" fmla="*/ 2476398 h 6858000"/>
              <a:gd name="connsiteX744" fmla="*/ 0 w 7467600"/>
              <a:gd name="connsiteY744" fmla="*/ 2389189 h 6858000"/>
              <a:gd name="connsiteX745" fmla="*/ 103062 w 7467600"/>
              <a:gd name="connsiteY745" fmla="*/ 2389518 h 6858000"/>
              <a:gd name="connsiteX746" fmla="*/ 510734 w 7467600"/>
              <a:gd name="connsiteY746" fmla="*/ 2416201 h 6858000"/>
              <a:gd name="connsiteX747" fmla="*/ 279257 w 7467600"/>
              <a:gd name="connsiteY747" fmla="*/ 2092102 h 6858000"/>
              <a:gd name="connsiteX748" fmla="*/ 65265 w 7467600"/>
              <a:gd name="connsiteY748" fmla="*/ 2006049 h 6858000"/>
              <a:gd name="connsiteX749" fmla="*/ 0 w 7467600"/>
              <a:gd name="connsiteY749" fmla="*/ 1982532 h 6858000"/>
              <a:gd name="connsiteX750" fmla="*/ 0 w 7467600"/>
              <a:gd name="connsiteY750" fmla="*/ 1912789 h 6858000"/>
              <a:gd name="connsiteX751" fmla="*/ 97460 w 7467600"/>
              <a:gd name="connsiteY751" fmla="*/ 1953725 h 6858000"/>
              <a:gd name="connsiteX752" fmla="*/ 221272 w 7467600"/>
              <a:gd name="connsiteY752" fmla="*/ 1980766 h 6858000"/>
              <a:gd name="connsiteX753" fmla="*/ 116765 w 7467600"/>
              <a:gd name="connsiteY753" fmla="*/ 1911033 h 6858000"/>
              <a:gd name="connsiteX754" fmla="*/ 16405 w 7467600"/>
              <a:gd name="connsiteY754" fmla="*/ 1803412 h 6858000"/>
              <a:gd name="connsiteX755" fmla="*/ 0 w 7467600"/>
              <a:gd name="connsiteY755" fmla="*/ 1784777 h 6858000"/>
              <a:gd name="connsiteX756" fmla="*/ 0 w 7467600"/>
              <a:gd name="connsiteY756" fmla="*/ 1740082 h 6858000"/>
              <a:gd name="connsiteX757" fmla="*/ 39394 w 7467600"/>
              <a:gd name="connsiteY757" fmla="*/ 1784856 h 6858000"/>
              <a:gd name="connsiteX758" fmla="*/ 135813 w 7467600"/>
              <a:gd name="connsiteY758" fmla="*/ 1888838 h 6858000"/>
              <a:gd name="connsiteX759" fmla="*/ 242575 w 7467600"/>
              <a:gd name="connsiteY759" fmla="*/ 1958841 h 6858000"/>
              <a:gd name="connsiteX760" fmla="*/ 82197 w 7467600"/>
              <a:gd name="connsiteY760" fmla="*/ 1754826 h 6858000"/>
              <a:gd name="connsiteX761" fmla="*/ 0 w 7467600"/>
              <a:gd name="connsiteY761" fmla="*/ 1679650 h 6858000"/>
              <a:gd name="connsiteX762" fmla="*/ 0 w 7467600"/>
              <a:gd name="connsiteY762" fmla="*/ 1602463 h 6858000"/>
              <a:gd name="connsiteX763" fmla="*/ 84689 w 7467600"/>
              <a:gd name="connsiteY763" fmla="*/ 1677442 h 6858000"/>
              <a:gd name="connsiteX764" fmla="*/ 298437 w 7467600"/>
              <a:gd name="connsiteY764" fmla="*/ 1968019 h 6858000"/>
              <a:gd name="connsiteX765" fmla="*/ 227269 w 7467600"/>
              <a:gd name="connsiteY765" fmla="*/ 1114064 h 6858000"/>
              <a:gd name="connsiteX766" fmla="*/ 248003 w 7467600"/>
              <a:gd name="connsiteY766" fmla="*/ 1089613 h 6858000"/>
              <a:gd name="connsiteX767" fmla="*/ 427020 w 7467600"/>
              <a:gd name="connsiteY767" fmla="*/ 1619803 h 6858000"/>
              <a:gd name="connsiteX768" fmla="*/ 340345 w 7467600"/>
              <a:gd name="connsiteY768" fmla="*/ 2027739 h 6858000"/>
              <a:gd name="connsiteX769" fmla="*/ 360865 w 7467600"/>
              <a:gd name="connsiteY769" fmla="*/ 2044827 h 6858000"/>
              <a:gd name="connsiteX770" fmla="*/ 560414 w 7467600"/>
              <a:gd name="connsiteY770" fmla="*/ 2421457 h 6858000"/>
              <a:gd name="connsiteX771" fmla="*/ 1359703 w 7467600"/>
              <a:gd name="connsiteY771" fmla="*/ 2578554 h 6858000"/>
              <a:gd name="connsiteX772" fmla="*/ 1359422 w 7467600"/>
              <a:gd name="connsiteY772" fmla="*/ 2577994 h 6858000"/>
              <a:gd name="connsiteX773" fmla="*/ 828701 w 7467600"/>
              <a:gd name="connsiteY773" fmla="*/ 1839520 h 6858000"/>
              <a:gd name="connsiteX774" fmla="*/ 494427 w 7467600"/>
              <a:gd name="connsiteY774" fmla="*/ 1092333 h 6858000"/>
              <a:gd name="connsiteX775" fmla="*/ 506322 w 7467600"/>
              <a:gd name="connsiteY775" fmla="*/ 1020997 h 6858000"/>
              <a:gd name="connsiteX776" fmla="*/ 4570198 w 7467600"/>
              <a:gd name="connsiteY776" fmla="*/ 978081 h 6858000"/>
              <a:gd name="connsiteX777" fmla="*/ 4523691 w 7467600"/>
              <a:gd name="connsiteY777" fmla="*/ 1127776 h 6858000"/>
              <a:gd name="connsiteX778" fmla="*/ 4509875 w 7467600"/>
              <a:gd name="connsiteY778" fmla="*/ 1167552 h 6858000"/>
              <a:gd name="connsiteX779" fmla="*/ 4478168 w 7467600"/>
              <a:gd name="connsiteY779" fmla="*/ 1260735 h 6858000"/>
              <a:gd name="connsiteX780" fmla="*/ 4409309 w 7467600"/>
              <a:gd name="connsiteY780" fmla="*/ 1666996 h 6858000"/>
              <a:gd name="connsiteX781" fmla="*/ 4370031 w 7467600"/>
              <a:gd name="connsiteY781" fmla="*/ 1955666 h 6858000"/>
              <a:gd name="connsiteX782" fmla="*/ 4570198 w 7467600"/>
              <a:gd name="connsiteY782" fmla="*/ 978081 h 6858000"/>
              <a:gd name="connsiteX783" fmla="*/ 4557898 w 7467600"/>
              <a:gd name="connsiteY783" fmla="*/ 900011 h 6858000"/>
              <a:gd name="connsiteX784" fmla="*/ 4344840 w 7467600"/>
              <a:gd name="connsiteY784" fmla="*/ 1922038 h 6858000"/>
              <a:gd name="connsiteX785" fmla="*/ 4378710 w 7467600"/>
              <a:gd name="connsiteY785" fmla="*/ 1665516 h 6858000"/>
              <a:gd name="connsiteX786" fmla="*/ 4448798 w 7467600"/>
              <a:gd name="connsiteY786" fmla="*/ 1253024 h 6858000"/>
              <a:gd name="connsiteX787" fmla="*/ 4480315 w 7467600"/>
              <a:gd name="connsiteY787" fmla="*/ 1158454 h 6858000"/>
              <a:gd name="connsiteX788" fmla="*/ 4494133 w 7467600"/>
              <a:gd name="connsiteY788" fmla="*/ 1118676 h 6858000"/>
              <a:gd name="connsiteX789" fmla="*/ 4557898 w 7467600"/>
              <a:gd name="connsiteY789" fmla="*/ 900011 h 6858000"/>
              <a:gd name="connsiteX790" fmla="*/ 5870151 w 7467600"/>
              <a:gd name="connsiteY790" fmla="*/ 898890 h 6858000"/>
              <a:gd name="connsiteX791" fmla="*/ 5861335 w 7467600"/>
              <a:gd name="connsiteY791" fmla="*/ 899177 h 6858000"/>
              <a:gd name="connsiteX792" fmla="*/ 5843702 w 7467600"/>
              <a:gd name="connsiteY792" fmla="*/ 899748 h 6858000"/>
              <a:gd name="connsiteX793" fmla="*/ 5651107 w 7467600"/>
              <a:gd name="connsiteY793" fmla="*/ 920306 h 6858000"/>
              <a:gd name="connsiteX794" fmla="*/ 5459407 w 7467600"/>
              <a:gd name="connsiteY794" fmla="*/ 940975 h 6858000"/>
              <a:gd name="connsiteX795" fmla="*/ 5374846 w 7467600"/>
              <a:gd name="connsiteY795" fmla="*/ 941988 h 6858000"/>
              <a:gd name="connsiteX796" fmla="*/ 5256105 w 7467600"/>
              <a:gd name="connsiteY796" fmla="*/ 945632 h 6858000"/>
              <a:gd name="connsiteX797" fmla="*/ 5107071 w 7467600"/>
              <a:gd name="connsiteY797" fmla="*/ 969720 h 6858000"/>
              <a:gd name="connsiteX798" fmla="*/ 4998681 w 7467600"/>
              <a:gd name="connsiteY798" fmla="*/ 988771 h 6858000"/>
              <a:gd name="connsiteX799" fmla="*/ 5870151 w 7467600"/>
              <a:gd name="connsiteY799" fmla="*/ 898890 h 6858000"/>
              <a:gd name="connsiteX800" fmla="*/ 5504425 w 7467600"/>
              <a:gd name="connsiteY800" fmla="*/ 848067 h 6858000"/>
              <a:gd name="connsiteX801" fmla="*/ 4968849 w 7467600"/>
              <a:gd name="connsiteY801" fmla="*/ 962318 h 6858000"/>
              <a:gd name="connsiteX802" fmla="*/ 5104039 w 7467600"/>
              <a:gd name="connsiteY802" fmla="*/ 940634 h 6858000"/>
              <a:gd name="connsiteX803" fmla="*/ 5256311 w 7467600"/>
              <a:gd name="connsiteY803" fmla="*/ 916490 h 6858000"/>
              <a:gd name="connsiteX804" fmla="*/ 5377381 w 7467600"/>
              <a:gd name="connsiteY804" fmla="*/ 912671 h 6858000"/>
              <a:gd name="connsiteX805" fmla="*/ 5460148 w 7467600"/>
              <a:gd name="connsiteY805" fmla="*/ 911442 h 6858000"/>
              <a:gd name="connsiteX806" fmla="*/ 5648971 w 7467600"/>
              <a:gd name="connsiteY806" fmla="*/ 891331 h 6858000"/>
              <a:gd name="connsiteX807" fmla="*/ 5844807 w 7467600"/>
              <a:gd name="connsiteY807" fmla="*/ 870718 h 6858000"/>
              <a:gd name="connsiteX808" fmla="*/ 5862975 w 7467600"/>
              <a:gd name="connsiteY808" fmla="*/ 869756 h 6858000"/>
              <a:gd name="connsiteX809" fmla="*/ 5920887 w 7467600"/>
              <a:gd name="connsiteY809" fmla="*/ 865929 h 6858000"/>
              <a:gd name="connsiteX810" fmla="*/ 5504425 w 7467600"/>
              <a:gd name="connsiteY810" fmla="*/ 848067 h 6858000"/>
              <a:gd name="connsiteX811" fmla="*/ 3607114 w 7467600"/>
              <a:gd name="connsiteY811" fmla="*/ 467441 h 6858000"/>
              <a:gd name="connsiteX812" fmla="*/ 3296242 w 7467600"/>
              <a:gd name="connsiteY812" fmla="*/ 807991 h 6858000"/>
              <a:gd name="connsiteX813" fmla="*/ 3174674 w 7467600"/>
              <a:gd name="connsiteY813" fmla="*/ 919759 h 6858000"/>
              <a:gd name="connsiteX814" fmla="*/ 3042978 w 7467600"/>
              <a:gd name="connsiteY814" fmla="*/ 1054894 h 6858000"/>
              <a:gd name="connsiteX815" fmla="*/ 2968914 w 7467600"/>
              <a:gd name="connsiteY815" fmla="*/ 1133756 h 6858000"/>
              <a:gd name="connsiteX816" fmla="*/ 3103823 w 7467600"/>
              <a:gd name="connsiteY816" fmla="*/ 1026814 h 6858000"/>
              <a:gd name="connsiteX817" fmla="*/ 3607114 w 7467600"/>
              <a:gd name="connsiteY817" fmla="*/ 467441 h 6858000"/>
              <a:gd name="connsiteX818" fmla="*/ 3744487 w 7467600"/>
              <a:gd name="connsiteY818" fmla="*/ 383136 h 6858000"/>
              <a:gd name="connsiteX819" fmla="*/ 3970213 w 7467600"/>
              <a:gd name="connsiteY819" fmla="*/ 995559 h 6858000"/>
              <a:gd name="connsiteX820" fmla="*/ 3744487 w 7467600"/>
              <a:gd name="connsiteY820" fmla="*/ 383136 h 6858000"/>
              <a:gd name="connsiteX821" fmla="*/ 3624562 w 7467600"/>
              <a:gd name="connsiteY821" fmla="*/ 367041 h 6858000"/>
              <a:gd name="connsiteX822" fmla="*/ 3489712 w 7467600"/>
              <a:gd name="connsiteY822" fmla="*/ 485386 h 6858000"/>
              <a:gd name="connsiteX823" fmla="*/ 3182994 w 7467600"/>
              <a:gd name="connsiteY823" fmla="*/ 828265 h 6858000"/>
              <a:gd name="connsiteX824" fmla="*/ 2892114 w 7467600"/>
              <a:gd name="connsiteY824" fmla="*/ 1172635 h 6858000"/>
              <a:gd name="connsiteX825" fmla="*/ 3021459 w 7467600"/>
              <a:gd name="connsiteY825" fmla="*/ 1035385 h 6858000"/>
              <a:gd name="connsiteX826" fmla="*/ 3153873 w 7467600"/>
              <a:gd name="connsiteY826" fmla="*/ 898971 h 6858000"/>
              <a:gd name="connsiteX827" fmla="*/ 3276511 w 7467600"/>
              <a:gd name="connsiteY827" fmla="*/ 786423 h 6858000"/>
              <a:gd name="connsiteX828" fmla="*/ 3584154 w 7467600"/>
              <a:gd name="connsiteY828" fmla="*/ 448218 h 6858000"/>
              <a:gd name="connsiteX829" fmla="*/ 3624562 w 7467600"/>
              <a:gd name="connsiteY829" fmla="*/ 367041 h 6858000"/>
              <a:gd name="connsiteX830" fmla="*/ 3766672 w 7467600"/>
              <a:gd name="connsiteY830" fmla="*/ 359429 h 6858000"/>
              <a:gd name="connsiteX831" fmla="*/ 3996338 w 7467600"/>
              <a:gd name="connsiteY831" fmla="*/ 968237 h 6858000"/>
              <a:gd name="connsiteX832" fmla="*/ 3766672 w 7467600"/>
              <a:gd name="connsiteY832" fmla="*/ 359429 h 6858000"/>
              <a:gd name="connsiteX833" fmla="*/ 5805386 w 7467600"/>
              <a:gd name="connsiteY833" fmla="*/ 239240 h 6858000"/>
              <a:gd name="connsiteX834" fmla="*/ 5736947 w 7467600"/>
              <a:gd name="connsiteY834" fmla="*/ 261367 h 6858000"/>
              <a:gd name="connsiteX835" fmla="*/ 5427012 w 7467600"/>
              <a:gd name="connsiteY835" fmla="*/ 311272 h 6858000"/>
              <a:gd name="connsiteX836" fmla="*/ 5147818 w 7467600"/>
              <a:gd name="connsiteY836" fmla="*/ 322112 h 6858000"/>
              <a:gd name="connsiteX837" fmla="*/ 5060854 w 7467600"/>
              <a:gd name="connsiteY837" fmla="*/ 311882 h 6858000"/>
              <a:gd name="connsiteX838" fmla="*/ 4945989 w 7467600"/>
              <a:gd name="connsiteY838" fmla="*/ 300516 h 6858000"/>
              <a:gd name="connsiteX839" fmla="*/ 5410479 w 7467600"/>
              <a:gd name="connsiteY839" fmla="*/ 348434 h 6858000"/>
              <a:gd name="connsiteX840" fmla="*/ 5805386 w 7467600"/>
              <a:gd name="connsiteY840" fmla="*/ 239240 h 6858000"/>
              <a:gd name="connsiteX841" fmla="*/ 5905192 w 7467600"/>
              <a:gd name="connsiteY841" fmla="*/ 163079 h 6858000"/>
              <a:gd name="connsiteX842" fmla="*/ 5865655 w 7467600"/>
              <a:gd name="connsiteY842" fmla="*/ 171901 h 6858000"/>
              <a:gd name="connsiteX843" fmla="*/ 5259740 w 7467600"/>
              <a:gd name="connsiteY843" fmla="*/ 257013 h 6858000"/>
              <a:gd name="connsiteX844" fmla="*/ 5208466 w 7467600"/>
              <a:gd name="connsiteY844" fmla="*/ 257550 h 6858000"/>
              <a:gd name="connsiteX845" fmla="*/ 4980204 w 7467600"/>
              <a:gd name="connsiteY845" fmla="*/ 271903 h 6858000"/>
              <a:gd name="connsiteX846" fmla="*/ 5068068 w 7467600"/>
              <a:gd name="connsiteY846" fmla="*/ 282244 h 6858000"/>
              <a:gd name="connsiteX847" fmla="*/ 5153231 w 7467600"/>
              <a:gd name="connsiteY847" fmla="*/ 292240 h 6858000"/>
              <a:gd name="connsiteX848" fmla="*/ 5426491 w 7467600"/>
              <a:gd name="connsiteY848" fmla="*/ 281128 h 6858000"/>
              <a:gd name="connsiteX849" fmla="*/ 5731212 w 7467600"/>
              <a:gd name="connsiteY849" fmla="*/ 231951 h 6858000"/>
              <a:gd name="connsiteX850" fmla="*/ 5905192 w 7467600"/>
              <a:gd name="connsiteY850" fmla="*/ 163079 h 6858000"/>
              <a:gd name="connsiteX851" fmla="*/ 5944437 w 7467600"/>
              <a:gd name="connsiteY851" fmla="*/ 113829 h 6858000"/>
              <a:gd name="connsiteX852" fmla="*/ 5825032 w 7467600"/>
              <a:gd name="connsiteY852" fmla="*/ 146405 h 6858000"/>
              <a:gd name="connsiteX853" fmla="*/ 4955599 w 7467600"/>
              <a:gd name="connsiteY853" fmla="*/ 247008 h 6858000"/>
              <a:gd name="connsiteX854" fmla="*/ 5210104 w 7467600"/>
              <a:gd name="connsiteY854" fmla="*/ 228123 h 6858000"/>
              <a:gd name="connsiteX855" fmla="*/ 5261015 w 7467600"/>
              <a:gd name="connsiteY855" fmla="*/ 227087 h 6858000"/>
              <a:gd name="connsiteX856" fmla="*/ 5861181 w 7467600"/>
              <a:gd name="connsiteY856" fmla="*/ 143093 h 6858000"/>
              <a:gd name="connsiteX857" fmla="*/ 5961252 w 7467600"/>
              <a:gd name="connsiteY857" fmla="*/ 114820 h 6858000"/>
              <a:gd name="connsiteX858" fmla="*/ 5944437 w 7467600"/>
              <a:gd name="connsiteY858" fmla="*/ 113829 h 6858000"/>
              <a:gd name="connsiteX859" fmla="*/ 3882765 w 7467600"/>
              <a:gd name="connsiteY859" fmla="*/ 0 h 6858000"/>
              <a:gd name="connsiteX860" fmla="*/ 3995099 w 7467600"/>
              <a:gd name="connsiteY860" fmla="*/ 0 h 6858000"/>
              <a:gd name="connsiteX861" fmla="*/ 4163818 w 7467600"/>
              <a:gd name="connsiteY861" fmla="*/ 234104 h 6858000"/>
              <a:gd name="connsiteX862" fmla="*/ 4172099 w 7467600"/>
              <a:gd name="connsiteY862" fmla="*/ 234207 h 6858000"/>
              <a:gd name="connsiteX863" fmla="*/ 4784282 w 7467600"/>
              <a:gd name="connsiteY863" fmla="*/ 276561 h 6858000"/>
              <a:gd name="connsiteX864" fmla="*/ 4801687 w 7467600"/>
              <a:gd name="connsiteY864" fmla="*/ 267764 h 6858000"/>
              <a:gd name="connsiteX865" fmla="*/ 6082788 w 7467600"/>
              <a:gd name="connsiteY865" fmla="*/ 64119 h 6858000"/>
              <a:gd name="connsiteX866" fmla="*/ 6099442 w 7467600"/>
              <a:gd name="connsiteY866" fmla="*/ 82568 h 6858000"/>
              <a:gd name="connsiteX867" fmla="*/ 4804137 w 7467600"/>
              <a:gd name="connsiteY867" fmla="*/ 320931 h 6858000"/>
              <a:gd name="connsiteX868" fmla="*/ 4227047 w 7467600"/>
              <a:gd name="connsiteY868" fmla="*/ 313415 h 6858000"/>
              <a:gd name="connsiteX869" fmla="*/ 4346041 w 7467600"/>
              <a:gd name="connsiteY869" fmla="*/ 456086 h 6858000"/>
              <a:gd name="connsiteX870" fmla="*/ 4870967 w 7467600"/>
              <a:gd name="connsiteY870" fmla="*/ 963061 h 6858000"/>
              <a:gd name="connsiteX871" fmla="*/ 4889647 w 7467600"/>
              <a:gd name="connsiteY871" fmla="*/ 957147 h 6858000"/>
              <a:gd name="connsiteX872" fmla="*/ 5422504 w 7467600"/>
              <a:gd name="connsiteY872" fmla="*/ 805191 h 6858000"/>
              <a:gd name="connsiteX873" fmla="*/ 6087656 w 7467600"/>
              <a:gd name="connsiteY873" fmla="*/ 826703 h 6858000"/>
              <a:gd name="connsiteX874" fmla="*/ 6058717 w 7467600"/>
              <a:gd name="connsiteY874" fmla="*/ 865992 h 6858000"/>
              <a:gd name="connsiteX875" fmla="*/ 4974153 w 7467600"/>
              <a:gd name="connsiteY875" fmla="*/ 1045456 h 6858000"/>
              <a:gd name="connsiteX876" fmla="*/ 5627835 w 7467600"/>
              <a:gd name="connsiteY876" fmla="*/ 1472077 h 6858000"/>
              <a:gd name="connsiteX877" fmla="*/ 5629817 w 7467600"/>
              <a:gd name="connsiteY877" fmla="*/ 1471412 h 6858000"/>
              <a:gd name="connsiteX878" fmla="*/ 5634124 w 7467600"/>
              <a:gd name="connsiteY878" fmla="*/ 1470572 h 6858000"/>
              <a:gd name="connsiteX879" fmla="*/ 5755832 w 7467600"/>
              <a:gd name="connsiteY879" fmla="*/ 1383886 h 6858000"/>
              <a:gd name="connsiteX880" fmla="*/ 6014186 w 7467600"/>
              <a:gd name="connsiteY880" fmla="*/ 1279799 h 6858000"/>
              <a:gd name="connsiteX881" fmla="*/ 6901619 w 7467600"/>
              <a:gd name="connsiteY881" fmla="*/ 1047874 h 6858000"/>
              <a:gd name="connsiteX882" fmla="*/ 6931566 w 7467600"/>
              <a:gd name="connsiteY882" fmla="*/ 1062034 h 6858000"/>
              <a:gd name="connsiteX883" fmla="*/ 5790982 w 7467600"/>
              <a:gd name="connsiteY883" fmla="*/ 1561380 h 6858000"/>
              <a:gd name="connsiteX884" fmla="*/ 6188971 w 7467600"/>
              <a:gd name="connsiteY884" fmla="*/ 1755168 h 6858000"/>
              <a:gd name="connsiteX885" fmla="*/ 6202446 w 7467600"/>
              <a:gd name="connsiteY885" fmla="*/ 1752268 h 6858000"/>
              <a:gd name="connsiteX886" fmla="*/ 7179560 w 7467600"/>
              <a:gd name="connsiteY886" fmla="*/ 1467551 h 6858000"/>
              <a:gd name="connsiteX887" fmla="*/ 7158730 w 7467600"/>
              <a:gd name="connsiteY887" fmla="*/ 1507835 h 6858000"/>
              <a:gd name="connsiteX888" fmla="*/ 6326959 w 7467600"/>
              <a:gd name="connsiteY888" fmla="*/ 1817686 h 6858000"/>
              <a:gd name="connsiteX889" fmla="*/ 6537433 w 7467600"/>
              <a:gd name="connsiteY889" fmla="*/ 1907790 h 6858000"/>
              <a:gd name="connsiteX890" fmla="*/ 6550221 w 7467600"/>
              <a:gd name="connsiteY890" fmla="*/ 1910729 h 6858000"/>
              <a:gd name="connsiteX891" fmla="*/ 6964438 w 7467600"/>
              <a:gd name="connsiteY891" fmla="*/ 2209505 h 6858000"/>
              <a:gd name="connsiteX892" fmla="*/ 7367862 w 7467600"/>
              <a:gd name="connsiteY892" fmla="*/ 2806833 h 6858000"/>
              <a:gd name="connsiteX893" fmla="*/ 7364329 w 7467600"/>
              <a:gd name="connsiteY893" fmla="*/ 2826907 h 6858000"/>
              <a:gd name="connsiteX894" fmla="*/ 7290545 w 7467600"/>
              <a:gd name="connsiteY894" fmla="*/ 2850663 h 6858000"/>
              <a:gd name="connsiteX895" fmla="*/ 6472036 w 7467600"/>
              <a:gd name="connsiteY895" fmla="*/ 1959003 h 6858000"/>
              <a:gd name="connsiteX896" fmla="*/ 5792897 w 7467600"/>
              <a:gd name="connsiteY896" fmla="*/ 1647747 h 6858000"/>
              <a:gd name="connsiteX897" fmla="*/ 5842751 w 7467600"/>
              <a:gd name="connsiteY897" fmla="*/ 1816112 h 6858000"/>
              <a:gd name="connsiteX898" fmla="*/ 5847424 w 7467600"/>
              <a:gd name="connsiteY898" fmla="*/ 1815776 h 6858000"/>
              <a:gd name="connsiteX899" fmla="*/ 6399821 w 7467600"/>
              <a:gd name="connsiteY899" fmla="*/ 2344799 h 6858000"/>
              <a:gd name="connsiteX900" fmla="*/ 6323232 w 7467600"/>
              <a:gd name="connsiteY900" fmla="*/ 2389634 h 6858000"/>
              <a:gd name="connsiteX901" fmla="*/ 5942958 w 7467600"/>
              <a:gd name="connsiteY901" fmla="*/ 2077708 h 6858000"/>
              <a:gd name="connsiteX902" fmla="*/ 5921559 w 7467600"/>
              <a:gd name="connsiteY902" fmla="*/ 2378596 h 6858000"/>
              <a:gd name="connsiteX903" fmla="*/ 5817651 w 7467600"/>
              <a:gd name="connsiteY903" fmla="*/ 3023919 h 6858000"/>
              <a:gd name="connsiteX904" fmla="*/ 5729634 w 7467600"/>
              <a:gd name="connsiteY904" fmla="*/ 3051849 h 6858000"/>
              <a:gd name="connsiteX905" fmla="*/ 5611018 w 7467600"/>
              <a:gd name="connsiteY905" fmla="*/ 2316769 h 6858000"/>
              <a:gd name="connsiteX906" fmla="*/ 5687608 w 7467600"/>
              <a:gd name="connsiteY906" fmla="*/ 2039972 h 6858000"/>
              <a:gd name="connsiteX907" fmla="*/ 5657554 w 7467600"/>
              <a:gd name="connsiteY907" fmla="*/ 1576445 h 6858000"/>
              <a:gd name="connsiteX908" fmla="*/ 5150475 w 7467600"/>
              <a:gd name="connsiteY908" fmla="*/ 1274012 h 6858000"/>
              <a:gd name="connsiteX909" fmla="*/ 5349142 w 7467600"/>
              <a:gd name="connsiteY909" fmla="*/ 2204405 h 6858000"/>
              <a:gd name="connsiteX910" fmla="*/ 5262214 w 7467600"/>
              <a:gd name="connsiteY910" fmla="*/ 2233836 h 6858000"/>
              <a:gd name="connsiteX911" fmla="*/ 4981539 w 7467600"/>
              <a:gd name="connsiteY911" fmla="*/ 1542201 h 6858000"/>
              <a:gd name="connsiteX912" fmla="*/ 4958461 w 7467600"/>
              <a:gd name="connsiteY912" fmla="*/ 1136957 h 6858000"/>
              <a:gd name="connsiteX913" fmla="*/ 4655015 w 7467600"/>
              <a:gd name="connsiteY913" fmla="*/ 891426 h 6858000"/>
              <a:gd name="connsiteX914" fmla="*/ 4348002 w 7467600"/>
              <a:gd name="connsiteY914" fmla="*/ 2205895 h 6858000"/>
              <a:gd name="connsiteX915" fmla="*/ 4262250 w 7467600"/>
              <a:gd name="connsiteY915" fmla="*/ 2219972 h 6858000"/>
              <a:gd name="connsiteX916" fmla="*/ 4550611 w 7467600"/>
              <a:gd name="connsiteY916" fmla="*/ 817540 h 6858000"/>
              <a:gd name="connsiteX917" fmla="*/ 4564418 w 7467600"/>
              <a:gd name="connsiteY917" fmla="*/ 808293 h 6858000"/>
              <a:gd name="connsiteX918" fmla="*/ 4266388 w 7467600"/>
              <a:gd name="connsiteY918" fmla="*/ 500083 h 6858000"/>
              <a:gd name="connsiteX919" fmla="*/ 4032842 w 7467600"/>
              <a:gd name="connsiteY919" fmla="*/ 211809 h 6858000"/>
              <a:gd name="connsiteX920" fmla="*/ 3882765 w 7467600"/>
              <a:gd name="connsiteY920" fmla="*/ 0 h 6858000"/>
              <a:gd name="connsiteX921" fmla="*/ 3721337 w 7467600"/>
              <a:gd name="connsiteY921" fmla="*/ 0 h 6858000"/>
              <a:gd name="connsiteX922" fmla="*/ 3797544 w 7467600"/>
              <a:gd name="connsiteY922" fmla="*/ 0 h 6858000"/>
              <a:gd name="connsiteX923" fmla="*/ 3775734 w 7467600"/>
              <a:gd name="connsiteY923" fmla="*/ 95131 h 6858000"/>
              <a:gd name="connsiteX924" fmla="*/ 3724807 w 7467600"/>
              <a:gd name="connsiteY924" fmla="*/ 272257 h 6858000"/>
              <a:gd name="connsiteX925" fmla="*/ 3726844 w 7467600"/>
              <a:gd name="connsiteY925" fmla="*/ 282988 h 6858000"/>
              <a:gd name="connsiteX926" fmla="*/ 3742664 w 7467600"/>
              <a:gd name="connsiteY926" fmla="*/ 279918 h 6858000"/>
              <a:gd name="connsiteX927" fmla="*/ 4103910 w 7467600"/>
              <a:gd name="connsiteY927" fmla="*/ 1161917 h 6858000"/>
              <a:gd name="connsiteX928" fmla="*/ 4020269 w 7467600"/>
              <a:gd name="connsiteY928" fmla="*/ 1200406 h 6858000"/>
              <a:gd name="connsiteX929" fmla="*/ 3674882 w 7467600"/>
              <a:gd name="connsiteY929" fmla="*/ 488524 h 6858000"/>
              <a:gd name="connsiteX930" fmla="*/ 3132682 w 7467600"/>
              <a:gd name="connsiteY930" fmla="*/ 1072284 h 6858000"/>
              <a:gd name="connsiteX931" fmla="*/ 2716346 w 7467600"/>
              <a:gd name="connsiteY931" fmla="*/ 1276376 h 6858000"/>
              <a:gd name="connsiteX932" fmla="*/ 2716772 w 7467600"/>
              <a:gd name="connsiteY932" fmla="*/ 1255462 h 6858000"/>
              <a:gd name="connsiteX933" fmla="*/ 3471096 w 7467600"/>
              <a:gd name="connsiteY933" fmla="*/ 437072 h 6858000"/>
              <a:gd name="connsiteX934" fmla="*/ 3639057 w 7467600"/>
              <a:gd name="connsiteY934" fmla="*/ 286334 h 6858000"/>
              <a:gd name="connsiteX935" fmla="*/ 3640309 w 7467600"/>
              <a:gd name="connsiteY935" fmla="*/ 284664 h 6858000"/>
              <a:gd name="connsiteX936" fmla="*/ 3646022 w 7467600"/>
              <a:gd name="connsiteY936" fmla="*/ 276711 h 6858000"/>
              <a:gd name="connsiteX937" fmla="*/ 3707943 w 7467600"/>
              <a:gd name="connsiteY937" fmla="*/ 65958 h 6858000"/>
              <a:gd name="connsiteX938" fmla="*/ 3721337 w 7467600"/>
              <a:gd name="connsiteY938" fmla="*/ 0 h 6858000"/>
              <a:gd name="connsiteX939" fmla="*/ 2867960 w 7467600"/>
              <a:gd name="connsiteY939" fmla="*/ 0 h 6858000"/>
              <a:gd name="connsiteX940" fmla="*/ 2926351 w 7467600"/>
              <a:gd name="connsiteY940" fmla="*/ 0 h 6858000"/>
              <a:gd name="connsiteX941" fmla="*/ 2902823 w 7467600"/>
              <a:gd name="connsiteY941" fmla="*/ 262929 h 6858000"/>
              <a:gd name="connsiteX942" fmla="*/ 2940663 w 7467600"/>
              <a:gd name="connsiteY942" fmla="*/ 140884 h 6858000"/>
              <a:gd name="connsiteX943" fmla="*/ 2947039 w 7467600"/>
              <a:gd name="connsiteY943" fmla="*/ 122524 h 6858000"/>
              <a:gd name="connsiteX944" fmla="*/ 2984316 w 7467600"/>
              <a:gd name="connsiteY944" fmla="*/ 0 h 6858000"/>
              <a:gd name="connsiteX945" fmla="*/ 3016114 w 7467600"/>
              <a:gd name="connsiteY945" fmla="*/ 0 h 6858000"/>
              <a:gd name="connsiteX946" fmla="*/ 2979949 w 7467600"/>
              <a:gd name="connsiteY946" fmla="*/ 119274 h 6858000"/>
              <a:gd name="connsiteX947" fmla="*/ 3023879 w 7467600"/>
              <a:gd name="connsiteY947" fmla="*/ 0 h 6858000"/>
              <a:gd name="connsiteX948" fmla="*/ 3105400 w 7467600"/>
              <a:gd name="connsiteY948" fmla="*/ 0 h 6858000"/>
              <a:gd name="connsiteX949" fmla="*/ 3094669 w 7467600"/>
              <a:gd name="connsiteY949" fmla="*/ 30308 h 6858000"/>
              <a:gd name="connsiteX950" fmla="*/ 2901945 w 7467600"/>
              <a:gd name="connsiteY950" fmla="*/ 466538 h 6858000"/>
              <a:gd name="connsiteX951" fmla="*/ 2815209 w 7467600"/>
              <a:gd name="connsiteY951" fmla="*/ 497361 h 6858000"/>
              <a:gd name="connsiteX952" fmla="*/ 2844845 w 7467600"/>
              <a:gd name="connsiteY952" fmla="*/ 127638 h 6858000"/>
              <a:gd name="connsiteX953" fmla="*/ 2867960 w 7467600"/>
              <a:gd name="connsiteY953" fmla="*/ 0 h 6858000"/>
              <a:gd name="connsiteX954" fmla="*/ 1057230 w 7467600"/>
              <a:gd name="connsiteY954" fmla="*/ 0 h 6858000"/>
              <a:gd name="connsiteX955" fmla="*/ 1111003 w 7467600"/>
              <a:gd name="connsiteY955" fmla="*/ 0 h 6858000"/>
              <a:gd name="connsiteX956" fmla="*/ 1125553 w 7467600"/>
              <a:gd name="connsiteY956" fmla="*/ 52588 h 6858000"/>
              <a:gd name="connsiteX957" fmla="*/ 1304276 w 7467600"/>
              <a:gd name="connsiteY957" fmla="*/ 476275 h 6858000"/>
              <a:gd name="connsiteX958" fmla="*/ 1492066 w 7467600"/>
              <a:gd name="connsiteY958" fmla="*/ 886333 h 6858000"/>
              <a:gd name="connsiteX959" fmla="*/ 1423698 w 7467600"/>
              <a:gd name="connsiteY959" fmla="*/ 710817 h 6858000"/>
              <a:gd name="connsiteX960" fmla="*/ 1357609 w 7467600"/>
              <a:gd name="connsiteY960" fmla="*/ 532892 h 6858000"/>
              <a:gd name="connsiteX961" fmla="*/ 1309550 w 7467600"/>
              <a:gd name="connsiteY961" fmla="*/ 374031 h 6858000"/>
              <a:gd name="connsiteX962" fmla="*/ 1193673 w 7467600"/>
              <a:gd name="connsiteY962" fmla="*/ 49533 h 6858000"/>
              <a:gd name="connsiteX963" fmla="*/ 1164391 w 7467600"/>
              <a:gd name="connsiteY963" fmla="*/ 0 h 6858000"/>
              <a:gd name="connsiteX964" fmla="*/ 1200666 w 7467600"/>
              <a:gd name="connsiteY964" fmla="*/ 0 h 6858000"/>
              <a:gd name="connsiteX965" fmla="*/ 1223408 w 7467600"/>
              <a:gd name="connsiteY965" fmla="*/ 38996 h 6858000"/>
              <a:gd name="connsiteX966" fmla="*/ 1339635 w 7467600"/>
              <a:gd name="connsiteY966" fmla="*/ 365517 h 6858000"/>
              <a:gd name="connsiteX967" fmla="*/ 1387469 w 7467600"/>
              <a:gd name="connsiteY967" fmla="*/ 523079 h 6858000"/>
              <a:gd name="connsiteX968" fmla="*/ 1452685 w 7467600"/>
              <a:gd name="connsiteY968" fmla="*/ 699806 h 6858000"/>
              <a:gd name="connsiteX969" fmla="*/ 1492092 w 7467600"/>
              <a:gd name="connsiteY969" fmla="*/ 800424 h 6858000"/>
              <a:gd name="connsiteX970" fmla="*/ 1455302 w 7467600"/>
              <a:gd name="connsiteY970" fmla="*/ 632913 h 6858000"/>
              <a:gd name="connsiteX971" fmla="*/ 1222336 w 7467600"/>
              <a:gd name="connsiteY971" fmla="*/ 9480 h 6858000"/>
              <a:gd name="connsiteX972" fmla="*/ 1214634 w 7467600"/>
              <a:gd name="connsiteY972" fmla="*/ 0 h 6858000"/>
              <a:gd name="connsiteX973" fmla="*/ 1289827 w 7467600"/>
              <a:gd name="connsiteY973" fmla="*/ 0 h 6858000"/>
              <a:gd name="connsiteX974" fmla="*/ 1321076 w 7467600"/>
              <a:gd name="connsiteY974" fmla="*/ 59722 h 6858000"/>
              <a:gd name="connsiteX975" fmla="*/ 1512579 w 7467600"/>
              <a:gd name="connsiteY975" fmla="*/ 626441 h 6858000"/>
              <a:gd name="connsiteX976" fmla="*/ 1506076 w 7467600"/>
              <a:gd name="connsiteY976" fmla="*/ 1089289 h 6858000"/>
              <a:gd name="connsiteX977" fmla="*/ 1486346 w 7467600"/>
              <a:gd name="connsiteY977" fmla="*/ 1079919 h 6858000"/>
              <a:gd name="connsiteX978" fmla="*/ 1070511 w 7467600"/>
              <a:gd name="connsiteY978" fmla="*/ 48609 h 6858000"/>
              <a:gd name="connsiteX979" fmla="*/ 1057230 w 7467600"/>
              <a:gd name="connsiteY979" fmla="*/ 0 h 6858000"/>
              <a:gd name="connsiteX980" fmla="*/ 43151 w 7467600"/>
              <a:gd name="connsiteY980" fmla="*/ 0 h 6858000"/>
              <a:gd name="connsiteX981" fmla="*/ 95283 w 7467600"/>
              <a:gd name="connsiteY981" fmla="*/ 0 h 6858000"/>
              <a:gd name="connsiteX982" fmla="*/ 300708 w 7467600"/>
              <a:gd name="connsiteY982" fmla="*/ 154571 h 6858000"/>
              <a:gd name="connsiteX983" fmla="*/ 530414 w 7467600"/>
              <a:gd name="connsiteY983" fmla="*/ 354673 h 6858000"/>
              <a:gd name="connsiteX984" fmla="*/ 333785 w 7467600"/>
              <a:gd name="connsiteY984" fmla="*/ 161564 h 6858000"/>
              <a:gd name="connsiteX985" fmla="*/ 147005 w 7467600"/>
              <a:gd name="connsiteY985" fmla="*/ 0 h 6858000"/>
              <a:gd name="connsiteX986" fmla="*/ 272509 w 7467600"/>
              <a:gd name="connsiteY986" fmla="*/ 0 h 6858000"/>
              <a:gd name="connsiteX987" fmla="*/ 326276 w 7467600"/>
              <a:gd name="connsiteY987" fmla="*/ 45847 h 6858000"/>
              <a:gd name="connsiteX988" fmla="*/ 823759 w 7467600"/>
              <a:gd name="connsiteY988" fmla="*/ 574145 h 6858000"/>
              <a:gd name="connsiteX989" fmla="*/ 811254 w 7467600"/>
              <a:gd name="connsiteY989" fmla="*/ 665546 h 6858000"/>
              <a:gd name="connsiteX990" fmla="*/ 154042 w 7467600"/>
              <a:gd name="connsiteY990" fmla="*/ 261522 h 6858000"/>
              <a:gd name="connsiteX991" fmla="*/ 13550 w 7467600"/>
              <a:gd name="connsiteY991" fmla="*/ 158423 h 6858000"/>
              <a:gd name="connsiteX992" fmla="*/ 0 w 7467600"/>
              <a:gd name="connsiteY992" fmla="*/ 146618 h 6858000"/>
              <a:gd name="connsiteX993" fmla="*/ 0 w 7467600"/>
              <a:gd name="connsiteY993" fmla="*/ 59161 h 6858000"/>
              <a:gd name="connsiteX994" fmla="*/ 45427 w 7467600"/>
              <a:gd name="connsiteY994" fmla="*/ 101078 h 6858000"/>
              <a:gd name="connsiteX995" fmla="*/ 630103 w 7467600"/>
              <a:gd name="connsiteY995" fmla="*/ 485885 h 6858000"/>
              <a:gd name="connsiteX996" fmla="*/ 532040 w 7467600"/>
              <a:gd name="connsiteY996" fmla="*/ 399359 h 6858000"/>
              <a:gd name="connsiteX997" fmla="*/ 517618 w 7467600"/>
              <a:gd name="connsiteY997" fmla="*/ 385726 h 6858000"/>
              <a:gd name="connsiteX998" fmla="*/ 285074 w 7467600"/>
              <a:gd name="connsiteY998" fmla="*/ 182755 h 6858000"/>
              <a:gd name="connsiteX999" fmla="*/ 43151 w 7467600"/>
              <a:gd name="connsiteY99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361850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1903353 w 7467600"/>
              <a:gd name="connsiteY143" fmla="*/ 5044827 h 6858000"/>
              <a:gd name="connsiteX144" fmla="*/ 1936931 w 7467600"/>
              <a:gd name="connsiteY144" fmla="*/ 5093954 h 6858000"/>
              <a:gd name="connsiteX145" fmla="*/ 2195868 w 7467600"/>
              <a:gd name="connsiteY145" fmla="*/ 5396574 h 6858000"/>
              <a:gd name="connsiteX146" fmla="*/ 2088852 w 7467600"/>
              <a:gd name="connsiteY146" fmla="*/ 5166123 h 6858000"/>
              <a:gd name="connsiteX147" fmla="*/ 1958241 w 7467600"/>
              <a:gd name="connsiteY147" fmla="*/ 5067955 h 6858000"/>
              <a:gd name="connsiteX148" fmla="*/ 1903353 w 7467600"/>
              <a:gd name="connsiteY148" fmla="*/ 5044827 h 6858000"/>
              <a:gd name="connsiteX149" fmla="*/ 1979378 w 7467600"/>
              <a:gd name="connsiteY149" fmla="*/ 4769504 h 6858000"/>
              <a:gd name="connsiteX150" fmla="*/ 2882120 w 7467600"/>
              <a:gd name="connsiteY150" fmla="*/ 5064547 h 6858000"/>
              <a:gd name="connsiteX151" fmla="*/ 2793103 w 7467600"/>
              <a:gd name="connsiteY151" fmla="*/ 5039699 h 6858000"/>
              <a:gd name="connsiteX152" fmla="*/ 2770041 w 7467600"/>
              <a:gd name="connsiteY152" fmla="*/ 5033634 h 6858000"/>
              <a:gd name="connsiteX153" fmla="*/ 1979378 w 7467600"/>
              <a:gd name="connsiteY153" fmla="*/ 4769504 h 6858000"/>
              <a:gd name="connsiteX154" fmla="*/ 1927410 w 7467600"/>
              <a:gd name="connsiteY154" fmla="*/ 4716164 h 6858000"/>
              <a:gd name="connsiteX155" fmla="*/ 1959587 w 7467600"/>
              <a:gd name="connsiteY155" fmla="*/ 4728849 h 6858000"/>
              <a:gd name="connsiteX156" fmla="*/ 2777707 w 7467600"/>
              <a:gd name="connsiteY156" fmla="*/ 5003991 h 6858000"/>
              <a:gd name="connsiteX157" fmla="*/ 2800768 w 7467600"/>
              <a:gd name="connsiteY157" fmla="*/ 5010056 h 6858000"/>
              <a:gd name="connsiteX158" fmla="*/ 2879408 w 7467600"/>
              <a:gd name="connsiteY158" fmla="*/ 5031590 h 6858000"/>
              <a:gd name="connsiteX159" fmla="*/ 2862295 w 7467600"/>
              <a:gd name="connsiteY159" fmla="*/ 5022958 h 6858000"/>
              <a:gd name="connsiteX160" fmla="*/ 2813343 w 7467600"/>
              <a:gd name="connsiteY160" fmla="*/ 4998369 h 6858000"/>
              <a:gd name="connsiteX161" fmla="*/ 2646245 w 7467600"/>
              <a:gd name="connsiteY161" fmla="*/ 4930999 h 6858000"/>
              <a:gd name="connsiteX162" fmla="*/ 1999243 w 7467600"/>
              <a:gd name="connsiteY162" fmla="*/ 4730524 h 6858000"/>
              <a:gd name="connsiteX163" fmla="*/ 1979527 w 7467600"/>
              <a:gd name="connsiteY163" fmla="*/ 4726651 h 6858000"/>
              <a:gd name="connsiteX164" fmla="*/ 1927410 w 7467600"/>
              <a:gd name="connsiteY164" fmla="*/ 4716164 h 6858000"/>
              <a:gd name="connsiteX165" fmla="*/ 1997014 w 7467600"/>
              <a:gd name="connsiteY165" fmla="*/ 4698007 h 6858000"/>
              <a:gd name="connsiteX166" fmla="*/ 2005458 w 7467600"/>
              <a:gd name="connsiteY166" fmla="*/ 4699540 h 6858000"/>
              <a:gd name="connsiteX167" fmla="*/ 2657186 w 7467600"/>
              <a:gd name="connsiteY167" fmla="*/ 4901687 h 6858000"/>
              <a:gd name="connsiteX168" fmla="*/ 2826662 w 7467600"/>
              <a:gd name="connsiteY168" fmla="*/ 4970362 h 6858000"/>
              <a:gd name="connsiteX169" fmla="*/ 2876100 w 7467600"/>
              <a:gd name="connsiteY169" fmla="*/ 4995397 h 6858000"/>
              <a:gd name="connsiteX170" fmla="*/ 3042600 w 7467600"/>
              <a:gd name="connsiteY170" fmla="*/ 5059532 h 6858000"/>
              <a:gd name="connsiteX171" fmla="*/ 1997014 w 7467600"/>
              <a:gd name="connsiteY171" fmla="*/ 4698007 h 6858000"/>
              <a:gd name="connsiteX172" fmla="*/ 2305292 w 7467600"/>
              <a:gd name="connsiteY172" fmla="*/ 4219492 h 6858000"/>
              <a:gd name="connsiteX173" fmla="*/ 3360922 w 7467600"/>
              <a:gd name="connsiteY173" fmla="*/ 4529373 h 6858000"/>
              <a:gd name="connsiteX174" fmla="*/ 3492420 w 7467600"/>
              <a:gd name="connsiteY174" fmla="*/ 4510145 h 6858000"/>
              <a:gd name="connsiteX175" fmla="*/ 3364086 w 7467600"/>
              <a:gd name="connsiteY175" fmla="*/ 4480340 h 6858000"/>
              <a:gd name="connsiteX176" fmla="*/ 3225818 w 7467600"/>
              <a:gd name="connsiteY176" fmla="*/ 4411822 h 6858000"/>
              <a:gd name="connsiteX177" fmla="*/ 3129696 w 7467600"/>
              <a:gd name="connsiteY177" fmla="*/ 4360704 h 6858000"/>
              <a:gd name="connsiteX178" fmla="*/ 2814545 w 7467600"/>
              <a:gd name="connsiteY178" fmla="*/ 4282955 h 6858000"/>
              <a:gd name="connsiteX179" fmla="*/ 2305292 w 7467600"/>
              <a:gd name="connsiteY179" fmla="*/ 4219492 h 6858000"/>
              <a:gd name="connsiteX180" fmla="*/ 2626982 w 7467600"/>
              <a:gd name="connsiteY180" fmla="*/ 4206450 h 6858000"/>
              <a:gd name="connsiteX181" fmla="*/ 2490617 w 7467600"/>
              <a:gd name="connsiteY181" fmla="*/ 4206951 h 6858000"/>
              <a:gd name="connsiteX182" fmla="*/ 2819869 w 7467600"/>
              <a:gd name="connsiteY182" fmla="*/ 4252936 h 6858000"/>
              <a:gd name="connsiteX183" fmla="*/ 3143018 w 7467600"/>
              <a:gd name="connsiteY183" fmla="*/ 4332698 h 6858000"/>
              <a:gd name="connsiteX184" fmla="*/ 3241520 w 7467600"/>
              <a:gd name="connsiteY184" fmla="*/ 4385112 h 6858000"/>
              <a:gd name="connsiteX185" fmla="*/ 3374575 w 7467600"/>
              <a:gd name="connsiteY185" fmla="*/ 4451517 h 6858000"/>
              <a:gd name="connsiteX186" fmla="*/ 3505221 w 7467600"/>
              <a:gd name="connsiteY186" fmla="*/ 4480757 h 6858000"/>
              <a:gd name="connsiteX187" fmla="*/ 2626982 w 7467600"/>
              <a:gd name="connsiteY187" fmla="*/ 4206450 h 6858000"/>
              <a:gd name="connsiteX188" fmla="*/ 1310106 w 7467600"/>
              <a:gd name="connsiteY188" fmla="*/ 3943217 h 6858000"/>
              <a:gd name="connsiteX189" fmla="*/ 854994 w 7467600"/>
              <a:gd name="connsiteY189" fmla="*/ 4399136 h 6858000"/>
              <a:gd name="connsiteX190" fmla="*/ 742462 w 7467600"/>
              <a:gd name="connsiteY190" fmla="*/ 4594648 h 6858000"/>
              <a:gd name="connsiteX191" fmla="*/ 820602 w 7467600"/>
              <a:gd name="connsiteY191" fmla="*/ 4485915 h 6858000"/>
              <a:gd name="connsiteX192" fmla="*/ 878295 w 7467600"/>
              <a:gd name="connsiteY192" fmla="*/ 4403594 h 6858000"/>
              <a:gd name="connsiteX193" fmla="*/ 1240607 w 7467600"/>
              <a:gd name="connsiteY193" fmla="*/ 4010401 h 6858000"/>
              <a:gd name="connsiteX194" fmla="*/ 1310106 w 7467600"/>
              <a:gd name="connsiteY194" fmla="*/ 3943217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316479 w 7467600"/>
              <a:gd name="connsiteY205" fmla="*/ 3872136 h 6858000"/>
              <a:gd name="connsiteX206" fmla="*/ 3291335 w 7467600"/>
              <a:gd name="connsiteY206" fmla="*/ 3767420 h 6858000"/>
              <a:gd name="connsiteX207" fmla="*/ 3390805 w 7467600"/>
              <a:gd name="connsiteY207" fmla="*/ 3937163 h 6858000"/>
              <a:gd name="connsiteX208" fmla="*/ 3579062 w 7467600"/>
              <a:gd name="connsiteY208" fmla="*/ 4359040 h 6858000"/>
              <a:gd name="connsiteX209" fmla="*/ 3467355 w 7467600"/>
              <a:gd name="connsiteY209" fmla="*/ 3988130 h 6858000"/>
              <a:gd name="connsiteX210" fmla="*/ 3310753 w 7467600"/>
              <a:gd name="connsiteY210" fmla="*/ 3787140 h 6858000"/>
              <a:gd name="connsiteX211" fmla="*/ 3291335 w 7467600"/>
              <a:gd name="connsiteY211" fmla="*/ 3767420 h 6858000"/>
              <a:gd name="connsiteX212" fmla="*/ 1635889 w 7467600"/>
              <a:gd name="connsiteY212" fmla="*/ 3709494 h 6858000"/>
              <a:gd name="connsiteX213" fmla="*/ 1634800 w 7467600"/>
              <a:gd name="connsiteY213" fmla="*/ 3731111 h 6858000"/>
              <a:gd name="connsiteX214" fmla="*/ 1635889 w 7467600"/>
              <a:gd name="connsiteY214" fmla="*/ 3709494 h 6858000"/>
              <a:gd name="connsiteX215" fmla="*/ 1510397 w 7467600"/>
              <a:gd name="connsiteY215" fmla="*/ 3684705 h 6858000"/>
              <a:gd name="connsiteX216" fmla="*/ 1146550 w 7467600"/>
              <a:gd name="connsiteY216" fmla="*/ 3802012 h 6858000"/>
              <a:gd name="connsiteX217" fmla="*/ 698834 w 7467600"/>
              <a:gd name="connsiteY217" fmla="*/ 3952272 h 6858000"/>
              <a:gd name="connsiteX218" fmla="*/ 34256 w 7467600"/>
              <a:gd name="connsiteY218" fmla="*/ 4347603 h 6858000"/>
              <a:gd name="connsiteX219" fmla="*/ 527241 w 7467600"/>
              <a:gd name="connsiteY219" fmla="*/ 4065078 h 6858000"/>
              <a:gd name="connsiteX220" fmla="*/ 1510397 w 7467600"/>
              <a:gd name="connsiteY220" fmla="*/ 3684705 h 6858000"/>
              <a:gd name="connsiteX221" fmla="*/ 1313114 w 7467600"/>
              <a:gd name="connsiteY221" fmla="*/ 3655216 h 6858000"/>
              <a:gd name="connsiteX222" fmla="*/ 1109304 w 7467600"/>
              <a:gd name="connsiteY222" fmla="*/ 3669030 h 6858000"/>
              <a:gd name="connsiteX223" fmla="*/ 8129 w 7467600"/>
              <a:gd name="connsiteY223" fmla="*/ 4330519 h 6858000"/>
              <a:gd name="connsiteX224" fmla="*/ 687572 w 7467600"/>
              <a:gd name="connsiteY224" fmla="*/ 3925629 h 6858000"/>
              <a:gd name="connsiteX225" fmla="*/ 1138365 w 7467600"/>
              <a:gd name="connsiteY225" fmla="*/ 3774515 h 6858000"/>
              <a:gd name="connsiteX226" fmla="*/ 1505579 w 7467600"/>
              <a:gd name="connsiteY226" fmla="*/ 3655526 h 6858000"/>
              <a:gd name="connsiteX227" fmla="*/ 1313114 w 7467600"/>
              <a:gd name="connsiteY227" fmla="*/ 3655216 h 6858000"/>
              <a:gd name="connsiteX228" fmla="*/ 3655073 w 7467600"/>
              <a:gd name="connsiteY228" fmla="*/ 3650884 h 6858000"/>
              <a:gd name="connsiteX229" fmla="*/ 3989938 w 7467600"/>
              <a:gd name="connsiteY229" fmla="*/ 3991685 h 6858000"/>
              <a:gd name="connsiteX230" fmla="*/ 4393907 w 7467600"/>
              <a:gd name="connsiteY230" fmla="*/ 4261258 h 6858000"/>
              <a:gd name="connsiteX231" fmla="*/ 4648051 w 7467600"/>
              <a:gd name="connsiteY231" fmla="*/ 4374051 h 6858000"/>
              <a:gd name="connsiteX232" fmla="*/ 4383389 w 7467600"/>
              <a:gd name="connsiteY232" fmla="*/ 4184369 h 6858000"/>
              <a:gd name="connsiteX233" fmla="*/ 4165508 w 7467600"/>
              <a:gd name="connsiteY233" fmla="*/ 4035196 h 6858000"/>
              <a:gd name="connsiteX234" fmla="*/ 4068162 w 7467600"/>
              <a:gd name="connsiteY234" fmla="*/ 3953394 h 6858000"/>
              <a:gd name="connsiteX235" fmla="*/ 3981416 w 7467600"/>
              <a:gd name="connsiteY235" fmla="*/ 3880482 h 6858000"/>
              <a:gd name="connsiteX236" fmla="*/ 3800147 w 7467600"/>
              <a:gd name="connsiteY236" fmla="*/ 3749872 h 6858000"/>
              <a:gd name="connsiteX237" fmla="*/ 3655073 w 7467600"/>
              <a:gd name="connsiteY237" fmla="*/ 3650884 h 6858000"/>
              <a:gd name="connsiteX238" fmla="*/ 3670252 w 7467600"/>
              <a:gd name="connsiteY238" fmla="*/ 3622798 h 6858000"/>
              <a:gd name="connsiteX239" fmla="*/ 3817258 w 7467600"/>
              <a:gd name="connsiteY239" fmla="*/ 3723577 h 6858000"/>
              <a:gd name="connsiteX240" fmla="*/ 4000461 w 7467600"/>
              <a:gd name="connsiteY240" fmla="*/ 3855966 h 6858000"/>
              <a:gd name="connsiteX241" fmla="*/ 4088180 w 7467600"/>
              <a:gd name="connsiteY241" fmla="*/ 3929774 h 6858000"/>
              <a:gd name="connsiteX242" fmla="*/ 4184555 w 7467600"/>
              <a:gd name="connsiteY242" fmla="*/ 4010683 h 6858000"/>
              <a:gd name="connsiteX243" fmla="*/ 4399563 w 7467600"/>
              <a:gd name="connsiteY243" fmla="*/ 4158106 h 6858000"/>
              <a:gd name="connsiteX244" fmla="*/ 4684469 w 7467600"/>
              <a:gd name="connsiteY244" fmla="*/ 4364680 h 6858000"/>
              <a:gd name="connsiteX245" fmla="*/ 4690271 w 7467600"/>
              <a:gd name="connsiteY245" fmla="*/ 4370034 h 6858000"/>
              <a:gd name="connsiteX246" fmla="*/ 4136093 w 7467600"/>
              <a:gd name="connsiteY246" fmla="*/ 3858466 h 6858000"/>
              <a:gd name="connsiteX247" fmla="*/ 3670252 w 7467600"/>
              <a:gd name="connsiteY247" fmla="*/ 3622798 h 6858000"/>
              <a:gd name="connsiteX248" fmla="*/ 4440129 w 7467600"/>
              <a:gd name="connsiteY248" fmla="*/ 3448571 h 6858000"/>
              <a:gd name="connsiteX249" fmla="*/ 4856525 w 7467600"/>
              <a:gd name="connsiteY249" fmla="*/ 3915351 h 6858000"/>
              <a:gd name="connsiteX250" fmla="*/ 5059055 w 7467600"/>
              <a:gd name="connsiteY250" fmla="*/ 4108918 h 6858000"/>
              <a:gd name="connsiteX251" fmla="*/ 5290070 w 7467600"/>
              <a:gd name="connsiteY251" fmla="*/ 4263619 h 6858000"/>
              <a:gd name="connsiteX252" fmla="*/ 4834991 w 7467600"/>
              <a:gd name="connsiteY252" fmla="*/ 3830985 h 6858000"/>
              <a:gd name="connsiteX253" fmla="*/ 4440129 w 7467600"/>
              <a:gd name="connsiteY253" fmla="*/ 3448571 h 6858000"/>
              <a:gd name="connsiteX254" fmla="*/ 4441737 w 7467600"/>
              <a:gd name="connsiteY254" fmla="*/ 3399734 h 6858000"/>
              <a:gd name="connsiteX255" fmla="*/ 4431236 w 7467600"/>
              <a:gd name="connsiteY255" fmla="*/ 3400954 h 6858000"/>
              <a:gd name="connsiteX256" fmla="*/ 4557150 w 7467600"/>
              <a:gd name="connsiteY256" fmla="*/ 3510023 h 6858000"/>
              <a:gd name="connsiteX257" fmla="*/ 4856936 w 7467600"/>
              <a:gd name="connsiteY257" fmla="*/ 3809146 h 6858000"/>
              <a:gd name="connsiteX258" fmla="*/ 5111996 w 7467600"/>
              <a:gd name="connsiteY258" fmla="*/ 4065759 h 6858000"/>
              <a:gd name="connsiteX259" fmla="*/ 5388878 w 7467600"/>
              <a:gd name="connsiteY259" fmla="*/ 4300185 h 6858000"/>
              <a:gd name="connsiteX260" fmla="*/ 5425556 w 7467600"/>
              <a:gd name="connsiteY260" fmla="*/ 4308967 h 6858000"/>
              <a:gd name="connsiteX261" fmla="*/ 4943646 w 7467600"/>
              <a:gd name="connsiteY261" fmla="*/ 3822916 h 6858000"/>
              <a:gd name="connsiteX262" fmla="*/ 4594837 w 7467600"/>
              <a:gd name="connsiteY262" fmla="*/ 3532274 h 6858000"/>
              <a:gd name="connsiteX263" fmla="*/ 4441737 w 7467600"/>
              <a:gd name="connsiteY263" fmla="*/ 3399734 h 6858000"/>
              <a:gd name="connsiteX264" fmla="*/ 5425834 w 7467600"/>
              <a:gd name="connsiteY264" fmla="*/ 3162785 h 6858000"/>
              <a:gd name="connsiteX265" fmla="*/ 5401644 w 7467600"/>
              <a:gd name="connsiteY265" fmla="*/ 3617847 h 6858000"/>
              <a:gd name="connsiteX266" fmla="*/ 5467256 w 7467600"/>
              <a:gd name="connsiteY266" fmla="*/ 4175494 h 6858000"/>
              <a:gd name="connsiteX267" fmla="*/ 5448069 w 7467600"/>
              <a:gd name="connsiteY267" fmla="*/ 3567554 h 6858000"/>
              <a:gd name="connsiteX268" fmla="*/ 5425834 w 7467600"/>
              <a:gd name="connsiteY268" fmla="*/ 3162785 h 6858000"/>
              <a:gd name="connsiteX269" fmla="*/ 1318687 w 7467600"/>
              <a:gd name="connsiteY269" fmla="*/ 3113840 h 6858000"/>
              <a:gd name="connsiteX270" fmla="*/ 1066793 w 7467600"/>
              <a:gd name="connsiteY270" fmla="*/ 3212171 h 6858000"/>
              <a:gd name="connsiteX271" fmla="*/ 993319 w 7467600"/>
              <a:gd name="connsiteY271" fmla="*/ 3247648 h 6858000"/>
              <a:gd name="connsiteX272" fmla="*/ 853081 w 7467600"/>
              <a:gd name="connsiteY272" fmla="*/ 3312410 h 6858000"/>
              <a:gd name="connsiteX273" fmla="*/ 805957 w 7467600"/>
              <a:gd name="connsiteY273" fmla="*/ 3330443 h 6858000"/>
              <a:gd name="connsiteX274" fmla="*/ 1318687 w 7467600"/>
              <a:gd name="connsiteY274" fmla="*/ 3113840 h 6858000"/>
              <a:gd name="connsiteX275" fmla="*/ 5453702 w 7467600"/>
              <a:gd name="connsiteY275" fmla="*/ 3090882 h 6858000"/>
              <a:gd name="connsiteX276" fmla="*/ 5480135 w 7467600"/>
              <a:gd name="connsiteY276" fmla="*/ 3565802 h 6858000"/>
              <a:gd name="connsiteX277" fmla="*/ 5499023 w 7467600"/>
              <a:gd name="connsiteY277" fmla="*/ 4166310 h 6858000"/>
              <a:gd name="connsiteX278" fmla="*/ 5547022 w 7467600"/>
              <a:gd name="connsiteY278" fmla="*/ 3607838 h 6858000"/>
              <a:gd name="connsiteX279" fmla="*/ 5515964 w 7467600"/>
              <a:gd name="connsiteY279" fmla="*/ 3378541 h 6858000"/>
              <a:gd name="connsiteX280" fmla="*/ 5453702 w 7467600"/>
              <a:gd name="connsiteY280" fmla="*/ 3090882 h 6858000"/>
              <a:gd name="connsiteX281" fmla="*/ 1238695 w 7467600"/>
              <a:gd name="connsiteY281" fmla="*/ 3076820 h 6858000"/>
              <a:gd name="connsiteX282" fmla="*/ 716371 w 7467600"/>
              <a:gd name="connsiteY282" fmla="*/ 3293249 h 6858000"/>
              <a:gd name="connsiteX283" fmla="*/ 579522 w 7467600"/>
              <a:gd name="connsiteY283" fmla="*/ 3371759 h 6858000"/>
              <a:gd name="connsiteX284" fmla="*/ 600288 w 7467600"/>
              <a:gd name="connsiteY284" fmla="*/ 3365555 h 6858000"/>
              <a:gd name="connsiteX285" fmla="*/ 840692 w 7467600"/>
              <a:gd name="connsiteY285" fmla="*/ 3284921 h 6858000"/>
              <a:gd name="connsiteX286" fmla="*/ 979248 w 7467600"/>
              <a:gd name="connsiteY286" fmla="*/ 3221003 h 6858000"/>
              <a:gd name="connsiteX287" fmla="*/ 1053282 w 7467600"/>
              <a:gd name="connsiteY287" fmla="*/ 3185247 h 6858000"/>
              <a:gd name="connsiteX288" fmla="*/ 1320603 w 7467600"/>
              <a:gd name="connsiteY288" fmla="*/ 3081281 h 6858000"/>
              <a:gd name="connsiteX289" fmla="*/ 1238695 w 7467600"/>
              <a:gd name="connsiteY289" fmla="*/ 3076820 h 6858000"/>
              <a:gd name="connsiteX290" fmla="*/ 5425627 w 7467600"/>
              <a:gd name="connsiteY290" fmla="*/ 2954192 h 6858000"/>
              <a:gd name="connsiteX291" fmla="*/ 5470770 w 7467600"/>
              <a:gd name="connsiteY291" fmla="*/ 3005435 h 6858000"/>
              <a:gd name="connsiteX292" fmla="*/ 5519779 w 7467600"/>
              <a:gd name="connsiteY292" fmla="*/ 4359223 h 6858000"/>
              <a:gd name="connsiteX293" fmla="*/ 5520293 w 7467600"/>
              <a:gd name="connsiteY293" fmla="*/ 4360602 h 6858000"/>
              <a:gd name="connsiteX294" fmla="*/ 5767221 w 7467600"/>
              <a:gd name="connsiteY294" fmla="*/ 4665564 h 6858000"/>
              <a:gd name="connsiteX295" fmla="*/ 6937169 w 7467600"/>
              <a:gd name="connsiteY295" fmla="*/ 4815941 h 6858000"/>
              <a:gd name="connsiteX296" fmla="*/ 6953922 w 7467600"/>
              <a:gd name="connsiteY296" fmla="*/ 4890068 h 6858000"/>
              <a:gd name="connsiteX297" fmla="*/ 6071359 w 7467600"/>
              <a:gd name="connsiteY297" fmla="*/ 4770770 h 6858000"/>
              <a:gd name="connsiteX298" fmla="*/ 6038839 w 7467600"/>
              <a:gd name="connsiteY298" fmla="*/ 4764474 h 6858000"/>
              <a:gd name="connsiteX299" fmla="*/ 6038706 w 7467600"/>
              <a:gd name="connsiteY299" fmla="*/ 4763847 h 6858000"/>
              <a:gd name="connsiteX300" fmla="*/ 6037784 w 7467600"/>
              <a:gd name="connsiteY300" fmla="*/ 4764270 h 6858000"/>
              <a:gd name="connsiteX301" fmla="*/ 6038839 w 7467600"/>
              <a:gd name="connsiteY301" fmla="*/ 4764474 h 6858000"/>
              <a:gd name="connsiteX302" fmla="*/ 6040338 w 7467600"/>
              <a:gd name="connsiteY302" fmla="*/ 4771418 h 6858000"/>
              <a:gd name="connsiteX303" fmla="*/ 6024488 w 7467600"/>
              <a:gd name="connsiteY303" fmla="*/ 4809903 h 6858000"/>
              <a:gd name="connsiteX304" fmla="*/ 5599771 w 7467600"/>
              <a:gd name="connsiteY304" fmla="*/ 5509652 h 6858000"/>
              <a:gd name="connsiteX305" fmla="*/ 5548843 w 7467600"/>
              <a:gd name="connsiteY305" fmla="*/ 5563845 h 6858000"/>
              <a:gd name="connsiteX306" fmla="*/ 5940952 w 7467600"/>
              <a:gd name="connsiteY306" fmla="*/ 6250028 h 6858000"/>
              <a:gd name="connsiteX307" fmla="*/ 6043441 w 7467600"/>
              <a:gd name="connsiteY307" fmla="*/ 6665847 h 6858000"/>
              <a:gd name="connsiteX308" fmla="*/ 6093432 w 7467600"/>
              <a:gd name="connsiteY308" fmla="*/ 6858000 h 6858000"/>
              <a:gd name="connsiteX309" fmla="*/ 6034344 w 7467600"/>
              <a:gd name="connsiteY309" fmla="*/ 6858000 h 6858000"/>
              <a:gd name="connsiteX310" fmla="*/ 6026679 w 7467600"/>
              <a:gd name="connsiteY310" fmla="*/ 6836959 h 6858000"/>
              <a:gd name="connsiteX311" fmla="*/ 5800441 w 7467600"/>
              <a:gd name="connsiteY311" fmla="*/ 6335286 h 6858000"/>
              <a:gd name="connsiteX312" fmla="*/ 5526562 w 7467600"/>
              <a:gd name="connsiteY312" fmla="*/ 5705388 h 6858000"/>
              <a:gd name="connsiteX313" fmla="*/ 5519640 w 7467600"/>
              <a:gd name="connsiteY313" fmla="*/ 5683774 h 6858000"/>
              <a:gd name="connsiteX314" fmla="*/ 5844559 w 7467600"/>
              <a:gd name="connsiteY314" fmla="*/ 6553349 h 6858000"/>
              <a:gd name="connsiteX315" fmla="*/ 5975994 w 7467600"/>
              <a:gd name="connsiteY315" fmla="*/ 6858000 h 6858000"/>
              <a:gd name="connsiteX316" fmla="*/ 5898547 w 7467600"/>
              <a:gd name="connsiteY316" fmla="*/ 6858000 h 6858000"/>
              <a:gd name="connsiteX317" fmla="*/ 5682041 w 7467600"/>
              <a:gd name="connsiteY317" fmla="*/ 6355860 h 6858000"/>
              <a:gd name="connsiteX318" fmla="*/ 5461758 w 7467600"/>
              <a:gd name="connsiteY318" fmla="*/ 5820220 h 6858000"/>
              <a:gd name="connsiteX319" fmla="*/ 5237282 w 7467600"/>
              <a:gd name="connsiteY319" fmla="*/ 6579086 h 6858000"/>
              <a:gd name="connsiteX320" fmla="*/ 5115009 w 7467600"/>
              <a:gd name="connsiteY320" fmla="*/ 6858000 h 6858000"/>
              <a:gd name="connsiteX321" fmla="*/ 5028074 w 7467600"/>
              <a:gd name="connsiteY321" fmla="*/ 6858000 h 6858000"/>
              <a:gd name="connsiteX322" fmla="*/ 5079508 w 7467600"/>
              <a:gd name="connsiteY322" fmla="*/ 6749074 h 6858000"/>
              <a:gd name="connsiteX323" fmla="*/ 5371846 w 7467600"/>
              <a:gd name="connsiteY323" fmla="*/ 5924413 h 6858000"/>
              <a:gd name="connsiteX324" fmla="*/ 5270512 w 7467600"/>
              <a:gd name="connsiteY324" fmla="*/ 6138975 h 6858000"/>
              <a:gd name="connsiteX325" fmla="*/ 5062409 w 7467600"/>
              <a:gd name="connsiteY325" fmla="*/ 6653544 h 6858000"/>
              <a:gd name="connsiteX326" fmla="*/ 5036628 w 7467600"/>
              <a:gd name="connsiteY326" fmla="*/ 6754247 h 6858000"/>
              <a:gd name="connsiteX327" fmla="*/ 5009112 w 7467600"/>
              <a:gd name="connsiteY327" fmla="*/ 6858000 h 6858000"/>
              <a:gd name="connsiteX328" fmla="*/ 4976679 w 7467600"/>
              <a:gd name="connsiteY328" fmla="*/ 6858000 h 6858000"/>
              <a:gd name="connsiteX329" fmla="*/ 5006537 w 7467600"/>
              <a:gd name="connsiteY329" fmla="*/ 6747068 h 6858000"/>
              <a:gd name="connsiteX330" fmla="*/ 5032723 w 7467600"/>
              <a:gd name="connsiteY330" fmla="*/ 6644957 h 6858000"/>
              <a:gd name="connsiteX331" fmla="*/ 5242949 w 7467600"/>
              <a:gd name="connsiteY331" fmla="*/ 6125175 h 6858000"/>
              <a:gd name="connsiteX332" fmla="*/ 5286321 w 7467600"/>
              <a:gd name="connsiteY332" fmla="*/ 6033555 h 6858000"/>
              <a:gd name="connsiteX333" fmla="*/ 5008210 w 7467600"/>
              <a:gd name="connsiteY333" fmla="*/ 6649194 h 6858000"/>
              <a:gd name="connsiteX334" fmla="*/ 4986321 w 7467600"/>
              <a:gd name="connsiteY334" fmla="*/ 6765687 h 6858000"/>
              <a:gd name="connsiteX335" fmla="*/ 4973474 w 7467600"/>
              <a:gd name="connsiteY335" fmla="*/ 6858000 h 6858000"/>
              <a:gd name="connsiteX336" fmla="*/ 4907178 w 7467600"/>
              <a:gd name="connsiteY336" fmla="*/ 6858000 h 6858000"/>
              <a:gd name="connsiteX337" fmla="*/ 4910810 w 7467600"/>
              <a:gd name="connsiteY337" fmla="*/ 6829660 h 6858000"/>
              <a:gd name="connsiteX338" fmla="*/ 4987461 w 7467600"/>
              <a:gd name="connsiteY338" fmla="*/ 6432994 h 6858000"/>
              <a:gd name="connsiteX339" fmla="*/ 5179262 w 7467600"/>
              <a:gd name="connsiteY339" fmla="*/ 6035044 h 6858000"/>
              <a:gd name="connsiteX340" fmla="*/ 4689678 w 7467600"/>
              <a:gd name="connsiteY340" fmla="*/ 6440241 h 6858000"/>
              <a:gd name="connsiteX341" fmla="*/ 4477543 w 7467600"/>
              <a:gd name="connsiteY341" fmla="*/ 6674836 h 6858000"/>
              <a:gd name="connsiteX342" fmla="*/ 4329957 w 7467600"/>
              <a:gd name="connsiteY342" fmla="*/ 6858000 h 6858000"/>
              <a:gd name="connsiteX343" fmla="*/ 4218595 w 7467600"/>
              <a:gd name="connsiteY343" fmla="*/ 6858000 h 6858000"/>
              <a:gd name="connsiteX344" fmla="*/ 4368888 w 7467600"/>
              <a:gd name="connsiteY344" fmla="*/ 6668412 h 6858000"/>
              <a:gd name="connsiteX345" fmla="*/ 4563091 w 7467600"/>
              <a:gd name="connsiteY345" fmla="*/ 6442508 h 6858000"/>
              <a:gd name="connsiteX346" fmla="*/ 5387324 w 7467600"/>
              <a:gd name="connsiteY346" fmla="*/ 5705830 h 6858000"/>
              <a:gd name="connsiteX347" fmla="*/ 5073620 w 7467600"/>
              <a:gd name="connsiteY347" fmla="*/ 5955437 h 6858000"/>
              <a:gd name="connsiteX348" fmla="*/ 4689789 w 7467600"/>
              <a:gd name="connsiteY348" fmla="*/ 6268382 h 6858000"/>
              <a:gd name="connsiteX349" fmla="*/ 4418722 w 7467600"/>
              <a:gd name="connsiteY349" fmla="*/ 6570886 h 6858000"/>
              <a:gd name="connsiteX350" fmla="*/ 4214944 w 7467600"/>
              <a:gd name="connsiteY350" fmla="*/ 6858000 h 6858000"/>
              <a:gd name="connsiteX351" fmla="*/ 4177898 w 7467600"/>
              <a:gd name="connsiteY351" fmla="*/ 6858000 h 6858000"/>
              <a:gd name="connsiteX352" fmla="*/ 4391597 w 7467600"/>
              <a:gd name="connsiteY352" fmla="*/ 6556370 h 6858000"/>
              <a:gd name="connsiteX353" fmla="*/ 4668889 w 7467600"/>
              <a:gd name="connsiteY353" fmla="*/ 6246399 h 6858000"/>
              <a:gd name="connsiteX354" fmla="*/ 5055427 w 7467600"/>
              <a:gd name="connsiteY354" fmla="*/ 5931476 h 6858000"/>
              <a:gd name="connsiteX355" fmla="*/ 5371814 w 7467600"/>
              <a:gd name="connsiteY355" fmla="*/ 5678975 h 6858000"/>
              <a:gd name="connsiteX356" fmla="*/ 4987918 w 7467600"/>
              <a:gd name="connsiteY356" fmla="*/ 5838701 h 6858000"/>
              <a:gd name="connsiteX357" fmla="*/ 4317146 w 7467600"/>
              <a:gd name="connsiteY357" fmla="*/ 6587716 h 6858000"/>
              <a:gd name="connsiteX358" fmla="*/ 4171627 w 7467600"/>
              <a:gd name="connsiteY358" fmla="*/ 6858000 h 6858000"/>
              <a:gd name="connsiteX359" fmla="*/ 4081585 w 7467600"/>
              <a:gd name="connsiteY359" fmla="*/ 6858000 h 6858000"/>
              <a:gd name="connsiteX360" fmla="*/ 4238603 w 7467600"/>
              <a:gd name="connsiteY360" fmla="*/ 6559341 h 6858000"/>
              <a:gd name="connsiteX361" fmla="*/ 4778333 w 7467600"/>
              <a:gd name="connsiteY361" fmla="*/ 5873626 h 6858000"/>
              <a:gd name="connsiteX362" fmla="*/ 5414185 w 7467600"/>
              <a:gd name="connsiteY362" fmla="*/ 5573882 h 6858000"/>
              <a:gd name="connsiteX363" fmla="*/ 5959648 w 7467600"/>
              <a:gd name="connsiteY363" fmla="*/ 4760797 h 6858000"/>
              <a:gd name="connsiteX364" fmla="*/ 5355019 w 7467600"/>
              <a:gd name="connsiteY364" fmla="*/ 4734672 h 6858000"/>
              <a:gd name="connsiteX365" fmla="*/ 5083565 w 7467600"/>
              <a:gd name="connsiteY365" fmla="*/ 5179121 h 6858000"/>
              <a:gd name="connsiteX366" fmla="*/ 4713577 w 7467600"/>
              <a:gd name="connsiteY366" fmla="*/ 5616803 h 6858000"/>
              <a:gd name="connsiteX367" fmla="*/ 3989559 w 7467600"/>
              <a:gd name="connsiteY367" fmla="*/ 6145945 h 6858000"/>
              <a:gd name="connsiteX368" fmla="*/ 3939824 w 7467600"/>
              <a:gd name="connsiteY368" fmla="*/ 6066900 h 6858000"/>
              <a:gd name="connsiteX369" fmla="*/ 4584537 w 7467600"/>
              <a:gd name="connsiteY369" fmla="*/ 5324826 h 6858000"/>
              <a:gd name="connsiteX370" fmla="*/ 5037105 w 7467600"/>
              <a:gd name="connsiteY370" fmla="*/ 5088765 h 6858000"/>
              <a:gd name="connsiteX371" fmla="*/ 5039930 w 7467600"/>
              <a:gd name="connsiteY371" fmla="*/ 5089585 h 6858000"/>
              <a:gd name="connsiteX372" fmla="*/ 5263764 w 7467600"/>
              <a:gd name="connsiteY372" fmla="*/ 4735525 h 6858000"/>
              <a:gd name="connsiteX373" fmla="*/ 4086300 w 7467600"/>
              <a:gd name="connsiteY373" fmla="*/ 4884599 h 6858000"/>
              <a:gd name="connsiteX374" fmla="*/ 4085485 w 7467600"/>
              <a:gd name="connsiteY374" fmla="*/ 4899070 h 6858000"/>
              <a:gd name="connsiteX375" fmla="*/ 3871915 w 7467600"/>
              <a:gd name="connsiteY375" fmla="*/ 5253645 h 6858000"/>
              <a:gd name="connsiteX376" fmla="*/ 3799374 w 7467600"/>
              <a:gd name="connsiteY376" fmla="*/ 5466127 h 6858000"/>
              <a:gd name="connsiteX377" fmla="*/ 3498850 w 7467600"/>
              <a:gd name="connsiteY377" fmla="*/ 6661888 h 6858000"/>
              <a:gd name="connsiteX378" fmla="*/ 3399216 w 7467600"/>
              <a:gd name="connsiteY378" fmla="*/ 6858000 h 6858000"/>
              <a:gd name="connsiteX379" fmla="*/ 3303688 w 7467600"/>
              <a:gd name="connsiteY379" fmla="*/ 6858000 h 6858000"/>
              <a:gd name="connsiteX380" fmla="*/ 3391774 w 7467600"/>
              <a:gd name="connsiteY380" fmla="*/ 6697181 h 6858000"/>
              <a:gd name="connsiteX381" fmla="*/ 3735540 w 7467600"/>
              <a:gd name="connsiteY381" fmla="*/ 5546923 h 6858000"/>
              <a:gd name="connsiteX382" fmla="*/ 3729438 w 7467600"/>
              <a:gd name="connsiteY382" fmla="*/ 5569058 h 6858000"/>
              <a:gd name="connsiteX383" fmla="*/ 3707782 w 7467600"/>
              <a:gd name="connsiteY383" fmla="*/ 5644908 h 6858000"/>
              <a:gd name="connsiteX384" fmla="*/ 3583827 w 7467600"/>
              <a:gd name="connsiteY384" fmla="*/ 6039215 h 6858000"/>
              <a:gd name="connsiteX385" fmla="*/ 3547861 w 7467600"/>
              <a:gd name="connsiteY385" fmla="*/ 6129609 h 6858000"/>
              <a:gd name="connsiteX386" fmla="*/ 3490905 w 7467600"/>
              <a:gd name="connsiteY386" fmla="*/ 6277660 h 6858000"/>
              <a:gd name="connsiteX387" fmla="*/ 3455859 w 7467600"/>
              <a:gd name="connsiteY387" fmla="*/ 6391301 h 6858000"/>
              <a:gd name="connsiteX388" fmla="*/ 3429112 w 7467600"/>
              <a:gd name="connsiteY388" fmla="*/ 6479469 h 6858000"/>
              <a:gd name="connsiteX389" fmla="*/ 3304862 w 7467600"/>
              <a:gd name="connsiteY389" fmla="*/ 6796476 h 6858000"/>
              <a:gd name="connsiteX390" fmla="*/ 3276071 w 7467600"/>
              <a:gd name="connsiteY390" fmla="*/ 6858000 h 6858000"/>
              <a:gd name="connsiteX391" fmla="*/ 3240805 w 7467600"/>
              <a:gd name="connsiteY391" fmla="*/ 6858000 h 6858000"/>
              <a:gd name="connsiteX392" fmla="*/ 3275917 w 7467600"/>
              <a:gd name="connsiteY392" fmla="*/ 6783192 h 6858000"/>
              <a:gd name="connsiteX393" fmla="*/ 3399358 w 7467600"/>
              <a:gd name="connsiteY393" fmla="*/ 6469011 h 6858000"/>
              <a:gd name="connsiteX394" fmla="*/ 3425650 w 7467600"/>
              <a:gd name="connsiteY394" fmla="*/ 6381333 h 6858000"/>
              <a:gd name="connsiteX395" fmla="*/ 3460661 w 7467600"/>
              <a:gd name="connsiteY395" fmla="*/ 6266763 h 6858000"/>
              <a:gd name="connsiteX396" fmla="*/ 3518021 w 7467600"/>
              <a:gd name="connsiteY396" fmla="*/ 6117298 h 6858000"/>
              <a:gd name="connsiteX397" fmla="*/ 3554035 w 7467600"/>
              <a:gd name="connsiteY397" fmla="*/ 6027832 h 6858000"/>
              <a:gd name="connsiteX398" fmla="*/ 3677174 w 7467600"/>
              <a:gd name="connsiteY398" fmla="*/ 5636351 h 6858000"/>
              <a:gd name="connsiteX399" fmla="*/ 3698819 w 7467600"/>
              <a:gd name="connsiteY399" fmla="*/ 5560503 h 6858000"/>
              <a:gd name="connsiteX400" fmla="*/ 3702094 w 7467600"/>
              <a:gd name="connsiteY400" fmla="*/ 5549194 h 6858000"/>
              <a:gd name="connsiteX401" fmla="*/ 3398355 w 7467600"/>
              <a:gd name="connsiteY401" fmla="*/ 6094603 h 6858000"/>
              <a:gd name="connsiteX402" fmla="*/ 3193941 w 7467600"/>
              <a:gd name="connsiteY402" fmla="*/ 6798775 h 6858000"/>
              <a:gd name="connsiteX403" fmla="*/ 3184140 w 7467600"/>
              <a:gd name="connsiteY403" fmla="*/ 6858000 h 6858000"/>
              <a:gd name="connsiteX404" fmla="*/ 3099978 w 7467600"/>
              <a:gd name="connsiteY404" fmla="*/ 6858000 h 6858000"/>
              <a:gd name="connsiteX405" fmla="*/ 3101556 w 7467600"/>
              <a:gd name="connsiteY405" fmla="*/ 6843337 h 6858000"/>
              <a:gd name="connsiteX406" fmla="*/ 3370162 w 7467600"/>
              <a:gd name="connsiteY406" fmla="*/ 5785550 h 6858000"/>
              <a:gd name="connsiteX407" fmla="*/ 3746477 w 7467600"/>
              <a:gd name="connsiteY407" fmla="*/ 5377889 h 6858000"/>
              <a:gd name="connsiteX408" fmla="*/ 3863399 w 7467600"/>
              <a:gd name="connsiteY408" fmla="*/ 5087257 h 6858000"/>
              <a:gd name="connsiteX409" fmla="*/ 3968712 w 7467600"/>
              <a:gd name="connsiteY409" fmla="*/ 4913989 h 6858000"/>
              <a:gd name="connsiteX410" fmla="*/ 2792390 w 7467600"/>
              <a:gd name="connsiteY410" fmla="*/ 5382974 h 6858000"/>
              <a:gd name="connsiteX411" fmla="*/ 2714982 w 7467600"/>
              <a:gd name="connsiteY411" fmla="*/ 5427051 h 6858000"/>
              <a:gd name="connsiteX412" fmla="*/ 2813361 w 7467600"/>
              <a:gd name="connsiteY412" fmla="*/ 6023912 h 6858000"/>
              <a:gd name="connsiteX413" fmla="*/ 2688430 w 7467600"/>
              <a:gd name="connsiteY413" fmla="*/ 6801564 h 6858000"/>
              <a:gd name="connsiteX414" fmla="*/ 2629626 w 7467600"/>
              <a:gd name="connsiteY414" fmla="*/ 6763394 h 6858000"/>
              <a:gd name="connsiteX415" fmla="*/ 2565328 w 7467600"/>
              <a:gd name="connsiteY415" fmla="*/ 5516399 h 6858000"/>
              <a:gd name="connsiteX416" fmla="*/ 1922999 w 7467600"/>
              <a:gd name="connsiteY416" fmla="*/ 5980343 h 6858000"/>
              <a:gd name="connsiteX417" fmla="*/ 1950261 w 7467600"/>
              <a:gd name="connsiteY417" fmla="*/ 6405858 h 6858000"/>
              <a:gd name="connsiteX418" fmla="*/ 2365554 w 7467600"/>
              <a:gd name="connsiteY418" fmla="*/ 6759107 h 6858000"/>
              <a:gd name="connsiteX419" fmla="*/ 2424142 w 7467600"/>
              <a:gd name="connsiteY419" fmla="*/ 6858000 h 6858000"/>
              <a:gd name="connsiteX420" fmla="*/ 2395994 w 7467600"/>
              <a:gd name="connsiteY420" fmla="*/ 6858000 h 6858000"/>
              <a:gd name="connsiteX421" fmla="*/ 2392863 w 7467600"/>
              <a:gd name="connsiteY421" fmla="*/ 6852964 h 6858000"/>
              <a:gd name="connsiteX422" fmla="*/ 2017589 w 7467600"/>
              <a:gd name="connsiteY422" fmla="*/ 6493982 h 6858000"/>
              <a:gd name="connsiteX423" fmla="*/ 2147336 w 7467600"/>
              <a:gd name="connsiteY423" fmla="*/ 6594052 h 6858000"/>
              <a:gd name="connsiteX424" fmla="*/ 2207047 w 7467600"/>
              <a:gd name="connsiteY424" fmla="*/ 6654540 h 6858000"/>
              <a:gd name="connsiteX425" fmla="*/ 2299106 w 7467600"/>
              <a:gd name="connsiteY425" fmla="*/ 6778931 h 6858000"/>
              <a:gd name="connsiteX426" fmla="*/ 2314430 w 7467600"/>
              <a:gd name="connsiteY426" fmla="*/ 6801144 h 6858000"/>
              <a:gd name="connsiteX427" fmla="*/ 2352406 w 7467600"/>
              <a:gd name="connsiteY427" fmla="*/ 6858000 h 6858000"/>
              <a:gd name="connsiteX428" fmla="*/ 2314492 w 7467600"/>
              <a:gd name="connsiteY428" fmla="*/ 6858000 h 6858000"/>
              <a:gd name="connsiteX429" fmla="*/ 2288095 w 7467600"/>
              <a:gd name="connsiteY429" fmla="*/ 6818030 h 6858000"/>
              <a:gd name="connsiteX430" fmla="*/ 2272768 w 7467600"/>
              <a:gd name="connsiteY430" fmla="*/ 6795822 h 6858000"/>
              <a:gd name="connsiteX431" fmla="*/ 2182715 w 7467600"/>
              <a:gd name="connsiteY431" fmla="*/ 6675071 h 6858000"/>
              <a:gd name="connsiteX432" fmla="*/ 2032061 w 7467600"/>
              <a:gd name="connsiteY432" fmla="*/ 6541380 h 6858000"/>
              <a:gd name="connsiteX433" fmla="*/ 2257220 w 7467600"/>
              <a:gd name="connsiteY433" fmla="*/ 6826257 h 6858000"/>
              <a:gd name="connsiteX434" fmla="*/ 2281324 w 7467600"/>
              <a:gd name="connsiteY434" fmla="*/ 6858000 h 6858000"/>
              <a:gd name="connsiteX435" fmla="*/ 2242860 w 7467600"/>
              <a:gd name="connsiteY435" fmla="*/ 6858000 h 6858000"/>
              <a:gd name="connsiteX436" fmla="*/ 2232818 w 7467600"/>
              <a:gd name="connsiteY436" fmla="*/ 6844926 h 6858000"/>
              <a:gd name="connsiteX437" fmla="*/ 1990172 w 7467600"/>
              <a:gd name="connsiteY437" fmla="*/ 6542121 h 6858000"/>
              <a:gd name="connsiteX438" fmla="*/ 2124090 w 7467600"/>
              <a:gd name="connsiteY438" fmla="*/ 6761017 h 6858000"/>
              <a:gd name="connsiteX439" fmla="*/ 2200380 w 7467600"/>
              <a:gd name="connsiteY439" fmla="*/ 6858000 h 6858000"/>
              <a:gd name="connsiteX440" fmla="*/ 2147507 w 7467600"/>
              <a:gd name="connsiteY440" fmla="*/ 6858000 h 6858000"/>
              <a:gd name="connsiteX441" fmla="*/ 2070668 w 7467600"/>
              <a:gd name="connsiteY441" fmla="*/ 6761520 h 6858000"/>
              <a:gd name="connsiteX442" fmla="*/ 1975142 w 7467600"/>
              <a:gd name="connsiteY442" fmla="*/ 6585570 h 6858000"/>
              <a:gd name="connsiteX443" fmla="*/ 2050035 w 7467600"/>
              <a:gd name="connsiteY443" fmla="*/ 6813345 h 6858000"/>
              <a:gd name="connsiteX444" fmla="*/ 2063025 w 7467600"/>
              <a:gd name="connsiteY444" fmla="*/ 6858000 h 6858000"/>
              <a:gd name="connsiteX445" fmla="*/ 2021675 w 7467600"/>
              <a:gd name="connsiteY445" fmla="*/ 6858000 h 6858000"/>
              <a:gd name="connsiteX446" fmla="*/ 2019308 w 7467600"/>
              <a:gd name="connsiteY446" fmla="*/ 6847118 h 6858000"/>
              <a:gd name="connsiteX447" fmla="*/ 1938835 w 7467600"/>
              <a:gd name="connsiteY447" fmla="*/ 6551160 h 6858000"/>
              <a:gd name="connsiteX448" fmla="*/ 1953230 w 7467600"/>
              <a:gd name="connsiteY448" fmla="*/ 6759699 h 6858000"/>
              <a:gd name="connsiteX449" fmla="*/ 1956763 w 7467600"/>
              <a:gd name="connsiteY449" fmla="*/ 6778191 h 6858000"/>
              <a:gd name="connsiteX450" fmla="*/ 1967925 w 7467600"/>
              <a:gd name="connsiteY450" fmla="*/ 6858000 h 6858000"/>
              <a:gd name="connsiteX451" fmla="*/ 1936622 w 7467600"/>
              <a:gd name="connsiteY451" fmla="*/ 6858000 h 6858000"/>
              <a:gd name="connsiteX452" fmla="*/ 1926261 w 7467600"/>
              <a:gd name="connsiteY452" fmla="*/ 6784064 h 6858000"/>
              <a:gd name="connsiteX453" fmla="*/ 1922724 w 7467600"/>
              <a:gd name="connsiteY453" fmla="*/ 6765577 h 6858000"/>
              <a:gd name="connsiteX454" fmla="*/ 1904650 w 7467600"/>
              <a:gd name="connsiteY454" fmla="*/ 6639616 h 6858000"/>
              <a:gd name="connsiteX455" fmla="*/ 1885273 w 7467600"/>
              <a:gd name="connsiteY455" fmla="*/ 6858000 h 6858000"/>
              <a:gd name="connsiteX456" fmla="*/ 1854363 w 7467600"/>
              <a:gd name="connsiteY456" fmla="*/ 6858000 h 6858000"/>
              <a:gd name="connsiteX457" fmla="*/ 1880391 w 7467600"/>
              <a:gd name="connsiteY457" fmla="*/ 6603796 h 6858000"/>
              <a:gd name="connsiteX458" fmla="*/ 1818273 w 7467600"/>
              <a:gd name="connsiteY458" fmla="*/ 6715729 h 6858000"/>
              <a:gd name="connsiteX459" fmla="*/ 1794691 w 7467600"/>
              <a:gd name="connsiteY459" fmla="*/ 6843239 h 6858000"/>
              <a:gd name="connsiteX460" fmla="*/ 1794914 w 7467600"/>
              <a:gd name="connsiteY460" fmla="*/ 6858000 h 6858000"/>
              <a:gd name="connsiteX461" fmla="*/ 1746128 w 7467600"/>
              <a:gd name="connsiteY461" fmla="*/ 6858000 h 6858000"/>
              <a:gd name="connsiteX462" fmla="*/ 1753934 w 7467600"/>
              <a:gd name="connsiteY462" fmla="*/ 6724796 h 6858000"/>
              <a:gd name="connsiteX463" fmla="*/ 1792053 w 7467600"/>
              <a:gd name="connsiteY463" fmla="*/ 6572396 h 6858000"/>
              <a:gd name="connsiteX464" fmla="*/ 1862248 w 7467600"/>
              <a:gd name="connsiteY464" fmla="*/ 6266397 h 6858000"/>
              <a:gd name="connsiteX465" fmla="*/ 1862250 w 7467600"/>
              <a:gd name="connsiteY465" fmla="*/ 6033531 h 6858000"/>
              <a:gd name="connsiteX466" fmla="*/ 1211999 w 7467600"/>
              <a:gd name="connsiteY466" fmla="*/ 6683610 h 6858000"/>
              <a:gd name="connsiteX467" fmla="*/ 1213266 w 7467600"/>
              <a:gd name="connsiteY467" fmla="*/ 6691947 h 6858000"/>
              <a:gd name="connsiteX468" fmla="*/ 1203370 w 7467600"/>
              <a:gd name="connsiteY468" fmla="*/ 6850676 h 6858000"/>
              <a:gd name="connsiteX469" fmla="*/ 1203671 w 7467600"/>
              <a:gd name="connsiteY469" fmla="*/ 6858000 h 6858000"/>
              <a:gd name="connsiteX470" fmla="*/ 1143180 w 7467600"/>
              <a:gd name="connsiteY470" fmla="*/ 6858000 h 6858000"/>
              <a:gd name="connsiteX471" fmla="*/ 1142176 w 7467600"/>
              <a:gd name="connsiteY471" fmla="*/ 6766045 h 6858000"/>
              <a:gd name="connsiteX472" fmla="*/ 1067484 w 7467600"/>
              <a:gd name="connsiteY472" fmla="*/ 6858000 h 6858000"/>
              <a:gd name="connsiteX473" fmla="*/ 953928 w 7467600"/>
              <a:gd name="connsiteY473" fmla="*/ 6858000 h 6858000"/>
              <a:gd name="connsiteX474" fmla="*/ 959715 w 7467600"/>
              <a:gd name="connsiteY474" fmla="*/ 6850185 h 6858000"/>
              <a:gd name="connsiteX475" fmla="*/ 1483788 w 7467600"/>
              <a:gd name="connsiteY475" fmla="*/ 6259174 h 6858000"/>
              <a:gd name="connsiteX476" fmla="*/ 1100671 w 7467600"/>
              <a:gd name="connsiteY476" fmla="*/ 6252137 h 6858000"/>
              <a:gd name="connsiteX477" fmla="*/ 1090144 w 7467600"/>
              <a:gd name="connsiteY477" fmla="*/ 6256748 h 6858000"/>
              <a:gd name="connsiteX478" fmla="*/ 1095872 w 7467600"/>
              <a:gd name="connsiteY478" fmla="*/ 6271892 h 6858000"/>
              <a:gd name="connsiteX479" fmla="*/ 262785 w 7467600"/>
              <a:gd name="connsiteY479" fmla="*/ 6845450 h 6858000"/>
              <a:gd name="connsiteX480" fmla="*/ 209968 w 7467600"/>
              <a:gd name="connsiteY480" fmla="*/ 6770713 h 6858000"/>
              <a:gd name="connsiteX481" fmla="*/ 873460 w 7467600"/>
              <a:gd name="connsiteY481" fmla="*/ 6253768 h 6858000"/>
              <a:gd name="connsiteX482" fmla="*/ 192686 w 7467600"/>
              <a:gd name="connsiteY482" fmla="*/ 5849257 h 6858000"/>
              <a:gd name="connsiteX483" fmla="*/ 4696 w 7467600"/>
              <a:gd name="connsiteY483" fmla="*/ 5697668 h 6858000"/>
              <a:gd name="connsiteX484" fmla="*/ 0 w 7467600"/>
              <a:gd name="connsiteY484" fmla="*/ 5689984 h 6858000"/>
              <a:gd name="connsiteX485" fmla="*/ 0 w 7467600"/>
              <a:gd name="connsiteY485" fmla="*/ 5513472 h 6858000"/>
              <a:gd name="connsiteX486" fmla="*/ 174101 w 7467600"/>
              <a:gd name="connsiteY486" fmla="*/ 5620277 h 6858000"/>
              <a:gd name="connsiteX487" fmla="*/ 891800 w 7467600"/>
              <a:gd name="connsiteY487" fmla="*/ 6036935 h 6858000"/>
              <a:gd name="connsiteX488" fmla="*/ 1072219 w 7467600"/>
              <a:gd name="connsiteY488" fmla="*/ 6169443 h 6858000"/>
              <a:gd name="connsiteX489" fmla="*/ 1074117 w 7467600"/>
              <a:gd name="connsiteY489" fmla="*/ 6170301 h 6858000"/>
              <a:gd name="connsiteX490" fmla="*/ 1083114 w 7467600"/>
              <a:gd name="connsiteY490" fmla="*/ 6174131 h 6858000"/>
              <a:gd name="connsiteX491" fmla="*/ 1543010 w 7467600"/>
              <a:gd name="connsiteY491" fmla="*/ 6191140 h 6858000"/>
              <a:gd name="connsiteX492" fmla="*/ 1551080 w 7467600"/>
              <a:gd name="connsiteY492" fmla="*/ 6195006 h 6858000"/>
              <a:gd name="connsiteX493" fmla="*/ 2345443 w 7467600"/>
              <a:gd name="connsiteY493" fmla="*/ 5549882 h 6858000"/>
              <a:gd name="connsiteX494" fmla="*/ 1721499 w 7467600"/>
              <a:gd name="connsiteY494" fmla="*/ 5599969 h 6858000"/>
              <a:gd name="connsiteX495" fmla="*/ 767716 w 7467600"/>
              <a:gd name="connsiteY495" fmla="*/ 5472768 h 6858000"/>
              <a:gd name="connsiteX496" fmla="*/ 722147 w 7467600"/>
              <a:gd name="connsiteY496" fmla="*/ 5393091 h 6858000"/>
              <a:gd name="connsiteX497" fmla="*/ 1485552 w 7467600"/>
              <a:gd name="connsiteY497" fmla="*/ 5313202 h 6858000"/>
              <a:gd name="connsiteX498" fmla="*/ 2143004 w 7467600"/>
              <a:gd name="connsiteY498" fmla="*/ 5402420 h 6858000"/>
              <a:gd name="connsiteX499" fmla="*/ 1933391 w 7467600"/>
              <a:gd name="connsiteY499" fmla="*/ 5156971 h 6858000"/>
              <a:gd name="connsiteX500" fmla="*/ 1827118 w 7467600"/>
              <a:gd name="connsiteY500" fmla="*/ 4968410 h 6858000"/>
              <a:gd name="connsiteX501" fmla="*/ 1837349 w 7467600"/>
              <a:gd name="connsiteY501" fmla="*/ 4956357 h 6858000"/>
              <a:gd name="connsiteX502" fmla="*/ 2162835 w 7467600"/>
              <a:gd name="connsiteY502" fmla="*/ 5187853 h 6858000"/>
              <a:gd name="connsiteX503" fmla="*/ 2257167 w 7467600"/>
              <a:gd name="connsiteY503" fmla="*/ 5462123 h 6858000"/>
              <a:gd name="connsiteX504" fmla="*/ 2261598 w 7467600"/>
              <a:gd name="connsiteY504" fmla="*/ 5467998 h 6858000"/>
              <a:gd name="connsiteX505" fmla="*/ 2437177 w 7467600"/>
              <a:gd name="connsiteY505" fmla="*/ 5479608 h 6858000"/>
              <a:gd name="connsiteX506" fmla="*/ 2445247 w 7467600"/>
              <a:gd name="connsiteY506" fmla="*/ 5483476 h 6858000"/>
              <a:gd name="connsiteX507" fmla="*/ 2743626 w 7467600"/>
              <a:gd name="connsiteY507" fmla="*/ 5304819 h 6858000"/>
              <a:gd name="connsiteX508" fmla="*/ 3048102 w 7467600"/>
              <a:gd name="connsiteY508" fmla="*/ 5150595 h 6858000"/>
              <a:gd name="connsiteX509" fmla="*/ 1799414 w 7467600"/>
              <a:gd name="connsiteY509" fmla="*/ 4694732 h 6858000"/>
              <a:gd name="connsiteX510" fmla="*/ 1771735 w 7467600"/>
              <a:gd name="connsiteY510" fmla="*/ 4619929 h 6858000"/>
              <a:gd name="connsiteX511" fmla="*/ 3104273 w 7467600"/>
              <a:gd name="connsiteY511" fmla="*/ 5076159 h 6858000"/>
              <a:gd name="connsiteX512" fmla="*/ 3113245 w 7467600"/>
              <a:gd name="connsiteY512" fmla="*/ 5090705 h 6858000"/>
              <a:gd name="connsiteX513" fmla="*/ 3126294 w 7467600"/>
              <a:gd name="connsiteY513" fmla="*/ 5114400 h 6858000"/>
              <a:gd name="connsiteX514" fmla="*/ 3937433 w 7467600"/>
              <a:gd name="connsiteY514" fmla="*/ 4830473 h 6858000"/>
              <a:gd name="connsiteX515" fmla="*/ 3590475 w 7467600"/>
              <a:gd name="connsiteY515" fmla="*/ 4597974 h 6858000"/>
              <a:gd name="connsiteX516" fmla="*/ 3100264 w 7467600"/>
              <a:gd name="connsiteY516" fmla="*/ 4579845 h 6858000"/>
              <a:gd name="connsiteX517" fmla="*/ 2183576 w 7467600"/>
              <a:gd name="connsiteY517" fmla="*/ 4227150 h 6858000"/>
              <a:gd name="connsiteX518" fmla="*/ 2151029 w 7467600"/>
              <a:gd name="connsiteY518" fmla="*/ 4146947 h 6858000"/>
              <a:gd name="connsiteX519" fmla="*/ 3563434 w 7467600"/>
              <a:gd name="connsiteY519" fmla="*/ 4469115 h 6858000"/>
              <a:gd name="connsiteX520" fmla="*/ 3177952 w 7467600"/>
              <a:gd name="connsiteY520" fmla="*/ 3657386 h 6858000"/>
              <a:gd name="connsiteX521" fmla="*/ 3189263 w 7467600"/>
              <a:gd name="connsiteY521" fmla="*/ 3625726 h 6858000"/>
              <a:gd name="connsiteX522" fmla="*/ 3560912 w 7467600"/>
              <a:gd name="connsiteY522" fmla="*/ 4079863 h 6858000"/>
              <a:gd name="connsiteX523" fmla="*/ 3626636 w 7467600"/>
              <a:gd name="connsiteY523" fmla="*/ 4512230 h 6858000"/>
              <a:gd name="connsiteX524" fmla="*/ 3653088 w 7467600"/>
              <a:gd name="connsiteY524" fmla="*/ 4521417 h 6858000"/>
              <a:gd name="connsiteX525" fmla="*/ 3988128 w 7467600"/>
              <a:gd name="connsiteY525" fmla="*/ 4817267 h 6858000"/>
              <a:gd name="connsiteX526" fmla="*/ 4830582 w 7467600"/>
              <a:gd name="connsiteY526" fmla="*/ 4676000 h 6858000"/>
              <a:gd name="connsiteX527" fmla="*/ 4830100 w 7467600"/>
              <a:gd name="connsiteY527" fmla="*/ 4675554 h 6858000"/>
              <a:gd name="connsiteX528" fmla="*/ 4036318 w 7467600"/>
              <a:gd name="connsiteY528" fmla="*/ 4147013 h 6858000"/>
              <a:gd name="connsiteX529" fmla="*/ 3432098 w 7467600"/>
              <a:gd name="connsiteY529" fmla="*/ 3537312 h 6858000"/>
              <a:gd name="connsiteX530" fmla="*/ 3446761 w 7467600"/>
              <a:gd name="connsiteY530" fmla="*/ 3461278 h 6858000"/>
              <a:gd name="connsiteX531" fmla="*/ 4419733 w 7467600"/>
              <a:gd name="connsiteY531" fmla="*/ 3963555 h 6858000"/>
              <a:gd name="connsiteX532" fmla="*/ 4781371 w 7467600"/>
              <a:gd name="connsiteY532" fmla="*/ 4458604 h 6858000"/>
              <a:gd name="connsiteX533" fmla="*/ 4780440 w 7467600"/>
              <a:gd name="connsiteY533" fmla="*/ 4470290 h 6858000"/>
              <a:gd name="connsiteX534" fmla="*/ 4898954 w 7467600"/>
              <a:gd name="connsiteY534" fmla="*/ 4662092 h 6858000"/>
              <a:gd name="connsiteX535" fmla="*/ 4900699 w 7467600"/>
              <a:gd name="connsiteY535" fmla="*/ 4670867 h 6858000"/>
              <a:gd name="connsiteX536" fmla="*/ 5714511 w 7467600"/>
              <a:gd name="connsiteY536" fmla="*/ 4663483 h 6858000"/>
              <a:gd name="connsiteX537" fmla="*/ 5464793 w 7467600"/>
              <a:gd name="connsiteY537" fmla="*/ 4393556 h 6858000"/>
              <a:gd name="connsiteX538" fmla="*/ 5461897 w 7467600"/>
              <a:gd name="connsiteY538" fmla="*/ 4390879 h 6858000"/>
              <a:gd name="connsiteX539" fmla="*/ 4294126 w 7467600"/>
              <a:gd name="connsiteY539" fmla="*/ 3303048 h 6858000"/>
              <a:gd name="connsiteX540" fmla="*/ 4305321 w 7467600"/>
              <a:gd name="connsiteY540" fmla="*/ 3256953 h 6858000"/>
              <a:gd name="connsiteX541" fmla="*/ 4949299 w 7467600"/>
              <a:gd name="connsiteY541" fmla="*/ 3766336 h 6858000"/>
              <a:gd name="connsiteX542" fmla="*/ 5291452 w 7467600"/>
              <a:gd name="connsiteY542" fmla="*/ 4076801 h 6858000"/>
              <a:gd name="connsiteX543" fmla="*/ 5434998 w 7467600"/>
              <a:gd name="connsiteY543" fmla="*/ 4254100 h 6858000"/>
              <a:gd name="connsiteX544" fmla="*/ 5351015 w 7467600"/>
              <a:gd name="connsiteY544" fmla="*/ 3760989 h 6858000"/>
              <a:gd name="connsiteX545" fmla="*/ 5413780 w 7467600"/>
              <a:gd name="connsiteY545" fmla="*/ 2966265 h 6858000"/>
              <a:gd name="connsiteX546" fmla="*/ 5425627 w 7467600"/>
              <a:gd name="connsiteY546" fmla="*/ 2954192 h 6858000"/>
              <a:gd name="connsiteX547" fmla="*/ 6604735 w 7467600"/>
              <a:gd name="connsiteY547" fmla="*/ 2041381 h 6858000"/>
              <a:gd name="connsiteX548" fmla="*/ 7204487 w 7467600"/>
              <a:gd name="connsiteY548" fmla="*/ 2742112 h 6858000"/>
              <a:gd name="connsiteX549" fmla="*/ 7131592 w 7467600"/>
              <a:gd name="connsiteY549" fmla="*/ 2672096 h 6858000"/>
              <a:gd name="connsiteX550" fmla="*/ 6996344 w 7467600"/>
              <a:gd name="connsiteY550" fmla="*/ 2518310 h 6858000"/>
              <a:gd name="connsiteX551" fmla="*/ 6735495 w 7467600"/>
              <a:gd name="connsiteY551" fmla="*/ 2196890 h 6858000"/>
              <a:gd name="connsiteX552" fmla="*/ 6721901 w 7467600"/>
              <a:gd name="connsiteY552" fmla="*/ 2179274 h 6858000"/>
              <a:gd name="connsiteX553" fmla="*/ 6604735 w 7467600"/>
              <a:gd name="connsiteY553" fmla="*/ 2041381 h 6858000"/>
              <a:gd name="connsiteX554" fmla="*/ 6591670 w 7467600"/>
              <a:gd name="connsiteY554" fmla="*/ 1988277 h 6858000"/>
              <a:gd name="connsiteX555" fmla="*/ 6747349 w 7467600"/>
              <a:gd name="connsiteY555" fmla="*/ 2160069 h 6858000"/>
              <a:gd name="connsiteX556" fmla="*/ 6760943 w 7467600"/>
              <a:gd name="connsiteY556" fmla="*/ 2177686 h 6858000"/>
              <a:gd name="connsiteX557" fmla="*/ 7021065 w 7467600"/>
              <a:gd name="connsiteY557" fmla="*/ 2498102 h 6858000"/>
              <a:gd name="connsiteX558" fmla="*/ 7155223 w 7467600"/>
              <a:gd name="connsiteY558" fmla="*/ 2650386 h 6858000"/>
              <a:gd name="connsiteX559" fmla="*/ 7203167 w 7467600"/>
              <a:gd name="connsiteY559" fmla="*/ 2697288 h 6858000"/>
              <a:gd name="connsiteX560" fmla="*/ 6937703 w 7467600"/>
              <a:gd name="connsiteY560" fmla="*/ 2321981 h 6858000"/>
              <a:gd name="connsiteX561" fmla="*/ 6591670 w 7467600"/>
              <a:gd name="connsiteY561" fmla="*/ 1988277 h 6858000"/>
              <a:gd name="connsiteX562" fmla="*/ 5798671 w 7467600"/>
              <a:gd name="connsiteY562" fmla="*/ 1981601 h 6858000"/>
              <a:gd name="connsiteX563" fmla="*/ 5754709 w 7467600"/>
              <a:gd name="connsiteY563" fmla="*/ 2071454 h 6858000"/>
              <a:gd name="connsiteX564" fmla="*/ 5763044 w 7467600"/>
              <a:gd name="connsiteY564" fmla="*/ 2842206 h 6858000"/>
              <a:gd name="connsiteX565" fmla="*/ 5764974 w 7467600"/>
              <a:gd name="connsiteY565" fmla="*/ 2799609 h 6858000"/>
              <a:gd name="connsiteX566" fmla="*/ 5767665 w 7467600"/>
              <a:gd name="connsiteY566" fmla="*/ 2666409 h 6858000"/>
              <a:gd name="connsiteX567" fmla="*/ 5763055 w 7467600"/>
              <a:gd name="connsiteY567" fmla="*/ 2579705 h 6858000"/>
              <a:gd name="connsiteX568" fmla="*/ 5758079 w 7467600"/>
              <a:gd name="connsiteY568" fmla="*/ 2492508 h 6858000"/>
              <a:gd name="connsiteX569" fmla="*/ 5779325 w 7467600"/>
              <a:gd name="connsiteY569" fmla="*/ 2197069 h 6858000"/>
              <a:gd name="connsiteX570" fmla="*/ 5798671 w 7467600"/>
              <a:gd name="connsiteY570" fmla="*/ 1981601 h 6858000"/>
              <a:gd name="connsiteX571" fmla="*/ 5829202 w 7467600"/>
              <a:gd name="connsiteY571" fmla="*/ 1971679 h 6858000"/>
              <a:gd name="connsiteX572" fmla="*/ 5809558 w 7467600"/>
              <a:gd name="connsiteY572" fmla="*/ 2198043 h 6858000"/>
              <a:gd name="connsiteX573" fmla="*/ 5788653 w 7467600"/>
              <a:gd name="connsiteY573" fmla="*/ 2489430 h 6858000"/>
              <a:gd name="connsiteX574" fmla="*/ 5793439 w 7467600"/>
              <a:gd name="connsiteY574" fmla="*/ 2575235 h 6858000"/>
              <a:gd name="connsiteX575" fmla="*/ 5796837 w 7467600"/>
              <a:gd name="connsiteY575" fmla="*/ 2637633 h 6858000"/>
              <a:gd name="connsiteX576" fmla="*/ 5818614 w 7467600"/>
              <a:gd name="connsiteY576" fmla="*/ 2473055 h 6858000"/>
              <a:gd name="connsiteX577" fmla="*/ 5829202 w 7467600"/>
              <a:gd name="connsiteY577" fmla="*/ 1971679 h 6858000"/>
              <a:gd name="connsiteX578" fmla="*/ 5911389 w 7467600"/>
              <a:gd name="connsiteY578" fmla="*/ 1898371 h 6858000"/>
              <a:gd name="connsiteX579" fmla="*/ 6237627 w 7467600"/>
              <a:gd name="connsiteY579" fmla="*/ 2231921 h 6858000"/>
              <a:gd name="connsiteX580" fmla="*/ 5911389 w 7467600"/>
              <a:gd name="connsiteY580" fmla="*/ 1898371 h 6858000"/>
              <a:gd name="connsiteX581" fmla="*/ 6944437 w 7467600"/>
              <a:gd name="connsiteY581" fmla="*/ 1575402 h 6858000"/>
              <a:gd name="connsiteX582" fmla="*/ 6304730 w 7467600"/>
              <a:gd name="connsiteY582" fmla="*/ 1766654 h 6858000"/>
              <a:gd name="connsiteX583" fmla="*/ 6944437 w 7467600"/>
              <a:gd name="connsiteY583" fmla="*/ 1575402 h 6858000"/>
              <a:gd name="connsiteX584" fmla="*/ 7019523 w 7467600"/>
              <a:gd name="connsiteY584" fmla="*/ 1519450 h 6858000"/>
              <a:gd name="connsiteX585" fmla="*/ 6298091 w 7467600"/>
              <a:gd name="connsiteY585" fmla="*/ 1737122 h 6858000"/>
              <a:gd name="connsiteX586" fmla="*/ 7019523 w 7467600"/>
              <a:gd name="connsiteY586" fmla="*/ 1519450 h 6858000"/>
              <a:gd name="connsiteX587" fmla="*/ 2399523 w 7467600"/>
              <a:gd name="connsiteY587" fmla="*/ 1428234 h 6858000"/>
              <a:gd name="connsiteX588" fmla="*/ 2224982 w 7467600"/>
              <a:gd name="connsiteY588" fmla="*/ 1826201 h 6858000"/>
              <a:gd name="connsiteX589" fmla="*/ 2096099 w 7467600"/>
              <a:gd name="connsiteY589" fmla="*/ 2345900 h 6858000"/>
              <a:gd name="connsiteX590" fmla="*/ 2283317 w 7467600"/>
              <a:gd name="connsiteY590" fmla="*/ 1796925 h 6858000"/>
              <a:gd name="connsiteX591" fmla="*/ 2399523 w 7467600"/>
              <a:gd name="connsiteY591" fmla="*/ 1428234 h 6858000"/>
              <a:gd name="connsiteX592" fmla="*/ 2448558 w 7467600"/>
              <a:gd name="connsiteY592" fmla="*/ 1373435 h 6858000"/>
              <a:gd name="connsiteX593" fmla="*/ 2312521 w 7467600"/>
              <a:gd name="connsiteY593" fmla="*/ 1806140 h 6858000"/>
              <a:gd name="connsiteX594" fmla="*/ 2127533 w 7467600"/>
              <a:gd name="connsiteY594" fmla="*/ 2348380 h 6858000"/>
              <a:gd name="connsiteX595" fmla="*/ 2358080 w 7467600"/>
              <a:gd name="connsiteY595" fmla="*/ 1866134 h 6858000"/>
              <a:gd name="connsiteX596" fmla="*/ 2407436 w 7467600"/>
              <a:gd name="connsiteY596" fmla="*/ 1651070 h 6858000"/>
              <a:gd name="connsiteX597" fmla="*/ 2448558 w 7467600"/>
              <a:gd name="connsiteY597" fmla="*/ 1373435 h 6858000"/>
              <a:gd name="connsiteX598" fmla="*/ 278707 w 7467600"/>
              <a:gd name="connsiteY598" fmla="*/ 1352270 h 6858000"/>
              <a:gd name="connsiteX599" fmla="*/ 321570 w 7467600"/>
              <a:gd name="connsiteY599" fmla="*/ 1861610 h 6858000"/>
              <a:gd name="connsiteX600" fmla="*/ 294281 w 7467600"/>
              <a:gd name="connsiteY600" fmla="*/ 1440658 h 6858000"/>
              <a:gd name="connsiteX601" fmla="*/ 278707 w 7467600"/>
              <a:gd name="connsiteY601" fmla="*/ 1352270 h 6858000"/>
              <a:gd name="connsiteX602" fmla="*/ 1423821 w 7467600"/>
              <a:gd name="connsiteY602" fmla="*/ 1351958 h 6858000"/>
              <a:gd name="connsiteX603" fmla="*/ 1638521 w 7467600"/>
              <a:gd name="connsiteY603" fmla="*/ 1908470 h 6858000"/>
              <a:gd name="connsiteX604" fmla="*/ 1754199 w 7467600"/>
              <a:gd name="connsiteY604" fmla="*/ 2149284 h 6858000"/>
              <a:gd name="connsiteX605" fmla="*/ 1908359 w 7467600"/>
              <a:gd name="connsiteY605" fmla="*/ 2364988 h 6858000"/>
              <a:gd name="connsiteX606" fmla="*/ 1647661 w 7467600"/>
              <a:gd name="connsiteY606" fmla="*/ 1825945 h 6858000"/>
              <a:gd name="connsiteX607" fmla="*/ 1423821 w 7467600"/>
              <a:gd name="connsiteY607" fmla="*/ 1351958 h 6858000"/>
              <a:gd name="connsiteX608" fmla="*/ 1431890 w 7467600"/>
              <a:gd name="connsiteY608" fmla="*/ 1306475 h 6858000"/>
              <a:gd name="connsiteX609" fmla="*/ 1507597 w 7467600"/>
              <a:gd name="connsiteY609" fmla="*/ 1446132 h 6858000"/>
              <a:gd name="connsiteX610" fmla="*/ 1674586 w 7467600"/>
              <a:gd name="connsiteY610" fmla="*/ 1813832 h 6858000"/>
              <a:gd name="connsiteX611" fmla="*/ 1815950 w 7467600"/>
              <a:gd name="connsiteY611" fmla="*/ 2128564 h 6858000"/>
              <a:gd name="connsiteX612" fmla="*/ 1984242 w 7467600"/>
              <a:gd name="connsiteY612" fmla="*/ 2430829 h 6858000"/>
              <a:gd name="connsiteX613" fmla="*/ 2014023 w 7467600"/>
              <a:gd name="connsiteY613" fmla="*/ 2450995 h 6858000"/>
              <a:gd name="connsiteX614" fmla="*/ 1747337 w 7467600"/>
              <a:gd name="connsiteY614" fmla="*/ 1855264 h 6858000"/>
              <a:gd name="connsiteX615" fmla="*/ 1533749 w 7467600"/>
              <a:gd name="connsiteY615" fmla="*/ 1478656 h 6858000"/>
              <a:gd name="connsiteX616" fmla="*/ 1431890 w 7467600"/>
              <a:gd name="connsiteY616" fmla="*/ 1306475 h 6858000"/>
              <a:gd name="connsiteX617" fmla="*/ 5052692 w 7467600"/>
              <a:gd name="connsiteY617" fmla="*/ 1292994 h 6858000"/>
              <a:gd name="connsiteX618" fmla="*/ 5200661 w 7467600"/>
              <a:gd name="connsiteY618" fmla="*/ 1635186 h 6858000"/>
              <a:gd name="connsiteX619" fmla="*/ 5297138 w 7467600"/>
              <a:gd name="connsiteY619" fmla="*/ 1906351 h 6858000"/>
              <a:gd name="connsiteX620" fmla="*/ 5052692 w 7467600"/>
              <a:gd name="connsiteY620" fmla="*/ 1292994 h 6858000"/>
              <a:gd name="connsiteX621" fmla="*/ 5009948 w 7467600"/>
              <a:gd name="connsiteY621" fmla="*/ 1273619 h 6858000"/>
              <a:gd name="connsiteX622" fmla="*/ 5121777 w 7467600"/>
              <a:gd name="connsiteY622" fmla="*/ 1654213 h 6858000"/>
              <a:gd name="connsiteX623" fmla="*/ 5293545 w 7467600"/>
              <a:gd name="connsiteY623" fmla="*/ 2072247 h 6858000"/>
              <a:gd name="connsiteX624" fmla="*/ 5294042 w 7467600"/>
              <a:gd name="connsiteY624" fmla="*/ 2065019 h 6858000"/>
              <a:gd name="connsiteX625" fmla="*/ 5171936 w 7467600"/>
              <a:gd name="connsiteY625" fmla="*/ 1647613 h 6858000"/>
              <a:gd name="connsiteX626" fmla="*/ 5009948 w 7467600"/>
              <a:gd name="connsiteY626" fmla="*/ 1273619 h 6858000"/>
              <a:gd name="connsiteX627" fmla="*/ 655236 w 7467600"/>
              <a:gd name="connsiteY627" fmla="*/ 1268632 h 6858000"/>
              <a:gd name="connsiteX628" fmla="*/ 839521 w 7467600"/>
              <a:gd name="connsiteY628" fmla="*/ 1685315 h 6858000"/>
              <a:gd name="connsiteX629" fmla="*/ 1109416 w 7467600"/>
              <a:gd name="connsiteY629" fmla="*/ 2061663 h 6858000"/>
              <a:gd name="connsiteX630" fmla="*/ 1298300 w 7467600"/>
              <a:gd name="connsiteY630" fmla="*/ 2247742 h 6858000"/>
              <a:gd name="connsiteX631" fmla="*/ 1125871 w 7467600"/>
              <a:gd name="connsiteY631" fmla="*/ 1989513 h 6858000"/>
              <a:gd name="connsiteX632" fmla="*/ 981574 w 7467600"/>
              <a:gd name="connsiteY632" fmla="*/ 1783157 h 6858000"/>
              <a:gd name="connsiteX633" fmla="*/ 922198 w 7467600"/>
              <a:gd name="connsiteY633" fmla="*/ 1677437 h 6858000"/>
              <a:gd name="connsiteX634" fmla="*/ 869293 w 7467600"/>
              <a:gd name="connsiteY634" fmla="*/ 1583214 h 6858000"/>
              <a:gd name="connsiteX635" fmla="*/ 751431 w 7467600"/>
              <a:gd name="connsiteY635" fmla="*/ 1405731 h 6858000"/>
              <a:gd name="connsiteX636" fmla="*/ 655236 w 7467600"/>
              <a:gd name="connsiteY636" fmla="*/ 1268632 h 6858000"/>
              <a:gd name="connsiteX637" fmla="*/ 6516292 w 7467600"/>
              <a:gd name="connsiteY637" fmla="*/ 1263064 h 6858000"/>
              <a:gd name="connsiteX638" fmla="*/ 5736320 w 7467600"/>
              <a:gd name="connsiteY638" fmla="*/ 1501803 h 6858000"/>
              <a:gd name="connsiteX639" fmla="*/ 6516292 w 7467600"/>
              <a:gd name="connsiteY639" fmla="*/ 1263064 h 6858000"/>
              <a:gd name="connsiteX640" fmla="*/ 291466 w 7467600"/>
              <a:gd name="connsiteY640" fmla="*/ 1250369 h 6858000"/>
              <a:gd name="connsiteX641" fmla="*/ 323180 w 7467600"/>
              <a:gd name="connsiteY641" fmla="*/ 1435283 h 6858000"/>
              <a:gd name="connsiteX642" fmla="*/ 349381 w 7467600"/>
              <a:gd name="connsiteY642" fmla="*/ 1875041 h 6858000"/>
              <a:gd name="connsiteX643" fmla="*/ 374363 w 7467600"/>
              <a:gd name="connsiteY643" fmla="*/ 1506494 h 6858000"/>
              <a:gd name="connsiteX644" fmla="*/ 302168 w 7467600"/>
              <a:gd name="connsiteY644" fmla="*/ 1274495 h 6858000"/>
              <a:gd name="connsiteX645" fmla="*/ 291466 w 7467600"/>
              <a:gd name="connsiteY645" fmla="*/ 1250369 h 6858000"/>
              <a:gd name="connsiteX646" fmla="*/ 678222 w 7467600"/>
              <a:gd name="connsiteY646" fmla="*/ 1248670 h 6858000"/>
              <a:gd name="connsiteX647" fmla="*/ 775536 w 7467600"/>
              <a:gd name="connsiteY647" fmla="*/ 1388015 h 6858000"/>
              <a:gd name="connsiteX648" fmla="*/ 894529 w 7467600"/>
              <a:gd name="connsiteY648" fmla="*/ 1567739 h 6858000"/>
              <a:gd name="connsiteX649" fmla="*/ 948000 w 7467600"/>
              <a:gd name="connsiteY649" fmla="*/ 1663088 h 6858000"/>
              <a:gd name="connsiteX650" fmla="*/ 1006812 w 7467600"/>
              <a:gd name="connsiteY650" fmla="*/ 1767683 h 6858000"/>
              <a:gd name="connsiteX651" fmla="*/ 1149133 w 7467600"/>
              <a:gd name="connsiteY651" fmla="*/ 1971513 h 6858000"/>
              <a:gd name="connsiteX652" fmla="*/ 1333952 w 7467600"/>
              <a:gd name="connsiteY652" fmla="*/ 2251620 h 6858000"/>
              <a:gd name="connsiteX653" fmla="*/ 1337329 w 7467600"/>
              <a:gd name="connsiteY653" fmla="*/ 2258350 h 6858000"/>
              <a:gd name="connsiteX654" fmla="*/ 1014726 w 7467600"/>
              <a:gd name="connsiteY654" fmla="*/ 1615556 h 6858000"/>
              <a:gd name="connsiteX655" fmla="*/ 678222 w 7467600"/>
              <a:gd name="connsiteY655" fmla="*/ 1248670 h 6858000"/>
              <a:gd name="connsiteX656" fmla="*/ 6691602 w 7467600"/>
              <a:gd name="connsiteY656" fmla="*/ 1140573 h 6858000"/>
              <a:gd name="connsiteX657" fmla="*/ 6571100 w 7467600"/>
              <a:gd name="connsiteY657" fmla="*/ 1183662 h 6858000"/>
              <a:gd name="connsiteX658" fmla="*/ 6241687 w 7467600"/>
              <a:gd name="connsiteY658" fmla="*/ 1257600 h 6858000"/>
              <a:gd name="connsiteX659" fmla="*/ 5693009 w 7467600"/>
              <a:gd name="connsiteY659" fmla="*/ 1478256 h 6858000"/>
              <a:gd name="connsiteX660" fmla="*/ 6548420 w 7467600"/>
              <a:gd name="connsiteY660" fmla="*/ 1214599 h 6858000"/>
              <a:gd name="connsiteX661" fmla="*/ 6605473 w 7467600"/>
              <a:gd name="connsiteY661" fmla="*/ 1184686 h 6858000"/>
              <a:gd name="connsiteX662" fmla="*/ 6691602 w 7467600"/>
              <a:gd name="connsiteY662" fmla="*/ 1140573 h 6858000"/>
              <a:gd name="connsiteX663" fmla="*/ 4002475 w 7467600"/>
              <a:gd name="connsiteY663" fmla="*/ 1037802 h 6858000"/>
              <a:gd name="connsiteX664" fmla="*/ 4000324 w 7467600"/>
              <a:gd name="connsiteY664" fmla="*/ 1039362 h 6858000"/>
              <a:gd name="connsiteX665" fmla="*/ 4002862 w 7467600"/>
              <a:gd name="connsiteY665" fmla="*/ 1042866 h 6858000"/>
              <a:gd name="connsiteX666" fmla="*/ 4002475 w 7467600"/>
              <a:gd name="connsiteY666" fmla="*/ 1037802 h 6858000"/>
              <a:gd name="connsiteX667" fmla="*/ 506322 w 7467600"/>
              <a:gd name="connsiteY667" fmla="*/ 1020997 h 6858000"/>
              <a:gd name="connsiteX668" fmla="*/ 533068 w 7467600"/>
              <a:gd name="connsiteY668" fmla="*/ 1029409 h 6858000"/>
              <a:gd name="connsiteX669" fmla="*/ 1232525 w 7467600"/>
              <a:gd name="connsiteY669" fmla="*/ 1804675 h 6858000"/>
              <a:gd name="connsiteX670" fmla="*/ 1388858 w 7467600"/>
              <a:gd name="connsiteY670" fmla="*/ 2368011 h 6858000"/>
              <a:gd name="connsiteX671" fmla="*/ 1384098 w 7467600"/>
              <a:gd name="connsiteY671" fmla="*/ 2378125 h 6858000"/>
              <a:gd name="connsiteX672" fmla="*/ 1425393 w 7467600"/>
              <a:gd name="connsiteY672" fmla="*/ 2589124 h 6858000"/>
              <a:gd name="connsiteX673" fmla="*/ 1424001 w 7467600"/>
              <a:gd name="connsiteY673" fmla="*/ 2597541 h 6858000"/>
              <a:gd name="connsiteX674" fmla="*/ 2152729 w 7467600"/>
              <a:gd name="connsiteY674" fmla="*/ 2864487 h 6858000"/>
              <a:gd name="connsiteX675" fmla="*/ 2020609 w 7467600"/>
              <a:gd name="connsiteY675" fmla="*/ 2539671 h 6858000"/>
              <a:gd name="connsiteX676" fmla="*/ 2018920 w 7467600"/>
              <a:gd name="connsiteY676" fmla="*/ 2536309 h 6858000"/>
              <a:gd name="connsiteX677" fmla="*/ 1342441 w 7467600"/>
              <a:gd name="connsiteY677" fmla="*/ 1173017 h 6858000"/>
              <a:gd name="connsiteX678" fmla="*/ 1367925 w 7467600"/>
              <a:gd name="connsiteY678" fmla="*/ 1135648 h 6858000"/>
              <a:gd name="connsiteX679" fmla="*/ 1771401 w 7467600"/>
              <a:gd name="connsiteY679" fmla="*/ 1806673 h 6858000"/>
              <a:gd name="connsiteX680" fmla="*/ 1972385 w 7467600"/>
              <a:gd name="connsiteY680" fmla="*/ 2198735 h 6858000"/>
              <a:gd name="connsiteX681" fmla="*/ 2040892 w 7467600"/>
              <a:gd name="connsiteY681" fmla="*/ 2405205 h 6858000"/>
              <a:gd name="connsiteX682" fmla="*/ 2131689 w 7467600"/>
              <a:gd name="connsiteY682" fmla="*/ 1936926 h 6858000"/>
              <a:gd name="connsiteX683" fmla="*/ 2454820 w 7467600"/>
              <a:gd name="connsiteY683" fmla="*/ 1248808 h 6858000"/>
              <a:gd name="connsiteX684" fmla="*/ 2492512 w 7467600"/>
              <a:gd name="connsiteY684" fmla="*/ 1302920 h 6858000"/>
              <a:gd name="connsiteX685" fmla="*/ 2081216 w 7467600"/>
              <a:gd name="connsiteY685" fmla="*/ 2527513 h 6858000"/>
              <a:gd name="connsiteX686" fmla="*/ 2081211 w 7467600"/>
              <a:gd name="connsiteY686" fmla="*/ 2528916 h 6858000"/>
              <a:gd name="connsiteX687" fmla="*/ 2199067 w 7467600"/>
              <a:gd name="connsiteY687" fmla="*/ 2884061 h 6858000"/>
              <a:gd name="connsiteX688" fmla="*/ 3192586 w 7467600"/>
              <a:gd name="connsiteY688" fmla="*/ 3411496 h 6858000"/>
              <a:gd name="connsiteX689" fmla="*/ 3182620 w 7467600"/>
              <a:gd name="connsiteY689" fmla="*/ 3483279 h 6858000"/>
              <a:gd name="connsiteX690" fmla="*/ 2435119 w 7467600"/>
              <a:gd name="connsiteY690" fmla="*/ 3080173 h 6858000"/>
              <a:gd name="connsiteX691" fmla="*/ 2410152 w 7467600"/>
              <a:gd name="connsiteY691" fmla="*/ 3063751 h 6858000"/>
              <a:gd name="connsiteX692" fmla="*/ 2408099 w 7467600"/>
              <a:gd name="connsiteY692" fmla="*/ 3064403 h 6858000"/>
              <a:gd name="connsiteX693" fmla="*/ 2407218 w 7467600"/>
              <a:gd name="connsiteY693" fmla="*/ 3070324 h 6858000"/>
              <a:gd name="connsiteX694" fmla="*/ 2380138 w 7467600"/>
              <a:gd name="connsiteY694" fmla="*/ 3099341 h 6858000"/>
              <a:gd name="connsiteX695" fmla="*/ 1765923 w 7467600"/>
              <a:gd name="connsiteY695" fmla="*/ 3581043 h 6858000"/>
              <a:gd name="connsiteX696" fmla="*/ 1702258 w 7467600"/>
              <a:gd name="connsiteY696" fmla="*/ 3612286 h 6858000"/>
              <a:gd name="connsiteX697" fmla="*/ 1538370 w 7467600"/>
              <a:gd name="connsiteY697" fmla="*/ 3811804 h 6858000"/>
              <a:gd name="connsiteX698" fmla="*/ 542867 w 7467600"/>
              <a:gd name="connsiteY698" fmla="*/ 4944092 h 6858000"/>
              <a:gd name="connsiteX699" fmla="*/ 515800 w 7467600"/>
              <a:gd name="connsiteY699" fmla="*/ 4862180 h 6858000"/>
              <a:gd name="connsiteX700" fmla="*/ 909145 w 7467600"/>
              <a:gd name="connsiteY700" fmla="*/ 4199225 h 6858000"/>
              <a:gd name="connsiteX701" fmla="*/ 1214067 w 7467600"/>
              <a:gd name="connsiteY701" fmla="*/ 3908561 h 6858000"/>
              <a:gd name="connsiteX702" fmla="*/ 640967 w 7467600"/>
              <a:gd name="connsiteY702" fmla="*/ 4105601 h 6858000"/>
              <a:gd name="connsiteX703" fmla="*/ 112563 w 7467600"/>
              <a:gd name="connsiteY703" fmla="*/ 4396952 h 6858000"/>
              <a:gd name="connsiteX704" fmla="*/ 0 w 7467600"/>
              <a:gd name="connsiteY704" fmla="*/ 4466006 h 6858000"/>
              <a:gd name="connsiteX705" fmla="*/ 0 w 7467600"/>
              <a:gd name="connsiteY705" fmla="*/ 4233763 h 6858000"/>
              <a:gd name="connsiteX706" fmla="*/ 36881 w 7467600"/>
              <a:gd name="connsiteY706" fmla="*/ 4200118 h 6858000"/>
              <a:gd name="connsiteX707" fmla="*/ 910534 w 7467600"/>
              <a:gd name="connsiteY707" fmla="*/ 3629753 h 6858000"/>
              <a:gd name="connsiteX708" fmla="*/ 1578717 w 7467600"/>
              <a:gd name="connsiteY708" fmla="*/ 3575982 h 6858000"/>
              <a:gd name="connsiteX709" fmla="*/ 2338780 w 7467600"/>
              <a:gd name="connsiteY709" fmla="*/ 3033725 h 6858000"/>
              <a:gd name="connsiteX710" fmla="*/ 1807991 w 7467600"/>
              <a:gd name="connsiteY710" fmla="*/ 2807184 h 6858000"/>
              <a:gd name="connsiteX711" fmla="*/ 1416358 w 7467600"/>
              <a:gd name="connsiteY711" fmla="*/ 3112571 h 6858000"/>
              <a:gd name="connsiteX712" fmla="*/ 939066 w 7467600"/>
              <a:gd name="connsiteY712" fmla="*/ 3378798 h 6858000"/>
              <a:gd name="connsiteX713" fmla="*/ 115099 w 7467600"/>
              <a:gd name="connsiteY713" fmla="*/ 3607650 h 6858000"/>
              <a:gd name="connsiteX714" fmla="*/ 97284 w 7467600"/>
              <a:gd name="connsiteY714" fmla="*/ 3520393 h 6858000"/>
              <a:gd name="connsiteX715" fmla="*/ 922050 w 7467600"/>
              <a:gd name="connsiteY715" fmla="*/ 3074867 h 6858000"/>
              <a:gd name="connsiteX716" fmla="*/ 1405265 w 7467600"/>
              <a:gd name="connsiteY716" fmla="*/ 3016319 h 6858000"/>
              <a:gd name="connsiteX717" fmla="*/ 1407512 w 7467600"/>
              <a:gd name="connsiteY717" fmla="*/ 3018001 h 6858000"/>
              <a:gd name="connsiteX718" fmla="*/ 1726266 w 7467600"/>
              <a:gd name="connsiteY718" fmla="*/ 2777274 h 6858000"/>
              <a:gd name="connsiteX719" fmla="*/ 625390 w 7467600"/>
              <a:gd name="connsiteY719" fmla="*/ 2514541 h 6858000"/>
              <a:gd name="connsiteX720" fmla="*/ 619799 w 7467600"/>
              <a:gd name="connsiteY720" fmla="*/ 2527180 h 6858000"/>
              <a:gd name="connsiteX721" fmla="*/ 310030 w 7467600"/>
              <a:gd name="connsiteY721" fmla="*/ 2771818 h 6858000"/>
              <a:gd name="connsiteX722" fmla="*/ 173877 w 7467600"/>
              <a:gd name="connsiteY722" fmla="*/ 2937056 h 6858000"/>
              <a:gd name="connsiteX723" fmla="*/ 77889 w 7467600"/>
              <a:gd name="connsiteY723" fmla="*/ 3138440 h 6858000"/>
              <a:gd name="connsiteX724" fmla="*/ 0 w 7467600"/>
              <a:gd name="connsiteY724" fmla="*/ 3271395 h 6858000"/>
              <a:gd name="connsiteX725" fmla="*/ 0 w 7467600"/>
              <a:gd name="connsiteY725" fmla="*/ 3153002 h 6858000"/>
              <a:gd name="connsiteX726" fmla="*/ 2386 w 7467600"/>
              <a:gd name="connsiteY726" fmla="*/ 3149203 h 6858000"/>
              <a:gd name="connsiteX727" fmla="*/ 89753 w 7467600"/>
              <a:gd name="connsiteY727" fmla="*/ 2987702 h 6858000"/>
              <a:gd name="connsiteX728" fmla="*/ 76869 w 7467600"/>
              <a:gd name="connsiteY728" fmla="*/ 3005404 h 6858000"/>
              <a:gd name="connsiteX729" fmla="*/ 32049 w 7467600"/>
              <a:gd name="connsiteY729" fmla="*/ 3065814 h 6858000"/>
              <a:gd name="connsiteX730" fmla="*/ 0 w 7467600"/>
              <a:gd name="connsiteY730" fmla="*/ 3108744 h 6858000"/>
              <a:gd name="connsiteX731" fmla="*/ 0 w 7467600"/>
              <a:gd name="connsiteY731" fmla="*/ 3058059 h 6858000"/>
              <a:gd name="connsiteX732" fmla="*/ 7610 w 7467600"/>
              <a:gd name="connsiteY732" fmla="*/ 3047889 h 6858000"/>
              <a:gd name="connsiteX733" fmla="*/ 52419 w 7467600"/>
              <a:gd name="connsiteY733" fmla="*/ 2987479 h 6858000"/>
              <a:gd name="connsiteX734" fmla="*/ 59142 w 7467600"/>
              <a:gd name="connsiteY734" fmla="*/ 2978488 h 6858000"/>
              <a:gd name="connsiteX735" fmla="*/ 0 w 7467600"/>
              <a:gd name="connsiteY735" fmla="*/ 3015334 h 6858000"/>
              <a:gd name="connsiteX736" fmla="*/ 0 w 7467600"/>
              <a:gd name="connsiteY736" fmla="*/ 2914286 h 6858000"/>
              <a:gd name="connsiteX737" fmla="*/ 36383 w 7467600"/>
              <a:gd name="connsiteY737" fmla="*/ 2901128 h 6858000"/>
              <a:gd name="connsiteX738" fmla="*/ 156329 w 7467600"/>
              <a:gd name="connsiteY738" fmla="*/ 2840533 h 6858000"/>
              <a:gd name="connsiteX739" fmla="*/ 358355 w 7467600"/>
              <a:gd name="connsiteY739" fmla="*/ 2620471 h 6858000"/>
              <a:gd name="connsiteX740" fmla="*/ 510577 w 7467600"/>
              <a:gd name="connsiteY740" fmla="*/ 2501244 h 6858000"/>
              <a:gd name="connsiteX741" fmla="*/ 211967 w 7467600"/>
              <a:gd name="connsiteY741" fmla="*/ 2479171 h 6858000"/>
              <a:gd name="connsiteX742" fmla="*/ 0 w 7467600"/>
              <a:gd name="connsiteY742" fmla="*/ 2476398 h 6858000"/>
              <a:gd name="connsiteX743" fmla="*/ 0 w 7467600"/>
              <a:gd name="connsiteY743" fmla="*/ 2389189 h 6858000"/>
              <a:gd name="connsiteX744" fmla="*/ 103062 w 7467600"/>
              <a:gd name="connsiteY744" fmla="*/ 2389518 h 6858000"/>
              <a:gd name="connsiteX745" fmla="*/ 510734 w 7467600"/>
              <a:gd name="connsiteY745" fmla="*/ 2416201 h 6858000"/>
              <a:gd name="connsiteX746" fmla="*/ 279257 w 7467600"/>
              <a:gd name="connsiteY746" fmla="*/ 2092102 h 6858000"/>
              <a:gd name="connsiteX747" fmla="*/ 65265 w 7467600"/>
              <a:gd name="connsiteY747" fmla="*/ 2006049 h 6858000"/>
              <a:gd name="connsiteX748" fmla="*/ 0 w 7467600"/>
              <a:gd name="connsiteY748" fmla="*/ 1982532 h 6858000"/>
              <a:gd name="connsiteX749" fmla="*/ 0 w 7467600"/>
              <a:gd name="connsiteY749" fmla="*/ 1912789 h 6858000"/>
              <a:gd name="connsiteX750" fmla="*/ 97460 w 7467600"/>
              <a:gd name="connsiteY750" fmla="*/ 1953725 h 6858000"/>
              <a:gd name="connsiteX751" fmla="*/ 221272 w 7467600"/>
              <a:gd name="connsiteY751" fmla="*/ 1980766 h 6858000"/>
              <a:gd name="connsiteX752" fmla="*/ 116765 w 7467600"/>
              <a:gd name="connsiteY752" fmla="*/ 1911033 h 6858000"/>
              <a:gd name="connsiteX753" fmla="*/ 16405 w 7467600"/>
              <a:gd name="connsiteY753" fmla="*/ 1803412 h 6858000"/>
              <a:gd name="connsiteX754" fmla="*/ 0 w 7467600"/>
              <a:gd name="connsiteY754" fmla="*/ 1784777 h 6858000"/>
              <a:gd name="connsiteX755" fmla="*/ 0 w 7467600"/>
              <a:gd name="connsiteY755" fmla="*/ 1740082 h 6858000"/>
              <a:gd name="connsiteX756" fmla="*/ 39394 w 7467600"/>
              <a:gd name="connsiteY756" fmla="*/ 1784856 h 6858000"/>
              <a:gd name="connsiteX757" fmla="*/ 135813 w 7467600"/>
              <a:gd name="connsiteY757" fmla="*/ 1888838 h 6858000"/>
              <a:gd name="connsiteX758" fmla="*/ 242575 w 7467600"/>
              <a:gd name="connsiteY758" fmla="*/ 1958841 h 6858000"/>
              <a:gd name="connsiteX759" fmla="*/ 82197 w 7467600"/>
              <a:gd name="connsiteY759" fmla="*/ 1754826 h 6858000"/>
              <a:gd name="connsiteX760" fmla="*/ 0 w 7467600"/>
              <a:gd name="connsiteY760" fmla="*/ 1679650 h 6858000"/>
              <a:gd name="connsiteX761" fmla="*/ 0 w 7467600"/>
              <a:gd name="connsiteY761" fmla="*/ 1602463 h 6858000"/>
              <a:gd name="connsiteX762" fmla="*/ 84689 w 7467600"/>
              <a:gd name="connsiteY762" fmla="*/ 1677442 h 6858000"/>
              <a:gd name="connsiteX763" fmla="*/ 298437 w 7467600"/>
              <a:gd name="connsiteY763" fmla="*/ 1968019 h 6858000"/>
              <a:gd name="connsiteX764" fmla="*/ 227269 w 7467600"/>
              <a:gd name="connsiteY764" fmla="*/ 1114064 h 6858000"/>
              <a:gd name="connsiteX765" fmla="*/ 248003 w 7467600"/>
              <a:gd name="connsiteY765" fmla="*/ 1089613 h 6858000"/>
              <a:gd name="connsiteX766" fmla="*/ 427020 w 7467600"/>
              <a:gd name="connsiteY766" fmla="*/ 1619803 h 6858000"/>
              <a:gd name="connsiteX767" fmla="*/ 340345 w 7467600"/>
              <a:gd name="connsiteY767" fmla="*/ 2027739 h 6858000"/>
              <a:gd name="connsiteX768" fmla="*/ 360865 w 7467600"/>
              <a:gd name="connsiteY768" fmla="*/ 2044827 h 6858000"/>
              <a:gd name="connsiteX769" fmla="*/ 560414 w 7467600"/>
              <a:gd name="connsiteY769" fmla="*/ 2421457 h 6858000"/>
              <a:gd name="connsiteX770" fmla="*/ 1359703 w 7467600"/>
              <a:gd name="connsiteY770" fmla="*/ 2578554 h 6858000"/>
              <a:gd name="connsiteX771" fmla="*/ 1359422 w 7467600"/>
              <a:gd name="connsiteY771" fmla="*/ 2577994 h 6858000"/>
              <a:gd name="connsiteX772" fmla="*/ 828701 w 7467600"/>
              <a:gd name="connsiteY772" fmla="*/ 1839520 h 6858000"/>
              <a:gd name="connsiteX773" fmla="*/ 494427 w 7467600"/>
              <a:gd name="connsiteY773" fmla="*/ 1092333 h 6858000"/>
              <a:gd name="connsiteX774" fmla="*/ 506322 w 7467600"/>
              <a:gd name="connsiteY774" fmla="*/ 1020997 h 6858000"/>
              <a:gd name="connsiteX775" fmla="*/ 4570198 w 7467600"/>
              <a:gd name="connsiteY775" fmla="*/ 978081 h 6858000"/>
              <a:gd name="connsiteX776" fmla="*/ 4523691 w 7467600"/>
              <a:gd name="connsiteY776" fmla="*/ 1127776 h 6858000"/>
              <a:gd name="connsiteX777" fmla="*/ 4509875 w 7467600"/>
              <a:gd name="connsiteY777" fmla="*/ 1167552 h 6858000"/>
              <a:gd name="connsiteX778" fmla="*/ 4478168 w 7467600"/>
              <a:gd name="connsiteY778" fmla="*/ 1260735 h 6858000"/>
              <a:gd name="connsiteX779" fmla="*/ 4409309 w 7467600"/>
              <a:gd name="connsiteY779" fmla="*/ 1666996 h 6858000"/>
              <a:gd name="connsiteX780" fmla="*/ 4370031 w 7467600"/>
              <a:gd name="connsiteY780" fmla="*/ 1955666 h 6858000"/>
              <a:gd name="connsiteX781" fmla="*/ 4570198 w 7467600"/>
              <a:gd name="connsiteY781" fmla="*/ 978081 h 6858000"/>
              <a:gd name="connsiteX782" fmla="*/ 4557898 w 7467600"/>
              <a:gd name="connsiteY782" fmla="*/ 900011 h 6858000"/>
              <a:gd name="connsiteX783" fmla="*/ 4344840 w 7467600"/>
              <a:gd name="connsiteY783" fmla="*/ 1922038 h 6858000"/>
              <a:gd name="connsiteX784" fmla="*/ 4378710 w 7467600"/>
              <a:gd name="connsiteY784" fmla="*/ 1665516 h 6858000"/>
              <a:gd name="connsiteX785" fmla="*/ 4448798 w 7467600"/>
              <a:gd name="connsiteY785" fmla="*/ 1253024 h 6858000"/>
              <a:gd name="connsiteX786" fmla="*/ 4480315 w 7467600"/>
              <a:gd name="connsiteY786" fmla="*/ 1158454 h 6858000"/>
              <a:gd name="connsiteX787" fmla="*/ 4494133 w 7467600"/>
              <a:gd name="connsiteY787" fmla="*/ 1118676 h 6858000"/>
              <a:gd name="connsiteX788" fmla="*/ 4557898 w 7467600"/>
              <a:gd name="connsiteY788" fmla="*/ 900011 h 6858000"/>
              <a:gd name="connsiteX789" fmla="*/ 5870151 w 7467600"/>
              <a:gd name="connsiteY789" fmla="*/ 898890 h 6858000"/>
              <a:gd name="connsiteX790" fmla="*/ 5861335 w 7467600"/>
              <a:gd name="connsiteY790" fmla="*/ 899177 h 6858000"/>
              <a:gd name="connsiteX791" fmla="*/ 5843702 w 7467600"/>
              <a:gd name="connsiteY791" fmla="*/ 899748 h 6858000"/>
              <a:gd name="connsiteX792" fmla="*/ 5651107 w 7467600"/>
              <a:gd name="connsiteY792" fmla="*/ 920306 h 6858000"/>
              <a:gd name="connsiteX793" fmla="*/ 5459407 w 7467600"/>
              <a:gd name="connsiteY793" fmla="*/ 940975 h 6858000"/>
              <a:gd name="connsiteX794" fmla="*/ 5374846 w 7467600"/>
              <a:gd name="connsiteY794" fmla="*/ 941988 h 6858000"/>
              <a:gd name="connsiteX795" fmla="*/ 5256105 w 7467600"/>
              <a:gd name="connsiteY795" fmla="*/ 945632 h 6858000"/>
              <a:gd name="connsiteX796" fmla="*/ 5107071 w 7467600"/>
              <a:gd name="connsiteY796" fmla="*/ 969720 h 6858000"/>
              <a:gd name="connsiteX797" fmla="*/ 4998681 w 7467600"/>
              <a:gd name="connsiteY797" fmla="*/ 988771 h 6858000"/>
              <a:gd name="connsiteX798" fmla="*/ 5870151 w 7467600"/>
              <a:gd name="connsiteY798" fmla="*/ 898890 h 6858000"/>
              <a:gd name="connsiteX799" fmla="*/ 5504425 w 7467600"/>
              <a:gd name="connsiteY799" fmla="*/ 848067 h 6858000"/>
              <a:gd name="connsiteX800" fmla="*/ 4968849 w 7467600"/>
              <a:gd name="connsiteY800" fmla="*/ 962318 h 6858000"/>
              <a:gd name="connsiteX801" fmla="*/ 5104039 w 7467600"/>
              <a:gd name="connsiteY801" fmla="*/ 940634 h 6858000"/>
              <a:gd name="connsiteX802" fmla="*/ 5256311 w 7467600"/>
              <a:gd name="connsiteY802" fmla="*/ 916490 h 6858000"/>
              <a:gd name="connsiteX803" fmla="*/ 5377381 w 7467600"/>
              <a:gd name="connsiteY803" fmla="*/ 912671 h 6858000"/>
              <a:gd name="connsiteX804" fmla="*/ 5460148 w 7467600"/>
              <a:gd name="connsiteY804" fmla="*/ 911442 h 6858000"/>
              <a:gd name="connsiteX805" fmla="*/ 5648971 w 7467600"/>
              <a:gd name="connsiteY805" fmla="*/ 891331 h 6858000"/>
              <a:gd name="connsiteX806" fmla="*/ 5844807 w 7467600"/>
              <a:gd name="connsiteY806" fmla="*/ 870718 h 6858000"/>
              <a:gd name="connsiteX807" fmla="*/ 5862975 w 7467600"/>
              <a:gd name="connsiteY807" fmla="*/ 869756 h 6858000"/>
              <a:gd name="connsiteX808" fmla="*/ 5920887 w 7467600"/>
              <a:gd name="connsiteY808" fmla="*/ 865929 h 6858000"/>
              <a:gd name="connsiteX809" fmla="*/ 5504425 w 7467600"/>
              <a:gd name="connsiteY809" fmla="*/ 848067 h 6858000"/>
              <a:gd name="connsiteX810" fmla="*/ 3607114 w 7467600"/>
              <a:gd name="connsiteY810" fmla="*/ 467441 h 6858000"/>
              <a:gd name="connsiteX811" fmla="*/ 3296242 w 7467600"/>
              <a:gd name="connsiteY811" fmla="*/ 807991 h 6858000"/>
              <a:gd name="connsiteX812" fmla="*/ 3174674 w 7467600"/>
              <a:gd name="connsiteY812" fmla="*/ 919759 h 6858000"/>
              <a:gd name="connsiteX813" fmla="*/ 3042978 w 7467600"/>
              <a:gd name="connsiteY813" fmla="*/ 1054894 h 6858000"/>
              <a:gd name="connsiteX814" fmla="*/ 2968914 w 7467600"/>
              <a:gd name="connsiteY814" fmla="*/ 1133756 h 6858000"/>
              <a:gd name="connsiteX815" fmla="*/ 3103823 w 7467600"/>
              <a:gd name="connsiteY815" fmla="*/ 1026814 h 6858000"/>
              <a:gd name="connsiteX816" fmla="*/ 3607114 w 7467600"/>
              <a:gd name="connsiteY816" fmla="*/ 467441 h 6858000"/>
              <a:gd name="connsiteX817" fmla="*/ 3744487 w 7467600"/>
              <a:gd name="connsiteY817" fmla="*/ 383136 h 6858000"/>
              <a:gd name="connsiteX818" fmla="*/ 3970213 w 7467600"/>
              <a:gd name="connsiteY818" fmla="*/ 995559 h 6858000"/>
              <a:gd name="connsiteX819" fmla="*/ 3744487 w 7467600"/>
              <a:gd name="connsiteY819" fmla="*/ 383136 h 6858000"/>
              <a:gd name="connsiteX820" fmla="*/ 3624562 w 7467600"/>
              <a:gd name="connsiteY820" fmla="*/ 367041 h 6858000"/>
              <a:gd name="connsiteX821" fmla="*/ 3489712 w 7467600"/>
              <a:gd name="connsiteY821" fmla="*/ 485386 h 6858000"/>
              <a:gd name="connsiteX822" fmla="*/ 3182994 w 7467600"/>
              <a:gd name="connsiteY822" fmla="*/ 828265 h 6858000"/>
              <a:gd name="connsiteX823" fmla="*/ 2892114 w 7467600"/>
              <a:gd name="connsiteY823" fmla="*/ 1172635 h 6858000"/>
              <a:gd name="connsiteX824" fmla="*/ 3021459 w 7467600"/>
              <a:gd name="connsiteY824" fmla="*/ 1035385 h 6858000"/>
              <a:gd name="connsiteX825" fmla="*/ 3153873 w 7467600"/>
              <a:gd name="connsiteY825" fmla="*/ 898971 h 6858000"/>
              <a:gd name="connsiteX826" fmla="*/ 3276511 w 7467600"/>
              <a:gd name="connsiteY826" fmla="*/ 786423 h 6858000"/>
              <a:gd name="connsiteX827" fmla="*/ 3584154 w 7467600"/>
              <a:gd name="connsiteY827" fmla="*/ 448218 h 6858000"/>
              <a:gd name="connsiteX828" fmla="*/ 3624562 w 7467600"/>
              <a:gd name="connsiteY828" fmla="*/ 367041 h 6858000"/>
              <a:gd name="connsiteX829" fmla="*/ 3766672 w 7467600"/>
              <a:gd name="connsiteY829" fmla="*/ 359429 h 6858000"/>
              <a:gd name="connsiteX830" fmla="*/ 3996338 w 7467600"/>
              <a:gd name="connsiteY830" fmla="*/ 968237 h 6858000"/>
              <a:gd name="connsiteX831" fmla="*/ 3766672 w 7467600"/>
              <a:gd name="connsiteY831" fmla="*/ 359429 h 6858000"/>
              <a:gd name="connsiteX832" fmla="*/ 5805386 w 7467600"/>
              <a:gd name="connsiteY832" fmla="*/ 239240 h 6858000"/>
              <a:gd name="connsiteX833" fmla="*/ 5736947 w 7467600"/>
              <a:gd name="connsiteY833" fmla="*/ 261367 h 6858000"/>
              <a:gd name="connsiteX834" fmla="*/ 5427012 w 7467600"/>
              <a:gd name="connsiteY834" fmla="*/ 311272 h 6858000"/>
              <a:gd name="connsiteX835" fmla="*/ 5147818 w 7467600"/>
              <a:gd name="connsiteY835" fmla="*/ 322112 h 6858000"/>
              <a:gd name="connsiteX836" fmla="*/ 5060854 w 7467600"/>
              <a:gd name="connsiteY836" fmla="*/ 311882 h 6858000"/>
              <a:gd name="connsiteX837" fmla="*/ 4945989 w 7467600"/>
              <a:gd name="connsiteY837" fmla="*/ 300516 h 6858000"/>
              <a:gd name="connsiteX838" fmla="*/ 5410479 w 7467600"/>
              <a:gd name="connsiteY838" fmla="*/ 348434 h 6858000"/>
              <a:gd name="connsiteX839" fmla="*/ 5805386 w 7467600"/>
              <a:gd name="connsiteY839" fmla="*/ 239240 h 6858000"/>
              <a:gd name="connsiteX840" fmla="*/ 5905192 w 7467600"/>
              <a:gd name="connsiteY840" fmla="*/ 163079 h 6858000"/>
              <a:gd name="connsiteX841" fmla="*/ 5865655 w 7467600"/>
              <a:gd name="connsiteY841" fmla="*/ 171901 h 6858000"/>
              <a:gd name="connsiteX842" fmla="*/ 5259740 w 7467600"/>
              <a:gd name="connsiteY842" fmla="*/ 257013 h 6858000"/>
              <a:gd name="connsiteX843" fmla="*/ 5208466 w 7467600"/>
              <a:gd name="connsiteY843" fmla="*/ 257550 h 6858000"/>
              <a:gd name="connsiteX844" fmla="*/ 4980204 w 7467600"/>
              <a:gd name="connsiteY844" fmla="*/ 271903 h 6858000"/>
              <a:gd name="connsiteX845" fmla="*/ 5068068 w 7467600"/>
              <a:gd name="connsiteY845" fmla="*/ 282244 h 6858000"/>
              <a:gd name="connsiteX846" fmla="*/ 5153231 w 7467600"/>
              <a:gd name="connsiteY846" fmla="*/ 292240 h 6858000"/>
              <a:gd name="connsiteX847" fmla="*/ 5426491 w 7467600"/>
              <a:gd name="connsiteY847" fmla="*/ 281128 h 6858000"/>
              <a:gd name="connsiteX848" fmla="*/ 5731212 w 7467600"/>
              <a:gd name="connsiteY848" fmla="*/ 231951 h 6858000"/>
              <a:gd name="connsiteX849" fmla="*/ 5905192 w 7467600"/>
              <a:gd name="connsiteY849" fmla="*/ 163079 h 6858000"/>
              <a:gd name="connsiteX850" fmla="*/ 5944437 w 7467600"/>
              <a:gd name="connsiteY850" fmla="*/ 113829 h 6858000"/>
              <a:gd name="connsiteX851" fmla="*/ 5825032 w 7467600"/>
              <a:gd name="connsiteY851" fmla="*/ 146405 h 6858000"/>
              <a:gd name="connsiteX852" fmla="*/ 4955599 w 7467600"/>
              <a:gd name="connsiteY852" fmla="*/ 247008 h 6858000"/>
              <a:gd name="connsiteX853" fmla="*/ 5210104 w 7467600"/>
              <a:gd name="connsiteY853" fmla="*/ 228123 h 6858000"/>
              <a:gd name="connsiteX854" fmla="*/ 5261015 w 7467600"/>
              <a:gd name="connsiteY854" fmla="*/ 227087 h 6858000"/>
              <a:gd name="connsiteX855" fmla="*/ 5861181 w 7467600"/>
              <a:gd name="connsiteY855" fmla="*/ 143093 h 6858000"/>
              <a:gd name="connsiteX856" fmla="*/ 5961252 w 7467600"/>
              <a:gd name="connsiteY856" fmla="*/ 114820 h 6858000"/>
              <a:gd name="connsiteX857" fmla="*/ 5944437 w 7467600"/>
              <a:gd name="connsiteY857" fmla="*/ 113829 h 6858000"/>
              <a:gd name="connsiteX858" fmla="*/ 3882765 w 7467600"/>
              <a:gd name="connsiteY858" fmla="*/ 0 h 6858000"/>
              <a:gd name="connsiteX859" fmla="*/ 3995099 w 7467600"/>
              <a:gd name="connsiteY859" fmla="*/ 0 h 6858000"/>
              <a:gd name="connsiteX860" fmla="*/ 4163818 w 7467600"/>
              <a:gd name="connsiteY860" fmla="*/ 234104 h 6858000"/>
              <a:gd name="connsiteX861" fmla="*/ 4172099 w 7467600"/>
              <a:gd name="connsiteY861" fmla="*/ 234207 h 6858000"/>
              <a:gd name="connsiteX862" fmla="*/ 4784282 w 7467600"/>
              <a:gd name="connsiteY862" fmla="*/ 276561 h 6858000"/>
              <a:gd name="connsiteX863" fmla="*/ 4801687 w 7467600"/>
              <a:gd name="connsiteY863" fmla="*/ 267764 h 6858000"/>
              <a:gd name="connsiteX864" fmla="*/ 6082788 w 7467600"/>
              <a:gd name="connsiteY864" fmla="*/ 64119 h 6858000"/>
              <a:gd name="connsiteX865" fmla="*/ 6099442 w 7467600"/>
              <a:gd name="connsiteY865" fmla="*/ 82568 h 6858000"/>
              <a:gd name="connsiteX866" fmla="*/ 4804137 w 7467600"/>
              <a:gd name="connsiteY866" fmla="*/ 320931 h 6858000"/>
              <a:gd name="connsiteX867" fmla="*/ 4227047 w 7467600"/>
              <a:gd name="connsiteY867" fmla="*/ 313415 h 6858000"/>
              <a:gd name="connsiteX868" fmla="*/ 4346041 w 7467600"/>
              <a:gd name="connsiteY868" fmla="*/ 456086 h 6858000"/>
              <a:gd name="connsiteX869" fmla="*/ 4870967 w 7467600"/>
              <a:gd name="connsiteY869" fmla="*/ 963061 h 6858000"/>
              <a:gd name="connsiteX870" fmla="*/ 4889647 w 7467600"/>
              <a:gd name="connsiteY870" fmla="*/ 957147 h 6858000"/>
              <a:gd name="connsiteX871" fmla="*/ 5422504 w 7467600"/>
              <a:gd name="connsiteY871" fmla="*/ 805191 h 6858000"/>
              <a:gd name="connsiteX872" fmla="*/ 6087656 w 7467600"/>
              <a:gd name="connsiteY872" fmla="*/ 826703 h 6858000"/>
              <a:gd name="connsiteX873" fmla="*/ 6058717 w 7467600"/>
              <a:gd name="connsiteY873" fmla="*/ 865992 h 6858000"/>
              <a:gd name="connsiteX874" fmla="*/ 4974153 w 7467600"/>
              <a:gd name="connsiteY874" fmla="*/ 1045456 h 6858000"/>
              <a:gd name="connsiteX875" fmla="*/ 5627835 w 7467600"/>
              <a:gd name="connsiteY875" fmla="*/ 1472077 h 6858000"/>
              <a:gd name="connsiteX876" fmla="*/ 5629817 w 7467600"/>
              <a:gd name="connsiteY876" fmla="*/ 1471412 h 6858000"/>
              <a:gd name="connsiteX877" fmla="*/ 5634124 w 7467600"/>
              <a:gd name="connsiteY877" fmla="*/ 1470572 h 6858000"/>
              <a:gd name="connsiteX878" fmla="*/ 5755832 w 7467600"/>
              <a:gd name="connsiteY878" fmla="*/ 1383886 h 6858000"/>
              <a:gd name="connsiteX879" fmla="*/ 6014186 w 7467600"/>
              <a:gd name="connsiteY879" fmla="*/ 1279799 h 6858000"/>
              <a:gd name="connsiteX880" fmla="*/ 6901619 w 7467600"/>
              <a:gd name="connsiteY880" fmla="*/ 1047874 h 6858000"/>
              <a:gd name="connsiteX881" fmla="*/ 6931566 w 7467600"/>
              <a:gd name="connsiteY881" fmla="*/ 1062034 h 6858000"/>
              <a:gd name="connsiteX882" fmla="*/ 5790982 w 7467600"/>
              <a:gd name="connsiteY882" fmla="*/ 1561380 h 6858000"/>
              <a:gd name="connsiteX883" fmla="*/ 6188971 w 7467600"/>
              <a:gd name="connsiteY883" fmla="*/ 1755168 h 6858000"/>
              <a:gd name="connsiteX884" fmla="*/ 6202446 w 7467600"/>
              <a:gd name="connsiteY884" fmla="*/ 1752268 h 6858000"/>
              <a:gd name="connsiteX885" fmla="*/ 7179560 w 7467600"/>
              <a:gd name="connsiteY885" fmla="*/ 1467551 h 6858000"/>
              <a:gd name="connsiteX886" fmla="*/ 7158730 w 7467600"/>
              <a:gd name="connsiteY886" fmla="*/ 1507835 h 6858000"/>
              <a:gd name="connsiteX887" fmla="*/ 6326959 w 7467600"/>
              <a:gd name="connsiteY887" fmla="*/ 1817686 h 6858000"/>
              <a:gd name="connsiteX888" fmla="*/ 6537433 w 7467600"/>
              <a:gd name="connsiteY888" fmla="*/ 1907790 h 6858000"/>
              <a:gd name="connsiteX889" fmla="*/ 6550221 w 7467600"/>
              <a:gd name="connsiteY889" fmla="*/ 1910729 h 6858000"/>
              <a:gd name="connsiteX890" fmla="*/ 6964438 w 7467600"/>
              <a:gd name="connsiteY890" fmla="*/ 2209505 h 6858000"/>
              <a:gd name="connsiteX891" fmla="*/ 7367862 w 7467600"/>
              <a:gd name="connsiteY891" fmla="*/ 2806833 h 6858000"/>
              <a:gd name="connsiteX892" fmla="*/ 7364329 w 7467600"/>
              <a:gd name="connsiteY892" fmla="*/ 2826907 h 6858000"/>
              <a:gd name="connsiteX893" fmla="*/ 7290545 w 7467600"/>
              <a:gd name="connsiteY893" fmla="*/ 2850663 h 6858000"/>
              <a:gd name="connsiteX894" fmla="*/ 6472036 w 7467600"/>
              <a:gd name="connsiteY894" fmla="*/ 1959003 h 6858000"/>
              <a:gd name="connsiteX895" fmla="*/ 5792897 w 7467600"/>
              <a:gd name="connsiteY895" fmla="*/ 1647747 h 6858000"/>
              <a:gd name="connsiteX896" fmla="*/ 5842751 w 7467600"/>
              <a:gd name="connsiteY896" fmla="*/ 1816112 h 6858000"/>
              <a:gd name="connsiteX897" fmla="*/ 5847424 w 7467600"/>
              <a:gd name="connsiteY897" fmla="*/ 1815776 h 6858000"/>
              <a:gd name="connsiteX898" fmla="*/ 6399821 w 7467600"/>
              <a:gd name="connsiteY898" fmla="*/ 2344799 h 6858000"/>
              <a:gd name="connsiteX899" fmla="*/ 6323232 w 7467600"/>
              <a:gd name="connsiteY899" fmla="*/ 2389634 h 6858000"/>
              <a:gd name="connsiteX900" fmla="*/ 5942958 w 7467600"/>
              <a:gd name="connsiteY900" fmla="*/ 2077708 h 6858000"/>
              <a:gd name="connsiteX901" fmla="*/ 5921559 w 7467600"/>
              <a:gd name="connsiteY901" fmla="*/ 2378596 h 6858000"/>
              <a:gd name="connsiteX902" fmla="*/ 5817651 w 7467600"/>
              <a:gd name="connsiteY902" fmla="*/ 3023919 h 6858000"/>
              <a:gd name="connsiteX903" fmla="*/ 5729634 w 7467600"/>
              <a:gd name="connsiteY903" fmla="*/ 3051849 h 6858000"/>
              <a:gd name="connsiteX904" fmla="*/ 5611018 w 7467600"/>
              <a:gd name="connsiteY904" fmla="*/ 2316769 h 6858000"/>
              <a:gd name="connsiteX905" fmla="*/ 5687608 w 7467600"/>
              <a:gd name="connsiteY905" fmla="*/ 2039972 h 6858000"/>
              <a:gd name="connsiteX906" fmla="*/ 5657554 w 7467600"/>
              <a:gd name="connsiteY906" fmla="*/ 1576445 h 6858000"/>
              <a:gd name="connsiteX907" fmla="*/ 5150475 w 7467600"/>
              <a:gd name="connsiteY907" fmla="*/ 1274012 h 6858000"/>
              <a:gd name="connsiteX908" fmla="*/ 5349142 w 7467600"/>
              <a:gd name="connsiteY908" fmla="*/ 2204405 h 6858000"/>
              <a:gd name="connsiteX909" fmla="*/ 5262214 w 7467600"/>
              <a:gd name="connsiteY909" fmla="*/ 2233836 h 6858000"/>
              <a:gd name="connsiteX910" fmla="*/ 4981539 w 7467600"/>
              <a:gd name="connsiteY910" fmla="*/ 1542201 h 6858000"/>
              <a:gd name="connsiteX911" fmla="*/ 4958461 w 7467600"/>
              <a:gd name="connsiteY911" fmla="*/ 1136957 h 6858000"/>
              <a:gd name="connsiteX912" fmla="*/ 4655015 w 7467600"/>
              <a:gd name="connsiteY912" fmla="*/ 891426 h 6858000"/>
              <a:gd name="connsiteX913" fmla="*/ 4348002 w 7467600"/>
              <a:gd name="connsiteY913" fmla="*/ 2205895 h 6858000"/>
              <a:gd name="connsiteX914" fmla="*/ 4262250 w 7467600"/>
              <a:gd name="connsiteY914" fmla="*/ 2219972 h 6858000"/>
              <a:gd name="connsiteX915" fmla="*/ 4550611 w 7467600"/>
              <a:gd name="connsiteY915" fmla="*/ 817540 h 6858000"/>
              <a:gd name="connsiteX916" fmla="*/ 4564418 w 7467600"/>
              <a:gd name="connsiteY916" fmla="*/ 808293 h 6858000"/>
              <a:gd name="connsiteX917" fmla="*/ 4266388 w 7467600"/>
              <a:gd name="connsiteY917" fmla="*/ 500083 h 6858000"/>
              <a:gd name="connsiteX918" fmla="*/ 4032842 w 7467600"/>
              <a:gd name="connsiteY918" fmla="*/ 211809 h 6858000"/>
              <a:gd name="connsiteX919" fmla="*/ 3882765 w 7467600"/>
              <a:gd name="connsiteY919" fmla="*/ 0 h 6858000"/>
              <a:gd name="connsiteX920" fmla="*/ 3721337 w 7467600"/>
              <a:gd name="connsiteY920" fmla="*/ 0 h 6858000"/>
              <a:gd name="connsiteX921" fmla="*/ 3797544 w 7467600"/>
              <a:gd name="connsiteY921" fmla="*/ 0 h 6858000"/>
              <a:gd name="connsiteX922" fmla="*/ 3775734 w 7467600"/>
              <a:gd name="connsiteY922" fmla="*/ 95131 h 6858000"/>
              <a:gd name="connsiteX923" fmla="*/ 3724807 w 7467600"/>
              <a:gd name="connsiteY923" fmla="*/ 272257 h 6858000"/>
              <a:gd name="connsiteX924" fmla="*/ 3726844 w 7467600"/>
              <a:gd name="connsiteY924" fmla="*/ 282988 h 6858000"/>
              <a:gd name="connsiteX925" fmla="*/ 3742664 w 7467600"/>
              <a:gd name="connsiteY925" fmla="*/ 279918 h 6858000"/>
              <a:gd name="connsiteX926" fmla="*/ 4103910 w 7467600"/>
              <a:gd name="connsiteY926" fmla="*/ 1161917 h 6858000"/>
              <a:gd name="connsiteX927" fmla="*/ 4020269 w 7467600"/>
              <a:gd name="connsiteY927" fmla="*/ 1200406 h 6858000"/>
              <a:gd name="connsiteX928" fmla="*/ 3674882 w 7467600"/>
              <a:gd name="connsiteY928" fmla="*/ 488524 h 6858000"/>
              <a:gd name="connsiteX929" fmla="*/ 3132682 w 7467600"/>
              <a:gd name="connsiteY929" fmla="*/ 1072284 h 6858000"/>
              <a:gd name="connsiteX930" fmla="*/ 2716346 w 7467600"/>
              <a:gd name="connsiteY930" fmla="*/ 1276376 h 6858000"/>
              <a:gd name="connsiteX931" fmla="*/ 2716772 w 7467600"/>
              <a:gd name="connsiteY931" fmla="*/ 1255462 h 6858000"/>
              <a:gd name="connsiteX932" fmla="*/ 3471096 w 7467600"/>
              <a:gd name="connsiteY932" fmla="*/ 437072 h 6858000"/>
              <a:gd name="connsiteX933" fmla="*/ 3639057 w 7467600"/>
              <a:gd name="connsiteY933" fmla="*/ 286334 h 6858000"/>
              <a:gd name="connsiteX934" fmla="*/ 3640309 w 7467600"/>
              <a:gd name="connsiteY934" fmla="*/ 284664 h 6858000"/>
              <a:gd name="connsiteX935" fmla="*/ 3646022 w 7467600"/>
              <a:gd name="connsiteY935" fmla="*/ 276711 h 6858000"/>
              <a:gd name="connsiteX936" fmla="*/ 3707943 w 7467600"/>
              <a:gd name="connsiteY936" fmla="*/ 65958 h 6858000"/>
              <a:gd name="connsiteX937" fmla="*/ 3721337 w 7467600"/>
              <a:gd name="connsiteY937" fmla="*/ 0 h 6858000"/>
              <a:gd name="connsiteX938" fmla="*/ 2867960 w 7467600"/>
              <a:gd name="connsiteY938" fmla="*/ 0 h 6858000"/>
              <a:gd name="connsiteX939" fmla="*/ 2926351 w 7467600"/>
              <a:gd name="connsiteY939" fmla="*/ 0 h 6858000"/>
              <a:gd name="connsiteX940" fmla="*/ 2902823 w 7467600"/>
              <a:gd name="connsiteY940" fmla="*/ 262929 h 6858000"/>
              <a:gd name="connsiteX941" fmla="*/ 2940663 w 7467600"/>
              <a:gd name="connsiteY941" fmla="*/ 140884 h 6858000"/>
              <a:gd name="connsiteX942" fmla="*/ 2947039 w 7467600"/>
              <a:gd name="connsiteY942" fmla="*/ 122524 h 6858000"/>
              <a:gd name="connsiteX943" fmla="*/ 2984316 w 7467600"/>
              <a:gd name="connsiteY943" fmla="*/ 0 h 6858000"/>
              <a:gd name="connsiteX944" fmla="*/ 3016114 w 7467600"/>
              <a:gd name="connsiteY944" fmla="*/ 0 h 6858000"/>
              <a:gd name="connsiteX945" fmla="*/ 2979949 w 7467600"/>
              <a:gd name="connsiteY945" fmla="*/ 119274 h 6858000"/>
              <a:gd name="connsiteX946" fmla="*/ 3023879 w 7467600"/>
              <a:gd name="connsiteY946" fmla="*/ 0 h 6858000"/>
              <a:gd name="connsiteX947" fmla="*/ 3105400 w 7467600"/>
              <a:gd name="connsiteY947" fmla="*/ 0 h 6858000"/>
              <a:gd name="connsiteX948" fmla="*/ 3094669 w 7467600"/>
              <a:gd name="connsiteY948" fmla="*/ 30308 h 6858000"/>
              <a:gd name="connsiteX949" fmla="*/ 2901945 w 7467600"/>
              <a:gd name="connsiteY949" fmla="*/ 466538 h 6858000"/>
              <a:gd name="connsiteX950" fmla="*/ 2815209 w 7467600"/>
              <a:gd name="connsiteY950" fmla="*/ 497361 h 6858000"/>
              <a:gd name="connsiteX951" fmla="*/ 2844845 w 7467600"/>
              <a:gd name="connsiteY951" fmla="*/ 127638 h 6858000"/>
              <a:gd name="connsiteX952" fmla="*/ 2867960 w 7467600"/>
              <a:gd name="connsiteY952" fmla="*/ 0 h 6858000"/>
              <a:gd name="connsiteX953" fmla="*/ 1057230 w 7467600"/>
              <a:gd name="connsiteY953" fmla="*/ 0 h 6858000"/>
              <a:gd name="connsiteX954" fmla="*/ 1111003 w 7467600"/>
              <a:gd name="connsiteY954" fmla="*/ 0 h 6858000"/>
              <a:gd name="connsiteX955" fmla="*/ 1125553 w 7467600"/>
              <a:gd name="connsiteY955" fmla="*/ 52588 h 6858000"/>
              <a:gd name="connsiteX956" fmla="*/ 1304276 w 7467600"/>
              <a:gd name="connsiteY956" fmla="*/ 476275 h 6858000"/>
              <a:gd name="connsiteX957" fmla="*/ 1492066 w 7467600"/>
              <a:gd name="connsiteY957" fmla="*/ 886333 h 6858000"/>
              <a:gd name="connsiteX958" fmla="*/ 1423698 w 7467600"/>
              <a:gd name="connsiteY958" fmla="*/ 710817 h 6858000"/>
              <a:gd name="connsiteX959" fmla="*/ 1357609 w 7467600"/>
              <a:gd name="connsiteY959" fmla="*/ 532892 h 6858000"/>
              <a:gd name="connsiteX960" fmla="*/ 1309550 w 7467600"/>
              <a:gd name="connsiteY960" fmla="*/ 374031 h 6858000"/>
              <a:gd name="connsiteX961" fmla="*/ 1193673 w 7467600"/>
              <a:gd name="connsiteY961" fmla="*/ 49533 h 6858000"/>
              <a:gd name="connsiteX962" fmla="*/ 1164391 w 7467600"/>
              <a:gd name="connsiteY962" fmla="*/ 0 h 6858000"/>
              <a:gd name="connsiteX963" fmla="*/ 1200666 w 7467600"/>
              <a:gd name="connsiteY963" fmla="*/ 0 h 6858000"/>
              <a:gd name="connsiteX964" fmla="*/ 1223408 w 7467600"/>
              <a:gd name="connsiteY964" fmla="*/ 38996 h 6858000"/>
              <a:gd name="connsiteX965" fmla="*/ 1339635 w 7467600"/>
              <a:gd name="connsiteY965" fmla="*/ 365517 h 6858000"/>
              <a:gd name="connsiteX966" fmla="*/ 1387469 w 7467600"/>
              <a:gd name="connsiteY966" fmla="*/ 523079 h 6858000"/>
              <a:gd name="connsiteX967" fmla="*/ 1452685 w 7467600"/>
              <a:gd name="connsiteY967" fmla="*/ 699806 h 6858000"/>
              <a:gd name="connsiteX968" fmla="*/ 1492092 w 7467600"/>
              <a:gd name="connsiteY968" fmla="*/ 800424 h 6858000"/>
              <a:gd name="connsiteX969" fmla="*/ 1455302 w 7467600"/>
              <a:gd name="connsiteY969" fmla="*/ 632913 h 6858000"/>
              <a:gd name="connsiteX970" fmla="*/ 1222336 w 7467600"/>
              <a:gd name="connsiteY970" fmla="*/ 9480 h 6858000"/>
              <a:gd name="connsiteX971" fmla="*/ 1214634 w 7467600"/>
              <a:gd name="connsiteY971" fmla="*/ 0 h 6858000"/>
              <a:gd name="connsiteX972" fmla="*/ 1289827 w 7467600"/>
              <a:gd name="connsiteY972" fmla="*/ 0 h 6858000"/>
              <a:gd name="connsiteX973" fmla="*/ 1321076 w 7467600"/>
              <a:gd name="connsiteY973" fmla="*/ 59722 h 6858000"/>
              <a:gd name="connsiteX974" fmla="*/ 1512579 w 7467600"/>
              <a:gd name="connsiteY974" fmla="*/ 626441 h 6858000"/>
              <a:gd name="connsiteX975" fmla="*/ 1506076 w 7467600"/>
              <a:gd name="connsiteY975" fmla="*/ 1089289 h 6858000"/>
              <a:gd name="connsiteX976" fmla="*/ 1486346 w 7467600"/>
              <a:gd name="connsiteY976" fmla="*/ 1079919 h 6858000"/>
              <a:gd name="connsiteX977" fmla="*/ 1070511 w 7467600"/>
              <a:gd name="connsiteY977" fmla="*/ 48609 h 6858000"/>
              <a:gd name="connsiteX978" fmla="*/ 1057230 w 7467600"/>
              <a:gd name="connsiteY978" fmla="*/ 0 h 6858000"/>
              <a:gd name="connsiteX979" fmla="*/ 43151 w 7467600"/>
              <a:gd name="connsiteY979" fmla="*/ 0 h 6858000"/>
              <a:gd name="connsiteX980" fmla="*/ 95283 w 7467600"/>
              <a:gd name="connsiteY980" fmla="*/ 0 h 6858000"/>
              <a:gd name="connsiteX981" fmla="*/ 300708 w 7467600"/>
              <a:gd name="connsiteY981" fmla="*/ 154571 h 6858000"/>
              <a:gd name="connsiteX982" fmla="*/ 530414 w 7467600"/>
              <a:gd name="connsiteY982" fmla="*/ 354673 h 6858000"/>
              <a:gd name="connsiteX983" fmla="*/ 333785 w 7467600"/>
              <a:gd name="connsiteY983" fmla="*/ 161564 h 6858000"/>
              <a:gd name="connsiteX984" fmla="*/ 147005 w 7467600"/>
              <a:gd name="connsiteY984" fmla="*/ 0 h 6858000"/>
              <a:gd name="connsiteX985" fmla="*/ 272509 w 7467600"/>
              <a:gd name="connsiteY985" fmla="*/ 0 h 6858000"/>
              <a:gd name="connsiteX986" fmla="*/ 326276 w 7467600"/>
              <a:gd name="connsiteY986" fmla="*/ 45847 h 6858000"/>
              <a:gd name="connsiteX987" fmla="*/ 823759 w 7467600"/>
              <a:gd name="connsiteY987" fmla="*/ 574145 h 6858000"/>
              <a:gd name="connsiteX988" fmla="*/ 811254 w 7467600"/>
              <a:gd name="connsiteY988" fmla="*/ 665546 h 6858000"/>
              <a:gd name="connsiteX989" fmla="*/ 154042 w 7467600"/>
              <a:gd name="connsiteY989" fmla="*/ 261522 h 6858000"/>
              <a:gd name="connsiteX990" fmla="*/ 13550 w 7467600"/>
              <a:gd name="connsiteY990" fmla="*/ 158423 h 6858000"/>
              <a:gd name="connsiteX991" fmla="*/ 0 w 7467600"/>
              <a:gd name="connsiteY991" fmla="*/ 146618 h 6858000"/>
              <a:gd name="connsiteX992" fmla="*/ 0 w 7467600"/>
              <a:gd name="connsiteY992" fmla="*/ 59161 h 6858000"/>
              <a:gd name="connsiteX993" fmla="*/ 45427 w 7467600"/>
              <a:gd name="connsiteY993" fmla="*/ 101078 h 6858000"/>
              <a:gd name="connsiteX994" fmla="*/ 630103 w 7467600"/>
              <a:gd name="connsiteY994" fmla="*/ 485885 h 6858000"/>
              <a:gd name="connsiteX995" fmla="*/ 532040 w 7467600"/>
              <a:gd name="connsiteY995" fmla="*/ 399359 h 6858000"/>
              <a:gd name="connsiteX996" fmla="*/ 517618 w 7467600"/>
              <a:gd name="connsiteY996" fmla="*/ 385726 h 6858000"/>
              <a:gd name="connsiteX997" fmla="*/ 285074 w 7467600"/>
              <a:gd name="connsiteY997" fmla="*/ 182755 h 6858000"/>
              <a:gd name="connsiteX998" fmla="*/ 43151 w 7467600"/>
              <a:gd name="connsiteY99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97634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1903353 w 7467600"/>
              <a:gd name="connsiteY142" fmla="*/ 5044827 h 6858000"/>
              <a:gd name="connsiteX143" fmla="*/ 1936931 w 7467600"/>
              <a:gd name="connsiteY143" fmla="*/ 5093954 h 6858000"/>
              <a:gd name="connsiteX144" fmla="*/ 2195868 w 7467600"/>
              <a:gd name="connsiteY144" fmla="*/ 5396574 h 6858000"/>
              <a:gd name="connsiteX145" fmla="*/ 2088852 w 7467600"/>
              <a:gd name="connsiteY145" fmla="*/ 5166123 h 6858000"/>
              <a:gd name="connsiteX146" fmla="*/ 1958241 w 7467600"/>
              <a:gd name="connsiteY146" fmla="*/ 5067955 h 6858000"/>
              <a:gd name="connsiteX147" fmla="*/ 1903353 w 7467600"/>
              <a:gd name="connsiteY147" fmla="*/ 5044827 h 6858000"/>
              <a:gd name="connsiteX148" fmla="*/ 1979378 w 7467600"/>
              <a:gd name="connsiteY148" fmla="*/ 4769504 h 6858000"/>
              <a:gd name="connsiteX149" fmla="*/ 2882120 w 7467600"/>
              <a:gd name="connsiteY149" fmla="*/ 5064547 h 6858000"/>
              <a:gd name="connsiteX150" fmla="*/ 2793103 w 7467600"/>
              <a:gd name="connsiteY150" fmla="*/ 5039699 h 6858000"/>
              <a:gd name="connsiteX151" fmla="*/ 2770041 w 7467600"/>
              <a:gd name="connsiteY151" fmla="*/ 5033634 h 6858000"/>
              <a:gd name="connsiteX152" fmla="*/ 1979378 w 7467600"/>
              <a:gd name="connsiteY152" fmla="*/ 4769504 h 6858000"/>
              <a:gd name="connsiteX153" fmla="*/ 1927410 w 7467600"/>
              <a:gd name="connsiteY153" fmla="*/ 4716164 h 6858000"/>
              <a:gd name="connsiteX154" fmla="*/ 1959587 w 7467600"/>
              <a:gd name="connsiteY154" fmla="*/ 4728849 h 6858000"/>
              <a:gd name="connsiteX155" fmla="*/ 2777707 w 7467600"/>
              <a:gd name="connsiteY155" fmla="*/ 5003991 h 6858000"/>
              <a:gd name="connsiteX156" fmla="*/ 2800768 w 7467600"/>
              <a:gd name="connsiteY156" fmla="*/ 5010056 h 6858000"/>
              <a:gd name="connsiteX157" fmla="*/ 2879408 w 7467600"/>
              <a:gd name="connsiteY157" fmla="*/ 5031590 h 6858000"/>
              <a:gd name="connsiteX158" fmla="*/ 2862295 w 7467600"/>
              <a:gd name="connsiteY158" fmla="*/ 5022958 h 6858000"/>
              <a:gd name="connsiteX159" fmla="*/ 2813343 w 7467600"/>
              <a:gd name="connsiteY159" fmla="*/ 4998369 h 6858000"/>
              <a:gd name="connsiteX160" fmla="*/ 2646245 w 7467600"/>
              <a:gd name="connsiteY160" fmla="*/ 4930999 h 6858000"/>
              <a:gd name="connsiteX161" fmla="*/ 1999243 w 7467600"/>
              <a:gd name="connsiteY161" fmla="*/ 4730524 h 6858000"/>
              <a:gd name="connsiteX162" fmla="*/ 1979527 w 7467600"/>
              <a:gd name="connsiteY162" fmla="*/ 4726651 h 6858000"/>
              <a:gd name="connsiteX163" fmla="*/ 1927410 w 7467600"/>
              <a:gd name="connsiteY163" fmla="*/ 4716164 h 6858000"/>
              <a:gd name="connsiteX164" fmla="*/ 1997014 w 7467600"/>
              <a:gd name="connsiteY164" fmla="*/ 4698007 h 6858000"/>
              <a:gd name="connsiteX165" fmla="*/ 2005458 w 7467600"/>
              <a:gd name="connsiteY165" fmla="*/ 4699540 h 6858000"/>
              <a:gd name="connsiteX166" fmla="*/ 2657186 w 7467600"/>
              <a:gd name="connsiteY166" fmla="*/ 4901687 h 6858000"/>
              <a:gd name="connsiteX167" fmla="*/ 2826662 w 7467600"/>
              <a:gd name="connsiteY167" fmla="*/ 4970362 h 6858000"/>
              <a:gd name="connsiteX168" fmla="*/ 2876100 w 7467600"/>
              <a:gd name="connsiteY168" fmla="*/ 4995397 h 6858000"/>
              <a:gd name="connsiteX169" fmla="*/ 3042600 w 7467600"/>
              <a:gd name="connsiteY169" fmla="*/ 5059532 h 6858000"/>
              <a:gd name="connsiteX170" fmla="*/ 1997014 w 7467600"/>
              <a:gd name="connsiteY170" fmla="*/ 4698007 h 6858000"/>
              <a:gd name="connsiteX171" fmla="*/ 2305292 w 7467600"/>
              <a:gd name="connsiteY171" fmla="*/ 4219492 h 6858000"/>
              <a:gd name="connsiteX172" fmla="*/ 3360922 w 7467600"/>
              <a:gd name="connsiteY172" fmla="*/ 4529373 h 6858000"/>
              <a:gd name="connsiteX173" fmla="*/ 3492420 w 7467600"/>
              <a:gd name="connsiteY173" fmla="*/ 4510145 h 6858000"/>
              <a:gd name="connsiteX174" fmla="*/ 3364086 w 7467600"/>
              <a:gd name="connsiteY174" fmla="*/ 4480340 h 6858000"/>
              <a:gd name="connsiteX175" fmla="*/ 3225818 w 7467600"/>
              <a:gd name="connsiteY175" fmla="*/ 4411822 h 6858000"/>
              <a:gd name="connsiteX176" fmla="*/ 3129696 w 7467600"/>
              <a:gd name="connsiteY176" fmla="*/ 4360704 h 6858000"/>
              <a:gd name="connsiteX177" fmla="*/ 2814545 w 7467600"/>
              <a:gd name="connsiteY177" fmla="*/ 4282955 h 6858000"/>
              <a:gd name="connsiteX178" fmla="*/ 2305292 w 7467600"/>
              <a:gd name="connsiteY178" fmla="*/ 4219492 h 6858000"/>
              <a:gd name="connsiteX179" fmla="*/ 2626982 w 7467600"/>
              <a:gd name="connsiteY179" fmla="*/ 4206450 h 6858000"/>
              <a:gd name="connsiteX180" fmla="*/ 2490617 w 7467600"/>
              <a:gd name="connsiteY180" fmla="*/ 4206951 h 6858000"/>
              <a:gd name="connsiteX181" fmla="*/ 2819869 w 7467600"/>
              <a:gd name="connsiteY181" fmla="*/ 4252936 h 6858000"/>
              <a:gd name="connsiteX182" fmla="*/ 3143018 w 7467600"/>
              <a:gd name="connsiteY182" fmla="*/ 4332698 h 6858000"/>
              <a:gd name="connsiteX183" fmla="*/ 3241520 w 7467600"/>
              <a:gd name="connsiteY183" fmla="*/ 4385112 h 6858000"/>
              <a:gd name="connsiteX184" fmla="*/ 3374575 w 7467600"/>
              <a:gd name="connsiteY184" fmla="*/ 4451517 h 6858000"/>
              <a:gd name="connsiteX185" fmla="*/ 3505221 w 7467600"/>
              <a:gd name="connsiteY185" fmla="*/ 4480757 h 6858000"/>
              <a:gd name="connsiteX186" fmla="*/ 2626982 w 7467600"/>
              <a:gd name="connsiteY186" fmla="*/ 4206450 h 6858000"/>
              <a:gd name="connsiteX187" fmla="*/ 1310106 w 7467600"/>
              <a:gd name="connsiteY187" fmla="*/ 3943217 h 6858000"/>
              <a:gd name="connsiteX188" fmla="*/ 854994 w 7467600"/>
              <a:gd name="connsiteY188" fmla="*/ 4399136 h 6858000"/>
              <a:gd name="connsiteX189" fmla="*/ 742462 w 7467600"/>
              <a:gd name="connsiteY189" fmla="*/ 4594648 h 6858000"/>
              <a:gd name="connsiteX190" fmla="*/ 820602 w 7467600"/>
              <a:gd name="connsiteY190" fmla="*/ 4485915 h 6858000"/>
              <a:gd name="connsiteX191" fmla="*/ 878295 w 7467600"/>
              <a:gd name="connsiteY191" fmla="*/ 4403594 h 6858000"/>
              <a:gd name="connsiteX192" fmla="*/ 1240607 w 7467600"/>
              <a:gd name="connsiteY192" fmla="*/ 4010401 h 6858000"/>
              <a:gd name="connsiteX193" fmla="*/ 1310106 w 7467600"/>
              <a:gd name="connsiteY193" fmla="*/ 3943217 h 6858000"/>
              <a:gd name="connsiteX194" fmla="*/ 1423113 w 7467600"/>
              <a:gd name="connsiteY194" fmla="*/ 3874565 h 6858000"/>
              <a:gd name="connsiteX195" fmla="*/ 1260565 w 7467600"/>
              <a:gd name="connsiteY195" fmla="*/ 4031982 h 6858000"/>
              <a:gd name="connsiteX196" fmla="*/ 901900 w 7467600"/>
              <a:gd name="connsiteY196" fmla="*/ 4421236 h 6858000"/>
              <a:gd name="connsiteX197" fmla="*/ 845044 w 7467600"/>
              <a:gd name="connsiteY197" fmla="*/ 4502436 h 6858000"/>
              <a:gd name="connsiteX198" fmla="*/ 685926 w 7467600"/>
              <a:gd name="connsiteY198" fmla="*/ 4703069 h 6858000"/>
              <a:gd name="connsiteX199" fmla="*/ 684248 w 7467600"/>
              <a:gd name="connsiteY199" fmla="*/ 4706721 h 6858000"/>
              <a:gd name="connsiteX200" fmla="*/ 1423113 w 7467600"/>
              <a:gd name="connsiteY200" fmla="*/ 3874565 h 6858000"/>
              <a:gd name="connsiteX201" fmla="*/ 3316479 w 7467600"/>
              <a:gd name="connsiteY201" fmla="*/ 3872136 h 6858000"/>
              <a:gd name="connsiteX202" fmla="*/ 3546806 w 7467600"/>
              <a:gd name="connsiteY202" fmla="*/ 4356139 h 6858000"/>
              <a:gd name="connsiteX203" fmla="*/ 3364433 w 7467600"/>
              <a:gd name="connsiteY203" fmla="*/ 3953121 h 6858000"/>
              <a:gd name="connsiteX204" fmla="*/ 3316479 w 7467600"/>
              <a:gd name="connsiteY204" fmla="*/ 3872136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55073 w 7467600"/>
              <a:gd name="connsiteY236" fmla="*/ 3650884 h 6858000"/>
              <a:gd name="connsiteX237" fmla="*/ 3670252 w 7467600"/>
              <a:gd name="connsiteY237" fmla="*/ 3622798 h 6858000"/>
              <a:gd name="connsiteX238" fmla="*/ 3817258 w 7467600"/>
              <a:gd name="connsiteY238" fmla="*/ 3723577 h 6858000"/>
              <a:gd name="connsiteX239" fmla="*/ 4000461 w 7467600"/>
              <a:gd name="connsiteY239" fmla="*/ 3855966 h 6858000"/>
              <a:gd name="connsiteX240" fmla="*/ 4088180 w 7467600"/>
              <a:gd name="connsiteY240" fmla="*/ 3929774 h 6858000"/>
              <a:gd name="connsiteX241" fmla="*/ 4184555 w 7467600"/>
              <a:gd name="connsiteY241" fmla="*/ 4010683 h 6858000"/>
              <a:gd name="connsiteX242" fmla="*/ 4399563 w 7467600"/>
              <a:gd name="connsiteY242" fmla="*/ 4158106 h 6858000"/>
              <a:gd name="connsiteX243" fmla="*/ 4684469 w 7467600"/>
              <a:gd name="connsiteY243" fmla="*/ 4364680 h 6858000"/>
              <a:gd name="connsiteX244" fmla="*/ 4690271 w 7467600"/>
              <a:gd name="connsiteY244" fmla="*/ 4370034 h 6858000"/>
              <a:gd name="connsiteX245" fmla="*/ 4136093 w 7467600"/>
              <a:gd name="connsiteY245" fmla="*/ 3858466 h 6858000"/>
              <a:gd name="connsiteX246" fmla="*/ 3670252 w 7467600"/>
              <a:gd name="connsiteY246" fmla="*/ 3622798 h 6858000"/>
              <a:gd name="connsiteX247" fmla="*/ 4440129 w 7467600"/>
              <a:gd name="connsiteY247" fmla="*/ 3448571 h 6858000"/>
              <a:gd name="connsiteX248" fmla="*/ 4856525 w 7467600"/>
              <a:gd name="connsiteY248" fmla="*/ 3915351 h 6858000"/>
              <a:gd name="connsiteX249" fmla="*/ 5059055 w 7467600"/>
              <a:gd name="connsiteY249" fmla="*/ 4108918 h 6858000"/>
              <a:gd name="connsiteX250" fmla="*/ 5290070 w 7467600"/>
              <a:gd name="connsiteY250" fmla="*/ 4263619 h 6858000"/>
              <a:gd name="connsiteX251" fmla="*/ 4834991 w 7467600"/>
              <a:gd name="connsiteY251" fmla="*/ 3830985 h 6858000"/>
              <a:gd name="connsiteX252" fmla="*/ 4440129 w 7467600"/>
              <a:gd name="connsiteY252" fmla="*/ 3448571 h 6858000"/>
              <a:gd name="connsiteX253" fmla="*/ 4441737 w 7467600"/>
              <a:gd name="connsiteY253" fmla="*/ 3399734 h 6858000"/>
              <a:gd name="connsiteX254" fmla="*/ 4431236 w 7467600"/>
              <a:gd name="connsiteY254" fmla="*/ 3400954 h 6858000"/>
              <a:gd name="connsiteX255" fmla="*/ 4557150 w 7467600"/>
              <a:gd name="connsiteY255" fmla="*/ 3510023 h 6858000"/>
              <a:gd name="connsiteX256" fmla="*/ 4856936 w 7467600"/>
              <a:gd name="connsiteY256" fmla="*/ 3809146 h 6858000"/>
              <a:gd name="connsiteX257" fmla="*/ 5111996 w 7467600"/>
              <a:gd name="connsiteY257" fmla="*/ 4065759 h 6858000"/>
              <a:gd name="connsiteX258" fmla="*/ 5388878 w 7467600"/>
              <a:gd name="connsiteY258" fmla="*/ 4300185 h 6858000"/>
              <a:gd name="connsiteX259" fmla="*/ 5425556 w 7467600"/>
              <a:gd name="connsiteY259" fmla="*/ 4308967 h 6858000"/>
              <a:gd name="connsiteX260" fmla="*/ 4943646 w 7467600"/>
              <a:gd name="connsiteY260" fmla="*/ 3822916 h 6858000"/>
              <a:gd name="connsiteX261" fmla="*/ 4594837 w 7467600"/>
              <a:gd name="connsiteY261" fmla="*/ 3532274 h 6858000"/>
              <a:gd name="connsiteX262" fmla="*/ 4441737 w 7467600"/>
              <a:gd name="connsiteY262" fmla="*/ 3399734 h 6858000"/>
              <a:gd name="connsiteX263" fmla="*/ 5425834 w 7467600"/>
              <a:gd name="connsiteY263" fmla="*/ 3162785 h 6858000"/>
              <a:gd name="connsiteX264" fmla="*/ 5401644 w 7467600"/>
              <a:gd name="connsiteY264" fmla="*/ 3617847 h 6858000"/>
              <a:gd name="connsiteX265" fmla="*/ 5467256 w 7467600"/>
              <a:gd name="connsiteY265" fmla="*/ 4175494 h 6858000"/>
              <a:gd name="connsiteX266" fmla="*/ 5448069 w 7467600"/>
              <a:gd name="connsiteY266" fmla="*/ 3567554 h 6858000"/>
              <a:gd name="connsiteX267" fmla="*/ 5425834 w 7467600"/>
              <a:gd name="connsiteY267" fmla="*/ 3162785 h 6858000"/>
              <a:gd name="connsiteX268" fmla="*/ 1318687 w 7467600"/>
              <a:gd name="connsiteY268" fmla="*/ 3113840 h 6858000"/>
              <a:gd name="connsiteX269" fmla="*/ 1066793 w 7467600"/>
              <a:gd name="connsiteY269" fmla="*/ 3212171 h 6858000"/>
              <a:gd name="connsiteX270" fmla="*/ 993319 w 7467600"/>
              <a:gd name="connsiteY270" fmla="*/ 3247648 h 6858000"/>
              <a:gd name="connsiteX271" fmla="*/ 853081 w 7467600"/>
              <a:gd name="connsiteY271" fmla="*/ 3312410 h 6858000"/>
              <a:gd name="connsiteX272" fmla="*/ 805957 w 7467600"/>
              <a:gd name="connsiteY272" fmla="*/ 3330443 h 6858000"/>
              <a:gd name="connsiteX273" fmla="*/ 1318687 w 7467600"/>
              <a:gd name="connsiteY273" fmla="*/ 3113840 h 6858000"/>
              <a:gd name="connsiteX274" fmla="*/ 5453702 w 7467600"/>
              <a:gd name="connsiteY274" fmla="*/ 3090882 h 6858000"/>
              <a:gd name="connsiteX275" fmla="*/ 5480135 w 7467600"/>
              <a:gd name="connsiteY275" fmla="*/ 3565802 h 6858000"/>
              <a:gd name="connsiteX276" fmla="*/ 5499023 w 7467600"/>
              <a:gd name="connsiteY276" fmla="*/ 4166310 h 6858000"/>
              <a:gd name="connsiteX277" fmla="*/ 5547022 w 7467600"/>
              <a:gd name="connsiteY277" fmla="*/ 3607838 h 6858000"/>
              <a:gd name="connsiteX278" fmla="*/ 5515964 w 7467600"/>
              <a:gd name="connsiteY278" fmla="*/ 3378541 h 6858000"/>
              <a:gd name="connsiteX279" fmla="*/ 5453702 w 7467600"/>
              <a:gd name="connsiteY279" fmla="*/ 3090882 h 6858000"/>
              <a:gd name="connsiteX280" fmla="*/ 1238695 w 7467600"/>
              <a:gd name="connsiteY280" fmla="*/ 3076820 h 6858000"/>
              <a:gd name="connsiteX281" fmla="*/ 716371 w 7467600"/>
              <a:gd name="connsiteY281" fmla="*/ 3293249 h 6858000"/>
              <a:gd name="connsiteX282" fmla="*/ 579522 w 7467600"/>
              <a:gd name="connsiteY282" fmla="*/ 3371759 h 6858000"/>
              <a:gd name="connsiteX283" fmla="*/ 600288 w 7467600"/>
              <a:gd name="connsiteY283" fmla="*/ 3365555 h 6858000"/>
              <a:gd name="connsiteX284" fmla="*/ 840692 w 7467600"/>
              <a:gd name="connsiteY284" fmla="*/ 3284921 h 6858000"/>
              <a:gd name="connsiteX285" fmla="*/ 979248 w 7467600"/>
              <a:gd name="connsiteY285" fmla="*/ 3221003 h 6858000"/>
              <a:gd name="connsiteX286" fmla="*/ 1053282 w 7467600"/>
              <a:gd name="connsiteY286" fmla="*/ 3185247 h 6858000"/>
              <a:gd name="connsiteX287" fmla="*/ 1320603 w 7467600"/>
              <a:gd name="connsiteY287" fmla="*/ 3081281 h 6858000"/>
              <a:gd name="connsiteX288" fmla="*/ 1238695 w 7467600"/>
              <a:gd name="connsiteY288" fmla="*/ 3076820 h 6858000"/>
              <a:gd name="connsiteX289" fmla="*/ 5425627 w 7467600"/>
              <a:gd name="connsiteY289" fmla="*/ 2954192 h 6858000"/>
              <a:gd name="connsiteX290" fmla="*/ 5470770 w 7467600"/>
              <a:gd name="connsiteY290" fmla="*/ 3005435 h 6858000"/>
              <a:gd name="connsiteX291" fmla="*/ 5519779 w 7467600"/>
              <a:gd name="connsiteY291" fmla="*/ 4359223 h 6858000"/>
              <a:gd name="connsiteX292" fmla="*/ 5520293 w 7467600"/>
              <a:gd name="connsiteY292" fmla="*/ 4360602 h 6858000"/>
              <a:gd name="connsiteX293" fmla="*/ 5767221 w 7467600"/>
              <a:gd name="connsiteY293" fmla="*/ 4665564 h 6858000"/>
              <a:gd name="connsiteX294" fmla="*/ 6937169 w 7467600"/>
              <a:gd name="connsiteY294" fmla="*/ 4815941 h 6858000"/>
              <a:gd name="connsiteX295" fmla="*/ 6953922 w 7467600"/>
              <a:gd name="connsiteY295" fmla="*/ 4890068 h 6858000"/>
              <a:gd name="connsiteX296" fmla="*/ 6071359 w 7467600"/>
              <a:gd name="connsiteY296" fmla="*/ 4770770 h 6858000"/>
              <a:gd name="connsiteX297" fmla="*/ 6038839 w 7467600"/>
              <a:gd name="connsiteY297" fmla="*/ 4764474 h 6858000"/>
              <a:gd name="connsiteX298" fmla="*/ 6038706 w 7467600"/>
              <a:gd name="connsiteY298" fmla="*/ 4763847 h 6858000"/>
              <a:gd name="connsiteX299" fmla="*/ 6037784 w 7467600"/>
              <a:gd name="connsiteY299" fmla="*/ 4764270 h 6858000"/>
              <a:gd name="connsiteX300" fmla="*/ 6038839 w 7467600"/>
              <a:gd name="connsiteY300" fmla="*/ 4764474 h 6858000"/>
              <a:gd name="connsiteX301" fmla="*/ 6040338 w 7467600"/>
              <a:gd name="connsiteY301" fmla="*/ 4771418 h 6858000"/>
              <a:gd name="connsiteX302" fmla="*/ 6024488 w 7467600"/>
              <a:gd name="connsiteY302" fmla="*/ 4809903 h 6858000"/>
              <a:gd name="connsiteX303" fmla="*/ 5599771 w 7467600"/>
              <a:gd name="connsiteY303" fmla="*/ 5509652 h 6858000"/>
              <a:gd name="connsiteX304" fmla="*/ 5548843 w 7467600"/>
              <a:gd name="connsiteY304" fmla="*/ 5563845 h 6858000"/>
              <a:gd name="connsiteX305" fmla="*/ 5940952 w 7467600"/>
              <a:gd name="connsiteY305" fmla="*/ 6250028 h 6858000"/>
              <a:gd name="connsiteX306" fmla="*/ 6043441 w 7467600"/>
              <a:gd name="connsiteY306" fmla="*/ 6665847 h 6858000"/>
              <a:gd name="connsiteX307" fmla="*/ 6093432 w 7467600"/>
              <a:gd name="connsiteY307" fmla="*/ 6858000 h 6858000"/>
              <a:gd name="connsiteX308" fmla="*/ 6034344 w 7467600"/>
              <a:gd name="connsiteY308" fmla="*/ 6858000 h 6858000"/>
              <a:gd name="connsiteX309" fmla="*/ 6026679 w 7467600"/>
              <a:gd name="connsiteY309" fmla="*/ 6836959 h 6858000"/>
              <a:gd name="connsiteX310" fmla="*/ 5800441 w 7467600"/>
              <a:gd name="connsiteY310" fmla="*/ 6335286 h 6858000"/>
              <a:gd name="connsiteX311" fmla="*/ 5526562 w 7467600"/>
              <a:gd name="connsiteY311" fmla="*/ 5705388 h 6858000"/>
              <a:gd name="connsiteX312" fmla="*/ 5519640 w 7467600"/>
              <a:gd name="connsiteY312" fmla="*/ 5683774 h 6858000"/>
              <a:gd name="connsiteX313" fmla="*/ 5844559 w 7467600"/>
              <a:gd name="connsiteY313" fmla="*/ 6553349 h 6858000"/>
              <a:gd name="connsiteX314" fmla="*/ 5975994 w 7467600"/>
              <a:gd name="connsiteY314" fmla="*/ 6858000 h 6858000"/>
              <a:gd name="connsiteX315" fmla="*/ 5898547 w 7467600"/>
              <a:gd name="connsiteY315" fmla="*/ 6858000 h 6858000"/>
              <a:gd name="connsiteX316" fmla="*/ 5682041 w 7467600"/>
              <a:gd name="connsiteY316" fmla="*/ 6355860 h 6858000"/>
              <a:gd name="connsiteX317" fmla="*/ 5461758 w 7467600"/>
              <a:gd name="connsiteY317" fmla="*/ 5820220 h 6858000"/>
              <a:gd name="connsiteX318" fmla="*/ 5237282 w 7467600"/>
              <a:gd name="connsiteY318" fmla="*/ 6579086 h 6858000"/>
              <a:gd name="connsiteX319" fmla="*/ 5115009 w 7467600"/>
              <a:gd name="connsiteY319" fmla="*/ 6858000 h 6858000"/>
              <a:gd name="connsiteX320" fmla="*/ 5028074 w 7467600"/>
              <a:gd name="connsiteY320" fmla="*/ 6858000 h 6858000"/>
              <a:gd name="connsiteX321" fmla="*/ 5079508 w 7467600"/>
              <a:gd name="connsiteY321" fmla="*/ 6749074 h 6858000"/>
              <a:gd name="connsiteX322" fmla="*/ 5371846 w 7467600"/>
              <a:gd name="connsiteY322" fmla="*/ 5924413 h 6858000"/>
              <a:gd name="connsiteX323" fmla="*/ 5270512 w 7467600"/>
              <a:gd name="connsiteY323" fmla="*/ 6138975 h 6858000"/>
              <a:gd name="connsiteX324" fmla="*/ 5062409 w 7467600"/>
              <a:gd name="connsiteY324" fmla="*/ 6653544 h 6858000"/>
              <a:gd name="connsiteX325" fmla="*/ 5036628 w 7467600"/>
              <a:gd name="connsiteY325" fmla="*/ 6754247 h 6858000"/>
              <a:gd name="connsiteX326" fmla="*/ 5009112 w 7467600"/>
              <a:gd name="connsiteY326" fmla="*/ 6858000 h 6858000"/>
              <a:gd name="connsiteX327" fmla="*/ 4976679 w 7467600"/>
              <a:gd name="connsiteY327" fmla="*/ 6858000 h 6858000"/>
              <a:gd name="connsiteX328" fmla="*/ 5006537 w 7467600"/>
              <a:gd name="connsiteY328" fmla="*/ 6747068 h 6858000"/>
              <a:gd name="connsiteX329" fmla="*/ 5032723 w 7467600"/>
              <a:gd name="connsiteY329" fmla="*/ 6644957 h 6858000"/>
              <a:gd name="connsiteX330" fmla="*/ 5242949 w 7467600"/>
              <a:gd name="connsiteY330" fmla="*/ 6125175 h 6858000"/>
              <a:gd name="connsiteX331" fmla="*/ 5286321 w 7467600"/>
              <a:gd name="connsiteY331" fmla="*/ 6033555 h 6858000"/>
              <a:gd name="connsiteX332" fmla="*/ 5008210 w 7467600"/>
              <a:gd name="connsiteY332" fmla="*/ 6649194 h 6858000"/>
              <a:gd name="connsiteX333" fmla="*/ 4986321 w 7467600"/>
              <a:gd name="connsiteY333" fmla="*/ 6765687 h 6858000"/>
              <a:gd name="connsiteX334" fmla="*/ 4973474 w 7467600"/>
              <a:gd name="connsiteY334" fmla="*/ 6858000 h 6858000"/>
              <a:gd name="connsiteX335" fmla="*/ 4907178 w 7467600"/>
              <a:gd name="connsiteY335" fmla="*/ 6858000 h 6858000"/>
              <a:gd name="connsiteX336" fmla="*/ 4910810 w 7467600"/>
              <a:gd name="connsiteY336" fmla="*/ 6829660 h 6858000"/>
              <a:gd name="connsiteX337" fmla="*/ 4987461 w 7467600"/>
              <a:gd name="connsiteY337" fmla="*/ 6432994 h 6858000"/>
              <a:gd name="connsiteX338" fmla="*/ 5179262 w 7467600"/>
              <a:gd name="connsiteY338" fmla="*/ 6035044 h 6858000"/>
              <a:gd name="connsiteX339" fmla="*/ 4689678 w 7467600"/>
              <a:gd name="connsiteY339" fmla="*/ 6440241 h 6858000"/>
              <a:gd name="connsiteX340" fmla="*/ 4477543 w 7467600"/>
              <a:gd name="connsiteY340" fmla="*/ 6674836 h 6858000"/>
              <a:gd name="connsiteX341" fmla="*/ 4329957 w 7467600"/>
              <a:gd name="connsiteY341" fmla="*/ 6858000 h 6858000"/>
              <a:gd name="connsiteX342" fmla="*/ 4218595 w 7467600"/>
              <a:gd name="connsiteY342" fmla="*/ 6858000 h 6858000"/>
              <a:gd name="connsiteX343" fmla="*/ 4368888 w 7467600"/>
              <a:gd name="connsiteY343" fmla="*/ 6668412 h 6858000"/>
              <a:gd name="connsiteX344" fmla="*/ 4563091 w 7467600"/>
              <a:gd name="connsiteY344" fmla="*/ 6442508 h 6858000"/>
              <a:gd name="connsiteX345" fmla="*/ 5387324 w 7467600"/>
              <a:gd name="connsiteY345" fmla="*/ 5705830 h 6858000"/>
              <a:gd name="connsiteX346" fmla="*/ 5073620 w 7467600"/>
              <a:gd name="connsiteY346" fmla="*/ 5955437 h 6858000"/>
              <a:gd name="connsiteX347" fmla="*/ 4689789 w 7467600"/>
              <a:gd name="connsiteY347" fmla="*/ 6268382 h 6858000"/>
              <a:gd name="connsiteX348" fmla="*/ 4418722 w 7467600"/>
              <a:gd name="connsiteY348" fmla="*/ 6570886 h 6858000"/>
              <a:gd name="connsiteX349" fmla="*/ 4214944 w 7467600"/>
              <a:gd name="connsiteY349" fmla="*/ 6858000 h 6858000"/>
              <a:gd name="connsiteX350" fmla="*/ 4177898 w 7467600"/>
              <a:gd name="connsiteY350" fmla="*/ 6858000 h 6858000"/>
              <a:gd name="connsiteX351" fmla="*/ 4391597 w 7467600"/>
              <a:gd name="connsiteY351" fmla="*/ 6556370 h 6858000"/>
              <a:gd name="connsiteX352" fmla="*/ 4668889 w 7467600"/>
              <a:gd name="connsiteY352" fmla="*/ 6246399 h 6858000"/>
              <a:gd name="connsiteX353" fmla="*/ 5055427 w 7467600"/>
              <a:gd name="connsiteY353" fmla="*/ 5931476 h 6858000"/>
              <a:gd name="connsiteX354" fmla="*/ 5371814 w 7467600"/>
              <a:gd name="connsiteY354" fmla="*/ 5678975 h 6858000"/>
              <a:gd name="connsiteX355" fmla="*/ 4987918 w 7467600"/>
              <a:gd name="connsiteY355" fmla="*/ 5838701 h 6858000"/>
              <a:gd name="connsiteX356" fmla="*/ 4317146 w 7467600"/>
              <a:gd name="connsiteY356" fmla="*/ 6587716 h 6858000"/>
              <a:gd name="connsiteX357" fmla="*/ 4171627 w 7467600"/>
              <a:gd name="connsiteY357" fmla="*/ 6858000 h 6858000"/>
              <a:gd name="connsiteX358" fmla="*/ 4081585 w 7467600"/>
              <a:gd name="connsiteY358" fmla="*/ 6858000 h 6858000"/>
              <a:gd name="connsiteX359" fmla="*/ 4238603 w 7467600"/>
              <a:gd name="connsiteY359" fmla="*/ 6559341 h 6858000"/>
              <a:gd name="connsiteX360" fmla="*/ 4778333 w 7467600"/>
              <a:gd name="connsiteY360" fmla="*/ 5873626 h 6858000"/>
              <a:gd name="connsiteX361" fmla="*/ 5414185 w 7467600"/>
              <a:gd name="connsiteY361" fmla="*/ 5573882 h 6858000"/>
              <a:gd name="connsiteX362" fmla="*/ 5959648 w 7467600"/>
              <a:gd name="connsiteY362" fmla="*/ 4760797 h 6858000"/>
              <a:gd name="connsiteX363" fmla="*/ 5355019 w 7467600"/>
              <a:gd name="connsiteY363" fmla="*/ 4734672 h 6858000"/>
              <a:gd name="connsiteX364" fmla="*/ 5083565 w 7467600"/>
              <a:gd name="connsiteY364" fmla="*/ 5179121 h 6858000"/>
              <a:gd name="connsiteX365" fmla="*/ 4713577 w 7467600"/>
              <a:gd name="connsiteY365" fmla="*/ 5616803 h 6858000"/>
              <a:gd name="connsiteX366" fmla="*/ 3989559 w 7467600"/>
              <a:gd name="connsiteY366" fmla="*/ 6145945 h 6858000"/>
              <a:gd name="connsiteX367" fmla="*/ 3939824 w 7467600"/>
              <a:gd name="connsiteY367" fmla="*/ 6066900 h 6858000"/>
              <a:gd name="connsiteX368" fmla="*/ 4584537 w 7467600"/>
              <a:gd name="connsiteY368" fmla="*/ 5324826 h 6858000"/>
              <a:gd name="connsiteX369" fmla="*/ 5037105 w 7467600"/>
              <a:gd name="connsiteY369" fmla="*/ 5088765 h 6858000"/>
              <a:gd name="connsiteX370" fmla="*/ 5039930 w 7467600"/>
              <a:gd name="connsiteY370" fmla="*/ 5089585 h 6858000"/>
              <a:gd name="connsiteX371" fmla="*/ 5263764 w 7467600"/>
              <a:gd name="connsiteY371" fmla="*/ 4735525 h 6858000"/>
              <a:gd name="connsiteX372" fmla="*/ 4086300 w 7467600"/>
              <a:gd name="connsiteY372" fmla="*/ 4884599 h 6858000"/>
              <a:gd name="connsiteX373" fmla="*/ 4085485 w 7467600"/>
              <a:gd name="connsiteY373" fmla="*/ 4899070 h 6858000"/>
              <a:gd name="connsiteX374" fmla="*/ 3871915 w 7467600"/>
              <a:gd name="connsiteY374" fmla="*/ 5253645 h 6858000"/>
              <a:gd name="connsiteX375" fmla="*/ 3799374 w 7467600"/>
              <a:gd name="connsiteY375" fmla="*/ 5466127 h 6858000"/>
              <a:gd name="connsiteX376" fmla="*/ 3498850 w 7467600"/>
              <a:gd name="connsiteY376" fmla="*/ 6661888 h 6858000"/>
              <a:gd name="connsiteX377" fmla="*/ 3399216 w 7467600"/>
              <a:gd name="connsiteY377" fmla="*/ 6858000 h 6858000"/>
              <a:gd name="connsiteX378" fmla="*/ 3303688 w 7467600"/>
              <a:gd name="connsiteY378" fmla="*/ 6858000 h 6858000"/>
              <a:gd name="connsiteX379" fmla="*/ 3391774 w 7467600"/>
              <a:gd name="connsiteY379" fmla="*/ 6697181 h 6858000"/>
              <a:gd name="connsiteX380" fmla="*/ 3735540 w 7467600"/>
              <a:gd name="connsiteY380" fmla="*/ 5546923 h 6858000"/>
              <a:gd name="connsiteX381" fmla="*/ 3729438 w 7467600"/>
              <a:gd name="connsiteY381" fmla="*/ 5569058 h 6858000"/>
              <a:gd name="connsiteX382" fmla="*/ 3707782 w 7467600"/>
              <a:gd name="connsiteY382" fmla="*/ 5644908 h 6858000"/>
              <a:gd name="connsiteX383" fmla="*/ 3583827 w 7467600"/>
              <a:gd name="connsiteY383" fmla="*/ 6039215 h 6858000"/>
              <a:gd name="connsiteX384" fmla="*/ 3547861 w 7467600"/>
              <a:gd name="connsiteY384" fmla="*/ 6129609 h 6858000"/>
              <a:gd name="connsiteX385" fmla="*/ 3490905 w 7467600"/>
              <a:gd name="connsiteY385" fmla="*/ 6277660 h 6858000"/>
              <a:gd name="connsiteX386" fmla="*/ 3455859 w 7467600"/>
              <a:gd name="connsiteY386" fmla="*/ 6391301 h 6858000"/>
              <a:gd name="connsiteX387" fmla="*/ 3429112 w 7467600"/>
              <a:gd name="connsiteY387" fmla="*/ 6479469 h 6858000"/>
              <a:gd name="connsiteX388" fmla="*/ 3304862 w 7467600"/>
              <a:gd name="connsiteY388" fmla="*/ 6796476 h 6858000"/>
              <a:gd name="connsiteX389" fmla="*/ 3276071 w 7467600"/>
              <a:gd name="connsiteY389" fmla="*/ 6858000 h 6858000"/>
              <a:gd name="connsiteX390" fmla="*/ 3240805 w 7467600"/>
              <a:gd name="connsiteY390" fmla="*/ 6858000 h 6858000"/>
              <a:gd name="connsiteX391" fmla="*/ 3275917 w 7467600"/>
              <a:gd name="connsiteY391" fmla="*/ 6783192 h 6858000"/>
              <a:gd name="connsiteX392" fmla="*/ 3399358 w 7467600"/>
              <a:gd name="connsiteY392" fmla="*/ 6469011 h 6858000"/>
              <a:gd name="connsiteX393" fmla="*/ 3425650 w 7467600"/>
              <a:gd name="connsiteY393" fmla="*/ 6381333 h 6858000"/>
              <a:gd name="connsiteX394" fmla="*/ 3460661 w 7467600"/>
              <a:gd name="connsiteY394" fmla="*/ 6266763 h 6858000"/>
              <a:gd name="connsiteX395" fmla="*/ 3518021 w 7467600"/>
              <a:gd name="connsiteY395" fmla="*/ 6117298 h 6858000"/>
              <a:gd name="connsiteX396" fmla="*/ 3554035 w 7467600"/>
              <a:gd name="connsiteY396" fmla="*/ 6027832 h 6858000"/>
              <a:gd name="connsiteX397" fmla="*/ 3677174 w 7467600"/>
              <a:gd name="connsiteY397" fmla="*/ 5636351 h 6858000"/>
              <a:gd name="connsiteX398" fmla="*/ 3698819 w 7467600"/>
              <a:gd name="connsiteY398" fmla="*/ 5560503 h 6858000"/>
              <a:gd name="connsiteX399" fmla="*/ 3702094 w 7467600"/>
              <a:gd name="connsiteY399" fmla="*/ 5549194 h 6858000"/>
              <a:gd name="connsiteX400" fmla="*/ 3398355 w 7467600"/>
              <a:gd name="connsiteY400" fmla="*/ 6094603 h 6858000"/>
              <a:gd name="connsiteX401" fmla="*/ 3193941 w 7467600"/>
              <a:gd name="connsiteY401" fmla="*/ 6798775 h 6858000"/>
              <a:gd name="connsiteX402" fmla="*/ 3184140 w 7467600"/>
              <a:gd name="connsiteY402" fmla="*/ 6858000 h 6858000"/>
              <a:gd name="connsiteX403" fmla="*/ 3099978 w 7467600"/>
              <a:gd name="connsiteY403" fmla="*/ 6858000 h 6858000"/>
              <a:gd name="connsiteX404" fmla="*/ 3101556 w 7467600"/>
              <a:gd name="connsiteY404" fmla="*/ 6843337 h 6858000"/>
              <a:gd name="connsiteX405" fmla="*/ 3370162 w 7467600"/>
              <a:gd name="connsiteY405" fmla="*/ 5785550 h 6858000"/>
              <a:gd name="connsiteX406" fmla="*/ 3746477 w 7467600"/>
              <a:gd name="connsiteY406" fmla="*/ 5377889 h 6858000"/>
              <a:gd name="connsiteX407" fmla="*/ 3863399 w 7467600"/>
              <a:gd name="connsiteY407" fmla="*/ 5087257 h 6858000"/>
              <a:gd name="connsiteX408" fmla="*/ 3968712 w 7467600"/>
              <a:gd name="connsiteY408" fmla="*/ 4913989 h 6858000"/>
              <a:gd name="connsiteX409" fmla="*/ 2792390 w 7467600"/>
              <a:gd name="connsiteY409" fmla="*/ 5382974 h 6858000"/>
              <a:gd name="connsiteX410" fmla="*/ 2714982 w 7467600"/>
              <a:gd name="connsiteY410" fmla="*/ 5427051 h 6858000"/>
              <a:gd name="connsiteX411" fmla="*/ 2813361 w 7467600"/>
              <a:gd name="connsiteY411" fmla="*/ 6023912 h 6858000"/>
              <a:gd name="connsiteX412" fmla="*/ 2688430 w 7467600"/>
              <a:gd name="connsiteY412" fmla="*/ 6801564 h 6858000"/>
              <a:gd name="connsiteX413" fmla="*/ 2629626 w 7467600"/>
              <a:gd name="connsiteY413" fmla="*/ 6763394 h 6858000"/>
              <a:gd name="connsiteX414" fmla="*/ 2565328 w 7467600"/>
              <a:gd name="connsiteY414" fmla="*/ 5516399 h 6858000"/>
              <a:gd name="connsiteX415" fmla="*/ 1922999 w 7467600"/>
              <a:gd name="connsiteY415" fmla="*/ 5980343 h 6858000"/>
              <a:gd name="connsiteX416" fmla="*/ 1950261 w 7467600"/>
              <a:gd name="connsiteY416" fmla="*/ 6405858 h 6858000"/>
              <a:gd name="connsiteX417" fmla="*/ 2365554 w 7467600"/>
              <a:gd name="connsiteY417" fmla="*/ 6759107 h 6858000"/>
              <a:gd name="connsiteX418" fmla="*/ 2424142 w 7467600"/>
              <a:gd name="connsiteY418" fmla="*/ 6858000 h 6858000"/>
              <a:gd name="connsiteX419" fmla="*/ 2395994 w 7467600"/>
              <a:gd name="connsiteY419" fmla="*/ 6858000 h 6858000"/>
              <a:gd name="connsiteX420" fmla="*/ 2392863 w 7467600"/>
              <a:gd name="connsiteY420" fmla="*/ 6852964 h 6858000"/>
              <a:gd name="connsiteX421" fmla="*/ 2017589 w 7467600"/>
              <a:gd name="connsiteY421" fmla="*/ 6493982 h 6858000"/>
              <a:gd name="connsiteX422" fmla="*/ 2147336 w 7467600"/>
              <a:gd name="connsiteY422" fmla="*/ 6594052 h 6858000"/>
              <a:gd name="connsiteX423" fmla="*/ 2207047 w 7467600"/>
              <a:gd name="connsiteY423" fmla="*/ 6654540 h 6858000"/>
              <a:gd name="connsiteX424" fmla="*/ 2299106 w 7467600"/>
              <a:gd name="connsiteY424" fmla="*/ 6778931 h 6858000"/>
              <a:gd name="connsiteX425" fmla="*/ 2314430 w 7467600"/>
              <a:gd name="connsiteY425" fmla="*/ 6801144 h 6858000"/>
              <a:gd name="connsiteX426" fmla="*/ 2352406 w 7467600"/>
              <a:gd name="connsiteY426" fmla="*/ 6858000 h 6858000"/>
              <a:gd name="connsiteX427" fmla="*/ 2314492 w 7467600"/>
              <a:gd name="connsiteY427" fmla="*/ 6858000 h 6858000"/>
              <a:gd name="connsiteX428" fmla="*/ 2288095 w 7467600"/>
              <a:gd name="connsiteY428" fmla="*/ 6818030 h 6858000"/>
              <a:gd name="connsiteX429" fmla="*/ 2272768 w 7467600"/>
              <a:gd name="connsiteY429" fmla="*/ 6795822 h 6858000"/>
              <a:gd name="connsiteX430" fmla="*/ 2182715 w 7467600"/>
              <a:gd name="connsiteY430" fmla="*/ 6675071 h 6858000"/>
              <a:gd name="connsiteX431" fmla="*/ 2032061 w 7467600"/>
              <a:gd name="connsiteY431" fmla="*/ 6541380 h 6858000"/>
              <a:gd name="connsiteX432" fmla="*/ 2257220 w 7467600"/>
              <a:gd name="connsiteY432" fmla="*/ 6826257 h 6858000"/>
              <a:gd name="connsiteX433" fmla="*/ 2281324 w 7467600"/>
              <a:gd name="connsiteY433" fmla="*/ 6858000 h 6858000"/>
              <a:gd name="connsiteX434" fmla="*/ 2242860 w 7467600"/>
              <a:gd name="connsiteY434" fmla="*/ 6858000 h 6858000"/>
              <a:gd name="connsiteX435" fmla="*/ 2232818 w 7467600"/>
              <a:gd name="connsiteY435" fmla="*/ 6844926 h 6858000"/>
              <a:gd name="connsiteX436" fmla="*/ 1990172 w 7467600"/>
              <a:gd name="connsiteY436" fmla="*/ 6542121 h 6858000"/>
              <a:gd name="connsiteX437" fmla="*/ 2124090 w 7467600"/>
              <a:gd name="connsiteY437" fmla="*/ 6761017 h 6858000"/>
              <a:gd name="connsiteX438" fmla="*/ 2200380 w 7467600"/>
              <a:gd name="connsiteY438" fmla="*/ 6858000 h 6858000"/>
              <a:gd name="connsiteX439" fmla="*/ 2147507 w 7467600"/>
              <a:gd name="connsiteY439" fmla="*/ 6858000 h 6858000"/>
              <a:gd name="connsiteX440" fmla="*/ 2070668 w 7467600"/>
              <a:gd name="connsiteY440" fmla="*/ 6761520 h 6858000"/>
              <a:gd name="connsiteX441" fmla="*/ 1975142 w 7467600"/>
              <a:gd name="connsiteY441" fmla="*/ 6585570 h 6858000"/>
              <a:gd name="connsiteX442" fmla="*/ 2050035 w 7467600"/>
              <a:gd name="connsiteY442" fmla="*/ 6813345 h 6858000"/>
              <a:gd name="connsiteX443" fmla="*/ 2063025 w 7467600"/>
              <a:gd name="connsiteY443" fmla="*/ 6858000 h 6858000"/>
              <a:gd name="connsiteX444" fmla="*/ 2021675 w 7467600"/>
              <a:gd name="connsiteY444" fmla="*/ 6858000 h 6858000"/>
              <a:gd name="connsiteX445" fmla="*/ 2019308 w 7467600"/>
              <a:gd name="connsiteY445" fmla="*/ 6847118 h 6858000"/>
              <a:gd name="connsiteX446" fmla="*/ 1938835 w 7467600"/>
              <a:gd name="connsiteY446" fmla="*/ 6551160 h 6858000"/>
              <a:gd name="connsiteX447" fmla="*/ 1953230 w 7467600"/>
              <a:gd name="connsiteY447" fmla="*/ 6759699 h 6858000"/>
              <a:gd name="connsiteX448" fmla="*/ 1956763 w 7467600"/>
              <a:gd name="connsiteY448" fmla="*/ 6778191 h 6858000"/>
              <a:gd name="connsiteX449" fmla="*/ 1967925 w 7467600"/>
              <a:gd name="connsiteY449" fmla="*/ 6858000 h 6858000"/>
              <a:gd name="connsiteX450" fmla="*/ 1936622 w 7467600"/>
              <a:gd name="connsiteY450" fmla="*/ 6858000 h 6858000"/>
              <a:gd name="connsiteX451" fmla="*/ 1926261 w 7467600"/>
              <a:gd name="connsiteY451" fmla="*/ 6784064 h 6858000"/>
              <a:gd name="connsiteX452" fmla="*/ 1922724 w 7467600"/>
              <a:gd name="connsiteY452" fmla="*/ 6765577 h 6858000"/>
              <a:gd name="connsiteX453" fmla="*/ 1904650 w 7467600"/>
              <a:gd name="connsiteY453" fmla="*/ 6639616 h 6858000"/>
              <a:gd name="connsiteX454" fmla="*/ 1885273 w 7467600"/>
              <a:gd name="connsiteY454" fmla="*/ 6858000 h 6858000"/>
              <a:gd name="connsiteX455" fmla="*/ 1854363 w 7467600"/>
              <a:gd name="connsiteY455" fmla="*/ 6858000 h 6858000"/>
              <a:gd name="connsiteX456" fmla="*/ 1880391 w 7467600"/>
              <a:gd name="connsiteY456" fmla="*/ 6603796 h 6858000"/>
              <a:gd name="connsiteX457" fmla="*/ 1818273 w 7467600"/>
              <a:gd name="connsiteY457" fmla="*/ 6715729 h 6858000"/>
              <a:gd name="connsiteX458" fmla="*/ 1794691 w 7467600"/>
              <a:gd name="connsiteY458" fmla="*/ 6843239 h 6858000"/>
              <a:gd name="connsiteX459" fmla="*/ 1794914 w 7467600"/>
              <a:gd name="connsiteY459" fmla="*/ 6858000 h 6858000"/>
              <a:gd name="connsiteX460" fmla="*/ 1746128 w 7467600"/>
              <a:gd name="connsiteY460" fmla="*/ 6858000 h 6858000"/>
              <a:gd name="connsiteX461" fmla="*/ 1753934 w 7467600"/>
              <a:gd name="connsiteY461" fmla="*/ 6724796 h 6858000"/>
              <a:gd name="connsiteX462" fmla="*/ 1792053 w 7467600"/>
              <a:gd name="connsiteY462" fmla="*/ 6572396 h 6858000"/>
              <a:gd name="connsiteX463" fmla="*/ 1862248 w 7467600"/>
              <a:gd name="connsiteY463" fmla="*/ 6266397 h 6858000"/>
              <a:gd name="connsiteX464" fmla="*/ 1862250 w 7467600"/>
              <a:gd name="connsiteY464" fmla="*/ 6033531 h 6858000"/>
              <a:gd name="connsiteX465" fmla="*/ 1211999 w 7467600"/>
              <a:gd name="connsiteY465" fmla="*/ 6683610 h 6858000"/>
              <a:gd name="connsiteX466" fmla="*/ 1213266 w 7467600"/>
              <a:gd name="connsiteY466" fmla="*/ 6691947 h 6858000"/>
              <a:gd name="connsiteX467" fmla="*/ 1203370 w 7467600"/>
              <a:gd name="connsiteY467" fmla="*/ 6850676 h 6858000"/>
              <a:gd name="connsiteX468" fmla="*/ 1203671 w 7467600"/>
              <a:gd name="connsiteY468" fmla="*/ 6858000 h 6858000"/>
              <a:gd name="connsiteX469" fmla="*/ 1143180 w 7467600"/>
              <a:gd name="connsiteY469" fmla="*/ 6858000 h 6858000"/>
              <a:gd name="connsiteX470" fmla="*/ 1142176 w 7467600"/>
              <a:gd name="connsiteY470" fmla="*/ 6766045 h 6858000"/>
              <a:gd name="connsiteX471" fmla="*/ 1067484 w 7467600"/>
              <a:gd name="connsiteY471" fmla="*/ 6858000 h 6858000"/>
              <a:gd name="connsiteX472" fmla="*/ 953928 w 7467600"/>
              <a:gd name="connsiteY472" fmla="*/ 6858000 h 6858000"/>
              <a:gd name="connsiteX473" fmla="*/ 959715 w 7467600"/>
              <a:gd name="connsiteY473" fmla="*/ 6850185 h 6858000"/>
              <a:gd name="connsiteX474" fmla="*/ 1483788 w 7467600"/>
              <a:gd name="connsiteY474" fmla="*/ 6259174 h 6858000"/>
              <a:gd name="connsiteX475" fmla="*/ 1100671 w 7467600"/>
              <a:gd name="connsiteY475" fmla="*/ 6252137 h 6858000"/>
              <a:gd name="connsiteX476" fmla="*/ 1090144 w 7467600"/>
              <a:gd name="connsiteY476" fmla="*/ 6256748 h 6858000"/>
              <a:gd name="connsiteX477" fmla="*/ 1095872 w 7467600"/>
              <a:gd name="connsiteY477" fmla="*/ 6271892 h 6858000"/>
              <a:gd name="connsiteX478" fmla="*/ 262785 w 7467600"/>
              <a:gd name="connsiteY478" fmla="*/ 6845450 h 6858000"/>
              <a:gd name="connsiteX479" fmla="*/ 209968 w 7467600"/>
              <a:gd name="connsiteY479" fmla="*/ 6770713 h 6858000"/>
              <a:gd name="connsiteX480" fmla="*/ 873460 w 7467600"/>
              <a:gd name="connsiteY480" fmla="*/ 6253768 h 6858000"/>
              <a:gd name="connsiteX481" fmla="*/ 192686 w 7467600"/>
              <a:gd name="connsiteY481" fmla="*/ 5849257 h 6858000"/>
              <a:gd name="connsiteX482" fmla="*/ 4696 w 7467600"/>
              <a:gd name="connsiteY482" fmla="*/ 5697668 h 6858000"/>
              <a:gd name="connsiteX483" fmla="*/ 0 w 7467600"/>
              <a:gd name="connsiteY483" fmla="*/ 5689984 h 6858000"/>
              <a:gd name="connsiteX484" fmla="*/ 0 w 7467600"/>
              <a:gd name="connsiteY484" fmla="*/ 5513472 h 6858000"/>
              <a:gd name="connsiteX485" fmla="*/ 174101 w 7467600"/>
              <a:gd name="connsiteY485" fmla="*/ 5620277 h 6858000"/>
              <a:gd name="connsiteX486" fmla="*/ 891800 w 7467600"/>
              <a:gd name="connsiteY486" fmla="*/ 6036935 h 6858000"/>
              <a:gd name="connsiteX487" fmla="*/ 1072219 w 7467600"/>
              <a:gd name="connsiteY487" fmla="*/ 6169443 h 6858000"/>
              <a:gd name="connsiteX488" fmla="*/ 1074117 w 7467600"/>
              <a:gd name="connsiteY488" fmla="*/ 6170301 h 6858000"/>
              <a:gd name="connsiteX489" fmla="*/ 1083114 w 7467600"/>
              <a:gd name="connsiteY489" fmla="*/ 6174131 h 6858000"/>
              <a:gd name="connsiteX490" fmla="*/ 1543010 w 7467600"/>
              <a:gd name="connsiteY490" fmla="*/ 6191140 h 6858000"/>
              <a:gd name="connsiteX491" fmla="*/ 1551080 w 7467600"/>
              <a:gd name="connsiteY491" fmla="*/ 6195006 h 6858000"/>
              <a:gd name="connsiteX492" fmla="*/ 2345443 w 7467600"/>
              <a:gd name="connsiteY492" fmla="*/ 5549882 h 6858000"/>
              <a:gd name="connsiteX493" fmla="*/ 1721499 w 7467600"/>
              <a:gd name="connsiteY493" fmla="*/ 5599969 h 6858000"/>
              <a:gd name="connsiteX494" fmla="*/ 767716 w 7467600"/>
              <a:gd name="connsiteY494" fmla="*/ 5472768 h 6858000"/>
              <a:gd name="connsiteX495" fmla="*/ 722147 w 7467600"/>
              <a:gd name="connsiteY495" fmla="*/ 5393091 h 6858000"/>
              <a:gd name="connsiteX496" fmla="*/ 1485552 w 7467600"/>
              <a:gd name="connsiteY496" fmla="*/ 5313202 h 6858000"/>
              <a:gd name="connsiteX497" fmla="*/ 2143004 w 7467600"/>
              <a:gd name="connsiteY497" fmla="*/ 5402420 h 6858000"/>
              <a:gd name="connsiteX498" fmla="*/ 1933391 w 7467600"/>
              <a:gd name="connsiteY498" fmla="*/ 5156971 h 6858000"/>
              <a:gd name="connsiteX499" fmla="*/ 1827118 w 7467600"/>
              <a:gd name="connsiteY499" fmla="*/ 4968410 h 6858000"/>
              <a:gd name="connsiteX500" fmla="*/ 1837349 w 7467600"/>
              <a:gd name="connsiteY500" fmla="*/ 4956357 h 6858000"/>
              <a:gd name="connsiteX501" fmla="*/ 2162835 w 7467600"/>
              <a:gd name="connsiteY501" fmla="*/ 5187853 h 6858000"/>
              <a:gd name="connsiteX502" fmla="*/ 2257167 w 7467600"/>
              <a:gd name="connsiteY502" fmla="*/ 5462123 h 6858000"/>
              <a:gd name="connsiteX503" fmla="*/ 2261598 w 7467600"/>
              <a:gd name="connsiteY503" fmla="*/ 5467998 h 6858000"/>
              <a:gd name="connsiteX504" fmla="*/ 2437177 w 7467600"/>
              <a:gd name="connsiteY504" fmla="*/ 5479608 h 6858000"/>
              <a:gd name="connsiteX505" fmla="*/ 2445247 w 7467600"/>
              <a:gd name="connsiteY505" fmla="*/ 5483476 h 6858000"/>
              <a:gd name="connsiteX506" fmla="*/ 2743626 w 7467600"/>
              <a:gd name="connsiteY506" fmla="*/ 5304819 h 6858000"/>
              <a:gd name="connsiteX507" fmla="*/ 3048102 w 7467600"/>
              <a:gd name="connsiteY507" fmla="*/ 5150595 h 6858000"/>
              <a:gd name="connsiteX508" fmla="*/ 1799414 w 7467600"/>
              <a:gd name="connsiteY508" fmla="*/ 4694732 h 6858000"/>
              <a:gd name="connsiteX509" fmla="*/ 1771735 w 7467600"/>
              <a:gd name="connsiteY509" fmla="*/ 4619929 h 6858000"/>
              <a:gd name="connsiteX510" fmla="*/ 3104273 w 7467600"/>
              <a:gd name="connsiteY510" fmla="*/ 5076159 h 6858000"/>
              <a:gd name="connsiteX511" fmla="*/ 3113245 w 7467600"/>
              <a:gd name="connsiteY511" fmla="*/ 5090705 h 6858000"/>
              <a:gd name="connsiteX512" fmla="*/ 3126294 w 7467600"/>
              <a:gd name="connsiteY512" fmla="*/ 5114400 h 6858000"/>
              <a:gd name="connsiteX513" fmla="*/ 3937433 w 7467600"/>
              <a:gd name="connsiteY513" fmla="*/ 4830473 h 6858000"/>
              <a:gd name="connsiteX514" fmla="*/ 3590475 w 7467600"/>
              <a:gd name="connsiteY514" fmla="*/ 4597974 h 6858000"/>
              <a:gd name="connsiteX515" fmla="*/ 3100264 w 7467600"/>
              <a:gd name="connsiteY515" fmla="*/ 4579845 h 6858000"/>
              <a:gd name="connsiteX516" fmla="*/ 2183576 w 7467600"/>
              <a:gd name="connsiteY516" fmla="*/ 4227150 h 6858000"/>
              <a:gd name="connsiteX517" fmla="*/ 2151029 w 7467600"/>
              <a:gd name="connsiteY517" fmla="*/ 4146947 h 6858000"/>
              <a:gd name="connsiteX518" fmla="*/ 3563434 w 7467600"/>
              <a:gd name="connsiteY518" fmla="*/ 4469115 h 6858000"/>
              <a:gd name="connsiteX519" fmla="*/ 3177952 w 7467600"/>
              <a:gd name="connsiteY519" fmla="*/ 3657386 h 6858000"/>
              <a:gd name="connsiteX520" fmla="*/ 3189263 w 7467600"/>
              <a:gd name="connsiteY520" fmla="*/ 3625726 h 6858000"/>
              <a:gd name="connsiteX521" fmla="*/ 3560912 w 7467600"/>
              <a:gd name="connsiteY521" fmla="*/ 4079863 h 6858000"/>
              <a:gd name="connsiteX522" fmla="*/ 3626636 w 7467600"/>
              <a:gd name="connsiteY522" fmla="*/ 4512230 h 6858000"/>
              <a:gd name="connsiteX523" fmla="*/ 3653088 w 7467600"/>
              <a:gd name="connsiteY523" fmla="*/ 4521417 h 6858000"/>
              <a:gd name="connsiteX524" fmla="*/ 3988128 w 7467600"/>
              <a:gd name="connsiteY524" fmla="*/ 4817267 h 6858000"/>
              <a:gd name="connsiteX525" fmla="*/ 4830582 w 7467600"/>
              <a:gd name="connsiteY525" fmla="*/ 4676000 h 6858000"/>
              <a:gd name="connsiteX526" fmla="*/ 4830100 w 7467600"/>
              <a:gd name="connsiteY526" fmla="*/ 4675554 h 6858000"/>
              <a:gd name="connsiteX527" fmla="*/ 4036318 w 7467600"/>
              <a:gd name="connsiteY527" fmla="*/ 4147013 h 6858000"/>
              <a:gd name="connsiteX528" fmla="*/ 3432098 w 7467600"/>
              <a:gd name="connsiteY528" fmla="*/ 3537312 h 6858000"/>
              <a:gd name="connsiteX529" fmla="*/ 3446761 w 7467600"/>
              <a:gd name="connsiteY529" fmla="*/ 3461278 h 6858000"/>
              <a:gd name="connsiteX530" fmla="*/ 4419733 w 7467600"/>
              <a:gd name="connsiteY530" fmla="*/ 3963555 h 6858000"/>
              <a:gd name="connsiteX531" fmla="*/ 4781371 w 7467600"/>
              <a:gd name="connsiteY531" fmla="*/ 4458604 h 6858000"/>
              <a:gd name="connsiteX532" fmla="*/ 4780440 w 7467600"/>
              <a:gd name="connsiteY532" fmla="*/ 4470290 h 6858000"/>
              <a:gd name="connsiteX533" fmla="*/ 4898954 w 7467600"/>
              <a:gd name="connsiteY533" fmla="*/ 4662092 h 6858000"/>
              <a:gd name="connsiteX534" fmla="*/ 4900699 w 7467600"/>
              <a:gd name="connsiteY534" fmla="*/ 4670867 h 6858000"/>
              <a:gd name="connsiteX535" fmla="*/ 5714511 w 7467600"/>
              <a:gd name="connsiteY535" fmla="*/ 4663483 h 6858000"/>
              <a:gd name="connsiteX536" fmla="*/ 5464793 w 7467600"/>
              <a:gd name="connsiteY536" fmla="*/ 4393556 h 6858000"/>
              <a:gd name="connsiteX537" fmla="*/ 5461897 w 7467600"/>
              <a:gd name="connsiteY537" fmla="*/ 4390879 h 6858000"/>
              <a:gd name="connsiteX538" fmla="*/ 4294126 w 7467600"/>
              <a:gd name="connsiteY538" fmla="*/ 3303048 h 6858000"/>
              <a:gd name="connsiteX539" fmla="*/ 4305321 w 7467600"/>
              <a:gd name="connsiteY539" fmla="*/ 3256953 h 6858000"/>
              <a:gd name="connsiteX540" fmla="*/ 4949299 w 7467600"/>
              <a:gd name="connsiteY540" fmla="*/ 3766336 h 6858000"/>
              <a:gd name="connsiteX541" fmla="*/ 5291452 w 7467600"/>
              <a:gd name="connsiteY541" fmla="*/ 4076801 h 6858000"/>
              <a:gd name="connsiteX542" fmla="*/ 5434998 w 7467600"/>
              <a:gd name="connsiteY542" fmla="*/ 4254100 h 6858000"/>
              <a:gd name="connsiteX543" fmla="*/ 5351015 w 7467600"/>
              <a:gd name="connsiteY543" fmla="*/ 3760989 h 6858000"/>
              <a:gd name="connsiteX544" fmla="*/ 5413780 w 7467600"/>
              <a:gd name="connsiteY544" fmla="*/ 2966265 h 6858000"/>
              <a:gd name="connsiteX545" fmla="*/ 5425627 w 7467600"/>
              <a:gd name="connsiteY545" fmla="*/ 2954192 h 6858000"/>
              <a:gd name="connsiteX546" fmla="*/ 6604735 w 7467600"/>
              <a:gd name="connsiteY546" fmla="*/ 2041381 h 6858000"/>
              <a:gd name="connsiteX547" fmla="*/ 7204487 w 7467600"/>
              <a:gd name="connsiteY547" fmla="*/ 2742112 h 6858000"/>
              <a:gd name="connsiteX548" fmla="*/ 7131592 w 7467600"/>
              <a:gd name="connsiteY548" fmla="*/ 2672096 h 6858000"/>
              <a:gd name="connsiteX549" fmla="*/ 6996344 w 7467600"/>
              <a:gd name="connsiteY549" fmla="*/ 2518310 h 6858000"/>
              <a:gd name="connsiteX550" fmla="*/ 6735495 w 7467600"/>
              <a:gd name="connsiteY550" fmla="*/ 2196890 h 6858000"/>
              <a:gd name="connsiteX551" fmla="*/ 6721901 w 7467600"/>
              <a:gd name="connsiteY551" fmla="*/ 2179274 h 6858000"/>
              <a:gd name="connsiteX552" fmla="*/ 6604735 w 7467600"/>
              <a:gd name="connsiteY552" fmla="*/ 2041381 h 6858000"/>
              <a:gd name="connsiteX553" fmla="*/ 6591670 w 7467600"/>
              <a:gd name="connsiteY553" fmla="*/ 1988277 h 6858000"/>
              <a:gd name="connsiteX554" fmla="*/ 6747349 w 7467600"/>
              <a:gd name="connsiteY554" fmla="*/ 2160069 h 6858000"/>
              <a:gd name="connsiteX555" fmla="*/ 6760943 w 7467600"/>
              <a:gd name="connsiteY555" fmla="*/ 2177686 h 6858000"/>
              <a:gd name="connsiteX556" fmla="*/ 7021065 w 7467600"/>
              <a:gd name="connsiteY556" fmla="*/ 2498102 h 6858000"/>
              <a:gd name="connsiteX557" fmla="*/ 7155223 w 7467600"/>
              <a:gd name="connsiteY557" fmla="*/ 2650386 h 6858000"/>
              <a:gd name="connsiteX558" fmla="*/ 7203167 w 7467600"/>
              <a:gd name="connsiteY558" fmla="*/ 2697288 h 6858000"/>
              <a:gd name="connsiteX559" fmla="*/ 6937703 w 7467600"/>
              <a:gd name="connsiteY559" fmla="*/ 2321981 h 6858000"/>
              <a:gd name="connsiteX560" fmla="*/ 6591670 w 7467600"/>
              <a:gd name="connsiteY560" fmla="*/ 1988277 h 6858000"/>
              <a:gd name="connsiteX561" fmla="*/ 5798671 w 7467600"/>
              <a:gd name="connsiteY561" fmla="*/ 1981601 h 6858000"/>
              <a:gd name="connsiteX562" fmla="*/ 5754709 w 7467600"/>
              <a:gd name="connsiteY562" fmla="*/ 2071454 h 6858000"/>
              <a:gd name="connsiteX563" fmla="*/ 5763044 w 7467600"/>
              <a:gd name="connsiteY563" fmla="*/ 2842206 h 6858000"/>
              <a:gd name="connsiteX564" fmla="*/ 5764974 w 7467600"/>
              <a:gd name="connsiteY564" fmla="*/ 2799609 h 6858000"/>
              <a:gd name="connsiteX565" fmla="*/ 5767665 w 7467600"/>
              <a:gd name="connsiteY565" fmla="*/ 2666409 h 6858000"/>
              <a:gd name="connsiteX566" fmla="*/ 5763055 w 7467600"/>
              <a:gd name="connsiteY566" fmla="*/ 2579705 h 6858000"/>
              <a:gd name="connsiteX567" fmla="*/ 5758079 w 7467600"/>
              <a:gd name="connsiteY567" fmla="*/ 2492508 h 6858000"/>
              <a:gd name="connsiteX568" fmla="*/ 5779325 w 7467600"/>
              <a:gd name="connsiteY568" fmla="*/ 2197069 h 6858000"/>
              <a:gd name="connsiteX569" fmla="*/ 5798671 w 7467600"/>
              <a:gd name="connsiteY569" fmla="*/ 1981601 h 6858000"/>
              <a:gd name="connsiteX570" fmla="*/ 5829202 w 7467600"/>
              <a:gd name="connsiteY570" fmla="*/ 1971679 h 6858000"/>
              <a:gd name="connsiteX571" fmla="*/ 5809558 w 7467600"/>
              <a:gd name="connsiteY571" fmla="*/ 2198043 h 6858000"/>
              <a:gd name="connsiteX572" fmla="*/ 5788653 w 7467600"/>
              <a:gd name="connsiteY572" fmla="*/ 2489430 h 6858000"/>
              <a:gd name="connsiteX573" fmla="*/ 5793439 w 7467600"/>
              <a:gd name="connsiteY573" fmla="*/ 2575235 h 6858000"/>
              <a:gd name="connsiteX574" fmla="*/ 5796837 w 7467600"/>
              <a:gd name="connsiteY574" fmla="*/ 2637633 h 6858000"/>
              <a:gd name="connsiteX575" fmla="*/ 5818614 w 7467600"/>
              <a:gd name="connsiteY575" fmla="*/ 2473055 h 6858000"/>
              <a:gd name="connsiteX576" fmla="*/ 5829202 w 7467600"/>
              <a:gd name="connsiteY576" fmla="*/ 1971679 h 6858000"/>
              <a:gd name="connsiteX577" fmla="*/ 5911389 w 7467600"/>
              <a:gd name="connsiteY577" fmla="*/ 1898371 h 6858000"/>
              <a:gd name="connsiteX578" fmla="*/ 6237627 w 7467600"/>
              <a:gd name="connsiteY578" fmla="*/ 2231921 h 6858000"/>
              <a:gd name="connsiteX579" fmla="*/ 5911389 w 7467600"/>
              <a:gd name="connsiteY579" fmla="*/ 1898371 h 6858000"/>
              <a:gd name="connsiteX580" fmla="*/ 6944437 w 7467600"/>
              <a:gd name="connsiteY580" fmla="*/ 1575402 h 6858000"/>
              <a:gd name="connsiteX581" fmla="*/ 6304730 w 7467600"/>
              <a:gd name="connsiteY581" fmla="*/ 1766654 h 6858000"/>
              <a:gd name="connsiteX582" fmla="*/ 6944437 w 7467600"/>
              <a:gd name="connsiteY582" fmla="*/ 1575402 h 6858000"/>
              <a:gd name="connsiteX583" fmla="*/ 7019523 w 7467600"/>
              <a:gd name="connsiteY583" fmla="*/ 1519450 h 6858000"/>
              <a:gd name="connsiteX584" fmla="*/ 6298091 w 7467600"/>
              <a:gd name="connsiteY584" fmla="*/ 1737122 h 6858000"/>
              <a:gd name="connsiteX585" fmla="*/ 7019523 w 7467600"/>
              <a:gd name="connsiteY585" fmla="*/ 1519450 h 6858000"/>
              <a:gd name="connsiteX586" fmla="*/ 2399523 w 7467600"/>
              <a:gd name="connsiteY586" fmla="*/ 1428234 h 6858000"/>
              <a:gd name="connsiteX587" fmla="*/ 2224982 w 7467600"/>
              <a:gd name="connsiteY587" fmla="*/ 1826201 h 6858000"/>
              <a:gd name="connsiteX588" fmla="*/ 2096099 w 7467600"/>
              <a:gd name="connsiteY588" fmla="*/ 2345900 h 6858000"/>
              <a:gd name="connsiteX589" fmla="*/ 2283317 w 7467600"/>
              <a:gd name="connsiteY589" fmla="*/ 1796925 h 6858000"/>
              <a:gd name="connsiteX590" fmla="*/ 2399523 w 7467600"/>
              <a:gd name="connsiteY590" fmla="*/ 1428234 h 6858000"/>
              <a:gd name="connsiteX591" fmla="*/ 2448558 w 7467600"/>
              <a:gd name="connsiteY591" fmla="*/ 1373435 h 6858000"/>
              <a:gd name="connsiteX592" fmla="*/ 2312521 w 7467600"/>
              <a:gd name="connsiteY592" fmla="*/ 1806140 h 6858000"/>
              <a:gd name="connsiteX593" fmla="*/ 2127533 w 7467600"/>
              <a:gd name="connsiteY593" fmla="*/ 2348380 h 6858000"/>
              <a:gd name="connsiteX594" fmla="*/ 2358080 w 7467600"/>
              <a:gd name="connsiteY594" fmla="*/ 1866134 h 6858000"/>
              <a:gd name="connsiteX595" fmla="*/ 2407436 w 7467600"/>
              <a:gd name="connsiteY595" fmla="*/ 1651070 h 6858000"/>
              <a:gd name="connsiteX596" fmla="*/ 2448558 w 7467600"/>
              <a:gd name="connsiteY596" fmla="*/ 1373435 h 6858000"/>
              <a:gd name="connsiteX597" fmla="*/ 278707 w 7467600"/>
              <a:gd name="connsiteY597" fmla="*/ 1352270 h 6858000"/>
              <a:gd name="connsiteX598" fmla="*/ 321570 w 7467600"/>
              <a:gd name="connsiteY598" fmla="*/ 1861610 h 6858000"/>
              <a:gd name="connsiteX599" fmla="*/ 294281 w 7467600"/>
              <a:gd name="connsiteY599" fmla="*/ 1440658 h 6858000"/>
              <a:gd name="connsiteX600" fmla="*/ 278707 w 7467600"/>
              <a:gd name="connsiteY600" fmla="*/ 1352270 h 6858000"/>
              <a:gd name="connsiteX601" fmla="*/ 1423821 w 7467600"/>
              <a:gd name="connsiteY601" fmla="*/ 1351958 h 6858000"/>
              <a:gd name="connsiteX602" fmla="*/ 1638521 w 7467600"/>
              <a:gd name="connsiteY602" fmla="*/ 1908470 h 6858000"/>
              <a:gd name="connsiteX603" fmla="*/ 1754199 w 7467600"/>
              <a:gd name="connsiteY603" fmla="*/ 2149284 h 6858000"/>
              <a:gd name="connsiteX604" fmla="*/ 1908359 w 7467600"/>
              <a:gd name="connsiteY604" fmla="*/ 2364988 h 6858000"/>
              <a:gd name="connsiteX605" fmla="*/ 1647661 w 7467600"/>
              <a:gd name="connsiteY605" fmla="*/ 1825945 h 6858000"/>
              <a:gd name="connsiteX606" fmla="*/ 1423821 w 7467600"/>
              <a:gd name="connsiteY606" fmla="*/ 1351958 h 6858000"/>
              <a:gd name="connsiteX607" fmla="*/ 1431890 w 7467600"/>
              <a:gd name="connsiteY607" fmla="*/ 1306475 h 6858000"/>
              <a:gd name="connsiteX608" fmla="*/ 1507597 w 7467600"/>
              <a:gd name="connsiteY608" fmla="*/ 1446132 h 6858000"/>
              <a:gd name="connsiteX609" fmla="*/ 1674586 w 7467600"/>
              <a:gd name="connsiteY609" fmla="*/ 1813832 h 6858000"/>
              <a:gd name="connsiteX610" fmla="*/ 1815950 w 7467600"/>
              <a:gd name="connsiteY610" fmla="*/ 2128564 h 6858000"/>
              <a:gd name="connsiteX611" fmla="*/ 1984242 w 7467600"/>
              <a:gd name="connsiteY611" fmla="*/ 2430829 h 6858000"/>
              <a:gd name="connsiteX612" fmla="*/ 2014023 w 7467600"/>
              <a:gd name="connsiteY612" fmla="*/ 2450995 h 6858000"/>
              <a:gd name="connsiteX613" fmla="*/ 1747337 w 7467600"/>
              <a:gd name="connsiteY613" fmla="*/ 1855264 h 6858000"/>
              <a:gd name="connsiteX614" fmla="*/ 1533749 w 7467600"/>
              <a:gd name="connsiteY614" fmla="*/ 1478656 h 6858000"/>
              <a:gd name="connsiteX615" fmla="*/ 1431890 w 7467600"/>
              <a:gd name="connsiteY615" fmla="*/ 1306475 h 6858000"/>
              <a:gd name="connsiteX616" fmla="*/ 5052692 w 7467600"/>
              <a:gd name="connsiteY616" fmla="*/ 1292994 h 6858000"/>
              <a:gd name="connsiteX617" fmla="*/ 5200661 w 7467600"/>
              <a:gd name="connsiteY617" fmla="*/ 1635186 h 6858000"/>
              <a:gd name="connsiteX618" fmla="*/ 5297138 w 7467600"/>
              <a:gd name="connsiteY618" fmla="*/ 1906351 h 6858000"/>
              <a:gd name="connsiteX619" fmla="*/ 5052692 w 7467600"/>
              <a:gd name="connsiteY619" fmla="*/ 1292994 h 6858000"/>
              <a:gd name="connsiteX620" fmla="*/ 5009948 w 7467600"/>
              <a:gd name="connsiteY620" fmla="*/ 1273619 h 6858000"/>
              <a:gd name="connsiteX621" fmla="*/ 5121777 w 7467600"/>
              <a:gd name="connsiteY621" fmla="*/ 1654213 h 6858000"/>
              <a:gd name="connsiteX622" fmla="*/ 5293545 w 7467600"/>
              <a:gd name="connsiteY622" fmla="*/ 2072247 h 6858000"/>
              <a:gd name="connsiteX623" fmla="*/ 5294042 w 7467600"/>
              <a:gd name="connsiteY623" fmla="*/ 2065019 h 6858000"/>
              <a:gd name="connsiteX624" fmla="*/ 5171936 w 7467600"/>
              <a:gd name="connsiteY624" fmla="*/ 1647613 h 6858000"/>
              <a:gd name="connsiteX625" fmla="*/ 5009948 w 7467600"/>
              <a:gd name="connsiteY625" fmla="*/ 1273619 h 6858000"/>
              <a:gd name="connsiteX626" fmla="*/ 655236 w 7467600"/>
              <a:gd name="connsiteY626" fmla="*/ 1268632 h 6858000"/>
              <a:gd name="connsiteX627" fmla="*/ 839521 w 7467600"/>
              <a:gd name="connsiteY627" fmla="*/ 1685315 h 6858000"/>
              <a:gd name="connsiteX628" fmla="*/ 1109416 w 7467600"/>
              <a:gd name="connsiteY628" fmla="*/ 2061663 h 6858000"/>
              <a:gd name="connsiteX629" fmla="*/ 1298300 w 7467600"/>
              <a:gd name="connsiteY629" fmla="*/ 2247742 h 6858000"/>
              <a:gd name="connsiteX630" fmla="*/ 1125871 w 7467600"/>
              <a:gd name="connsiteY630" fmla="*/ 1989513 h 6858000"/>
              <a:gd name="connsiteX631" fmla="*/ 981574 w 7467600"/>
              <a:gd name="connsiteY631" fmla="*/ 1783157 h 6858000"/>
              <a:gd name="connsiteX632" fmla="*/ 922198 w 7467600"/>
              <a:gd name="connsiteY632" fmla="*/ 1677437 h 6858000"/>
              <a:gd name="connsiteX633" fmla="*/ 869293 w 7467600"/>
              <a:gd name="connsiteY633" fmla="*/ 1583214 h 6858000"/>
              <a:gd name="connsiteX634" fmla="*/ 751431 w 7467600"/>
              <a:gd name="connsiteY634" fmla="*/ 1405731 h 6858000"/>
              <a:gd name="connsiteX635" fmla="*/ 655236 w 7467600"/>
              <a:gd name="connsiteY635" fmla="*/ 1268632 h 6858000"/>
              <a:gd name="connsiteX636" fmla="*/ 6516292 w 7467600"/>
              <a:gd name="connsiteY636" fmla="*/ 1263064 h 6858000"/>
              <a:gd name="connsiteX637" fmla="*/ 5736320 w 7467600"/>
              <a:gd name="connsiteY637" fmla="*/ 1501803 h 6858000"/>
              <a:gd name="connsiteX638" fmla="*/ 6516292 w 7467600"/>
              <a:gd name="connsiteY638" fmla="*/ 1263064 h 6858000"/>
              <a:gd name="connsiteX639" fmla="*/ 291466 w 7467600"/>
              <a:gd name="connsiteY639" fmla="*/ 1250369 h 6858000"/>
              <a:gd name="connsiteX640" fmla="*/ 323180 w 7467600"/>
              <a:gd name="connsiteY640" fmla="*/ 1435283 h 6858000"/>
              <a:gd name="connsiteX641" fmla="*/ 349381 w 7467600"/>
              <a:gd name="connsiteY641" fmla="*/ 1875041 h 6858000"/>
              <a:gd name="connsiteX642" fmla="*/ 374363 w 7467600"/>
              <a:gd name="connsiteY642" fmla="*/ 1506494 h 6858000"/>
              <a:gd name="connsiteX643" fmla="*/ 302168 w 7467600"/>
              <a:gd name="connsiteY643" fmla="*/ 1274495 h 6858000"/>
              <a:gd name="connsiteX644" fmla="*/ 291466 w 7467600"/>
              <a:gd name="connsiteY644" fmla="*/ 1250369 h 6858000"/>
              <a:gd name="connsiteX645" fmla="*/ 678222 w 7467600"/>
              <a:gd name="connsiteY645" fmla="*/ 1248670 h 6858000"/>
              <a:gd name="connsiteX646" fmla="*/ 775536 w 7467600"/>
              <a:gd name="connsiteY646" fmla="*/ 1388015 h 6858000"/>
              <a:gd name="connsiteX647" fmla="*/ 894529 w 7467600"/>
              <a:gd name="connsiteY647" fmla="*/ 1567739 h 6858000"/>
              <a:gd name="connsiteX648" fmla="*/ 948000 w 7467600"/>
              <a:gd name="connsiteY648" fmla="*/ 1663088 h 6858000"/>
              <a:gd name="connsiteX649" fmla="*/ 1006812 w 7467600"/>
              <a:gd name="connsiteY649" fmla="*/ 1767683 h 6858000"/>
              <a:gd name="connsiteX650" fmla="*/ 1149133 w 7467600"/>
              <a:gd name="connsiteY650" fmla="*/ 1971513 h 6858000"/>
              <a:gd name="connsiteX651" fmla="*/ 1333952 w 7467600"/>
              <a:gd name="connsiteY651" fmla="*/ 2251620 h 6858000"/>
              <a:gd name="connsiteX652" fmla="*/ 1337329 w 7467600"/>
              <a:gd name="connsiteY652" fmla="*/ 2258350 h 6858000"/>
              <a:gd name="connsiteX653" fmla="*/ 1014726 w 7467600"/>
              <a:gd name="connsiteY653" fmla="*/ 1615556 h 6858000"/>
              <a:gd name="connsiteX654" fmla="*/ 678222 w 7467600"/>
              <a:gd name="connsiteY654" fmla="*/ 1248670 h 6858000"/>
              <a:gd name="connsiteX655" fmla="*/ 6691602 w 7467600"/>
              <a:gd name="connsiteY655" fmla="*/ 1140573 h 6858000"/>
              <a:gd name="connsiteX656" fmla="*/ 6571100 w 7467600"/>
              <a:gd name="connsiteY656" fmla="*/ 1183662 h 6858000"/>
              <a:gd name="connsiteX657" fmla="*/ 6241687 w 7467600"/>
              <a:gd name="connsiteY657" fmla="*/ 1257600 h 6858000"/>
              <a:gd name="connsiteX658" fmla="*/ 5693009 w 7467600"/>
              <a:gd name="connsiteY658" fmla="*/ 1478256 h 6858000"/>
              <a:gd name="connsiteX659" fmla="*/ 6548420 w 7467600"/>
              <a:gd name="connsiteY659" fmla="*/ 1214599 h 6858000"/>
              <a:gd name="connsiteX660" fmla="*/ 6605473 w 7467600"/>
              <a:gd name="connsiteY660" fmla="*/ 1184686 h 6858000"/>
              <a:gd name="connsiteX661" fmla="*/ 6691602 w 7467600"/>
              <a:gd name="connsiteY661" fmla="*/ 1140573 h 6858000"/>
              <a:gd name="connsiteX662" fmla="*/ 4002475 w 7467600"/>
              <a:gd name="connsiteY662" fmla="*/ 1037802 h 6858000"/>
              <a:gd name="connsiteX663" fmla="*/ 4000324 w 7467600"/>
              <a:gd name="connsiteY663" fmla="*/ 1039362 h 6858000"/>
              <a:gd name="connsiteX664" fmla="*/ 4002862 w 7467600"/>
              <a:gd name="connsiteY664" fmla="*/ 1042866 h 6858000"/>
              <a:gd name="connsiteX665" fmla="*/ 4002475 w 7467600"/>
              <a:gd name="connsiteY665" fmla="*/ 1037802 h 6858000"/>
              <a:gd name="connsiteX666" fmla="*/ 506322 w 7467600"/>
              <a:gd name="connsiteY666" fmla="*/ 1020997 h 6858000"/>
              <a:gd name="connsiteX667" fmla="*/ 533068 w 7467600"/>
              <a:gd name="connsiteY667" fmla="*/ 1029409 h 6858000"/>
              <a:gd name="connsiteX668" fmla="*/ 1232525 w 7467600"/>
              <a:gd name="connsiteY668" fmla="*/ 1804675 h 6858000"/>
              <a:gd name="connsiteX669" fmla="*/ 1388858 w 7467600"/>
              <a:gd name="connsiteY669" fmla="*/ 2368011 h 6858000"/>
              <a:gd name="connsiteX670" fmla="*/ 1384098 w 7467600"/>
              <a:gd name="connsiteY670" fmla="*/ 2378125 h 6858000"/>
              <a:gd name="connsiteX671" fmla="*/ 1425393 w 7467600"/>
              <a:gd name="connsiteY671" fmla="*/ 2589124 h 6858000"/>
              <a:gd name="connsiteX672" fmla="*/ 1424001 w 7467600"/>
              <a:gd name="connsiteY672" fmla="*/ 2597541 h 6858000"/>
              <a:gd name="connsiteX673" fmla="*/ 2152729 w 7467600"/>
              <a:gd name="connsiteY673" fmla="*/ 2864487 h 6858000"/>
              <a:gd name="connsiteX674" fmla="*/ 2020609 w 7467600"/>
              <a:gd name="connsiteY674" fmla="*/ 2539671 h 6858000"/>
              <a:gd name="connsiteX675" fmla="*/ 2018920 w 7467600"/>
              <a:gd name="connsiteY675" fmla="*/ 2536309 h 6858000"/>
              <a:gd name="connsiteX676" fmla="*/ 1342441 w 7467600"/>
              <a:gd name="connsiteY676" fmla="*/ 1173017 h 6858000"/>
              <a:gd name="connsiteX677" fmla="*/ 1367925 w 7467600"/>
              <a:gd name="connsiteY677" fmla="*/ 1135648 h 6858000"/>
              <a:gd name="connsiteX678" fmla="*/ 1771401 w 7467600"/>
              <a:gd name="connsiteY678" fmla="*/ 1806673 h 6858000"/>
              <a:gd name="connsiteX679" fmla="*/ 1972385 w 7467600"/>
              <a:gd name="connsiteY679" fmla="*/ 2198735 h 6858000"/>
              <a:gd name="connsiteX680" fmla="*/ 2040892 w 7467600"/>
              <a:gd name="connsiteY680" fmla="*/ 2405205 h 6858000"/>
              <a:gd name="connsiteX681" fmla="*/ 2131689 w 7467600"/>
              <a:gd name="connsiteY681" fmla="*/ 1936926 h 6858000"/>
              <a:gd name="connsiteX682" fmla="*/ 2454820 w 7467600"/>
              <a:gd name="connsiteY682" fmla="*/ 1248808 h 6858000"/>
              <a:gd name="connsiteX683" fmla="*/ 2492512 w 7467600"/>
              <a:gd name="connsiteY683" fmla="*/ 1302920 h 6858000"/>
              <a:gd name="connsiteX684" fmla="*/ 2081216 w 7467600"/>
              <a:gd name="connsiteY684" fmla="*/ 2527513 h 6858000"/>
              <a:gd name="connsiteX685" fmla="*/ 2081211 w 7467600"/>
              <a:gd name="connsiteY685" fmla="*/ 2528916 h 6858000"/>
              <a:gd name="connsiteX686" fmla="*/ 2199067 w 7467600"/>
              <a:gd name="connsiteY686" fmla="*/ 2884061 h 6858000"/>
              <a:gd name="connsiteX687" fmla="*/ 3192586 w 7467600"/>
              <a:gd name="connsiteY687" fmla="*/ 3411496 h 6858000"/>
              <a:gd name="connsiteX688" fmla="*/ 3182620 w 7467600"/>
              <a:gd name="connsiteY688" fmla="*/ 3483279 h 6858000"/>
              <a:gd name="connsiteX689" fmla="*/ 2435119 w 7467600"/>
              <a:gd name="connsiteY689" fmla="*/ 3080173 h 6858000"/>
              <a:gd name="connsiteX690" fmla="*/ 2410152 w 7467600"/>
              <a:gd name="connsiteY690" fmla="*/ 3063751 h 6858000"/>
              <a:gd name="connsiteX691" fmla="*/ 2408099 w 7467600"/>
              <a:gd name="connsiteY691" fmla="*/ 3064403 h 6858000"/>
              <a:gd name="connsiteX692" fmla="*/ 2407218 w 7467600"/>
              <a:gd name="connsiteY692" fmla="*/ 3070324 h 6858000"/>
              <a:gd name="connsiteX693" fmla="*/ 2380138 w 7467600"/>
              <a:gd name="connsiteY693" fmla="*/ 3099341 h 6858000"/>
              <a:gd name="connsiteX694" fmla="*/ 1765923 w 7467600"/>
              <a:gd name="connsiteY694" fmla="*/ 3581043 h 6858000"/>
              <a:gd name="connsiteX695" fmla="*/ 1702258 w 7467600"/>
              <a:gd name="connsiteY695" fmla="*/ 3612286 h 6858000"/>
              <a:gd name="connsiteX696" fmla="*/ 1538370 w 7467600"/>
              <a:gd name="connsiteY696" fmla="*/ 3811804 h 6858000"/>
              <a:gd name="connsiteX697" fmla="*/ 542867 w 7467600"/>
              <a:gd name="connsiteY697" fmla="*/ 4944092 h 6858000"/>
              <a:gd name="connsiteX698" fmla="*/ 515800 w 7467600"/>
              <a:gd name="connsiteY698" fmla="*/ 4862180 h 6858000"/>
              <a:gd name="connsiteX699" fmla="*/ 909145 w 7467600"/>
              <a:gd name="connsiteY699" fmla="*/ 4199225 h 6858000"/>
              <a:gd name="connsiteX700" fmla="*/ 1214067 w 7467600"/>
              <a:gd name="connsiteY700" fmla="*/ 3908561 h 6858000"/>
              <a:gd name="connsiteX701" fmla="*/ 640967 w 7467600"/>
              <a:gd name="connsiteY701" fmla="*/ 4105601 h 6858000"/>
              <a:gd name="connsiteX702" fmla="*/ 112563 w 7467600"/>
              <a:gd name="connsiteY702" fmla="*/ 4396952 h 6858000"/>
              <a:gd name="connsiteX703" fmla="*/ 0 w 7467600"/>
              <a:gd name="connsiteY703" fmla="*/ 4466006 h 6858000"/>
              <a:gd name="connsiteX704" fmla="*/ 0 w 7467600"/>
              <a:gd name="connsiteY704" fmla="*/ 4233763 h 6858000"/>
              <a:gd name="connsiteX705" fmla="*/ 36881 w 7467600"/>
              <a:gd name="connsiteY705" fmla="*/ 4200118 h 6858000"/>
              <a:gd name="connsiteX706" fmla="*/ 910534 w 7467600"/>
              <a:gd name="connsiteY706" fmla="*/ 3629753 h 6858000"/>
              <a:gd name="connsiteX707" fmla="*/ 1578717 w 7467600"/>
              <a:gd name="connsiteY707" fmla="*/ 3575982 h 6858000"/>
              <a:gd name="connsiteX708" fmla="*/ 2338780 w 7467600"/>
              <a:gd name="connsiteY708" fmla="*/ 3033725 h 6858000"/>
              <a:gd name="connsiteX709" fmla="*/ 1807991 w 7467600"/>
              <a:gd name="connsiteY709" fmla="*/ 2807184 h 6858000"/>
              <a:gd name="connsiteX710" fmla="*/ 1416358 w 7467600"/>
              <a:gd name="connsiteY710" fmla="*/ 3112571 h 6858000"/>
              <a:gd name="connsiteX711" fmla="*/ 939066 w 7467600"/>
              <a:gd name="connsiteY711" fmla="*/ 3378798 h 6858000"/>
              <a:gd name="connsiteX712" fmla="*/ 115099 w 7467600"/>
              <a:gd name="connsiteY712" fmla="*/ 3607650 h 6858000"/>
              <a:gd name="connsiteX713" fmla="*/ 97284 w 7467600"/>
              <a:gd name="connsiteY713" fmla="*/ 3520393 h 6858000"/>
              <a:gd name="connsiteX714" fmla="*/ 922050 w 7467600"/>
              <a:gd name="connsiteY714" fmla="*/ 3074867 h 6858000"/>
              <a:gd name="connsiteX715" fmla="*/ 1405265 w 7467600"/>
              <a:gd name="connsiteY715" fmla="*/ 3016319 h 6858000"/>
              <a:gd name="connsiteX716" fmla="*/ 1407512 w 7467600"/>
              <a:gd name="connsiteY716" fmla="*/ 3018001 h 6858000"/>
              <a:gd name="connsiteX717" fmla="*/ 1726266 w 7467600"/>
              <a:gd name="connsiteY717" fmla="*/ 2777274 h 6858000"/>
              <a:gd name="connsiteX718" fmla="*/ 625390 w 7467600"/>
              <a:gd name="connsiteY718" fmla="*/ 2514541 h 6858000"/>
              <a:gd name="connsiteX719" fmla="*/ 619799 w 7467600"/>
              <a:gd name="connsiteY719" fmla="*/ 2527180 h 6858000"/>
              <a:gd name="connsiteX720" fmla="*/ 310030 w 7467600"/>
              <a:gd name="connsiteY720" fmla="*/ 2771818 h 6858000"/>
              <a:gd name="connsiteX721" fmla="*/ 173877 w 7467600"/>
              <a:gd name="connsiteY721" fmla="*/ 2937056 h 6858000"/>
              <a:gd name="connsiteX722" fmla="*/ 77889 w 7467600"/>
              <a:gd name="connsiteY722" fmla="*/ 3138440 h 6858000"/>
              <a:gd name="connsiteX723" fmla="*/ 0 w 7467600"/>
              <a:gd name="connsiteY723" fmla="*/ 3271395 h 6858000"/>
              <a:gd name="connsiteX724" fmla="*/ 0 w 7467600"/>
              <a:gd name="connsiteY724" fmla="*/ 3153002 h 6858000"/>
              <a:gd name="connsiteX725" fmla="*/ 2386 w 7467600"/>
              <a:gd name="connsiteY725" fmla="*/ 3149203 h 6858000"/>
              <a:gd name="connsiteX726" fmla="*/ 89753 w 7467600"/>
              <a:gd name="connsiteY726" fmla="*/ 2987702 h 6858000"/>
              <a:gd name="connsiteX727" fmla="*/ 76869 w 7467600"/>
              <a:gd name="connsiteY727" fmla="*/ 3005404 h 6858000"/>
              <a:gd name="connsiteX728" fmla="*/ 32049 w 7467600"/>
              <a:gd name="connsiteY728" fmla="*/ 3065814 h 6858000"/>
              <a:gd name="connsiteX729" fmla="*/ 0 w 7467600"/>
              <a:gd name="connsiteY729" fmla="*/ 3108744 h 6858000"/>
              <a:gd name="connsiteX730" fmla="*/ 0 w 7467600"/>
              <a:gd name="connsiteY730" fmla="*/ 3058059 h 6858000"/>
              <a:gd name="connsiteX731" fmla="*/ 7610 w 7467600"/>
              <a:gd name="connsiteY731" fmla="*/ 3047889 h 6858000"/>
              <a:gd name="connsiteX732" fmla="*/ 52419 w 7467600"/>
              <a:gd name="connsiteY732" fmla="*/ 2987479 h 6858000"/>
              <a:gd name="connsiteX733" fmla="*/ 59142 w 7467600"/>
              <a:gd name="connsiteY733" fmla="*/ 2978488 h 6858000"/>
              <a:gd name="connsiteX734" fmla="*/ 0 w 7467600"/>
              <a:gd name="connsiteY734" fmla="*/ 3015334 h 6858000"/>
              <a:gd name="connsiteX735" fmla="*/ 0 w 7467600"/>
              <a:gd name="connsiteY735" fmla="*/ 2914286 h 6858000"/>
              <a:gd name="connsiteX736" fmla="*/ 36383 w 7467600"/>
              <a:gd name="connsiteY736" fmla="*/ 2901128 h 6858000"/>
              <a:gd name="connsiteX737" fmla="*/ 156329 w 7467600"/>
              <a:gd name="connsiteY737" fmla="*/ 2840533 h 6858000"/>
              <a:gd name="connsiteX738" fmla="*/ 358355 w 7467600"/>
              <a:gd name="connsiteY738" fmla="*/ 2620471 h 6858000"/>
              <a:gd name="connsiteX739" fmla="*/ 510577 w 7467600"/>
              <a:gd name="connsiteY739" fmla="*/ 2501244 h 6858000"/>
              <a:gd name="connsiteX740" fmla="*/ 211967 w 7467600"/>
              <a:gd name="connsiteY740" fmla="*/ 2479171 h 6858000"/>
              <a:gd name="connsiteX741" fmla="*/ 0 w 7467600"/>
              <a:gd name="connsiteY741" fmla="*/ 2476398 h 6858000"/>
              <a:gd name="connsiteX742" fmla="*/ 0 w 7467600"/>
              <a:gd name="connsiteY742" fmla="*/ 2389189 h 6858000"/>
              <a:gd name="connsiteX743" fmla="*/ 103062 w 7467600"/>
              <a:gd name="connsiteY743" fmla="*/ 2389518 h 6858000"/>
              <a:gd name="connsiteX744" fmla="*/ 510734 w 7467600"/>
              <a:gd name="connsiteY744" fmla="*/ 2416201 h 6858000"/>
              <a:gd name="connsiteX745" fmla="*/ 279257 w 7467600"/>
              <a:gd name="connsiteY745" fmla="*/ 2092102 h 6858000"/>
              <a:gd name="connsiteX746" fmla="*/ 65265 w 7467600"/>
              <a:gd name="connsiteY746" fmla="*/ 2006049 h 6858000"/>
              <a:gd name="connsiteX747" fmla="*/ 0 w 7467600"/>
              <a:gd name="connsiteY747" fmla="*/ 1982532 h 6858000"/>
              <a:gd name="connsiteX748" fmla="*/ 0 w 7467600"/>
              <a:gd name="connsiteY748" fmla="*/ 1912789 h 6858000"/>
              <a:gd name="connsiteX749" fmla="*/ 97460 w 7467600"/>
              <a:gd name="connsiteY749" fmla="*/ 1953725 h 6858000"/>
              <a:gd name="connsiteX750" fmla="*/ 221272 w 7467600"/>
              <a:gd name="connsiteY750" fmla="*/ 1980766 h 6858000"/>
              <a:gd name="connsiteX751" fmla="*/ 116765 w 7467600"/>
              <a:gd name="connsiteY751" fmla="*/ 1911033 h 6858000"/>
              <a:gd name="connsiteX752" fmla="*/ 16405 w 7467600"/>
              <a:gd name="connsiteY752" fmla="*/ 1803412 h 6858000"/>
              <a:gd name="connsiteX753" fmla="*/ 0 w 7467600"/>
              <a:gd name="connsiteY753" fmla="*/ 1784777 h 6858000"/>
              <a:gd name="connsiteX754" fmla="*/ 0 w 7467600"/>
              <a:gd name="connsiteY754" fmla="*/ 1740082 h 6858000"/>
              <a:gd name="connsiteX755" fmla="*/ 39394 w 7467600"/>
              <a:gd name="connsiteY755" fmla="*/ 1784856 h 6858000"/>
              <a:gd name="connsiteX756" fmla="*/ 135813 w 7467600"/>
              <a:gd name="connsiteY756" fmla="*/ 1888838 h 6858000"/>
              <a:gd name="connsiteX757" fmla="*/ 242575 w 7467600"/>
              <a:gd name="connsiteY757" fmla="*/ 1958841 h 6858000"/>
              <a:gd name="connsiteX758" fmla="*/ 82197 w 7467600"/>
              <a:gd name="connsiteY758" fmla="*/ 1754826 h 6858000"/>
              <a:gd name="connsiteX759" fmla="*/ 0 w 7467600"/>
              <a:gd name="connsiteY759" fmla="*/ 1679650 h 6858000"/>
              <a:gd name="connsiteX760" fmla="*/ 0 w 7467600"/>
              <a:gd name="connsiteY760" fmla="*/ 1602463 h 6858000"/>
              <a:gd name="connsiteX761" fmla="*/ 84689 w 7467600"/>
              <a:gd name="connsiteY761" fmla="*/ 1677442 h 6858000"/>
              <a:gd name="connsiteX762" fmla="*/ 298437 w 7467600"/>
              <a:gd name="connsiteY762" fmla="*/ 1968019 h 6858000"/>
              <a:gd name="connsiteX763" fmla="*/ 227269 w 7467600"/>
              <a:gd name="connsiteY763" fmla="*/ 1114064 h 6858000"/>
              <a:gd name="connsiteX764" fmla="*/ 248003 w 7467600"/>
              <a:gd name="connsiteY764" fmla="*/ 1089613 h 6858000"/>
              <a:gd name="connsiteX765" fmla="*/ 427020 w 7467600"/>
              <a:gd name="connsiteY765" fmla="*/ 1619803 h 6858000"/>
              <a:gd name="connsiteX766" fmla="*/ 340345 w 7467600"/>
              <a:gd name="connsiteY766" fmla="*/ 2027739 h 6858000"/>
              <a:gd name="connsiteX767" fmla="*/ 360865 w 7467600"/>
              <a:gd name="connsiteY767" fmla="*/ 2044827 h 6858000"/>
              <a:gd name="connsiteX768" fmla="*/ 560414 w 7467600"/>
              <a:gd name="connsiteY768" fmla="*/ 2421457 h 6858000"/>
              <a:gd name="connsiteX769" fmla="*/ 1359703 w 7467600"/>
              <a:gd name="connsiteY769" fmla="*/ 2578554 h 6858000"/>
              <a:gd name="connsiteX770" fmla="*/ 1359422 w 7467600"/>
              <a:gd name="connsiteY770" fmla="*/ 2577994 h 6858000"/>
              <a:gd name="connsiteX771" fmla="*/ 828701 w 7467600"/>
              <a:gd name="connsiteY771" fmla="*/ 1839520 h 6858000"/>
              <a:gd name="connsiteX772" fmla="*/ 494427 w 7467600"/>
              <a:gd name="connsiteY772" fmla="*/ 1092333 h 6858000"/>
              <a:gd name="connsiteX773" fmla="*/ 506322 w 7467600"/>
              <a:gd name="connsiteY773" fmla="*/ 1020997 h 6858000"/>
              <a:gd name="connsiteX774" fmla="*/ 4570198 w 7467600"/>
              <a:gd name="connsiteY774" fmla="*/ 978081 h 6858000"/>
              <a:gd name="connsiteX775" fmla="*/ 4523691 w 7467600"/>
              <a:gd name="connsiteY775" fmla="*/ 1127776 h 6858000"/>
              <a:gd name="connsiteX776" fmla="*/ 4509875 w 7467600"/>
              <a:gd name="connsiteY776" fmla="*/ 1167552 h 6858000"/>
              <a:gd name="connsiteX777" fmla="*/ 4478168 w 7467600"/>
              <a:gd name="connsiteY777" fmla="*/ 1260735 h 6858000"/>
              <a:gd name="connsiteX778" fmla="*/ 4409309 w 7467600"/>
              <a:gd name="connsiteY778" fmla="*/ 1666996 h 6858000"/>
              <a:gd name="connsiteX779" fmla="*/ 4370031 w 7467600"/>
              <a:gd name="connsiteY779" fmla="*/ 1955666 h 6858000"/>
              <a:gd name="connsiteX780" fmla="*/ 4570198 w 7467600"/>
              <a:gd name="connsiteY780" fmla="*/ 978081 h 6858000"/>
              <a:gd name="connsiteX781" fmla="*/ 4557898 w 7467600"/>
              <a:gd name="connsiteY781" fmla="*/ 900011 h 6858000"/>
              <a:gd name="connsiteX782" fmla="*/ 4344840 w 7467600"/>
              <a:gd name="connsiteY782" fmla="*/ 1922038 h 6858000"/>
              <a:gd name="connsiteX783" fmla="*/ 4378710 w 7467600"/>
              <a:gd name="connsiteY783" fmla="*/ 1665516 h 6858000"/>
              <a:gd name="connsiteX784" fmla="*/ 4448798 w 7467600"/>
              <a:gd name="connsiteY784" fmla="*/ 1253024 h 6858000"/>
              <a:gd name="connsiteX785" fmla="*/ 4480315 w 7467600"/>
              <a:gd name="connsiteY785" fmla="*/ 1158454 h 6858000"/>
              <a:gd name="connsiteX786" fmla="*/ 4494133 w 7467600"/>
              <a:gd name="connsiteY786" fmla="*/ 1118676 h 6858000"/>
              <a:gd name="connsiteX787" fmla="*/ 4557898 w 7467600"/>
              <a:gd name="connsiteY787" fmla="*/ 900011 h 6858000"/>
              <a:gd name="connsiteX788" fmla="*/ 5870151 w 7467600"/>
              <a:gd name="connsiteY788" fmla="*/ 898890 h 6858000"/>
              <a:gd name="connsiteX789" fmla="*/ 5861335 w 7467600"/>
              <a:gd name="connsiteY789" fmla="*/ 899177 h 6858000"/>
              <a:gd name="connsiteX790" fmla="*/ 5843702 w 7467600"/>
              <a:gd name="connsiteY790" fmla="*/ 899748 h 6858000"/>
              <a:gd name="connsiteX791" fmla="*/ 5651107 w 7467600"/>
              <a:gd name="connsiteY791" fmla="*/ 920306 h 6858000"/>
              <a:gd name="connsiteX792" fmla="*/ 5459407 w 7467600"/>
              <a:gd name="connsiteY792" fmla="*/ 940975 h 6858000"/>
              <a:gd name="connsiteX793" fmla="*/ 5374846 w 7467600"/>
              <a:gd name="connsiteY793" fmla="*/ 941988 h 6858000"/>
              <a:gd name="connsiteX794" fmla="*/ 5256105 w 7467600"/>
              <a:gd name="connsiteY794" fmla="*/ 945632 h 6858000"/>
              <a:gd name="connsiteX795" fmla="*/ 5107071 w 7467600"/>
              <a:gd name="connsiteY795" fmla="*/ 969720 h 6858000"/>
              <a:gd name="connsiteX796" fmla="*/ 4998681 w 7467600"/>
              <a:gd name="connsiteY796" fmla="*/ 988771 h 6858000"/>
              <a:gd name="connsiteX797" fmla="*/ 5870151 w 7467600"/>
              <a:gd name="connsiteY797" fmla="*/ 898890 h 6858000"/>
              <a:gd name="connsiteX798" fmla="*/ 5504425 w 7467600"/>
              <a:gd name="connsiteY798" fmla="*/ 848067 h 6858000"/>
              <a:gd name="connsiteX799" fmla="*/ 4968849 w 7467600"/>
              <a:gd name="connsiteY799" fmla="*/ 962318 h 6858000"/>
              <a:gd name="connsiteX800" fmla="*/ 5104039 w 7467600"/>
              <a:gd name="connsiteY800" fmla="*/ 940634 h 6858000"/>
              <a:gd name="connsiteX801" fmla="*/ 5256311 w 7467600"/>
              <a:gd name="connsiteY801" fmla="*/ 916490 h 6858000"/>
              <a:gd name="connsiteX802" fmla="*/ 5377381 w 7467600"/>
              <a:gd name="connsiteY802" fmla="*/ 912671 h 6858000"/>
              <a:gd name="connsiteX803" fmla="*/ 5460148 w 7467600"/>
              <a:gd name="connsiteY803" fmla="*/ 911442 h 6858000"/>
              <a:gd name="connsiteX804" fmla="*/ 5648971 w 7467600"/>
              <a:gd name="connsiteY804" fmla="*/ 891331 h 6858000"/>
              <a:gd name="connsiteX805" fmla="*/ 5844807 w 7467600"/>
              <a:gd name="connsiteY805" fmla="*/ 870718 h 6858000"/>
              <a:gd name="connsiteX806" fmla="*/ 5862975 w 7467600"/>
              <a:gd name="connsiteY806" fmla="*/ 869756 h 6858000"/>
              <a:gd name="connsiteX807" fmla="*/ 5920887 w 7467600"/>
              <a:gd name="connsiteY807" fmla="*/ 865929 h 6858000"/>
              <a:gd name="connsiteX808" fmla="*/ 5504425 w 7467600"/>
              <a:gd name="connsiteY808" fmla="*/ 848067 h 6858000"/>
              <a:gd name="connsiteX809" fmla="*/ 3607114 w 7467600"/>
              <a:gd name="connsiteY809" fmla="*/ 467441 h 6858000"/>
              <a:gd name="connsiteX810" fmla="*/ 3296242 w 7467600"/>
              <a:gd name="connsiteY810" fmla="*/ 807991 h 6858000"/>
              <a:gd name="connsiteX811" fmla="*/ 3174674 w 7467600"/>
              <a:gd name="connsiteY811" fmla="*/ 919759 h 6858000"/>
              <a:gd name="connsiteX812" fmla="*/ 3042978 w 7467600"/>
              <a:gd name="connsiteY812" fmla="*/ 1054894 h 6858000"/>
              <a:gd name="connsiteX813" fmla="*/ 2968914 w 7467600"/>
              <a:gd name="connsiteY813" fmla="*/ 1133756 h 6858000"/>
              <a:gd name="connsiteX814" fmla="*/ 3103823 w 7467600"/>
              <a:gd name="connsiteY814" fmla="*/ 1026814 h 6858000"/>
              <a:gd name="connsiteX815" fmla="*/ 3607114 w 7467600"/>
              <a:gd name="connsiteY815" fmla="*/ 467441 h 6858000"/>
              <a:gd name="connsiteX816" fmla="*/ 3744487 w 7467600"/>
              <a:gd name="connsiteY816" fmla="*/ 383136 h 6858000"/>
              <a:gd name="connsiteX817" fmla="*/ 3970213 w 7467600"/>
              <a:gd name="connsiteY817" fmla="*/ 995559 h 6858000"/>
              <a:gd name="connsiteX818" fmla="*/ 3744487 w 7467600"/>
              <a:gd name="connsiteY818" fmla="*/ 383136 h 6858000"/>
              <a:gd name="connsiteX819" fmla="*/ 3624562 w 7467600"/>
              <a:gd name="connsiteY819" fmla="*/ 367041 h 6858000"/>
              <a:gd name="connsiteX820" fmla="*/ 3489712 w 7467600"/>
              <a:gd name="connsiteY820" fmla="*/ 485386 h 6858000"/>
              <a:gd name="connsiteX821" fmla="*/ 3182994 w 7467600"/>
              <a:gd name="connsiteY821" fmla="*/ 828265 h 6858000"/>
              <a:gd name="connsiteX822" fmla="*/ 2892114 w 7467600"/>
              <a:gd name="connsiteY822" fmla="*/ 1172635 h 6858000"/>
              <a:gd name="connsiteX823" fmla="*/ 3021459 w 7467600"/>
              <a:gd name="connsiteY823" fmla="*/ 1035385 h 6858000"/>
              <a:gd name="connsiteX824" fmla="*/ 3153873 w 7467600"/>
              <a:gd name="connsiteY824" fmla="*/ 898971 h 6858000"/>
              <a:gd name="connsiteX825" fmla="*/ 3276511 w 7467600"/>
              <a:gd name="connsiteY825" fmla="*/ 786423 h 6858000"/>
              <a:gd name="connsiteX826" fmla="*/ 3584154 w 7467600"/>
              <a:gd name="connsiteY826" fmla="*/ 448218 h 6858000"/>
              <a:gd name="connsiteX827" fmla="*/ 3624562 w 7467600"/>
              <a:gd name="connsiteY827" fmla="*/ 367041 h 6858000"/>
              <a:gd name="connsiteX828" fmla="*/ 3766672 w 7467600"/>
              <a:gd name="connsiteY828" fmla="*/ 359429 h 6858000"/>
              <a:gd name="connsiteX829" fmla="*/ 3996338 w 7467600"/>
              <a:gd name="connsiteY829" fmla="*/ 968237 h 6858000"/>
              <a:gd name="connsiteX830" fmla="*/ 3766672 w 7467600"/>
              <a:gd name="connsiteY830" fmla="*/ 359429 h 6858000"/>
              <a:gd name="connsiteX831" fmla="*/ 5805386 w 7467600"/>
              <a:gd name="connsiteY831" fmla="*/ 239240 h 6858000"/>
              <a:gd name="connsiteX832" fmla="*/ 5736947 w 7467600"/>
              <a:gd name="connsiteY832" fmla="*/ 261367 h 6858000"/>
              <a:gd name="connsiteX833" fmla="*/ 5427012 w 7467600"/>
              <a:gd name="connsiteY833" fmla="*/ 311272 h 6858000"/>
              <a:gd name="connsiteX834" fmla="*/ 5147818 w 7467600"/>
              <a:gd name="connsiteY834" fmla="*/ 322112 h 6858000"/>
              <a:gd name="connsiteX835" fmla="*/ 5060854 w 7467600"/>
              <a:gd name="connsiteY835" fmla="*/ 311882 h 6858000"/>
              <a:gd name="connsiteX836" fmla="*/ 4945989 w 7467600"/>
              <a:gd name="connsiteY836" fmla="*/ 300516 h 6858000"/>
              <a:gd name="connsiteX837" fmla="*/ 5410479 w 7467600"/>
              <a:gd name="connsiteY837" fmla="*/ 348434 h 6858000"/>
              <a:gd name="connsiteX838" fmla="*/ 5805386 w 7467600"/>
              <a:gd name="connsiteY838" fmla="*/ 239240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882765 w 7467600"/>
              <a:gd name="connsiteY918" fmla="*/ 0 h 6858000"/>
              <a:gd name="connsiteX919" fmla="*/ 3721337 w 7467600"/>
              <a:gd name="connsiteY919" fmla="*/ 0 h 6858000"/>
              <a:gd name="connsiteX920" fmla="*/ 3797544 w 7467600"/>
              <a:gd name="connsiteY920" fmla="*/ 0 h 6858000"/>
              <a:gd name="connsiteX921" fmla="*/ 3775734 w 7467600"/>
              <a:gd name="connsiteY921" fmla="*/ 95131 h 6858000"/>
              <a:gd name="connsiteX922" fmla="*/ 3724807 w 7467600"/>
              <a:gd name="connsiteY922" fmla="*/ 272257 h 6858000"/>
              <a:gd name="connsiteX923" fmla="*/ 3726844 w 7467600"/>
              <a:gd name="connsiteY923" fmla="*/ 282988 h 6858000"/>
              <a:gd name="connsiteX924" fmla="*/ 3742664 w 7467600"/>
              <a:gd name="connsiteY924" fmla="*/ 279918 h 6858000"/>
              <a:gd name="connsiteX925" fmla="*/ 4103910 w 7467600"/>
              <a:gd name="connsiteY925" fmla="*/ 1161917 h 6858000"/>
              <a:gd name="connsiteX926" fmla="*/ 4020269 w 7467600"/>
              <a:gd name="connsiteY926" fmla="*/ 1200406 h 6858000"/>
              <a:gd name="connsiteX927" fmla="*/ 3674882 w 7467600"/>
              <a:gd name="connsiteY927" fmla="*/ 488524 h 6858000"/>
              <a:gd name="connsiteX928" fmla="*/ 3132682 w 7467600"/>
              <a:gd name="connsiteY928" fmla="*/ 1072284 h 6858000"/>
              <a:gd name="connsiteX929" fmla="*/ 2716346 w 7467600"/>
              <a:gd name="connsiteY929" fmla="*/ 1276376 h 6858000"/>
              <a:gd name="connsiteX930" fmla="*/ 2716772 w 7467600"/>
              <a:gd name="connsiteY930" fmla="*/ 1255462 h 6858000"/>
              <a:gd name="connsiteX931" fmla="*/ 3471096 w 7467600"/>
              <a:gd name="connsiteY931" fmla="*/ 437072 h 6858000"/>
              <a:gd name="connsiteX932" fmla="*/ 3639057 w 7467600"/>
              <a:gd name="connsiteY932" fmla="*/ 286334 h 6858000"/>
              <a:gd name="connsiteX933" fmla="*/ 3640309 w 7467600"/>
              <a:gd name="connsiteY933" fmla="*/ 284664 h 6858000"/>
              <a:gd name="connsiteX934" fmla="*/ 3646022 w 7467600"/>
              <a:gd name="connsiteY934" fmla="*/ 276711 h 6858000"/>
              <a:gd name="connsiteX935" fmla="*/ 3707943 w 7467600"/>
              <a:gd name="connsiteY935" fmla="*/ 65958 h 6858000"/>
              <a:gd name="connsiteX936" fmla="*/ 3721337 w 7467600"/>
              <a:gd name="connsiteY936" fmla="*/ 0 h 6858000"/>
              <a:gd name="connsiteX937" fmla="*/ 2867960 w 7467600"/>
              <a:gd name="connsiteY937" fmla="*/ 0 h 6858000"/>
              <a:gd name="connsiteX938" fmla="*/ 2926351 w 7467600"/>
              <a:gd name="connsiteY938" fmla="*/ 0 h 6858000"/>
              <a:gd name="connsiteX939" fmla="*/ 2902823 w 7467600"/>
              <a:gd name="connsiteY939" fmla="*/ 262929 h 6858000"/>
              <a:gd name="connsiteX940" fmla="*/ 2940663 w 7467600"/>
              <a:gd name="connsiteY940" fmla="*/ 140884 h 6858000"/>
              <a:gd name="connsiteX941" fmla="*/ 2947039 w 7467600"/>
              <a:gd name="connsiteY941" fmla="*/ 122524 h 6858000"/>
              <a:gd name="connsiteX942" fmla="*/ 2984316 w 7467600"/>
              <a:gd name="connsiteY942" fmla="*/ 0 h 6858000"/>
              <a:gd name="connsiteX943" fmla="*/ 3016114 w 7467600"/>
              <a:gd name="connsiteY943" fmla="*/ 0 h 6858000"/>
              <a:gd name="connsiteX944" fmla="*/ 2979949 w 7467600"/>
              <a:gd name="connsiteY944" fmla="*/ 119274 h 6858000"/>
              <a:gd name="connsiteX945" fmla="*/ 3023879 w 7467600"/>
              <a:gd name="connsiteY945" fmla="*/ 0 h 6858000"/>
              <a:gd name="connsiteX946" fmla="*/ 3105400 w 7467600"/>
              <a:gd name="connsiteY946" fmla="*/ 0 h 6858000"/>
              <a:gd name="connsiteX947" fmla="*/ 3094669 w 7467600"/>
              <a:gd name="connsiteY947" fmla="*/ 30308 h 6858000"/>
              <a:gd name="connsiteX948" fmla="*/ 2901945 w 7467600"/>
              <a:gd name="connsiteY948" fmla="*/ 466538 h 6858000"/>
              <a:gd name="connsiteX949" fmla="*/ 2815209 w 7467600"/>
              <a:gd name="connsiteY949" fmla="*/ 497361 h 6858000"/>
              <a:gd name="connsiteX950" fmla="*/ 2844845 w 7467600"/>
              <a:gd name="connsiteY950" fmla="*/ 127638 h 6858000"/>
              <a:gd name="connsiteX951" fmla="*/ 2867960 w 7467600"/>
              <a:gd name="connsiteY951" fmla="*/ 0 h 6858000"/>
              <a:gd name="connsiteX952" fmla="*/ 1057230 w 7467600"/>
              <a:gd name="connsiteY952" fmla="*/ 0 h 6858000"/>
              <a:gd name="connsiteX953" fmla="*/ 1111003 w 7467600"/>
              <a:gd name="connsiteY953" fmla="*/ 0 h 6858000"/>
              <a:gd name="connsiteX954" fmla="*/ 1125553 w 7467600"/>
              <a:gd name="connsiteY954" fmla="*/ 52588 h 6858000"/>
              <a:gd name="connsiteX955" fmla="*/ 1304276 w 7467600"/>
              <a:gd name="connsiteY955" fmla="*/ 476275 h 6858000"/>
              <a:gd name="connsiteX956" fmla="*/ 1492066 w 7467600"/>
              <a:gd name="connsiteY956" fmla="*/ 886333 h 6858000"/>
              <a:gd name="connsiteX957" fmla="*/ 1423698 w 7467600"/>
              <a:gd name="connsiteY957" fmla="*/ 710817 h 6858000"/>
              <a:gd name="connsiteX958" fmla="*/ 1357609 w 7467600"/>
              <a:gd name="connsiteY958" fmla="*/ 532892 h 6858000"/>
              <a:gd name="connsiteX959" fmla="*/ 1309550 w 7467600"/>
              <a:gd name="connsiteY959" fmla="*/ 374031 h 6858000"/>
              <a:gd name="connsiteX960" fmla="*/ 1193673 w 7467600"/>
              <a:gd name="connsiteY960" fmla="*/ 49533 h 6858000"/>
              <a:gd name="connsiteX961" fmla="*/ 1164391 w 7467600"/>
              <a:gd name="connsiteY961" fmla="*/ 0 h 6858000"/>
              <a:gd name="connsiteX962" fmla="*/ 1200666 w 7467600"/>
              <a:gd name="connsiteY962" fmla="*/ 0 h 6858000"/>
              <a:gd name="connsiteX963" fmla="*/ 1223408 w 7467600"/>
              <a:gd name="connsiteY963" fmla="*/ 38996 h 6858000"/>
              <a:gd name="connsiteX964" fmla="*/ 1339635 w 7467600"/>
              <a:gd name="connsiteY964" fmla="*/ 365517 h 6858000"/>
              <a:gd name="connsiteX965" fmla="*/ 1387469 w 7467600"/>
              <a:gd name="connsiteY965" fmla="*/ 523079 h 6858000"/>
              <a:gd name="connsiteX966" fmla="*/ 1452685 w 7467600"/>
              <a:gd name="connsiteY966" fmla="*/ 699806 h 6858000"/>
              <a:gd name="connsiteX967" fmla="*/ 1492092 w 7467600"/>
              <a:gd name="connsiteY967" fmla="*/ 800424 h 6858000"/>
              <a:gd name="connsiteX968" fmla="*/ 1455302 w 7467600"/>
              <a:gd name="connsiteY968" fmla="*/ 632913 h 6858000"/>
              <a:gd name="connsiteX969" fmla="*/ 1222336 w 7467600"/>
              <a:gd name="connsiteY969" fmla="*/ 9480 h 6858000"/>
              <a:gd name="connsiteX970" fmla="*/ 1214634 w 7467600"/>
              <a:gd name="connsiteY970" fmla="*/ 0 h 6858000"/>
              <a:gd name="connsiteX971" fmla="*/ 1289827 w 7467600"/>
              <a:gd name="connsiteY971" fmla="*/ 0 h 6858000"/>
              <a:gd name="connsiteX972" fmla="*/ 1321076 w 7467600"/>
              <a:gd name="connsiteY972" fmla="*/ 59722 h 6858000"/>
              <a:gd name="connsiteX973" fmla="*/ 1512579 w 7467600"/>
              <a:gd name="connsiteY973" fmla="*/ 626441 h 6858000"/>
              <a:gd name="connsiteX974" fmla="*/ 1506076 w 7467600"/>
              <a:gd name="connsiteY974" fmla="*/ 1089289 h 6858000"/>
              <a:gd name="connsiteX975" fmla="*/ 1486346 w 7467600"/>
              <a:gd name="connsiteY975" fmla="*/ 1079919 h 6858000"/>
              <a:gd name="connsiteX976" fmla="*/ 1070511 w 7467600"/>
              <a:gd name="connsiteY976" fmla="*/ 48609 h 6858000"/>
              <a:gd name="connsiteX977" fmla="*/ 1057230 w 7467600"/>
              <a:gd name="connsiteY977" fmla="*/ 0 h 6858000"/>
              <a:gd name="connsiteX978" fmla="*/ 43151 w 7467600"/>
              <a:gd name="connsiteY978" fmla="*/ 0 h 6858000"/>
              <a:gd name="connsiteX979" fmla="*/ 95283 w 7467600"/>
              <a:gd name="connsiteY979" fmla="*/ 0 h 6858000"/>
              <a:gd name="connsiteX980" fmla="*/ 300708 w 7467600"/>
              <a:gd name="connsiteY980" fmla="*/ 154571 h 6858000"/>
              <a:gd name="connsiteX981" fmla="*/ 530414 w 7467600"/>
              <a:gd name="connsiteY981" fmla="*/ 354673 h 6858000"/>
              <a:gd name="connsiteX982" fmla="*/ 333785 w 7467600"/>
              <a:gd name="connsiteY982" fmla="*/ 161564 h 6858000"/>
              <a:gd name="connsiteX983" fmla="*/ 147005 w 7467600"/>
              <a:gd name="connsiteY983" fmla="*/ 0 h 6858000"/>
              <a:gd name="connsiteX984" fmla="*/ 272509 w 7467600"/>
              <a:gd name="connsiteY984" fmla="*/ 0 h 6858000"/>
              <a:gd name="connsiteX985" fmla="*/ 326276 w 7467600"/>
              <a:gd name="connsiteY985" fmla="*/ 45847 h 6858000"/>
              <a:gd name="connsiteX986" fmla="*/ 823759 w 7467600"/>
              <a:gd name="connsiteY986" fmla="*/ 574145 h 6858000"/>
              <a:gd name="connsiteX987" fmla="*/ 811254 w 7467600"/>
              <a:gd name="connsiteY987" fmla="*/ 665546 h 6858000"/>
              <a:gd name="connsiteX988" fmla="*/ 154042 w 7467600"/>
              <a:gd name="connsiteY988" fmla="*/ 261522 h 6858000"/>
              <a:gd name="connsiteX989" fmla="*/ 13550 w 7467600"/>
              <a:gd name="connsiteY989" fmla="*/ 158423 h 6858000"/>
              <a:gd name="connsiteX990" fmla="*/ 0 w 7467600"/>
              <a:gd name="connsiteY990" fmla="*/ 146618 h 6858000"/>
              <a:gd name="connsiteX991" fmla="*/ 0 w 7467600"/>
              <a:gd name="connsiteY991" fmla="*/ 59161 h 6858000"/>
              <a:gd name="connsiteX992" fmla="*/ 45427 w 7467600"/>
              <a:gd name="connsiteY992" fmla="*/ 101078 h 6858000"/>
              <a:gd name="connsiteX993" fmla="*/ 630103 w 7467600"/>
              <a:gd name="connsiteY993" fmla="*/ 485885 h 6858000"/>
              <a:gd name="connsiteX994" fmla="*/ 532040 w 7467600"/>
              <a:gd name="connsiteY994" fmla="*/ 399359 h 6858000"/>
              <a:gd name="connsiteX995" fmla="*/ 517618 w 7467600"/>
              <a:gd name="connsiteY995" fmla="*/ 385726 h 6858000"/>
              <a:gd name="connsiteX996" fmla="*/ 285074 w 7467600"/>
              <a:gd name="connsiteY996" fmla="*/ 182755 h 6858000"/>
              <a:gd name="connsiteX997" fmla="*/ 43151 w 7467600"/>
              <a:gd name="connsiteY99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53035 w 7467600"/>
              <a:gd name="connsiteY127" fmla="*/ 519731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1903353 w 7467600"/>
              <a:gd name="connsiteY141" fmla="*/ 5044827 h 6858000"/>
              <a:gd name="connsiteX142" fmla="*/ 1936931 w 7467600"/>
              <a:gd name="connsiteY142" fmla="*/ 5093954 h 6858000"/>
              <a:gd name="connsiteX143" fmla="*/ 2195868 w 7467600"/>
              <a:gd name="connsiteY143" fmla="*/ 5396574 h 6858000"/>
              <a:gd name="connsiteX144" fmla="*/ 2088852 w 7467600"/>
              <a:gd name="connsiteY144" fmla="*/ 5166123 h 6858000"/>
              <a:gd name="connsiteX145" fmla="*/ 1958241 w 7467600"/>
              <a:gd name="connsiteY145" fmla="*/ 5067955 h 6858000"/>
              <a:gd name="connsiteX146" fmla="*/ 1903353 w 7467600"/>
              <a:gd name="connsiteY146" fmla="*/ 5044827 h 6858000"/>
              <a:gd name="connsiteX147" fmla="*/ 1979378 w 7467600"/>
              <a:gd name="connsiteY147" fmla="*/ 4769504 h 6858000"/>
              <a:gd name="connsiteX148" fmla="*/ 2882120 w 7467600"/>
              <a:gd name="connsiteY148" fmla="*/ 5064547 h 6858000"/>
              <a:gd name="connsiteX149" fmla="*/ 2793103 w 7467600"/>
              <a:gd name="connsiteY149" fmla="*/ 5039699 h 6858000"/>
              <a:gd name="connsiteX150" fmla="*/ 2770041 w 7467600"/>
              <a:gd name="connsiteY150" fmla="*/ 5033634 h 6858000"/>
              <a:gd name="connsiteX151" fmla="*/ 1979378 w 7467600"/>
              <a:gd name="connsiteY151" fmla="*/ 4769504 h 6858000"/>
              <a:gd name="connsiteX152" fmla="*/ 1927410 w 7467600"/>
              <a:gd name="connsiteY152" fmla="*/ 4716164 h 6858000"/>
              <a:gd name="connsiteX153" fmla="*/ 1959587 w 7467600"/>
              <a:gd name="connsiteY153" fmla="*/ 4728849 h 6858000"/>
              <a:gd name="connsiteX154" fmla="*/ 2777707 w 7467600"/>
              <a:gd name="connsiteY154" fmla="*/ 5003991 h 6858000"/>
              <a:gd name="connsiteX155" fmla="*/ 2800768 w 7467600"/>
              <a:gd name="connsiteY155" fmla="*/ 5010056 h 6858000"/>
              <a:gd name="connsiteX156" fmla="*/ 2879408 w 7467600"/>
              <a:gd name="connsiteY156" fmla="*/ 5031590 h 6858000"/>
              <a:gd name="connsiteX157" fmla="*/ 2862295 w 7467600"/>
              <a:gd name="connsiteY157" fmla="*/ 5022958 h 6858000"/>
              <a:gd name="connsiteX158" fmla="*/ 2813343 w 7467600"/>
              <a:gd name="connsiteY158" fmla="*/ 4998369 h 6858000"/>
              <a:gd name="connsiteX159" fmla="*/ 2646245 w 7467600"/>
              <a:gd name="connsiteY159" fmla="*/ 4930999 h 6858000"/>
              <a:gd name="connsiteX160" fmla="*/ 1999243 w 7467600"/>
              <a:gd name="connsiteY160" fmla="*/ 4730524 h 6858000"/>
              <a:gd name="connsiteX161" fmla="*/ 1979527 w 7467600"/>
              <a:gd name="connsiteY161" fmla="*/ 4726651 h 6858000"/>
              <a:gd name="connsiteX162" fmla="*/ 1927410 w 7467600"/>
              <a:gd name="connsiteY162" fmla="*/ 4716164 h 6858000"/>
              <a:gd name="connsiteX163" fmla="*/ 1997014 w 7467600"/>
              <a:gd name="connsiteY163" fmla="*/ 4698007 h 6858000"/>
              <a:gd name="connsiteX164" fmla="*/ 2005458 w 7467600"/>
              <a:gd name="connsiteY164" fmla="*/ 4699540 h 6858000"/>
              <a:gd name="connsiteX165" fmla="*/ 2657186 w 7467600"/>
              <a:gd name="connsiteY165" fmla="*/ 4901687 h 6858000"/>
              <a:gd name="connsiteX166" fmla="*/ 2826662 w 7467600"/>
              <a:gd name="connsiteY166" fmla="*/ 4970362 h 6858000"/>
              <a:gd name="connsiteX167" fmla="*/ 2876100 w 7467600"/>
              <a:gd name="connsiteY167" fmla="*/ 4995397 h 6858000"/>
              <a:gd name="connsiteX168" fmla="*/ 3042600 w 7467600"/>
              <a:gd name="connsiteY168" fmla="*/ 5059532 h 6858000"/>
              <a:gd name="connsiteX169" fmla="*/ 1997014 w 7467600"/>
              <a:gd name="connsiteY169" fmla="*/ 4698007 h 6858000"/>
              <a:gd name="connsiteX170" fmla="*/ 2305292 w 7467600"/>
              <a:gd name="connsiteY170" fmla="*/ 4219492 h 6858000"/>
              <a:gd name="connsiteX171" fmla="*/ 3360922 w 7467600"/>
              <a:gd name="connsiteY171" fmla="*/ 4529373 h 6858000"/>
              <a:gd name="connsiteX172" fmla="*/ 3492420 w 7467600"/>
              <a:gd name="connsiteY172" fmla="*/ 4510145 h 6858000"/>
              <a:gd name="connsiteX173" fmla="*/ 3364086 w 7467600"/>
              <a:gd name="connsiteY173" fmla="*/ 4480340 h 6858000"/>
              <a:gd name="connsiteX174" fmla="*/ 3225818 w 7467600"/>
              <a:gd name="connsiteY174" fmla="*/ 4411822 h 6858000"/>
              <a:gd name="connsiteX175" fmla="*/ 3129696 w 7467600"/>
              <a:gd name="connsiteY175" fmla="*/ 4360704 h 6858000"/>
              <a:gd name="connsiteX176" fmla="*/ 2814545 w 7467600"/>
              <a:gd name="connsiteY176" fmla="*/ 4282955 h 6858000"/>
              <a:gd name="connsiteX177" fmla="*/ 2305292 w 7467600"/>
              <a:gd name="connsiteY177" fmla="*/ 4219492 h 6858000"/>
              <a:gd name="connsiteX178" fmla="*/ 2626982 w 7467600"/>
              <a:gd name="connsiteY178" fmla="*/ 4206450 h 6858000"/>
              <a:gd name="connsiteX179" fmla="*/ 2490617 w 7467600"/>
              <a:gd name="connsiteY179" fmla="*/ 4206951 h 6858000"/>
              <a:gd name="connsiteX180" fmla="*/ 2819869 w 7467600"/>
              <a:gd name="connsiteY180" fmla="*/ 4252936 h 6858000"/>
              <a:gd name="connsiteX181" fmla="*/ 3143018 w 7467600"/>
              <a:gd name="connsiteY181" fmla="*/ 4332698 h 6858000"/>
              <a:gd name="connsiteX182" fmla="*/ 3241520 w 7467600"/>
              <a:gd name="connsiteY182" fmla="*/ 4385112 h 6858000"/>
              <a:gd name="connsiteX183" fmla="*/ 3374575 w 7467600"/>
              <a:gd name="connsiteY183" fmla="*/ 4451517 h 6858000"/>
              <a:gd name="connsiteX184" fmla="*/ 3505221 w 7467600"/>
              <a:gd name="connsiteY184" fmla="*/ 4480757 h 6858000"/>
              <a:gd name="connsiteX185" fmla="*/ 2626982 w 7467600"/>
              <a:gd name="connsiteY185" fmla="*/ 4206450 h 6858000"/>
              <a:gd name="connsiteX186" fmla="*/ 1310106 w 7467600"/>
              <a:gd name="connsiteY186" fmla="*/ 3943217 h 6858000"/>
              <a:gd name="connsiteX187" fmla="*/ 854994 w 7467600"/>
              <a:gd name="connsiteY187" fmla="*/ 4399136 h 6858000"/>
              <a:gd name="connsiteX188" fmla="*/ 742462 w 7467600"/>
              <a:gd name="connsiteY188" fmla="*/ 4594648 h 6858000"/>
              <a:gd name="connsiteX189" fmla="*/ 820602 w 7467600"/>
              <a:gd name="connsiteY189" fmla="*/ 4485915 h 6858000"/>
              <a:gd name="connsiteX190" fmla="*/ 878295 w 7467600"/>
              <a:gd name="connsiteY190" fmla="*/ 4403594 h 6858000"/>
              <a:gd name="connsiteX191" fmla="*/ 1240607 w 7467600"/>
              <a:gd name="connsiteY191" fmla="*/ 4010401 h 6858000"/>
              <a:gd name="connsiteX192" fmla="*/ 1310106 w 7467600"/>
              <a:gd name="connsiteY192" fmla="*/ 3943217 h 6858000"/>
              <a:gd name="connsiteX193" fmla="*/ 1423113 w 7467600"/>
              <a:gd name="connsiteY193" fmla="*/ 3874565 h 6858000"/>
              <a:gd name="connsiteX194" fmla="*/ 1260565 w 7467600"/>
              <a:gd name="connsiteY194" fmla="*/ 4031982 h 6858000"/>
              <a:gd name="connsiteX195" fmla="*/ 901900 w 7467600"/>
              <a:gd name="connsiteY195" fmla="*/ 4421236 h 6858000"/>
              <a:gd name="connsiteX196" fmla="*/ 845044 w 7467600"/>
              <a:gd name="connsiteY196" fmla="*/ 4502436 h 6858000"/>
              <a:gd name="connsiteX197" fmla="*/ 685926 w 7467600"/>
              <a:gd name="connsiteY197" fmla="*/ 4703069 h 6858000"/>
              <a:gd name="connsiteX198" fmla="*/ 684248 w 7467600"/>
              <a:gd name="connsiteY198" fmla="*/ 4706721 h 6858000"/>
              <a:gd name="connsiteX199" fmla="*/ 1423113 w 7467600"/>
              <a:gd name="connsiteY199" fmla="*/ 3874565 h 6858000"/>
              <a:gd name="connsiteX200" fmla="*/ 3316479 w 7467600"/>
              <a:gd name="connsiteY200" fmla="*/ 3872136 h 6858000"/>
              <a:gd name="connsiteX201" fmla="*/ 3546806 w 7467600"/>
              <a:gd name="connsiteY201" fmla="*/ 4356139 h 6858000"/>
              <a:gd name="connsiteX202" fmla="*/ 3364433 w 7467600"/>
              <a:gd name="connsiteY202" fmla="*/ 3953121 h 6858000"/>
              <a:gd name="connsiteX203" fmla="*/ 3316479 w 7467600"/>
              <a:gd name="connsiteY203" fmla="*/ 3872136 h 6858000"/>
              <a:gd name="connsiteX204" fmla="*/ 3291335 w 7467600"/>
              <a:gd name="connsiteY204" fmla="*/ 3767420 h 6858000"/>
              <a:gd name="connsiteX205" fmla="*/ 3390805 w 7467600"/>
              <a:gd name="connsiteY205" fmla="*/ 3937163 h 6858000"/>
              <a:gd name="connsiteX206" fmla="*/ 3579062 w 7467600"/>
              <a:gd name="connsiteY206" fmla="*/ 4359040 h 6858000"/>
              <a:gd name="connsiteX207" fmla="*/ 3467355 w 7467600"/>
              <a:gd name="connsiteY207" fmla="*/ 3988130 h 6858000"/>
              <a:gd name="connsiteX208" fmla="*/ 3310753 w 7467600"/>
              <a:gd name="connsiteY208" fmla="*/ 3787140 h 6858000"/>
              <a:gd name="connsiteX209" fmla="*/ 3291335 w 7467600"/>
              <a:gd name="connsiteY209" fmla="*/ 3767420 h 6858000"/>
              <a:gd name="connsiteX210" fmla="*/ 1635889 w 7467600"/>
              <a:gd name="connsiteY210" fmla="*/ 3709494 h 6858000"/>
              <a:gd name="connsiteX211" fmla="*/ 1634800 w 7467600"/>
              <a:gd name="connsiteY211" fmla="*/ 3731111 h 6858000"/>
              <a:gd name="connsiteX212" fmla="*/ 1635889 w 7467600"/>
              <a:gd name="connsiteY212" fmla="*/ 3709494 h 6858000"/>
              <a:gd name="connsiteX213" fmla="*/ 1510397 w 7467600"/>
              <a:gd name="connsiteY213" fmla="*/ 3684705 h 6858000"/>
              <a:gd name="connsiteX214" fmla="*/ 1146550 w 7467600"/>
              <a:gd name="connsiteY214" fmla="*/ 3802012 h 6858000"/>
              <a:gd name="connsiteX215" fmla="*/ 698834 w 7467600"/>
              <a:gd name="connsiteY215" fmla="*/ 3952272 h 6858000"/>
              <a:gd name="connsiteX216" fmla="*/ 34256 w 7467600"/>
              <a:gd name="connsiteY216" fmla="*/ 4347603 h 6858000"/>
              <a:gd name="connsiteX217" fmla="*/ 527241 w 7467600"/>
              <a:gd name="connsiteY217" fmla="*/ 4065078 h 6858000"/>
              <a:gd name="connsiteX218" fmla="*/ 1510397 w 7467600"/>
              <a:gd name="connsiteY218" fmla="*/ 3684705 h 6858000"/>
              <a:gd name="connsiteX219" fmla="*/ 1313114 w 7467600"/>
              <a:gd name="connsiteY219" fmla="*/ 3655216 h 6858000"/>
              <a:gd name="connsiteX220" fmla="*/ 1109304 w 7467600"/>
              <a:gd name="connsiteY220" fmla="*/ 3669030 h 6858000"/>
              <a:gd name="connsiteX221" fmla="*/ 8129 w 7467600"/>
              <a:gd name="connsiteY221" fmla="*/ 4330519 h 6858000"/>
              <a:gd name="connsiteX222" fmla="*/ 687572 w 7467600"/>
              <a:gd name="connsiteY222" fmla="*/ 3925629 h 6858000"/>
              <a:gd name="connsiteX223" fmla="*/ 1138365 w 7467600"/>
              <a:gd name="connsiteY223" fmla="*/ 3774515 h 6858000"/>
              <a:gd name="connsiteX224" fmla="*/ 1505579 w 7467600"/>
              <a:gd name="connsiteY224" fmla="*/ 3655526 h 6858000"/>
              <a:gd name="connsiteX225" fmla="*/ 1313114 w 7467600"/>
              <a:gd name="connsiteY225" fmla="*/ 3655216 h 6858000"/>
              <a:gd name="connsiteX226" fmla="*/ 3655073 w 7467600"/>
              <a:gd name="connsiteY226" fmla="*/ 3650884 h 6858000"/>
              <a:gd name="connsiteX227" fmla="*/ 3989938 w 7467600"/>
              <a:gd name="connsiteY227" fmla="*/ 3991685 h 6858000"/>
              <a:gd name="connsiteX228" fmla="*/ 4393907 w 7467600"/>
              <a:gd name="connsiteY228" fmla="*/ 4261258 h 6858000"/>
              <a:gd name="connsiteX229" fmla="*/ 4648051 w 7467600"/>
              <a:gd name="connsiteY229" fmla="*/ 4374051 h 6858000"/>
              <a:gd name="connsiteX230" fmla="*/ 4383389 w 7467600"/>
              <a:gd name="connsiteY230" fmla="*/ 4184369 h 6858000"/>
              <a:gd name="connsiteX231" fmla="*/ 4165508 w 7467600"/>
              <a:gd name="connsiteY231" fmla="*/ 4035196 h 6858000"/>
              <a:gd name="connsiteX232" fmla="*/ 4068162 w 7467600"/>
              <a:gd name="connsiteY232" fmla="*/ 3953394 h 6858000"/>
              <a:gd name="connsiteX233" fmla="*/ 3981416 w 7467600"/>
              <a:gd name="connsiteY233" fmla="*/ 3880482 h 6858000"/>
              <a:gd name="connsiteX234" fmla="*/ 3800147 w 7467600"/>
              <a:gd name="connsiteY234" fmla="*/ 3749872 h 6858000"/>
              <a:gd name="connsiteX235" fmla="*/ 3655073 w 7467600"/>
              <a:gd name="connsiteY235" fmla="*/ 3650884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5425834 w 7467600"/>
              <a:gd name="connsiteY266" fmla="*/ 3162785 h 6858000"/>
              <a:gd name="connsiteX267" fmla="*/ 1318687 w 7467600"/>
              <a:gd name="connsiteY267" fmla="*/ 3113840 h 6858000"/>
              <a:gd name="connsiteX268" fmla="*/ 1066793 w 7467600"/>
              <a:gd name="connsiteY268" fmla="*/ 3212171 h 6858000"/>
              <a:gd name="connsiteX269" fmla="*/ 993319 w 7467600"/>
              <a:gd name="connsiteY269" fmla="*/ 3247648 h 6858000"/>
              <a:gd name="connsiteX270" fmla="*/ 853081 w 7467600"/>
              <a:gd name="connsiteY270" fmla="*/ 3312410 h 6858000"/>
              <a:gd name="connsiteX271" fmla="*/ 805957 w 7467600"/>
              <a:gd name="connsiteY271" fmla="*/ 3330443 h 6858000"/>
              <a:gd name="connsiteX272" fmla="*/ 1318687 w 7467600"/>
              <a:gd name="connsiteY272" fmla="*/ 3113840 h 6858000"/>
              <a:gd name="connsiteX273" fmla="*/ 5453702 w 7467600"/>
              <a:gd name="connsiteY273" fmla="*/ 3090882 h 6858000"/>
              <a:gd name="connsiteX274" fmla="*/ 5480135 w 7467600"/>
              <a:gd name="connsiteY274" fmla="*/ 3565802 h 6858000"/>
              <a:gd name="connsiteX275" fmla="*/ 5499023 w 7467600"/>
              <a:gd name="connsiteY275" fmla="*/ 4166310 h 6858000"/>
              <a:gd name="connsiteX276" fmla="*/ 5547022 w 7467600"/>
              <a:gd name="connsiteY276" fmla="*/ 3607838 h 6858000"/>
              <a:gd name="connsiteX277" fmla="*/ 5515964 w 7467600"/>
              <a:gd name="connsiteY277" fmla="*/ 3378541 h 6858000"/>
              <a:gd name="connsiteX278" fmla="*/ 5453702 w 7467600"/>
              <a:gd name="connsiteY278" fmla="*/ 3090882 h 6858000"/>
              <a:gd name="connsiteX279" fmla="*/ 1238695 w 7467600"/>
              <a:gd name="connsiteY279" fmla="*/ 3076820 h 6858000"/>
              <a:gd name="connsiteX280" fmla="*/ 716371 w 7467600"/>
              <a:gd name="connsiteY280" fmla="*/ 3293249 h 6858000"/>
              <a:gd name="connsiteX281" fmla="*/ 579522 w 7467600"/>
              <a:gd name="connsiteY281" fmla="*/ 3371759 h 6858000"/>
              <a:gd name="connsiteX282" fmla="*/ 600288 w 7467600"/>
              <a:gd name="connsiteY282" fmla="*/ 3365555 h 6858000"/>
              <a:gd name="connsiteX283" fmla="*/ 840692 w 7467600"/>
              <a:gd name="connsiteY283" fmla="*/ 3284921 h 6858000"/>
              <a:gd name="connsiteX284" fmla="*/ 979248 w 7467600"/>
              <a:gd name="connsiteY284" fmla="*/ 3221003 h 6858000"/>
              <a:gd name="connsiteX285" fmla="*/ 1053282 w 7467600"/>
              <a:gd name="connsiteY285" fmla="*/ 3185247 h 6858000"/>
              <a:gd name="connsiteX286" fmla="*/ 1320603 w 7467600"/>
              <a:gd name="connsiteY286" fmla="*/ 3081281 h 6858000"/>
              <a:gd name="connsiteX287" fmla="*/ 1238695 w 7467600"/>
              <a:gd name="connsiteY287" fmla="*/ 3076820 h 6858000"/>
              <a:gd name="connsiteX288" fmla="*/ 5425627 w 7467600"/>
              <a:gd name="connsiteY288" fmla="*/ 2954192 h 6858000"/>
              <a:gd name="connsiteX289" fmla="*/ 5470770 w 7467600"/>
              <a:gd name="connsiteY289" fmla="*/ 3005435 h 6858000"/>
              <a:gd name="connsiteX290" fmla="*/ 5519779 w 7467600"/>
              <a:gd name="connsiteY290" fmla="*/ 4359223 h 6858000"/>
              <a:gd name="connsiteX291" fmla="*/ 5520293 w 7467600"/>
              <a:gd name="connsiteY291" fmla="*/ 4360602 h 6858000"/>
              <a:gd name="connsiteX292" fmla="*/ 5767221 w 7467600"/>
              <a:gd name="connsiteY292" fmla="*/ 4665564 h 6858000"/>
              <a:gd name="connsiteX293" fmla="*/ 6937169 w 7467600"/>
              <a:gd name="connsiteY293" fmla="*/ 4815941 h 6858000"/>
              <a:gd name="connsiteX294" fmla="*/ 6953922 w 7467600"/>
              <a:gd name="connsiteY294" fmla="*/ 4890068 h 6858000"/>
              <a:gd name="connsiteX295" fmla="*/ 6071359 w 7467600"/>
              <a:gd name="connsiteY295" fmla="*/ 4770770 h 6858000"/>
              <a:gd name="connsiteX296" fmla="*/ 6038839 w 7467600"/>
              <a:gd name="connsiteY296" fmla="*/ 4764474 h 6858000"/>
              <a:gd name="connsiteX297" fmla="*/ 6038706 w 7467600"/>
              <a:gd name="connsiteY297" fmla="*/ 4763847 h 6858000"/>
              <a:gd name="connsiteX298" fmla="*/ 6037784 w 7467600"/>
              <a:gd name="connsiteY298" fmla="*/ 4764270 h 6858000"/>
              <a:gd name="connsiteX299" fmla="*/ 6038839 w 7467600"/>
              <a:gd name="connsiteY299" fmla="*/ 4764474 h 6858000"/>
              <a:gd name="connsiteX300" fmla="*/ 6040338 w 7467600"/>
              <a:gd name="connsiteY300" fmla="*/ 4771418 h 6858000"/>
              <a:gd name="connsiteX301" fmla="*/ 6024488 w 7467600"/>
              <a:gd name="connsiteY301" fmla="*/ 4809903 h 6858000"/>
              <a:gd name="connsiteX302" fmla="*/ 5599771 w 7467600"/>
              <a:gd name="connsiteY302" fmla="*/ 5509652 h 6858000"/>
              <a:gd name="connsiteX303" fmla="*/ 5548843 w 7467600"/>
              <a:gd name="connsiteY303" fmla="*/ 5563845 h 6858000"/>
              <a:gd name="connsiteX304" fmla="*/ 5940952 w 7467600"/>
              <a:gd name="connsiteY304" fmla="*/ 6250028 h 6858000"/>
              <a:gd name="connsiteX305" fmla="*/ 6043441 w 7467600"/>
              <a:gd name="connsiteY305" fmla="*/ 6665847 h 6858000"/>
              <a:gd name="connsiteX306" fmla="*/ 6093432 w 7467600"/>
              <a:gd name="connsiteY306" fmla="*/ 6858000 h 6858000"/>
              <a:gd name="connsiteX307" fmla="*/ 6034344 w 7467600"/>
              <a:gd name="connsiteY307" fmla="*/ 6858000 h 6858000"/>
              <a:gd name="connsiteX308" fmla="*/ 6026679 w 7467600"/>
              <a:gd name="connsiteY308" fmla="*/ 6836959 h 6858000"/>
              <a:gd name="connsiteX309" fmla="*/ 5800441 w 7467600"/>
              <a:gd name="connsiteY309" fmla="*/ 6335286 h 6858000"/>
              <a:gd name="connsiteX310" fmla="*/ 5526562 w 7467600"/>
              <a:gd name="connsiteY310" fmla="*/ 5705388 h 6858000"/>
              <a:gd name="connsiteX311" fmla="*/ 5519640 w 7467600"/>
              <a:gd name="connsiteY311" fmla="*/ 5683774 h 6858000"/>
              <a:gd name="connsiteX312" fmla="*/ 5844559 w 7467600"/>
              <a:gd name="connsiteY312" fmla="*/ 6553349 h 6858000"/>
              <a:gd name="connsiteX313" fmla="*/ 5975994 w 7467600"/>
              <a:gd name="connsiteY313" fmla="*/ 6858000 h 6858000"/>
              <a:gd name="connsiteX314" fmla="*/ 5898547 w 7467600"/>
              <a:gd name="connsiteY314" fmla="*/ 6858000 h 6858000"/>
              <a:gd name="connsiteX315" fmla="*/ 5682041 w 7467600"/>
              <a:gd name="connsiteY315" fmla="*/ 6355860 h 6858000"/>
              <a:gd name="connsiteX316" fmla="*/ 5461758 w 7467600"/>
              <a:gd name="connsiteY316" fmla="*/ 5820220 h 6858000"/>
              <a:gd name="connsiteX317" fmla="*/ 5237282 w 7467600"/>
              <a:gd name="connsiteY317" fmla="*/ 6579086 h 6858000"/>
              <a:gd name="connsiteX318" fmla="*/ 5115009 w 7467600"/>
              <a:gd name="connsiteY318" fmla="*/ 6858000 h 6858000"/>
              <a:gd name="connsiteX319" fmla="*/ 5028074 w 7467600"/>
              <a:gd name="connsiteY319" fmla="*/ 6858000 h 6858000"/>
              <a:gd name="connsiteX320" fmla="*/ 5079508 w 7467600"/>
              <a:gd name="connsiteY320" fmla="*/ 6749074 h 6858000"/>
              <a:gd name="connsiteX321" fmla="*/ 5371846 w 7467600"/>
              <a:gd name="connsiteY321" fmla="*/ 5924413 h 6858000"/>
              <a:gd name="connsiteX322" fmla="*/ 5270512 w 7467600"/>
              <a:gd name="connsiteY322" fmla="*/ 6138975 h 6858000"/>
              <a:gd name="connsiteX323" fmla="*/ 5062409 w 7467600"/>
              <a:gd name="connsiteY323" fmla="*/ 6653544 h 6858000"/>
              <a:gd name="connsiteX324" fmla="*/ 5036628 w 7467600"/>
              <a:gd name="connsiteY324" fmla="*/ 6754247 h 6858000"/>
              <a:gd name="connsiteX325" fmla="*/ 5009112 w 7467600"/>
              <a:gd name="connsiteY325" fmla="*/ 6858000 h 6858000"/>
              <a:gd name="connsiteX326" fmla="*/ 4976679 w 7467600"/>
              <a:gd name="connsiteY326" fmla="*/ 6858000 h 6858000"/>
              <a:gd name="connsiteX327" fmla="*/ 5006537 w 7467600"/>
              <a:gd name="connsiteY327" fmla="*/ 6747068 h 6858000"/>
              <a:gd name="connsiteX328" fmla="*/ 5032723 w 7467600"/>
              <a:gd name="connsiteY328" fmla="*/ 6644957 h 6858000"/>
              <a:gd name="connsiteX329" fmla="*/ 5242949 w 7467600"/>
              <a:gd name="connsiteY329" fmla="*/ 6125175 h 6858000"/>
              <a:gd name="connsiteX330" fmla="*/ 5286321 w 7467600"/>
              <a:gd name="connsiteY330" fmla="*/ 6033555 h 6858000"/>
              <a:gd name="connsiteX331" fmla="*/ 5008210 w 7467600"/>
              <a:gd name="connsiteY331" fmla="*/ 6649194 h 6858000"/>
              <a:gd name="connsiteX332" fmla="*/ 4986321 w 7467600"/>
              <a:gd name="connsiteY332" fmla="*/ 6765687 h 6858000"/>
              <a:gd name="connsiteX333" fmla="*/ 4973474 w 7467600"/>
              <a:gd name="connsiteY333" fmla="*/ 6858000 h 6858000"/>
              <a:gd name="connsiteX334" fmla="*/ 4907178 w 7467600"/>
              <a:gd name="connsiteY334" fmla="*/ 6858000 h 6858000"/>
              <a:gd name="connsiteX335" fmla="*/ 4910810 w 7467600"/>
              <a:gd name="connsiteY335" fmla="*/ 6829660 h 6858000"/>
              <a:gd name="connsiteX336" fmla="*/ 4987461 w 7467600"/>
              <a:gd name="connsiteY336" fmla="*/ 6432994 h 6858000"/>
              <a:gd name="connsiteX337" fmla="*/ 5179262 w 7467600"/>
              <a:gd name="connsiteY337" fmla="*/ 6035044 h 6858000"/>
              <a:gd name="connsiteX338" fmla="*/ 4689678 w 7467600"/>
              <a:gd name="connsiteY338" fmla="*/ 6440241 h 6858000"/>
              <a:gd name="connsiteX339" fmla="*/ 4477543 w 7467600"/>
              <a:gd name="connsiteY339" fmla="*/ 6674836 h 6858000"/>
              <a:gd name="connsiteX340" fmla="*/ 4329957 w 7467600"/>
              <a:gd name="connsiteY340" fmla="*/ 6858000 h 6858000"/>
              <a:gd name="connsiteX341" fmla="*/ 4218595 w 7467600"/>
              <a:gd name="connsiteY341" fmla="*/ 6858000 h 6858000"/>
              <a:gd name="connsiteX342" fmla="*/ 4368888 w 7467600"/>
              <a:gd name="connsiteY342" fmla="*/ 6668412 h 6858000"/>
              <a:gd name="connsiteX343" fmla="*/ 4563091 w 7467600"/>
              <a:gd name="connsiteY343" fmla="*/ 6442508 h 6858000"/>
              <a:gd name="connsiteX344" fmla="*/ 5387324 w 7467600"/>
              <a:gd name="connsiteY344" fmla="*/ 5705830 h 6858000"/>
              <a:gd name="connsiteX345" fmla="*/ 5073620 w 7467600"/>
              <a:gd name="connsiteY345" fmla="*/ 5955437 h 6858000"/>
              <a:gd name="connsiteX346" fmla="*/ 4689789 w 7467600"/>
              <a:gd name="connsiteY346" fmla="*/ 6268382 h 6858000"/>
              <a:gd name="connsiteX347" fmla="*/ 4418722 w 7467600"/>
              <a:gd name="connsiteY347" fmla="*/ 6570886 h 6858000"/>
              <a:gd name="connsiteX348" fmla="*/ 4214944 w 7467600"/>
              <a:gd name="connsiteY348" fmla="*/ 6858000 h 6858000"/>
              <a:gd name="connsiteX349" fmla="*/ 4177898 w 7467600"/>
              <a:gd name="connsiteY349" fmla="*/ 6858000 h 6858000"/>
              <a:gd name="connsiteX350" fmla="*/ 4391597 w 7467600"/>
              <a:gd name="connsiteY350" fmla="*/ 6556370 h 6858000"/>
              <a:gd name="connsiteX351" fmla="*/ 4668889 w 7467600"/>
              <a:gd name="connsiteY351" fmla="*/ 6246399 h 6858000"/>
              <a:gd name="connsiteX352" fmla="*/ 5055427 w 7467600"/>
              <a:gd name="connsiteY352" fmla="*/ 5931476 h 6858000"/>
              <a:gd name="connsiteX353" fmla="*/ 5371814 w 7467600"/>
              <a:gd name="connsiteY353" fmla="*/ 5678975 h 6858000"/>
              <a:gd name="connsiteX354" fmla="*/ 4987918 w 7467600"/>
              <a:gd name="connsiteY354" fmla="*/ 5838701 h 6858000"/>
              <a:gd name="connsiteX355" fmla="*/ 4317146 w 7467600"/>
              <a:gd name="connsiteY355" fmla="*/ 6587716 h 6858000"/>
              <a:gd name="connsiteX356" fmla="*/ 4171627 w 7467600"/>
              <a:gd name="connsiteY356" fmla="*/ 6858000 h 6858000"/>
              <a:gd name="connsiteX357" fmla="*/ 4081585 w 7467600"/>
              <a:gd name="connsiteY357" fmla="*/ 6858000 h 6858000"/>
              <a:gd name="connsiteX358" fmla="*/ 4238603 w 7467600"/>
              <a:gd name="connsiteY358" fmla="*/ 6559341 h 6858000"/>
              <a:gd name="connsiteX359" fmla="*/ 4778333 w 7467600"/>
              <a:gd name="connsiteY359" fmla="*/ 5873626 h 6858000"/>
              <a:gd name="connsiteX360" fmla="*/ 5414185 w 7467600"/>
              <a:gd name="connsiteY360" fmla="*/ 5573882 h 6858000"/>
              <a:gd name="connsiteX361" fmla="*/ 5959648 w 7467600"/>
              <a:gd name="connsiteY361" fmla="*/ 4760797 h 6858000"/>
              <a:gd name="connsiteX362" fmla="*/ 5355019 w 7467600"/>
              <a:gd name="connsiteY362" fmla="*/ 4734672 h 6858000"/>
              <a:gd name="connsiteX363" fmla="*/ 5083565 w 7467600"/>
              <a:gd name="connsiteY363" fmla="*/ 5179121 h 6858000"/>
              <a:gd name="connsiteX364" fmla="*/ 4713577 w 7467600"/>
              <a:gd name="connsiteY364" fmla="*/ 5616803 h 6858000"/>
              <a:gd name="connsiteX365" fmla="*/ 3989559 w 7467600"/>
              <a:gd name="connsiteY365" fmla="*/ 6145945 h 6858000"/>
              <a:gd name="connsiteX366" fmla="*/ 3939824 w 7467600"/>
              <a:gd name="connsiteY366" fmla="*/ 6066900 h 6858000"/>
              <a:gd name="connsiteX367" fmla="*/ 4584537 w 7467600"/>
              <a:gd name="connsiteY367" fmla="*/ 5324826 h 6858000"/>
              <a:gd name="connsiteX368" fmla="*/ 5037105 w 7467600"/>
              <a:gd name="connsiteY368" fmla="*/ 5088765 h 6858000"/>
              <a:gd name="connsiteX369" fmla="*/ 5039930 w 7467600"/>
              <a:gd name="connsiteY369" fmla="*/ 5089585 h 6858000"/>
              <a:gd name="connsiteX370" fmla="*/ 5263764 w 7467600"/>
              <a:gd name="connsiteY370" fmla="*/ 4735525 h 6858000"/>
              <a:gd name="connsiteX371" fmla="*/ 4086300 w 7467600"/>
              <a:gd name="connsiteY371" fmla="*/ 4884599 h 6858000"/>
              <a:gd name="connsiteX372" fmla="*/ 4085485 w 7467600"/>
              <a:gd name="connsiteY372" fmla="*/ 4899070 h 6858000"/>
              <a:gd name="connsiteX373" fmla="*/ 3871915 w 7467600"/>
              <a:gd name="connsiteY373" fmla="*/ 5253645 h 6858000"/>
              <a:gd name="connsiteX374" fmla="*/ 3799374 w 7467600"/>
              <a:gd name="connsiteY374" fmla="*/ 5466127 h 6858000"/>
              <a:gd name="connsiteX375" fmla="*/ 3498850 w 7467600"/>
              <a:gd name="connsiteY375" fmla="*/ 6661888 h 6858000"/>
              <a:gd name="connsiteX376" fmla="*/ 3399216 w 7467600"/>
              <a:gd name="connsiteY376" fmla="*/ 6858000 h 6858000"/>
              <a:gd name="connsiteX377" fmla="*/ 3303688 w 7467600"/>
              <a:gd name="connsiteY377" fmla="*/ 6858000 h 6858000"/>
              <a:gd name="connsiteX378" fmla="*/ 3391774 w 7467600"/>
              <a:gd name="connsiteY378" fmla="*/ 6697181 h 6858000"/>
              <a:gd name="connsiteX379" fmla="*/ 3735540 w 7467600"/>
              <a:gd name="connsiteY379" fmla="*/ 5546923 h 6858000"/>
              <a:gd name="connsiteX380" fmla="*/ 3729438 w 7467600"/>
              <a:gd name="connsiteY380" fmla="*/ 5569058 h 6858000"/>
              <a:gd name="connsiteX381" fmla="*/ 3707782 w 7467600"/>
              <a:gd name="connsiteY381" fmla="*/ 5644908 h 6858000"/>
              <a:gd name="connsiteX382" fmla="*/ 3583827 w 7467600"/>
              <a:gd name="connsiteY382" fmla="*/ 6039215 h 6858000"/>
              <a:gd name="connsiteX383" fmla="*/ 3547861 w 7467600"/>
              <a:gd name="connsiteY383" fmla="*/ 6129609 h 6858000"/>
              <a:gd name="connsiteX384" fmla="*/ 3490905 w 7467600"/>
              <a:gd name="connsiteY384" fmla="*/ 6277660 h 6858000"/>
              <a:gd name="connsiteX385" fmla="*/ 3455859 w 7467600"/>
              <a:gd name="connsiteY385" fmla="*/ 6391301 h 6858000"/>
              <a:gd name="connsiteX386" fmla="*/ 3429112 w 7467600"/>
              <a:gd name="connsiteY386" fmla="*/ 6479469 h 6858000"/>
              <a:gd name="connsiteX387" fmla="*/ 3304862 w 7467600"/>
              <a:gd name="connsiteY387" fmla="*/ 6796476 h 6858000"/>
              <a:gd name="connsiteX388" fmla="*/ 3276071 w 7467600"/>
              <a:gd name="connsiteY388" fmla="*/ 6858000 h 6858000"/>
              <a:gd name="connsiteX389" fmla="*/ 3240805 w 7467600"/>
              <a:gd name="connsiteY389" fmla="*/ 6858000 h 6858000"/>
              <a:gd name="connsiteX390" fmla="*/ 3275917 w 7467600"/>
              <a:gd name="connsiteY390" fmla="*/ 6783192 h 6858000"/>
              <a:gd name="connsiteX391" fmla="*/ 3399358 w 7467600"/>
              <a:gd name="connsiteY391" fmla="*/ 6469011 h 6858000"/>
              <a:gd name="connsiteX392" fmla="*/ 3425650 w 7467600"/>
              <a:gd name="connsiteY392" fmla="*/ 6381333 h 6858000"/>
              <a:gd name="connsiteX393" fmla="*/ 3460661 w 7467600"/>
              <a:gd name="connsiteY393" fmla="*/ 6266763 h 6858000"/>
              <a:gd name="connsiteX394" fmla="*/ 3518021 w 7467600"/>
              <a:gd name="connsiteY394" fmla="*/ 6117298 h 6858000"/>
              <a:gd name="connsiteX395" fmla="*/ 3554035 w 7467600"/>
              <a:gd name="connsiteY395" fmla="*/ 6027832 h 6858000"/>
              <a:gd name="connsiteX396" fmla="*/ 3677174 w 7467600"/>
              <a:gd name="connsiteY396" fmla="*/ 5636351 h 6858000"/>
              <a:gd name="connsiteX397" fmla="*/ 3698819 w 7467600"/>
              <a:gd name="connsiteY397" fmla="*/ 5560503 h 6858000"/>
              <a:gd name="connsiteX398" fmla="*/ 3702094 w 7467600"/>
              <a:gd name="connsiteY398" fmla="*/ 5549194 h 6858000"/>
              <a:gd name="connsiteX399" fmla="*/ 3398355 w 7467600"/>
              <a:gd name="connsiteY399" fmla="*/ 6094603 h 6858000"/>
              <a:gd name="connsiteX400" fmla="*/ 3193941 w 7467600"/>
              <a:gd name="connsiteY400" fmla="*/ 6798775 h 6858000"/>
              <a:gd name="connsiteX401" fmla="*/ 3184140 w 7467600"/>
              <a:gd name="connsiteY401" fmla="*/ 6858000 h 6858000"/>
              <a:gd name="connsiteX402" fmla="*/ 3099978 w 7467600"/>
              <a:gd name="connsiteY402" fmla="*/ 6858000 h 6858000"/>
              <a:gd name="connsiteX403" fmla="*/ 3101556 w 7467600"/>
              <a:gd name="connsiteY403" fmla="*/ 6843337 h 6858000"/>
              <a:gd name="connsiteX404" fmla="*/ 3370162 w 7467600"/>
              <a:gd name="connsiteY404" fmla="*/ 5785550 h 6858000"/>
              <a:gd name="connsiteX405" fmla="*/ 3746477 w 7467600"/>
              <a:gd name="connsiteY405" fmla="*/ 5377889 h 6858000"/>
              <a:gd name="connsiteX406" fmla="*/ 3863399 w 7467600"/>
              <a:gd name="connsiteY406" fmla="*/ 5087257 h 6858000"/>
              <a:gd name="connsiteX407" fmla="*/ 3968712 w 7467600"/>
              <a:gd name="connsiteY407" fmla="*/ 4913989 h 6858000"/>
              <a:gd name="connsiteX408" fmla="*/ 2792390 w 7467600"/>
              <a:gd name="connsiteY408" fmla="*/ 5382974 h 6858000"/>
              <a:gd name="connsiteX409" fmla="*/ 2714982 w 7467600"/>
              <a:gd name="connsiteY409" fmla="*/ 5427051 h 6858000"/>
              <a:gd name="connsiteX410" fmla="*/ 2813361 w 7467600"/>
              <a:gd name="connsiteY410" fmla="*/ 6023912 h 6858000"/>
              <a:gd name="connsiteX411" fmla="*/ 2688430 w 7467600"/>
              <a:gd name="connsiteY411" fmla="*/ 6801564 h 6858000"/>
              <a:gd name="connsiteX412" fmla="*/ 2629626 w 7467600"/>
              <a:gd name="connsiteY412" fmla="*/ 6763394 h 6858000"/>
              <a:gd name="connsiteX413" fmla="*/ 2565328 w 7467600"/>
              <a:gd name="connsiteY413" fmla="*/ 5516399 h 6858000"/>
              <a:gd name="connsiteX414" fmla="*/ 1922999 w 7467600"/>
              <a:gd name="connsiteY414" fmla="*/ 5980343 h 6858000"/>
              <a:gd name="connsiteX415" fmla="*/ 1950261 w 7467600"/>
              <a:gd name="connsiteY415" fmla="*/ 6405858 h 6858000"/>
              <a:gd name="connsiteX416" fmla="*/ 2365554 w 7467600"/>
              <a:gd name="connsiteY416" fmla="*/ 6759107 h 6858000"/>
              <a:gd name="connsiteX417" fmla="*/ 2424142 w 7467600"/>
              <a:gd name="connsiteY417" fmla="*/ 6858000 h 6858000"/>
              <a:gd name="connsiteX418" fmla="*/ 2395994 w 7467600"/>
              <a:gd name="connsiteY418" fmla="*/ 6858000 h 6858000"/>
              <a:gd name="connsiteX419" fmla="*/ 2392863 w 7467600"/>
              <a:gd name="connsiteY419" fmla="*/ 6852964 h 6858000"/>
              <a:gd name="connsiteX420" fmla="*/ 2017589 w 7467600"/>
              <a:gd name="connsiteY420" fmla="*/ 6493982 h 6858000"/>
              <a:gd name="connsiteX421" fmla="*/ 2147336 w 7467600"/>
              <a:gd name="connsiteY421" fmla="*/ 6594052 h 6858000"/>
              <a:gd name="connsiteX422" fmla="*/ 2207047 w 7467600"/>
              <a:gd name="connsiteY422" fmla="*/ 6654540 h 6858000"/>
              <a:gd name="connsiteX423" fmla="*/ 2299106 w 7467600"/>
              <a:gd name="connsiteY423" fmla="*/ 6778931 h 6858000"/>
              <a:gd name="connsiteX424" fmla="*/ 2314430 w 7467600"/>
              <a:gd name="connsiteY424" fmla="*/ 6801144 h 6858000"/>
              <a:gd name="connsiteX425" fmla="*/ 2352406 w 7467600"/>
              <a:gd name="connsiteY425" fmla="*/ 6858000 h 6858000"/>
              <a:gd name="connsiteX426" fmla="*/ 2314492 w 7467600"/>
              <a:gd name="connsiteY426" fmla="*/ 6858000 h 6858000"/>
              <a:gd name="connsiteX427" fmla="*/ 2288095 w 7467600"/>
              <a:gd name="connsiteY427" fmla="*/ 6818030 h 6858000"/>
              <a:gd name="connsiteX428" fmla="*/ 2272768 w 7467600"/>
              <a:gd name="connsiteY428" fmla="*/ 6795822 h 6858000"/>
              <a:gd name="connsiteX429" fmla="*/ 2182715 w 7467600"/>
              <a:gd name="connsiteY429" fmla="*/ 6675071 h 6858000"/>
              <a:gd name="connsiteX430" fmla="*/ 2032061 w 7467600"/>
              <a:gd name="connsiteY430" fmla="*/ 6541380 h 6858000"/>
              <a:gd name="connsiteX431" fmla="*/ 2257220 w 7467600"/>
              <a:gd name="connsiteY431" fmla="*/ 6826257 h 6858000"/>
              <a:gd name="connsiteX432" fmla="*/ 2281324 w 7467600"/>
              <a:gd name="connsiteY432" fmla="*/ 6858000 h 6858000"/>
              <a:gd name="connsiteX433" fmla="*/ 2242860 w 7467600"/>
              <a:gd name="connsiteY433" fmla="*/ 6858000 h 6858000"/>
              <a:gd name="connsiteX434" fmla="*/ 2232818 w 7467600"/>
              <a:gd name="connsiteY434" fmla="*/ 6844926 h 6858000"/>
              <a:gd name="connsiteX435" fmla="*/ 1990172 w 7467600"/>
              <a:gd name="connsiteY435" fmla="*/ 6542121 h 6858000"/>
              <a:gd name="connsiteX436" fmla="*/ 2124090 w 7467600"/>
              <a:gd name="connsiteY436" fmla="*/ 6761017 h 6858000"/>
              <a:gd name="connsiteX437" fmla="*/ 2200380 w 7467600"/>
              <a:gd name="connsiteY437" fmla="*/ 6858000 h 6858000"/>
              <a:gd name="connsiteX438" fmla="*/ 2147507 w 7467600"/>
              <a:gd name="connsiteY438" fmla="*/ 6858000 h 6858000"/>
              <a:gd name="connsiteX439" fmla="*/ 2070668 w 7467600"/>
              <a:gd name="connsiteY439" fmla="*/ 6761520 h 6858000"/>
              <a:gd name="connsiteX440" fmla="*/ 1975142 w 7467600"/>
              <a:gd name="connsiteY440" fmla="*/ 6585570 h 6858000"/>
              <a:gd name="connsiteX441" fmla="*/ 2050035 w 7467600"/>
              <a:gd name="connsiteY441" fmla="*/ 6813345 h 6858000"/>
              <a:gd name="connsiteX442" fmla="*/ 2063025 w 7467600"/>
              <a:gd name="connsiteY442" fmla="*/ 6858000 h 6858000"/>
              <a:gd name="connsiteX443" fmla="*/ 2021675 w 7467600"/>
              <a:gd name="connsiteY443" fmla="*/ 6858000 h 6858000"/>
              <a:gd name="connsiteX444" fmla="*/ 2019308 w 7467600"/>
              <a:gd name="connsiteY444" fmla="*/ 6847118 h 6858000"/>
              <a:gd name="connsiteX445" fmla="*/ 1938835 w 7467600"/>
              <a:gd name="connsiteY445" fmla="*/ 6551160 h 6858000"/>
              <a:gd name="connsiteX446" fmla="*/ 1953230 w 7467600"/>
              <a:gd name="connsiteY446" fmla="*/ 6759699 h 6858000"/>
              <a:gd name="connsiteX447" fmla="*/ 1956763 w 7467600"/>
              <a:gd name="connsiteY447" fmla="*/ 6778191 h 6858000"/>
              <a:gd name="connsiteX448" fmla="*/ 1967925 w 7467600"/>
              <a:gd name="connsiteY448" fmla="*/ 6858000 h 6858000"/>
              <a:gd name="connsiteX449" fmla="*/ 1936622 w 7467600"/>
              <a:gd name="connsiteY449" fmla="*/ 6858000 h 6858000"/>
              <a:gd name="connsiteX450" fmla="*/ 1926261 w 7467600"/>
              <a:gd name="connsiteY450" fmla="*/ 6784064 h 6858000"/>
              <a:gd name="connsiteX451" fmla="*/ 1922724 w 7467600"/>
              <a:gd name="connsiteY451" fmla="*/ 6765577 h 6858000"/>
              <a:gd name="connsiteX452" fmla="*/ 1904650 w 7467600"/>
              <a:gd name="connsiteY452" fmla="*/ 6639616 h 6858000"/>
              <a:gd name="connsiteX453" fmla="*/ 1885273 w 7467600"/>
              <a:gd name="connsiteY453" fmla="*/ 6858000 h 6858000"/>
              <a:gd name="connsiteX454" fmla="*/ 1854363 w 7467600"/>
              <a:gd name="connsiteY454" fmla="*/ 6858000 h 6858000"/>
              <a:gd name="connsiteX455" fmla="*/ 1880391 w 7467600"/>
              <a:gd name="connsiteY455" fmla="*/ 6603796 h 6858000"/>
              <a:gd name="connsiteX456" fmla="*/ 1818273 w 7467600"/>
              <a:gd name="connsiteY456" fmla="*/ 6715729 h 6858000"/>
              <a:gd name="connsiteX457" fmla="*/ 1794691 w 7467600"/>
              <a:gd name="connsiteY457" fmla="*/ 6843239 h 6858000"/>
              <a:gd name="connsiteX458" fmla="*/ 1794914 w 7467600"/>
              <a:gd name="connsiteY458" fmla="*/ 6858000 h 6858000"/>
              <a:gd name="connsiteX459" fmla="*/ 1746128 w 7467600"/>
              <a:gd name="connsiteY459" fmla="*/ 6858000 h 6858000"/>
              <a:gd name="connsiteX460" fmla="*/ 1753934 w 7467600"/>
              <a:gd name="connsiteY460" fmla="*/ 6724796 h 6858000"/>
              <a:gd name="connsiteX461" fmla="*/ 1792053 w 7467600"/>
              <a:gd name="connsiteY461" fmla="*/ 6572396 h 6858000"/>
              <a:gd name="connsiteX462" fmla="*/ 1862248 w 7467600"/>
              <a:gd name="connsiteY462" fmla="*/ 6266397 h 6858000"/>
              <a:gd name="connsiteX463" fmla="*/ 1862250 w 7467600"/>
              <a:gd name="connsiteY463" fmla="*/ 6033531 h 6858000"/>
              <a:gd name="connsiteX464" fmla="*/ 1211999 w 7467600"/>
              <a:gd name="connsiteY464" fmla="*/ 6683610 h 6858000"/>
              <a:gd name="connsiteX465" fmla="*/ 1213266 w 7467600"/>
              <a:gd name="connsiteY465" fmla="*/ 6691947 h 6858000"/>
              <a:gd name="connsiteX466" fmla="*/ 1203370 w 7467600"/>
              <a:gd name="connsiteY466" fmla="*/ 6850676 h 6858000"/>
              <a:gd name="connsiteX467" fmla="*/ 1203671 w 7467600"/>
              <a:gd name="connsiteY467" fmla="*/ 6858000 h 6858000"/>
              <a:gd name="connsiteX468" fmla="*/ 1143180 w 7467600"/>
              <a:gd name="connsiteY468" fmla="*/ 6858000 h 6858000"/>
              <a:gd name="connsiteX469" fmla="*/ 1142176 w 7467600"/>
              <a:gd name="connsiteY469" fmla="*/ 6766045 h 6858000"/>
              <a:gd name="connsiteX470" fmla="*/ 1067484 w 7467600"/>
              <a:gd name="connsiteY470" fmla="*/ 6858000 h 6858000"/>
              <a:gd name="connsiteX471" fmla="*/ 953928 w 7467600"/>
              <a:gd name="connsiteY471" fmla="*/ 6858000 h 6858000"/>
              <a:gd name="connsiteX472" fmla="*/ 959715 w 7467600"/>
              <a:gd name="connsiteY472" fmla="*/ 6850185 h 6858000"/>
              <a:gd name="connsiteX473" fmla="*/ 1483788 w 7467600"/>
              <a:gd name="connsiteY473" fmla="*/ 6259174 h 6858000"/>
              <a:gd name="connsiteX474" fmla="*/ 1100671 w 7467600"/>
              <a:gd name="connsiteY474" fmla="*/ 6252137 h 6858000"/>
              <a:gd name="connsiteX475" fmla="*/ 1090144 w 7467600"/>
              <a:gd name="connsiteY475" fmla="*/ 6256748 h 6858000"/>
              <a:gd name="connsiteX476" fmla="*/ 1095872 w 7467600"/>
              <a:gd name="connsiteY476" fmla="*/ 6271892 h 6858000"/>
              <a:gd name="connsiteX477" fmla="*/ 262785 w 7467600"/>
              <a:gd name="connsiteY477" fmla="*/ 6845450 h 6858000"/>
              <a:gd name="connsiteX478" fmla="*/ 209968 w 7467600"/>
              <a:gd name="connsiteY478" fmla="*/ 6770713 h 6858000"/>
              <a:gd name="connsiteX479" fmla="*/ 873460 w 7467600"/>
              <a:gd name="connsiteY479" fmla="*/ 6253768 h 6858000"/>
              <a:gd name="connsiteX480" fmla="*/ 192686 w 7467600"/>
              <a:gd name="connsiteY480" fmla="*/ 5849257 h 6858000"/>
              <a:gd name="connsiteX481" fmla="*/ 4696 w 7467600"/>
              <a:gd name="connsiteY481" fmla="*/ 5697668 h 6858000"/>
              <a:gd name="connsiteX482" fmla="*/ 0 w 7467600"/>
              <a:gd name="connsiteY482" fmla="*/ 5689984 h 6858000"/>
              <a:gd name="connsiteX483" fmla="*/ 0 w 7467600"/>
              <a:gd name="connsiteY483" fmla="*/ 5513472 h 6858000"/>
              <a:gd name="connsiteX484" fmla="*/ 174101 w 7467600"/>
              <a:gd name="connsiteY484" fmla="*/ 5620277 h 6858000"/>
              <a:gd name="connsiteX485" fmla="*/ 891800 w 7467600"/>
              <a:gd name="connsiteY485" fmla="*/ 6036935 h 6858000"/>
              <a:gd name="connsiteX486" fmla="*/ 1072219 w 7467600"/>
              <a:gd name="connsiteY486" fmla="*/ 6169443 h 6858000"/>
              <a:gd name="connsiteX487" fmla="*/ 1074117 w 7467600"/>
              <a:gd name="connsiteY487" fmla="*/ 6170301 h 6858000"/>
              <a:gd name="connsiteX488" fmla="*/ 1083114 w 7467600"/>
              <a:gd name="connsiteY488" fmla="*/ 6174131 h 6858000"/>
              <a:gd name="connsiteX489" fmla="*/ 1543010 w 7467600"/>
              <a:gd name="connsiteY489" fmla="*/ 6191140 h 6858000"/>
              <a:gd name="connsiteX490" fmla="*/ 1551080 w 7467600"/>
              <a:gd name="connsiteY490" fmla="*/ 6195006 h 6858000"/>
              <a:gd name="connsiteX491" fmla="*/ 2345443 w 7467600"/>
              <a:gd name="connsiteY491" fmla="*/ 5549882 h 6858000"/>
              <a:gd name="connsiteX492" fmla="*/ 1721499 w 7467600"/>
              <a:gd name="connsiteY492" fmla="*/ 5599969 h 6858000"/>
              <a:gd name="connsiteX493" fmla="*/ 767716 w 7467600"/>
              <a:gd name="connsiteY493" fmla="*/ 5472768 h 6858000"/>
              <a:gd name="connsiteX494" fmla="*/ 722147 w 7467600"/>
              <a:gd name="connsiteY494" fmla="*/ 5393091 h 6858000"/>
              <a:gd name="connsiteX495" fmla="*/ 1485552 w 7467600"/>
              <a:gd name="connsiteY495" fmla="*/ 5313202 h 6858000"/>
              <a:gd name="connsiteX496" fmla="*/ 2143004 w 7467600"/>
              <a:gd name="connsiteY496" fmla="*/ 5402420 h 6858000"/>
              <a:gd name="connsiteX497" fmla="*/ 1933391 w 7467600"/>
              <a:gd name="connsiteY497" fmla="*/ 5156971 h 6858000"/>
              <a:gd name="connsiteX498" fmla="*/ 1827118 w 7467600"/>
              <a:gd name="connsiteY498" fmla="*/ 4968410 h 6858000"/>
              <a:gd name="connsiteX499" fmla="*/ 1837349 w 7467600"/>
              <a:gd name="connsiteY499" fmla="*/ 4956357 h 6858000"/>
              <a:gd name="connsiteX500" fmla="*/ 2162835 w 7467600"/>
              <a:gd name="connsiteY500" fmla="*/ 5187853 h 6858000"/>
              <a:gd name="connsiteX501" fmla="*/ 2257167 w 7467600"/>
              <a:gd name="connsiteY501" fmla="*/ 5462123 h 6858000"/>
              <a:gd name="connsiteX502" fmla="*/ 2261598 w 7467600"/>
              <a:gd name="connsiteY502" fmla="*/ 5467998 h 6858000"/>
              <a:gd name="connsiteX503" fmla="*/ 2437177 w 7467600"/>
              <a:gd name="connsiteY503" fmla="*/ 5479608 h 6858000"/>
              <a:gd name="connsiteX504" fmla="*/ 2445247 w 7467600"/>
              <a:gd name="connsiteY504" fmla="*/ 5483476 h 6858000"/>
              <a:gd name="connsiteX505" fmla="*/ 2743626 w 7467600"/>
              <a:gd name="connsiteY505" fmla="*/ 5304819 h 6858000"/>
              <a:gd name="connsiteX506" fmla="*/ 3048102 w 7467600"/>
              <a:gd name="connsiteY506" fmla="*/ 5150595 h 6858000"/>
              <a:gd name="connsiteX507" fmla="*/ 1799414 w 7467600"/>
              <a:gd name="connsiteY507" fmla="*/ 4694732 h 6858000"/>
              <a:gd name="connsiteX508" fmla="*/ 1771735 w 7467600"/>
              <a:gd name="connsiteY508" fmla="*/ 4619929 h 6858000"/>
              <a:gd name="connsiteX509" fmla="*/ 3104273 w 7467600"/>
              <a:gd name="connsiteY509" fmla="*/ 5076159 h 6858000"/>
              <a:gd name="connsiteX510" fmla="*/ 3113245 w 7467600"/>
              <a:gd name="connsiteY510" fmla="*/ 5090705 h 6858000"/>
              <a:gd name="connsiteX511" fmla="*/ 3126294 w 7467600"/>
              <a:gd name="connsiteY511" fmla="*/ 5114400 h 6858000"/>
              <a:gd name="connsiteX512" fmla="*/ 3937433 w 7467600"/>
              <a:gd name="connsiteY512" fmla="*/ 4830473 h 6858000"/>
              <a:gd name="connsiteX513" fmla="*/ 3590475 w 7467600"/>
              <a:gd name="connsiteY513" fmla="*/ 4597974 h 6858000"/>
              <a:gd name="connsiteX514" fmla="*/ 3100264 w 7467600"/>
              <a:gd name="connsiteY514" fmla="*/ 4579845 h 6858000"/>
              <a:gd name="connsiteX515" fmla="*/ 2183576 w 7467600"/>
              <a:gd name="connsiteY515" fmla="*/ 4227150 h 6858000"/>
              <a:gd name="connsiteX516" fmla="*/ 2151029 w 7467600"/>
              <a:gd name="connsiteY516" fmla="*/ 4146947 h 6858000"/>
              <a:gd name="connsiteX517" fmla="*/ 3563434 w 7467600"/>
              <a:gd name="connsiteY517" fmla="*/ 4469115 h 6858000"/>
              <a:gd name="connsiteX518" fmla="*/ 3177952 w 7467600"/>
              <a:gd name="connsiteY518" fmla="*/ 3657386 h 6858000"/>
              <a:gd name="connsiteX519" fmla="*/ 3189263 w 7467600"/>
              <a:gd name="connsiteY519" fmla="*/ 3625726 h 6858000"/>
              <a:gd name="connsiteX520" fmla="*/ 3560912 w 7467600"/>
              <a:gd name="connsiteY520" fmla="*/ 4079863 h 6858000"/>
              <a:gd name="connsiteX521" fmla="*/ 3626636 w 7467600"/>
              <a:gd name="connsiteY521" fmla="*/ 4512230 h 6858000"/>
              <a:gd name="connsiteX522" fmla="*/ 3653088 w 7467600"/>
              <a:gd name="connsiteY522" fmla="*/ 4521417 h 6858000"/>
              <a:gd name="connsiteX523" fmla="*/ 3988128 w 7467600"/>
              <a:gd name="connsiteY523" fmla="*/ 4817267 h 6858000"/>
              <a:gd name="connsiteX524" fmla="*/ 4830582 w 7467600"/>
              <a:gd name="connsiteY524" fmla="*/ 4676000 h 6858000"/>
              <a:gd name="connsiteX525" fmla="*/ 4830100 w 7467600"/>
              <a:gd name="connsiteY525" fmla="*/ 4675554 h 6858000"/>
              <a:gd name="connsiteX526" fmla="*/ 4036318 w 7467600"/>
              <a:gd name="connsiteY526" fmla="*/ 4147013 h 6858000"/>
              <a:gd name="connsiteX527" fmla="*/ 3432098 w 7467600"/>
              <a:gd name="connsiteY527" fmla="*/ 3537312 h 6858000"/>
              <a:gd name="connsiteX528" fmla="*/ 3446761 w 7467600"/>
              <a:gd name="connsiteY528" fmla="*/ 3461278 h 6858000"/>
              <a:gd name="connsiteX529" fmla="*/ 4419733 w 7467600"/>
              <a:gd name="connsiteY529" fmla="*/ 3963555 h 6858000"/>
              <a:gd name="connsiteX530" fmla="*/ 4781371 w 7467600"/>
              <a:gd name="connsiteY530" fmla="*/ 4458604 h 6858000"/>
              <a:gd name="connsiteX531" fmla="*/ 4780440 w 7467600"/>
              <a:gd name="connsiteY531" fmla="*/ 4470290 h 6858000"/>
              <a:gd name="connsiteX532" fmla="*/ 4898954 w 7467600"/>
              <a:gd name="connsiteY532" fmla="*/ 4662092 h 6858000"/>
              <a:gd name="connsiteX533" fmla="*/ 4900699 w 7467600"/>
              <a:gd name="connsiteY533" fmla="*/ 4670867 h 6858000"/>
              <a:gd name="connsiteX534" fmla="*/ 5714511 w 7467600"/>
              <a:gd name="connsiteY534" fmla="*/ 4663483 h 6858000"/>
              <a:gd name="connsiteX535" fmla="*/ 5464793 w 7467600"/>
              <a:gd name="connsiteY535" fmla="*/ 4393556 h 6858000"/>
              <a:gd name="connsiteX536" fmla="*/ 5461897 w 7467600"/>
              <a:gd name="connsiteY536" fmla="*/ 4390879 h 6858000"/>
              <a:gd name="connsiteX537" fmla="*/ 4294126 w 7467600"/>
              <a:gd name="connsiteY537" fmla="*/ 3303048 h 6858000"/>
              <a:gd name="connsiteX538" fmla="*/ 4305321 w 7467600"/>
              <a:gd name="connsiteY538" fmla="*/ 3256953 h 6858000"/>
              <a:gd name="connsiteX539" fmla="*/ 4949299 w 7467600"/>
              <a:gd name="connsiteY539" fmla="*/ 3766336 h 6858000"/>
              <a:gd name="connsiteX540" fmla="*/ 5291452 w 7467600"/>
              <a:gd name="connsiteY540" fmla="*/ 4076801 h 6858000"/>
              <a:gd name="connsiteX541" fmla="*/ 5434998 w 7467600"/>
              <a:gd name="connsiteY541" fmla="*/ 4254100 h 6858000"/>
              <a:gd name="connsiteX542" fmla="*/ 5351015 w 7467600"/>
              <a:gd name="connsiteY542" fmla="*/ 3760989 h 6858000"/>
              <a:gd name="connsiteX543" fmla="*/ 5413780 w 7467600"/>
              <a:gd name="connsiteY543" fmla="*/ 2966265 h 6858000"/>
              <a:gd name="connsiteX544" fmla="*/ 5425627 w 7467600"/>
              <a:gd name="connsiteY544" fmla="*/ 2954192 h 6858000"/>
              <a:gd name="connsiteX545" fmla="*/ 6604735 w 7467600"/>
              <a:gd name="connsiteY545" fmla="*/ 2041381 h 6858000"/>
              <a:gd name="connsiteX546" fmla="*/ 7204487 w 7467600"/>
              <a:gd name="connsiteY546" fmla="*/ 2742112 h 6858000"/>
              <a:gd name="connsiteX547" fmla="*/ 7131592 w 7467600"/>
              <a:gd name="connsiteY547" fmla="*/ 2672096 h 6858000"/>
              <a:gd name="connsiteX548" fmla="*/ 6996344 w 7467600"/>
              <a:gd name="connsiteY548" fmla="*/ 2518310 h 6858000"/>
              <a:gd name="connsiteX549" fmla="*/ 6735495 w 7467600"/>
              <a:gd name="connsiteY549" fmla="*/ 2196890 h 6858000"/>
              <a:gd name="connsiteX550" fmla="*/ 6721901 w 7467600"/>
              <a:gd name="connsiteY550" fmla="*/ 2179274 h 6858000"/>
              <a:gd name="connsiteX551" fmla="*/ 6604735 w 7467600"/>
              <a:gd name="connsiteY551" fmla="*/ 2041381 h 6858000"/>
              <a:gd name="connsiteX552" fmla="*/ 6591670 w 7467600"/>
              <a:gd name="connsiteY552" fmla="*/ 1988277 h 6858000"/>
              <a:gd name="connsiteX553" fmla="*/ 6747349 w 7467600"/>
              <a:gd name="connsiteY553" fmla="*/ 2160069 h 6858000"/>
              <a:gd name="connsiteX554" fmla="*/ 6760943 w 7467600"/>
              <a:gd name="connsiteY554" fmla="*/ 2177686 h 6858000"/>
              <a:gd name="connsiteX555" fmla="*/ 7021065 w 7467600"/>
              <a:gd name="connsiteY555" fmla="*/ 2498102 h 6858000"/>
              <a:gd name="connsiteX556" fmla="*/ 7155223 w 7467600"/>
              <a:gd name="connsiteY556" fmla="*/ 2650386 h 6858000"/>
              <a:gd name="connsiteX557" fmla="*/ 7203167 w 7467600"/>
              <a:gd name="connsiteY557" fmla="*/ 2697288 h 6858000"/>
              <a:gd name="connsiteX558" fmla="*/ 6937703 w 7467600"/>
              <a:gd name="connsiteY558" fmla="*/ 2321981 h 6858000"/>
              <a:gd name="connsiteX559" fmla="*/ 6591670 w 7467600"/>
              <a:gd name="connsiteY559" fmla="*/ 1988277 h 6858000"/>
              <a:gd name="connsiteX560" fmla="*/ 5798671 w 7467600"/>
              <a:gd name="connsiteY560" fmla="*/ 1981601 h 6858000"/>
              <a:gd name="connsiteX561" fmla="*/ 5754709 w 7467600"/>
              <a:gd name="connsiteY561" fmla="*/ 2071454 h 6858000"/>
              <a:gd name="connsiteX562" fmla="*/ 5763044 w 7467600"/>
              <a:gd name="connsiteY562" fmla="*/ 2842206 h 6858000"/>
              <a:gd name="connsiteX563" fmla="*/ 5764974 w 7467600"/>
              <a:gd name="connsiteY563" fmla="*/ 2799609 h 6858000"/>
              <a:gd name="connsiteX564" fmla="*/ 5767665 w 7467600"/>
              <a:gd name="connsiteY564" fmla="*/ 2666409 h 6858000"/>
              <a:gd name="connsiteX565" fmla="*/ 5763055 w 7467600"/>
              <a:gd name="connsiteY565" fmla="*/ 2579705 h 6858000"/>
              <a:gd name="connsiteX566" fmla="*/ 5758079 w 7467600"/>
              <a:gd name="connsiteY566" fmla="*/ 2492508 h 6858000"/>
              <a:gd name="connsiteX567" fmla="*/ 5779325 w 7467600"/>
              <a:gd name="connsiteY567" fmla="*/ 2197069 h 6858000"/>
              <a:gd name="connsiteX568" fmla="*/ 5798671 w 7467600"/>
              <a:gd name="connsiteY568" fmla="*/ 1981601 h 6858000"/>
              <a:gd name="connsiteX569" fmla="*/ 5829202 w 7467600"/>
              <a:gd name="connsiteY569" fmla="*/ 1971679 h 6858000"/>
              <a:gd name="connsiteX570" fmla="*/ 5809558 w 7467600"/>
              <a:gd name="connsiteY570" fmla="*/ 2198043 h 6858000"/>
              <a:gd name="connsiteX571" fmla="*/ 5788653 w 7467600"/>
              <a:gd name="connsiteY571" fmla="*/ 2489430 h 6858000"/>
              <a:gd name="connsiteX572" fmla="*/ 5793439 w 7467600"/>
              <a:gd name="connsiteY572" fmla="*/ 2575235 h 6858000"/>
              <a:gd name="connsiteX573" fmla="*/ 5796837 w 7467600"/>
              <a:gd name="connsiteY573" fmla="*/ 2637633 h 6858000"/>
              <a:gd name="connsiteX574" fmla="*/ 5818614 w 7467600"/>
              <a:gd name="connsiteY574" fmla="*/ 2473055 h 6858000"/>
              <a:gd name="connsiteX575" fmla="*/ 5829202 w 7467600"/>
              <a:gd name="connsiteY575" fmla="*/ 1971679 h 6858000"/>
              <a:gd name="connsiteX576" fmla="*/ 5911389 w 7467600"/>
              <a:gd name="connsiteY576" fmla="*/ 1898371 h 6858000"/>
              <a:gd name="connsiteX577" fmla="*/ 6237627 w 7467600"/>
              <a:gd name="connsiteY577" fmla="*/ 2231921 h 6858000"/>
              <a:gd name="connsiteX578" fmla="*/ 5911389 w 7467600"/>
              <a:gd name="connsiteY578" fmla="*/ 1898371 h 6858000"/>
              <a:gd name="connsiteX579" fmla="*/ 6944437 w 7467600"/>
              <a:gd name="connsiteY579" fmla="*/ 1575402 h 6858000"/>
              <a:gd name="connsiteX580" fmla="*/ 6304730 w 7467600"/>
              <a:gd name="connsiteY580" fmla="*/ 1766654 h 6858000"/>
              <a:gd name="connsiteX581" fmla="*/ 6944437 w 7467600"/>
              <a:gd name="connsiteY581" fmla="*/ 1575402 h 6858000"/>
              <a:gd name="connsiteX582" fmla="*/ 7019523 w 7467600"/>
              <a:gd name="connsiteY582" fmla="*/ 1519450 h 6858000"/>
              <a:gd name="connsiteX583" fmla="*/ 6298091 w 7467600"/>
              <a:gd name="connsiteY583" fmla="*/ 1737122 h 6858000"/>
              <a:gd name="connsiteX584" fmla="*/ 7019523 w 7467600"/>
              <a:gd name="connsiteY584" fmla="*/ 1519450 h 6858000"/>
              <a:gd name="connsiteX585" fmla="*/ 2399523 w 7467600"/>
              <a:gd name="connsiteY585" fmla="*/ 1428234 h 6858000"/>
              <a:gd name="connsiteX586" fmla="*/ 2224982 w 7467600"/>
              <a:gd name="connsiteY586" fmla="*/ 1826201 h 6858000"/>
              <a:gd name="connsiteX587" fmla="*/ 2096099 w 7467600"/>
              <a:gd name="connsiteY587" fmla="*/ 2345900 h 6858000"/>
              <a:gd name="connsiteX588" fmla="*/ 2283317 w 7467600"/>
              <a:gd name="connsiteY588" fmla="*/ 1796925 h 6858000"/>
              <a:gd name="connsiteX589" fmla="*/ 2399523 w 7467600"/>
              <a:gd name="connsiteY589" fmla="*/ 1428234 h 6858000"/>
              <a:gd name="connsiteX590" fmla="*/ 2448558 w 7467600"/>
              <a:gd name="connsiteY590" fmla="*/ 1373435 h 6858000"/>
              <a:gd name="connsiteX591" fmla="*/ 2312521 w 7467600"/>
              <a:gd name="connsiteY591" fmla="*/ 1806140 h 6858000"/>
              <a:gd name="connsiteX592" fmla="*/ 2127533 w 7467600"/>
              <a:gd name="connsiteY592" fmla="*/ 2348380 h 6858000"/>
              <a:gd name="connsiteX593" fmla="*/ 2358080 w 7467600"/>
              <a:gd name="connsiteY593" fmla="*/ 1866134 h 6858000"/>
              <a:gd name="connsiteX594" fmla="*/ 2407436 w 7467600"/>
              <a:gd name="connsiteY594" fmla="*/ 1651070 h 6858000"/>
              <a:gd name="connsiteX595" fmla="*/ 2448558 w 7467600"/>
              <a:gd name="connsiteY595" fmla="*/ 1373435 h 6858000"/>
              <a:gd name="connsiteX596" fmla="*/ 278707 w 7467600"/>
              <a:gd name="connsiteY596" fmla="*/ 1352270 h 6858000"/>
              <a:gd name="connsiteX597" fmla="*/ 321570 w 7467600"/>
              <a:gd name="connsiteY597" fmla="*/ 1861610 h 6858000"/>
              <a:gd name="connsiteX598" fmla="*/ 294281 w 7467600"/>
              <a:gd name="connsiteY598" fmla="*/ 1440658 h 6858000"/>
              <a:gd name="connsiteX599" fmla="*/ 278707 w 7467600"/>
              <a:gd name="connsiteY599" fmla="*/ 1352270 h 6858000"/>
              <a:gd name="connsiteX600" fmla="*/ 1423821 w 7467600"/>
              <a:gd name="connsiteY600" fmla="*/ 1351958 h 6858000"/>
              <a:gd name="connsiteX601" fmla="*/ 1638521 w 7467600"/>
              <a:gd name="connsiteY601" fmla="*/ 1908470 h 6858000"/>
              <a:gd name="connsiteX602" fmla="*/ 1754199 w 7467600"/>
              <a:gd name="connsiteY602" fmla="*/ 2149284 h 6858000"/>
              <a:gd name="connsiteX603" fmla="*/ 1908359 w 7467600"/>
              <a:gd name="connsiteY603" fmla="*/ 2364988 h 6858000"/>
              <a:gd name="connsiteX604" fmla="*/ 1647661 w 7467600"/>
              <a:gd name="connsiteY604" fmla="*/ 1825945 h 6858000"/>
              <a:gd name="connsiteX605" fmla="*/ 1423821 w 7467600"/>
              <a:gd name="connsiteY605" fmla="*/ 1351958 h 6858000"/>
              <a:gd name="connsiteX606" fmla="*/ 1431890 w 7467600"/>
              <a:gd name="connsiteY606" fmla="*/ 1306475 h 6858000"/>
              <a:gd name="connsiteX607" fmla="*/ 1507597 w 7467600"/>
              <a:gd name="connsiteY607" fmla="*/ 1446132 h 6858000"/>
              <a:gd name="connsiteX608" fmla="*/ 1674586 w 7467600"/>
              <a:gd name="connsiteY608" fmla="*/ 1813832 h 6858000"/>
              <a:gd name="connsiteX609" fmla="*/ 1815950 w 7467600"/>
              <a:gd name="connsiteY609" fmla="*/ 2128564 h 6858000"/>
              <a:gd name="connsiteX610" fmla="*/ 1984242 w 7467600"/>
              <a:gd name="connsiteY610" fmla="*/ 2430829 h 6858000"/>
              <a:gd name="connsiteX611" fmla="*/ 2014023 w 7467600"/>
              <a:gd name="connsiteY611" fmla="*/ 2450995 h 6858000"/>
              <a:gd name="connsiteX612" fmla="*/ 1747337 w 7467600"/>
              <a:gd name="connsiteY612" fmla="*/ 1855264 h 6858000"/>
              <a:gd name="connsiteX613" fmla="*/ 1533749 w 7467600"/>
              <a:gd name="connsiteY613" fmla="*/ 1478656 h 6858000"/>
              <a:gd name="connsiteX614" fmla="*/ 1431890 w 7467600"/>
              <a:gd name="connsiteY614" fmla="*/ 1306475 h 6858000"/>
              <a:gd name="connsiteX615" fmla="*/ 5052692 w 7467600"/>
              <a:gd name="connsiteY615" fmla="*/ 1292994 h 6858000"/>
              <a:gd name="connsiteX616" fmla="*/ 5200661 w 7467600"/>
              <a:gd name="connsiteY616" fmla="*/ 1635186 h 6858000"/>
              <a:gd name="connsiteX617" fmla="*/ 5297138 w 7467600"/>
              <a:gd name="connsiteY617" fmla="*/ 1906351 h 6858000"/>
              <a:gd name="connsiteX618" fmla="*/ 5052692 w 7467600"/>
              <a:gd name="connsiteY618" fmla="*/ 1292994 h 6858000"/>
              <a:gd name="connsiteX619" fmla="*/ 5009948 w 7467600"/>
              <a:gd name="connsiteY619" fmla="*/ 1273619 h 6858000"/>
              <a:gd name="connsiteX620" fmla="*/ 5121777 w 7467600"/>
              <a:gd name="connsiteY620" fmla="*/ 1654213 h 6858000"/>
              <a:gd name="connsiteX621" fmla="*/ 5293545 w 7467600"/>
              <a:gd name="connsiteY621" fmla="*/ 2072247 h 6858000"/>
              <a:gd name="connsiteX622" fmla="*/ 5294042 w 7467600"/>
              <a:gd name="connsiteY622" fmla="*/ 2065019 h 6858000"/>
              <a:gd name="connsiteX623" fmla="*/ 5171936 w 7467600"/>
              <a:gd name="connsiteY623" fmla="*/ 1647613 h 6858000"/>
              <a:gd name="connsiteX624" fmla="*/ 5009948 w 7467600"/>
              <a:gd name="connsiteY624" fmla="*/ 1273619 h 6858000"/>
              <a:gd name="connsiteX625" fmla="*/ 655236 w 7467600"/>
              <a:gd name="connsiteY625" fmla="*/ 1268632 h 6858000"/>
              <a:gd name="connsiteX626" fmla="*/ 839521 w 7467600"/>
              <a:gd name="connsiteY626" fmla="*/ 1685315 h 6858000"/>
              <a:gd name="connsiteX627" fmla="*/ 1109416 w 7467600"/>
              <a:gd name="connsiteY627" fmla="*/ 2061663 h 6858000"/>
              <a:gd name="connsiteX628" fmla="*/ 1298300 w 7467600"/>
              <a:gd name="connsiteY628" fmla="*/ 2247742 h 6858000"/>
              <a:gd name="connsiteX629" fmla="*/ 1125871 w 7467600"/>
              <a:gd name="connsiteY629" fmla="*/ 1989513 h 6858000"/>
              <a:gd name="connsiteX630" fmla="*/ 981574 w 7467600"/>
              <a:gd name="connsiteY630" fmla="*/ 1783157 h 6858000"/>
              <a:gd name="connsiteX631" fmla="*/ 922198 w 7467600"/>
              <a:gd name="connsiteY631" fmla="*/ 1677437 h 6858000"/>
              <a:gd name="connsiteX632" fmla="*/ 869293 w 7467600"/>
              <a:gd name="connsiteY632" fmla="*/ 1583214 h 6858000"/>
              <a:gd name="connsiteX633" fmla="*/ 751431 w 7467600"/>
              <a:gd name="connsiteY633" fmla="*/ 1405731 h 6858000"/>
              <a:gd name="connsiteX634" fmla="*/ 655236 w 7467600"/>
              <a:gd name="connsiteY634" fmla="*/ 1268632 h 6858000"/>
              <a:gd name="connsiteX635" fmla="*/ 6516292 w 7467600"/>
              <a:gd name="connsiteY635" fmla="*/ 1263064 h 6858000"/>
              <a:gd name="connsiteX636" fmla="*/ 5736320 w 7467600"/>
              <a:gd name="connsiteY636" fmla="*/ 1501803 h 6858000"/>
              <a:gd name="connsiteX637" fmla="*/ 6516292 w 7467600"/>
              <a:gd name="connsiteY637" fmla="*/ 1263064 h 6858000"/>
              <a:gd name="connsiteX638" fmla="*/ 291466 w 7467600"/>
              <a:gd name="connsiteY638" fmla="*/ 1250369 h 6858000"/>
              <a:gd name="connsiteX639" fmla="*/ 323180 w 7467600"/>
              <a:gd name="connsiteY639" fmla="*/ 1435283 h 6858000"/>
              <a:gd name="connsiteX640" fmla="*/ 349381 w 7467600"/>
              <a:gd name="connsiteY640" fmla="*/ 1875041 h 6858000"/>
              <a:gd name="connsiteX641" fmla="*/ 374363 w 7467600"/>
              <a:gd name="connsiteY641" fmla="*/ 1506494 h 6858000"/>
              <a:gd name="connsiteX642" fmla="*/ 302168 w 7467600"/>
              <a:gd name="connsiteY642" fmla="*/ 1274495 h 6858000"/>
              <a:gd name="connsiteX643" fmla="*/ 291466 w 7467600"/>
              <a:gd name="connsiteY643" fmla="*/ 1250369 h 6858000"/>
              <a:gd name="connsiteX644" fmla="*/ 678222 w 7467600"/>
              <a:gd name="connsiteY644" fmla="*/ 1248670 h 6858000"/>
              <a:gd name="connsiteX645" fmla="*/ 775536 w 7467600"/>
              <a:gd name="connsiteY645" fmla="*/ 1388015 h 6858000"/>
              <a:gd name="connsiteX646" fmla="*/ 894529 w 7467600"/>
              <a:gd name="connsiteY646" fmla="*/ 1567739 h 6858000"/>
              <a:gd name="connsiteX647" fmla="*/ 948000 w 7467600"/>
              <a:gd name="connsiteY647" fmla="*/ 1663088 h 6858000"/>
              <a:gd name="connsiteX648" fmla="*/ 1006812 w 7467600"/>
              <a:gd name="connsiteY648" fmla="*/ 1767683 h 6858000"/>
              <a:gd name="connsiteX649" fmla="*/ 1149133 w 7467600"/>
              <a:gd name="connsiteY649" fmla="*/ 1971513 h 6858000"/>
              <a:gd name="connsiteX650" fmla="*/ 1333952 w 7467600"/>
              <a:gd name="connsiteY650" fmla="*/ 2251620 h 6858000"/>
              <a:gd name="connsiteX651" fmla="*/ 1337329 w 7467600"/>
              <a:gd name="connsiteY651" fmla="*/ 2258350 h 6858000"/>
              <a:gd name="connsiteX652" fmla="*/ 1014726 w 7467600"/>
              <a:gd name="connsiteY652" fmla="*/ 1615556 h 6858000"/>
              <a:gd name="connsiteX653" fmla="*/ 678222 w 7467600"/>
              <a:gd name="connsiteY653" fmla="*/ 1248670 h 6858000"/>
              <a:gd name="connsiteX654" fmla="*/ 6691602 w 7467600"/>
              <a:gd name="connsiteY654" fmla="*/ 1140573 h 6858000"/>
              <a:gd name="connsiteX655" fmla="*/ 6571100 w 7467600"/>
              <a:gd name="connsiteY655" fmla="*/ 1183662 h 6858000"/>
              <a:gd name="connsiteX656" fmla="*/ 6241687 w 7467600"/>
              <a:gd name="connsiteY656" fmla="*/ 1257600 h 6858000"/>
              <a:gd name="connsiteX657" fmla="*/ 5693009 w 7467600"/>
              <a:gd name="connsiteY657" fmla="*/ 1478256 h 6858000"/>
              <a:gd name="connsiteX658" fmla="*/ 6548420 w 7467600"/>
              <a:gd name="connsiteY658" fmla="*/ 1214599 h 6858000"/>
              <a:gd name="connsiteX659" fmla="*/ 6605473 w 7467600"/>
              <a:gd name="connsiteY659" fmla="*/ 1184686 h 6858000"/>
              <a:gd name="connsiteX660" fmla="*/ 6691602 w 7467600"/>
              <a:gd name="connsiteY660" fmla="*/ 1140573 h 6858000"/>
              <a:gd name="connsiteX661" fmla="*/ 4002475 w 7467600"/>
              <a:gd name="connsiteY661" fmla="*/ 1037802 h 6858000"/>
              <a:gd name="connsiteX662" fmla="*/ 4000324 w 7467600"/>
              <a:gd name="connsiteY662" fmla="*/ 1039362 h 6858000"/>
              <a:gd name="connsiteX663" fmla="*/ 4002862 w 7467600"/>
              <a:gd name="connsiteY663" fmla="*/ 1042866 h 6858000"/>
              <a:gd name="connsiteX664" fmla="*/ 4002475 w 7467600"/>
              <a:gd name="connsiteY664" fmla="*/ 1037802 h 6858000"/>
              <a:gd name="connsiteX665" fmla="*/ 506322 w 7467600"/>
              <a:gd name="connsiteY665" fmla="*/ 1020997 h 6858000"/>
              <a:gd name="connsiteX666" fmla="*/ 533068 w 7467600"/>
              <a:gd name="connsiteY666" fmla="*/ 1029409 h 6858000"/>
              <a:gd name="connsiteX667" fmla="*/ 1232525 w 7467600"/>
              <a:gd name="connsiteY667" fmla="*/ 1804675 h 6858000"/>
              <a:gd name="connsiteX668" fmla="*/ 1388858 w 7467600"/>
              <a:gd name="connsiteY668" fmla="*/ 2368011 h 6858000"/>
              <a:gd name="connsiteX669" fmla="*/ 1384098 w 7467600"/>
              <a:gd name="connsiteY669" fmla="*/ 2378125 h 6858000"/>
              <a:gd name="connsiteX670" fmla="*/ 1425393 w 7467600"/>
              <a:gd name="connsiteY670" fmla="*/ 2589124 h 6858000"/>
              <a:gd name="connsiteX671" fmla="*/ 1424001 w 7467600"/>
              <a:gd name="connsiteY671" fmla="*/ 2597541 h 6858000"/>
              <a:gd name="connsiteX672" fmla="*/ 2152729 w 7467600"/>
              <a:gd name="connsiteY672" fmla="*/ 2864487 h 6858000"/>
              <a:gd name="connsiteX673" fmla="*/ 2020609 w 7467600"/>
              <a:gd name="connsiteY673" fmla="*/ 2539671 h 6858000"/>
              <a:gd name="connsiteX674" fmla="*/ 2018920 w 7467600"/>
              <a:gd name="connsiteY674" fmla="*/ 2536309 h 6858000"/>
              <a:gd name="connsiteX675" fmla="*/ 1342441 w 7467600"/>
              <a:gd name="connsiteY675" fmla="*/ 1173017 h 6858000"/>
              <a:gd name="connsiteX676" fmla="*/ 1367925 w 7467600"/>
              <a:gd name="connsiteY676" fmla="*/ 1135648 h 6858000"/>
              <a:gd name="connsiteX677" fmla="*/ 1771401 w 7467600"/>
              <a:gd name="connsiteY677" fmla="*/ 1806673 h 6858000"/>
              <a:gd name="connsiteX678" fmla="*/ 1972385 w 7467600"/>
              <a:gd name="connsiteY678" fmla="*/ 2198735 h 6858000"/>
              <a:gd name="connsiteX679" fmla="*/ 2040892 w 7467600"/>
              <a:gd name="connsiteY679" fmla="*/ 2405205 h 6858000"/>
              <a:gd name="connsiteX680" fmla="*/ 2131689 w 7467600"/>
              <a:gd name="connsiteY680" fmla="*/ 1936926 h 6858000"/>
              <a:gd name="connsiteX681" fmla="*/ 2454820 w 7467600"/>
              <a:gd name="connsiteY681" fmla="*/ 1248808 h 6858000"/>
              <a:gd name="connsiteX682" fmla="*/ 2492512 w 7467600"/>
              <a:gd name="connsiteY682" fmla="*/ 1302920 h 6858000"/>
              <a:gd name="connsiteX683" fmla="*/ 2081216 w 7467600"/>
              <a:gd name="connsiteY683" fmla="*/ 2527513 h 6858000"/>
              <a:gd name="connsiteX684" fmla="*/ 2081211 w 7467600"/>
              <a:gd name="connsiteY684" fmla="*/ 2528916 h 6858000"/>
              <a:gd name="connsiteX685" fmla="*/ 2199067 w 7467600"/>
              <a:gd name="connsiteY685" fmla="*/ 2884061 h 6858000"/>
              <a:gd name="connsiteX686" fmla="*/ 3192586 w 7467600"/>
              <a:gd name="connsiteY686" fmla="*/ 3411496 h 6858000"/>
              <a:gd name="connsiteX687" fmla="*/ 3182620 w 7467600"/>
              <a:gd name="connsiteY687" fmla="*/ 3483279 h 6858000"/>
              <a:gd name="connsiteX688" fmla="*/ 2435119 w 7467600"/>
              <a:gd name="connsiteY688" fmla="*/ 3080173 h 6858000"/>
              <a:gd name="connsiteX689" fmla="*/ 2410152 w 7467600"/>
              <a:gd name="connsiteY689" fmla="*/ 3063751 h 6858000"/>
              <a:gd name="connsiteX690" fmla="*/ 2408099 w 7467600"/>
              <a:gd name="connsiteY690" fmla="*/ 3064403 h 6858000"/>
              <a:gd name="connsiteX691" fmla="*/ 2407218 w 7467600"/>
              <a:gd name="connsiteY691" fmla="*/ 3070324 h 6858000"/>
              <a:gd name="connsiteX692" fmla="*/ 2380138 w 7467600"/>
              <a:gd name="connsiteY692" fmla="*/ 3099341 h 6858000"/>
              <a:gd name="connsiteX693" fmla="*/ 1765923 w 7467600"/>
              <a:gd name="connsiteY693" fmla="*/ 3581043 h 6858000"/>
              <a:gd name="connsiteX694" fmla="*/ 1702258 w 7467600"/>
              <a:gd name="connsiteY694" fmla="*/ 3612286 h 6858000"/>
              <a:gd name="connsiteX695" fmla="*/ 1538370 w 7467600"/>
              <a:gd name="connsiteY695" fmla="*/ 3811804 h 6858000"/>
              <a:gd name="connsiteX696" fmla="*/ 542867 w 7467600"/>
              <a:gd name="connsiteY696" fmla="*/ 4944092 h 6858000"/>
              <a:gd name="connsiteX697" fmla="*/ 515800 w 7467600"/>
              <a:gd name="connsiteY697" fmla="*/ 4862180 h 6858000"/>
              <a:gd name="connsiteX698" fmla="*/ 909145 w 7467600"/>
              <a:gd name="connsiteY698" fmla="*/ 4199225 h 6858000"/>
              <a:gd name="connsiteX699" fmla="*/ 1214067 w 7467600"/>
              <a:gd name="connsiteY699" fmla="*/ 3908561 h 6858000"/>
              <a:gd name="connsiteX700" fmla="*/ 640967 w 7467600"/>
              <a:gd name="connsiteY700" fmla="*/ 4105601 h 6858000"/>
              <a:gd name="connsiteX701" fmla="*/ 112563 w 7467600"/>
              <a:gd name="connsiteY701" fmla="*/ 4396952 h 6858000"/>
              <a:gd name="connsiteX702" fmla="*/ 0 w 7467600"/>
              <a:gd name="connsiteY702" fmla="*/ 4466006 h 6858000"/>
              <a:gd name="connsiteX703" fmla="*/ 0 w 7467600"/>
              <a:gd name="connsiteY703" fmla="*/ 4233763 h 6858000"/>
              <a:gd name="connsiteX704" fmla="*/ 36881 w 7467600"/>
              <a:gd name="connsiteY704" fmla="*/ 4200118 h 6858000"/>
              <a:gd name="connsiteX705" fmla="*/ 910534 w 7467600"/>
              <a:gd name="connsiteY705" fmla="*/ 3629753 h 6858000"/>
              <a:gd name="connsiteX706" fmla="*/ 1578717 w 7467600"/>
              <a:gd name="connsiteY706" fmla="*/ 3575982 h 6858000"/>
              <a:gd name="connsiteX707" fmla="*/ 2338780 w 7467600"/>
              <a:gd name="connsiteY707" fmla="*/ 3033725 h 6858000"/>
              <a:gd name="connsiteX708" fmla="*/ 1807991 w 7467600"/>
              <a:gd name="connsiteY708" fmla="*/ 2807184 h 6858000"/>
              <a:gd name="connsiteX709" fmla="*/ 1416358 w 7467600"/>
              <a:gd name="connsiteY709" fmla="*/ 3112571 h 6858000"/>
              <a:gd name="connsiteX710" fmla="*/ 939066 w 7467600"/>
              <a:gd name="connsiteY710" fmla="*/ 3378798 h 6858000"/>
              <a:gd name="connsiteX711" fmla="*/ 115099 w 7467600"/>
              <a:gd name="connsiteY711" fmla="*/ 3607650 h 6858000"/>
              <a:gd name="connsiteX712" fmla="*/ 97284 w 7467600"/>
              <a:gd name="connsiteY712" fmla="*/ 3520393 h 6858000"/>
              <a:gd name="connsiteX713" fmla="*/ 922050 w 7467600"/>
              <a:gd name="connsiteY713" fmla="*/ 3074867 h 6858000"/>
              <a:gd name="connsiteX714" fmla="*/ 1405265 w 7467600"/>
              <a:gd name="connsiteY714" fmla="*/ 3016319 h 6858000"/>
              <a:gd name="connsiteX715" fmla="*/ 1407512 w 7467600"/>
              <a:gd name="connsiteY715" fmla="*/ 3018001 h 6858000"/>
              <a:gd name="connsiteX716" fmla="*/ 1726266 w 7467600"/>
              <a:gd name="connsiteY716" fmla="*/ 2777274 h 6858000"/>
              <a:gd name="connsiteX717" fmla="*/ 625390 w 7467600"/>
              <a:gd name="connsiteY717" fmla="*/ 2514541 h 6858000"/>
              <a:gd name="connsiteX718" fmla="*/ 619799 w 7467600"/>
              <a:gd name="connsiteY718" fmla="*/ 2527180 h 6858000"/>
              <a:gd name="connsiteX719" fmla="*/ 310030 w 7467600"/>
              <a:gd name="connsiteY719" fmla="*/ 2771818 h 6858000"/>
              <a:gd name="connsiteX720" fmla="*/ 173877 w 7467600"/>
              <a:gd name="connsiteY720" fmla="*/ 2937056 h 6858000"/>
              <a:gd name="connsiteX721" fmla="*/ 77889 w 7467600"/>
              <a:gd name="connsiteY721" fmla="*/ 3138440 h 6858000"/>
              <a:gd name="connsiteX722" fmla="*/ 0 w 7467600"/>
              <a:gd name="connsiteY722" fmla="*/ 3271395 h 6858000"/>
              <a:gd name="connsiteX723" fmla="*/ 0 w 7467600"/>
              <a:gd name="connsiteY723" fmla="*/ 3153002 h 6858000"/>
              <a:gd name="connsiteX724" fmla="*/ 2386 w 7467600"/>
              <a:gd name="connsiteY724" fmla="*/ 3149203 h 6858000"/>
              <a:gd name="connsiteX725" fmla="*/ 89753 w 7467600"/>
              <a:gd name="connsiteY725" fmla="*/ 2987702 h 6858000"/>
              <a:gd name="connsiteX726" fmla="*/ 76869 w 7467600"/>
              <a:gd name="connsiteY726" fmla="*/ 3005404 h 6858000"/>
              <a:gd name="connsiteX727" fmla="*/ 32049 w 7467600"/>
              <a:gd name="connsiteY727" fmla="*/ 3065814 h 6858000"/>
              <a:gd name="connsiteX728" fmla="*/ 0 w 7467600"/>
              <a:gd name="connsiteY728" fmla="*/ 3108744 h 6858000"/>
              <a:gd name="connsiteX729" fmla="*/ 0 w 7467600"/>
              <a:gd name="connsiteY729" fmla="*/ 3058059 h 6858000"/>
              <a:gd name="connsiteX730" fmla="*/ 7610 w 7467600"/>
              <a:gd name="connsiteY730" fmla="*/ 3047889 h 6858000"/>
              <a:gd name="connsiteX731" fmla="*/ 52419 w 7467600"/>
              <a:gd name="connsiteY731" fmla="*/ 2987479 h 6858000"/>
              <a:gd name="connsiteX732" fmla="*/ 59142 w 7467600"/>
              <a:gd name="connsiteY732" fmla="*/ 2978488 h 6858000"/>
              <a:gd name="connsiteX733" fmla="*/ 0 w 7467600"/>
              <a:gd name="connsiteY733" fmla="*/ 3015334 h 6858000"/>
              <a:gd name="connsiteX734" fmla="*/ 0 w 7467600"/>
              <a:gd name="connsiteY734" fmla="*/ 2914286 h 6858000"/>
              <a:gd name="connsiteX735" fmla="*/ 36383 w 7467600"/>
              <a:gd name="connsiteY735" fmla="*/ 2901128 h 6858000"/>
              <a:gd name="connsiteX736" fmla="*/ 156329 w 7467600"/>
              <a:gd name="connsiteY736" fmla="*/ 2840533 h 6858000"/>
              <a:gd name="connsiteX737" fmla="*/ 358355 w 7467600"/>
              <a:gd name="connsiteY737" fmla="*/ 2620471 h 6858000"/>
              <a:gd name="connsiteX738" fmla="*/ 510577 w 7467600"/>
              <a:gd name="connsiteY738" fmla="*/ 2501244 h 6858000"/>
              <a:gd name="connsiteX739" fmla="*/ 211967 w 7467600"/>
              <a:gd name="connsiteY739" fmla="*/ 2479171 h 6858000"/>
              <a:gd name="connsiteX740" fmla="*/ 0 w 7467600"/>
              <a:gd name="connsiteY740" fmla="*/ 2476398 h 6858000"/>
              <a:gd name="connsiteX741" fmla="*/ 0 w 7467600"/>
              <a:gd name="connsiteY741" fmla="*/ 2389189 h 6858000"/>
              <a:gd name="connsiteX742" fmla="*/ 103062 w 7467600"/>
              <a:gd name="connsiteY742" fmla="*/ 2389518 h 6858000"/>
              <a:gd name="connsiteX743" fmla="*/ 510734 w 7467600"/>
              <a:gd name="connsiteY743" fmla="*/ 2416201 h 6858000"/>
              <a:gd name="connsiteX744" fmla="*/ 279257 w 7467600"/>
              <a:gd name="connsiteY744" fmla="*/ 2092102 h 6858000"/>
              <a:gd name="connsiteX745" fmla="*/ 65265 w 7467600"/>
              <a:gd name="connsiteY745" fmla="*/ 2006049 h 6858000"/>
              <a:gd name="connsiteX746" fmla="*/ 0 w 7467600"/>
              <a:gd name="connsiteY746" fmla="*/ 1982532 h 6858000"/>
              <a:gd name="connsiteX747" fmla="*/ 0 w 7467600"/>
              <a:gd name="connsiteY747" fmla="*/ 1912789 h 6858000"/>
              <a:gd name="connsiteX748" fmla="*/ 97460 w 7467600"/>
              <a:gd name="connsiteY748" fmla="*/ 1953725 h 6858000"/>
              <a:gd name="connsiteX749" fmla="*/ 221272 w 7467600"/>
              <a:gd name="connsiteY749" fmla="*/ 1980766 h 6858000"/>
              <a:gd name="connsiteX750" fmla="*/ 116765 w 7467600"/>
              <a:gd name="connsiteY750" fmla="*/ 1911033 h 6858000"/>
              <a:gd name="connsiteX751" fmla="*/ 16405 w 7467600"/>
              <a:gd name="connsiteY751" fmla="*/ 1803412 h 6858000"/>
              <a:gd name="connsiteX752" fmla="*/ 0 w 7467600"/>
              <a:gd name="connsiteY752" fmla="*/ 1784777 h 6858000"/>
              <a:gd name="connsiteX753" fmla="*/ 0 w 7467600"/>
              <a:gd name="connsiteY753" fmla="*/ 1740082 h 6858000"/>
              <a:gd name="connsiteX754" fmla="*/ 39394 w 7467600"/>
              <a:gd name="connsiteY754" fmla="*/ 1784856 h 6858000"/>
              <a:gd name="connsiteX755" fmla="*/ 135813 w 7467600"/>
              <a:gd name="connsiteY755" fmla="*/ 1888838 h 6858000"/>
              <a:gd name="connsiteX756" fmla="*/ 242575 w 7467600"/>
              <a:gd name="connsiteY756" fmla="*/ 1958841 h 6858000"/>
              <a:gd name="connsiteX757" fmla="*/ 82197 w 7467600"/>
              <a:gd name="connsiteY757" fmla="*/ 1754826 h 6858000"/>
              <a:gd name="connsiteX758" fmla="*/ 0 w 7467600"/>
              <a:gd name="connsiteY758" fmla="*/ 1679650 h 6858000"/>
              <a:gd name="connsiteX759" fmla="*/ 0 w 7467600"/>
              <a:gd name="connsiteY759" fmla="*/ 1602463 h 6858000"/>
              <a:gd name="connsiteX760" fmla="*/ 84689 w 7467600"/>
              <a:gd name="connsiteY760" fmla="*/ 1677442 h 6858000"/>
              <a:gd name="connsiteX761" fmla="*/ 298437 w 7467600"/>
              <a:gd name="connsiteY761" fmla="*/ 1968019 h 6858000"/>
              <a:gd name="connsiteX762" fmla="*/ 227269 w 7467600"/>
              <a:gd name="connsiteY762" fmla="*/ 1114064 h 6858000"/>
              <a:gd name="connsiteX763" fmla="*/ 248003 w 7467600"/>
              <a:gd name="connsiteY763" fmla="*/ 1089613 h 6858000"/>
              <a:gd name="connsiteX764" fmla="*/ 427020 w 7467600"/>
              <a:gd name="connsiteY764" fmla="*/ 1619803 h 6858000"/>
              <a:gd name="connsiteX765" fmla="*/ 340345 w 7467600"/>
              <a:gd name="connsiteY765" fmla="*/ 2027739 h 6858000"/>
              <a:gd name="connsiteX766" fmla="*/ 360865 w 7467600"/>
              <a:gd name="connsiteY766" fmla="*/ 2044827 h 6858000"/>
              <a:gd name="connsiteX767" fmla="*/ 560414 w 7467600"/>
              <a:gd name="connsiteY767" fmla="*/ 2421457 h 6858000"/>
              <a:gd name="connsiteX768" fmla="*/ 1359703 w 7467600"/>
              <a:gd name="connsiteY768" fmla="*/ 2578554 h 6858000"/>
              <a:gd name="connsiteX769" fmla="*/ 1359422 w 7467600"/>
              <a:gd name="connsiteY769" fmla="*/ 2577994 h 6858000"/>
              <a:gd name="connsiteX770" fmla="*/ 828701 w 7467600"/>
              <a:gd name="connsiteY770" fmla="*/ 1839520 h 6858000"/>
              <a:gd name="connsiteX771" fmla="*/ 494427 w 7467600"/>
              <a:gd name="connsiteY771" fmla="*/ 1092333 h 6858000"/>
              <a:gd name="connsiteX772" fmla="*/ 506322 w 7467600"/>
              <a:gd name="connsiteY772" fmla="*/ 1020997 h 6858000"/>
              <a:gd name="connsiteX773" fmla="*/ 4570198 w 7467600"/>
              <a:gd name="connsiteY773" fmla="*/ 978081 h 6858000"/>
              <a:gd name="connsiteX774" fmla="*/ 4523691 w 7467600"/>
              <a:gd name="connsiteY774" fmla="*/ 1127776 h 6858000"/>
              <a:gd name="connsiteX775" fmla="*/ 4509875 w 7467600"/>
              <a:gd name="connsiteY775" fmla="*/ 1167552 h 6858000"/>
              <a:gd name="connsiteX776" fmla="*/ 4478168 w 7467600"/>
              <a:gd name="connsiteY776" fmla="*/ 1260735 h 6858000"/>
              <a:gd name="connsiteX777" fmla="*/ 4409309 w 7467600"/>
              <a:gd name="connsiteY777" fmla="*/ 1666996 h 6858000"/>
              <a:gd name="connsiteX778" fmla="*/ 4370031 w 7467600"/>
              <a:gd name="connsiteY778" fmla="*/ 1955666 h 6858000"/>
              <a:gd name="connsiteX779" fmla="*/ 4570198 w 7467600"/>
              <a:gd name="connsiteY779" fmla="*/ 978081 h 6858000"/>
              <a:gd name="connsiteX780" fmla="*/ 4557898 w 7467600"/>
              <a:gd name="connsiteY780" fmla="*/ 900011 h 6858000"/>
              <a:gd name="connsiteX781" fmla="*/ 4344840 w 7467600"/>
              <a:gd name="connsiteY781" fmla="*/ 1922038 h 6858000"/>
              <a:gd name="connsiteX782" fmla="*/ 4378710 w 7467600"/>
              <a:gd name="connsiteY782" fmla="*/ 1665516 h 6858000"/>
              <a:gd name="connsiteX783" fmla="*/ 4448798 w 7467600"/>
              <a:gd name="connsiteY783" fmla="*/ 1253024 h 6858000"/>
              <a:gd name="connsiteX784" fmla="*/ 4480315 w 7467600"/>
              <a:gd name="connsiteY784" fmla="*/ 1158454 h 6858000"/>
              <a:gd name="connsiteX785" fmla="*/ 4494133 w 7467600"/>
              <a:gd name="connsiteY785" fmla="*/ 1118676 h 6858000"/>
              <a:gd name="connsiteX786" fmla="*/ 4557898 w 7467600"/>
              <a:gd name="connsiteY786" fmla="*/ 900011 h 6858000"/>
              <a:gd name="connsiteX787" fmla="*/ 5870151 w 7467600"/>
              <a:gd name="connsiteY787" fmla="*/ 898890 h 6858000"/>
              <a:gd name="connsiteX788" fmla="*/ 5861335 w 7467600"/>
              <a:gd name="connsiteY788" fmla="*/ 899177 h 6858000"/>
              <a:gd name="connsiteX789" fmla="*/ 5843702 w 7467600"/>
              <a:gd name="connsiteY789" fmla="*/ 899748 h 6858000"/>
              <a:gd name="connsiteX790" fmla="*/ 5651107 w 7467600"/>
              <a:gd name="connsiteY790" fmla="*/ 920306 h 6858000"/>
              <a:gd name="connsiteX791" fmla="*/ 5459407 w 7467600"/>
              <a:gd name="connsiteY791" fmla="*/ 940975 h 6858000"/>
              <a:gd name="connsiteX792" fmla="*/ 5374846 w 7467600"/>
              <a:gd name="connsiteY792" fmla="*/ 941988 h 6858000"/>
              <a:gd name="connsiteX793" fmla="*/ 5256105 w 7467600"/>
              <a:gd name="connsiteY793" fmla="*/ 945632 h 6858000"/>
              <a:gd name="connsiteX794" fmla="*/ 5107071 w 7467600"/>
              <a:gd name="connsiteY794" fmla="*/ 969720 h 6858000"/>
              <a:gd name="connsiteX795" fmla="*/ 4998681 w 7467600"/>
              <a:gd name="connsiteY795" fmla="*/ 988771 h 6858000"/>
              <a:gd name="connsiteX796" fmla="*/ 5870151 w 7467600"/>
              <a:gd name="connsiteY796" fmla="*/ 898890 h 6858000"/>
              <a:gd name="connsiteX797" fmla="*/ 5504425 w 7467600"/>
              <a:gd name="connsiteY797" fmla="*/ 848067 h 6858000"/>
              <a:gd name="connsiteX798" fmla="*/ 4968849 w 7467600"/>
              <a:gd name="connsiteY798" fmla="*/ 962318 h 6858000"/>
              <a:gd name="connsiteX799" fmla="*/ 5104039 w 7467600"/>
              <a:gd name="connsiteY799" fmla="*/ 940634 h 6858000"/>
              <a:gd name="connsiteX800" fmla="*/ 5256311 w 7467600"/>
              <a:gd name="connsiteY800" fmla="*/ 916490 h 6858000"/>
              <a:gd name="connsiteX801" fmla="*/ 5377381 w 7467600"/>
              <a:gd name="connsiteY801" fmla="*/ 912671 h 6858000"/>
              <a:gd name="connsiteX802" fmla="*/ 5460148 w 7467600"/>
              <a:gd name="connsiteY802" fmla="*/ 911442 h 6858000"/>
              <a:gd name="connsiteX803" fmla="*/ 5648971 w 7467600"/>
              <a:gd name="connsiteY803" fmla="*/ 891331 h 6858000"/>
              <a:gd name="connsiteX804" fmla="*/ 5844807 w 7467600"/>
              <a:gd name="connsiteY804" fmla="*/ 870718 h 6858000"/>
              <a:gd name="connsiteX805" fmla="*/ 5862975 w 7467600"/>
              <a:gd name="connsiteY805" fmla="*/ 869756 h 6858000"/>
              <a:gd name="connsiteX806" fmla="*/ 5920887 w 7467600"/>
              <a:gd name="connsiteY806" fmla="*/ 865929 h 6858000"/>
              <a:gd name="connsiteX807" fmla="*/ 5504425 w 7467600"/>
              <a:gd name="connsiteY807" fmla="*/ 848067 h 6858000"/>
              <a:gd name="connsiteX808" fmla="*/ 3607114 w 7467600"/>
              <a:gd name="connsiteY808" fmla="*/ 467441 h 6858000"/>
              <a:gd name="connsiteX809" fmla="*/ 3296242 w 7467600"/>
              <a:gd name="connsiteY809" fmla="*/ 807991 h 6858000"/>
              <a:gd name="connsiteX810" fmla="*/ 3174674 w 7467600"/>
              <a:gd name="connsiteY810" fmla="*/ 919759 h 6858000"/>
              <a:gd name="connsiteX811" fmla="*/ 3042978 w 7467600"/>
              <a:gd name="connsiteY811" fmla="*/ 1054894 h 6858000"/>
              <a:gd name="connsiteX812" fmla="*/ 2968914 w 7467600"/>
              <a:gd name="connsiteY812" fmla="*/ 1133756 h 6858000"/>
              <a:gd name="connsiteX813" fmla="*/ 3103823 w 7467600"/>
              <a:gd name="connsiteY813" fmla="*/ 1026814 h 6858000"/>
              <a:gd name="connsiteX814" fmla="*/ 3607114 w 7467600"/>
              <a:gd name="connsiteY814" fmla="*/ 467441 h 6858000"/>
              <a:gd name="connsiteX815" fmla="*/ 3744487 w 7467600"/>
              <a:gd name="connsiteY815" fmla="*/ 383136 h 6858000"/>
              <a:gd name="connsiteX816" fmla="*/ 3970213 w 7467600"/>
              <a:gd name="connsiteY816" fmla="*/ 995559 h 6858000"/>
              <a:gd name="connsiteX817" fmla="*/ 3744487 w 7467600"/>
              <a:gd name="connsiteY817" fmla="*/ 383136 h 6858000"/>
              <a:gd name="connsiteX818" fmla="*/ 3624562 w 7467600"/>
              <a:gd name="connsiteY818" fmla="*/ 367041 h 6858000"/>
              <a:gd name="connsiteX819" fmla="*/ 3489712 w 7467600"/>
              <a:gd name="connsiteY819" fmla="*/ 485386 h 6858000"/>
              <a:gd name="connsiteX820" fmla="*/ 3182994 w 7467600"/>
              <a:gd name="connsiteY820" fmla="*/ 828265 h 6858000"/>
              <a:gd name="connsiteX821" fmla="*/ 2892114 w 7467600"/>
              <a:gd name="connsiteY821" fmla="*/ 1172635 h 6858000"/>
              <a:gd name="connsiteX822" fmla="*/ 3021459 w 7467600"/>
              <a:gd name="connsiteY822" fmla="*/ 1035385 h 6858000"/>
              <a:gd name="connsiteX823" fmla="*/ 3153873 w 7467600"/>
              <a:gd name="connsiteY823" fmla="*/ 898971 h 6858000"/>
              <a:gd name="connsiteX824" fmla="*/ 3276511 w 7467600"/>
              <a:gd name="connsiteY824" fmla="*/ 786423 h 6858000"/>
              <a:gd name="connsiteX825" fmla="*/ 3584154 w 7467600"/>
              <a:gd name="connsiteY825" fmla="*/ 448218 h 6858000"/>
              <a:gd name="connsiteX826" fmla="*/ 3624562 w 7467600"/>
              <a:gd name="connsiteY826" fmla="*/ 367041 h 6858000"/>
              <a:gd name="connsiteX827" fmla="*/ 3766672 w 7467600"/>
              <a:gd name="connsiteY827" fmla="*/ 359429 h 6858000"/>
              <a:gd name="connsiteX828" fmla="*/ 3996338 w 7467600"/>
              <a:gd name="connsiteY828" fmla="*/ 968237 h 6858000"/>
              <a:gd name="connsiteX829" fmla="*/ 3766672 w 7467600"/>
              <a:gd name="connsiteY829" fmla="*/ 359429 h 6858000"/>
              <a:gd name="connsiteX830" fmla="*/ 5805386 w 7467600"/>
              <a:gd name="connsiteY830" fmla="*/ 239240 h 6858000"/>
              <a:gd name="connsiteX831" fmla="*/ 5736947 w 7467600"/>
              <a:gd name="connsiteY831" fmla="*/ 261367 h 6858000"/>
              <a:gd name="connsiteX832" fmla="*/ 5427012 w 7467600"/>
              <a:gd name="connsiteY832" fmla="*/ 311272 h 6858000"/>
              <a:gd name="connsiteX833" fmla="*/ 5147818 w 7467600"/>
              <a:gd name="connsiteY833" fmla="*/ 322112 h 6858000"/>
              <a:gd name="connsiteX834" fmla="*/ 5060854 w 7467600"/>
              <a:gd name="connsiteY834" fmla="*/ 311882 h 6858000"/>
              <a:gd name="connsiteX835" fmla="*/ 4945989 w 7467600"/>
              <a:gd name="connsiteY835" fmla="*/ 300516 h 6858000"/>
              <a:gd name="connsiteX836" fmla="*/ 5410479 w 7467600"/>
              <a:gd name="connsiteY836" fmla="*/ 348434 h 6858000"/>
              <a:gd name="connsiteX837" fmla="*/ 5805386 w 7467600"/>
              <a:gd name="connsiteY837" fmla="*/ 239240 h 6858000"/>
              <a:gd name="connsiteX838" fmla="*/ 5905192 w 7467600"/>
              <a:gd name="connsiteY838" fmla="*/ 163079 h 6858000"/>
              <a:gd name="connsiteX839" fmla="*/ 5865655 w 7467600"/>
              <a:gd name="connsiteY839" fmla="*/ 171901 h 6858000"/>
              <a:gd name="connsiteX840" fmla="*/ 5259740 w 7467600"/>
              <a:gd name="connsiteY840" fmla="*/ 257013 h 6858000"/>
              <a:gd name="connsiteX841" fmla="*/ 5208466 w 7467600"/>
              <a:gd name="connsiteY841" fmla="*/ 257550 h 6858000"/>
              <a:gd name="connsiteX842" fmla="*/ 4980204 w 7467600"/>
              <a:gd name="connsiteY842" fmla="*/ 271903 h 6858000"/>
              <a:gd name="connsiteX843" fmla="*/ 5068068 w 7467600"/>
              <a:gd name="connsiteY843" fmla="*/ 282244 h 6858000"/>
              <a:gd name="connsiteX844" fmla="*/ 5153231 w 7467600"/>
              <a:gd name="connsiteY844" fmla="*/ 292240 h 6858000"/>
              <a:gd name="connsiteX845" fmla="*/ 5426491 w 7467600"/>
              <a:gd name="connsiteY845" fmla="*/ 281128 h 6858000"/>
              <a:gd name="connsiteX846" fmla="*/ 5731212 w 7467600"/>
              <a:gd name="connsiteY846" fmla="*/ 231951 h 6858000"/>
              <a:gd name="connsiteX847" fmla="*/ 5905192 w 7467600"/>
              <a:gd name="connsiteY847" fmla="*/ 163079 h 6858000"/>
              <a:gd name="connsiteX848" fmla="*/ 5944437 w 7467600"/>
              <a:gd name="connsiteY848" fmla="*/ 113829 h 6858000"/>
              <a:gd name="connsiteX849" fmla="*/ 5825032 w 7467600"/>
              <a:gd name="connsiteY849" fmla="*/ 146405 h 6858000"/>
              <a:gd name="connsiteX850" fmla="*/ 4955599 w 7467600"/>
              <a:gd name="connsiteY850" fmla="*/ 247008 h 6858000"/>
              <a:gd name="connsiteX851" fmla="*/ 5210104 w 7467600"/>
              <a:gd name="connsiteY851" fmla="*/ 228123 h 6858000"/>
              <a:gd name="connsiteX852" fmla="*/ 5261015 w 7467600"/>
              <a:gd name="connsiteY852" fmla="*/ 227087 h 6858000"/>
              <a:gd name="connsiteX853" fmla="*/ 5861181 w 7467600"/>
              <a:gd name="connsiteY853" fmla="*/ 143093 h 6858000"/>
              <a:gd name="connsiteX854" fmla="*/ 5961252 w 7467600"/>
              <a:gd name="connsiteY854" fmla="*/ 114820 h 6858000"/>
              <a:gd name="connsiteX855" fmla="*/ 5944437 w 7467600"/>
              <a:gd name="connsiteY855" fmla="*/ 113829 h 6858000"/>
              <a:gd name="connsiteX856" fmla="*/ 3882765 w 7467600"/>
              <a:gd name="connsiteY856" fmla="*/ 0 h 6858000"/>
              <a:gd name="connsiteX857" fmla="*/ 3995099 w 7467600"/>
              <a:gd name="connsiteY857" fmla="*/ 0 h 6858000"/>
              <a:gd name="connsiteX858" fmla="*/ 4163818 w 7467600"/>
              <a:gd name="connsiteY858" fmla="*/ 234104 h 6858000"/>
              <a:gd name="connsiteX859" fmla="*/ 4172099 w 7467600"/>
              <a:gd name="connsiteY859" fmla="*/ 234207 h 6858000"/>
              <a:gd name="connsiteX860" fmla="*/ 4784282 w 7467600"/>
              <a:gd name="connsiteY860" fmla="*/ 276561 h 6858000"/>
              <a:gd name="connsiteX861" fmla="*/ 4801687 w 7467600"/>
              <a:gd name="connsiteY861" fmla="*/ 267764 h 6858000"/>
              <a:gd name="connsiteX862" fmla="*/ 6082788 w 7467600"/>
              <a:gd name="connsiteY862" fmla="*/ 64119 h 6858000"/>
              <a:gd name="connsiteX863" fmla="*/ 6099442 w 7467600"/>
              <a:gd name="connsiteY863" fmla="*/ 82568 h 6858000"/>
              <a:gd name="connsiteX864" fmla="*/ 4804137 w 7467600"/>
              <a:gd name="connsiteY864" fmla="*/ 320931 h 6858000"/>
              <a:gd name="connsiteX865" fmla="*/ 4227047 w 7467600"/>
              <a:gd name="connsiteY865" fmla="*/ 313415 h 6858000"/>
              <a:gd name="connsiteX866" fmla="*/ 4346041 w 7467600"/>
              <a:gd name="connsiteY866" fmla="*/ 456086 h 6858000"/>
              <a:gd name="connsiteX867" fmla="*/ 4870967 w 7467600"/>
              <a:gd name="connsiteY867" fmla="*/ 963061 h 6858000"/>
              <a:gd name="connsiteX868" fmla="*/ 4889647 w 7467600"/>
              <a:gd name="connsiteY868" fmla="*/ 957147 h 6858000"/>
              <a:gd name="connsiteX869" fmla="*/ 5422504 w 7467600"/>
              <a:gd name="connsiteY869" fmla="*/ 805191 h 6858000"/>
              <a:gd name="connsiteX870" fmla="*/ 6087656 w 7467600"/>
              <a:gd name="connsiteY870" fmla="*/ 826703 h 6858000"/>
              <a:gd name="connsiteX871" fmla="*/ 6058717 w 7467600"/>
              <a:gd name="connsiteY871" fmla="*/ 865992 h 6858000"/>
              <a:gd name="connsiteX872" fmla="*/ 4974153 w 7467600"/>
              <a:gd name="connsiteY872" fmla="*/ 1045456 h 6858000"/>
              <a:gd name="connsiteX873" fmla="*/ 5627835 w 7467600"/>
              <a:gd name="connsiteY873" fmla="*/ 1472077 h 6858000"/>
              <a:gd name="connsiteX874" fmla="*/ 5629817 w 7467600"/>
              <a:gd name="connsiteY874" fmla="*/ 1471412 h 6858000"/>
              <a:gd name="connsiteX875" fmla="*/ 5634124 w 7467600"/>
              <a:gd name="connsiteY875" fmla="*/ 1470572 h 6858000"/>
              <a:gd name="connsiteX876" fmla="*/ 5755832 w 7467600"/>
              <a:gd name="connsiteY876" fmla="*/ 1383886 h 6858000"/>
              <a:gd name="connsiteX877" fmla="*/ 6014186 w 7467600"/>
              <a:gd name="connsiteY877" fmla="*/ 1279799 h 6858000"/>
              <a:gd name="connsiteX878" fmla="*/ 6901619 w 7467600"/>
              <a:gd name="connsiteY878" fmla="*/ 1047874 h 6858000"/>
              <a:gd name="connsiteX879" fmla="*/ 6931566 w 7467600"/>
              <a:gd name="connsiteY879" fmla="*/ 1062034 h 6858000"/>
              <a:gd name="connsiteX880" fmla="*/ 5790982 w 7467600"/>
              <a:gd name="connsiteY880" fmla="*/ 1561380 h 6858000"/>
              <a:gd name="connsiteX881" fmla="*/ 6188971 w 7467600"/>
              <a:gd name="connsiteY881" fmla="*/ 1755168 h 6858000"/>
              <a:gd name="connsiteX882" fmla="*/ 6202446 w 7467600"/>
              <a:gd name="connsiteY882" fmla="*/ 1752268 h 6858000"/>
              <a:gd name="connsiteX883" fmla="*/ 7179560 w 7467600"/>
              <a:gd name="connsiteY883" fmla="*/ 1467551 h 6858000"/>
              <a:gd name="connsiteX884" fmla="*/ 7158730 w 7467600"/>
              <a:gd name="connsiteY884" fmla="*/ 1507835 h 6858000"/>
              <a:gd name="connsiteX885" fmla="*/ 6326959 w 7467600"/>
              <a:gd name="connsiteY885" fmla="*/ 1817686 h 6858000"/>
              <a:gd name="connsiteX886" fmla="*/ 6537433 w 7467600"/>
              <a:gd name="connsiteY886" fmla="*/ 1907790 h 6858000"/>
              <a:gd name="connsiteX887" fmla="*/ 6550221 w 7467600"/>
              <a:gd name="connsiteY887" fmla="*/ 1910729 h 6858000"/>
              <a:gd name="connsiteX888" fmla="*/ 6964438 w 7467600"/>
              <a:gd name="connsiteY888" fmla="*/ 2209505 h 6858000"/>
              <a:gd name="connsiteX889" fmla="*/ 7367862 w 7467600"/>
              <a:gd name="connsiteY889" fmla="*/ 2806833 h 6858000"/>
              <a:gd name="connsiteX890" fmla="*/ 7364329 w 7467600"/>
              <a:gd name="connsiteY890" fmla="*/ 2826907 h 6858000"/>
              <a:gd name="connsiteX891" fmla="*/ 7290545 w 7467600"/>
              <a:gd name="connsiteY891" fmla="*/ 2850663 h 6858000"/>
              <a:gd name="connsiteX892" fmla="*/ 6472036 w 7467600"/>
              <a:gd name="connsiteY892" fmla="*/ 1959003 h 6858000"/>
              <a:gd name="connsiteX893" fmla="*/ 5792897 w 7467600"/>
              <a:gd name="connsiteY893" fmla="*/ 1647747 h 6858000"/>
              <a:gd name="connsiteX894" fmla="*/ 5842751 w 7467600"/>
              <a:gd name="connsiteY894" fmla="*/ 1816112 h 6858000"/>
              <a:gd name="connsiteX895" fmla="*/ 5847424 w 7467600"/>
              <a:gd name="connsiteY895" fmla="*/ 1815776 h 6858000"/>
              <a:gd name="connsiteX896" fmla="*/ 6399821 w 7467600"/>
              <a:gd name="connsiteY896" fmla="*/ 2344799 h 6858000"/>
              <a:gd name="connsiteX897" fmla="*/ 6323232 w 7467600"/>
              <a:gd name="connsiteY897" fmla="*/ 2389634 h 6858000"/>
              <a:gd name="connsiteX898" fmla="*/ 5942958 w 7467600"/>
              <a:gd name="connsiteY898" fmla="*/ 2077708 h 6858000"/>
              <a:gd name="connsiteX899" fmla="*/ 5921559 w 7467600"/>
              <a:gd name="connsiteY899" fmla="*/ 2378596 h 6858000"/>
              <a:gd name="connsiteX900" fmla="*/ 5817651 w 7467600"/>
              <a:gd name="connsiteY900" fmla="*/ 3023919 h 6858000"/>
              <a:gd name="connsiteX901" fmla="*/ 5729634 w 7467600"/>
              <a:gd name="connsiteY901" fmla="*/ 3051849 h 6858000"/>
              <a:gd name="connsiteX902" fmla="*/ 5611018 w 7467600"/>
              <a:gd name="connsiteY902" fmla="*/ 2316769 h 6858000"/>
              <a:gd name="connsiteX903" fmla="*/ 5687608 w 7467600"/>
              <a:gd name="connsiteY903" fmla="*/ 2039972 h 6858000"/>
              <a:gd name="connsiteX904" fmla="*/ 5657554 w 7467600"/>
              <a:gd name="connsiteY904" fmla="*/ 1576445 h 6858000"/>
              <a:gd name="connsiteX905" fmla="*/ 5150475 w 7467600"/>
              <a:gd name="connsiteY905" fmla="*/ 1274012 h 6858000"/>
              <a:gd name="connsiteX906" fmla="*/ 5349142 w 7467600"/>
              <a:gd name="connsiteY906" fmla="*/ 2204405 h 6858000"/>
              <a:gd name="connsiteX907" fmla="*/ 5262214 w 7467600"/>
              <a:gd name="connsiteY907" fmla="*/ 2233836 h 6858000"/>
              <a:gd name="connsiteX908" fmla="*/ 4981539 w 7467600"/>
              <a:gd name="connsiteY908" fmla="*/ 1542201 h 6858000"/>
              <a:gd name="connsiteX909" fmla="*/ 4958461 w 7467600"/>
              <a:gd name="connsiteY909" fmla="*/ 1136957 h 6858000"/>
              <a:gd name="connsiteX910" fmla="*/ 4655015 w 7467600"/>
              <a:gd name="connsiteY910" fmla="*/ 891426 h 6858000"/>
              <a:gd name="connsiteX911" fmla="*/ 4348002 w 7467600"/>
              <a:gd name="connsiteY911" fmla="*/ 2205895 h 6858000"/>
              <a:gd name="connsiteX912" fmla="*/ 4262250 w 7467600"/>
              <a:gd name="connsiteY912" fmla="*/ 2219972 h 6858000"/>
              <a:gd name="connsiteX913" fmla="*/ 4550611 w 7467600"/>
              <a:gd name="connsiteY913" fmla="*/ 817540 h 6858000"/>
              <a:gd name="connsiteX914" fmla="*/ 4564418 w 7467600"/>
              <a:gd name="connsiteY914" fmla="*/ 808293 h 6858000"/>
              <a:gd name="connsiteX915" fmla="*/ 4266388 w 7467600"/>
              <a:gd name="connsiteY915" fmla="*/ 500083 h 6858000"/>
              <a:gd name="connsiteX916" fmla="*/ 4032842 w 7467600"/>
              <a:gd name="connsiteY916" fmla="*/ 211809 h 6858000"/>
              <a:gd name="connsiteX917" fmla="*/ 3882765 w 7467600"/>
              <a:gd name="connsiteY917" fmla="*/ 0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3721337 w 7467600"/>
              <a:gd name="connsiteY935" fmla="*/ 0 h 6858000"/>
              <a:gd name="connsiteX936" fmla="*/ 2867960 w 7467600"/>
              <a:gd name="connsiteY936" fmla="*/ 0 h 6858000"/>
              <a:gd name="connsiteX937" fmla="*/ 2926351 w 7467600"/>
              <a:gd name="connsiteY937" fmla="*/ 0 h 6858000"/>
              <a:gd name="connsiteX938" fmla="*/ 2902823 w 7467600"/>
              <a:gd name="connsiteY938" fmla="*/ 262929 h 6858000"/>
              <a:gd name="connsiteX939" fmla="*/ 2940663 w 7467600"/>
              <a:gd name="connsiteY939" fmla="*/ 140884 h 6858000"/>
              <a:gd name="connsiteX940" fmla="*/ 2947039 w 7467600"/>
              <a:gd name="connsiteY940" fmla="*/ 122524 h 6858000"/>
              <a:gd name="connsiteX941" fmla="*/ 2984316 w 7467600"/>
              <a:gd name="connsiteY941" fmla="*/ 0 h 6858000"/>
              <a:gd name="connsiteX942" fmla="*/ 3016114 w 7467600"/>
              <a:gd name="connsiteY942" fmla="*/ 0 h 6858000"/>
              <a:gd name="connsiteX943" fmla="*/ 2979949 w 7467600"/>
              <a:gd name="connsiteY943" fmla="*/ 119274 h 6858000"/>
              <a:gd name="connsiteX944" fmla="*/ 3023879 w 7467600"/>
              <a:gd name="connsiteY944" fmla="*/ 0 h 6858000"/>
              <a:gd name="connsiteX945" fmla="*/ 3105400 w 7467600"/>
              <a:gd name="connsiteY945" fmla="*/ 0 h 6858000"/>
              <a:gd name="connsiteX946" fmla="*/ 3094669 w 7467600"/>
              <a:gd name="connsiteY946" fmla="*/ 30308 h 6858000"/>
              <a:gd name="connsiteX947" fmla="*/ 2901945 w 7467600"/>
              <a:gd name="connsiteY947" fmla="*/ 466538 h 6858000"/>
              <a:gd name="connsiteX948" fmla="*/ 2815209 w 7467600"/>
              <a:gd name="connsiteY948" fmla="*/ 497361 h 6858000"/>
              <a:gd name="connsiteX949" fmla="*/ 2844845 w 7467600"/>
              <a:gd name="connsiteY949" fmla="*/ 127638 h 6858000"/>
              <a:gd name="connsiteX950" fmla="*/ 2867960 w 7467600"/>
              <a:gd name="connsiteY950" fmla="*/ 0 h 6858000"/>
              <a:gd name="connsiteX951" fmla="*/ 1057230 w 7467600"/>
              <a:gd name="connsiteY951" fmla="*/ 0 h 6858000"/>
              <a:gd name="connsiteX952" fmla="*/ 1111003 w 7467600"/>
              <a:gd name="connsiteY952" fmla="*/ 0 h 6858000"/>
              <a:gd name="connsiteX953" fmla="*/ 1125553 w 7467600"/>
              <a:gd name="connsiteY953" fmla="*/ 52588 h 6858000"/>
              <a:gd name="connsiteX954" fmla="*/ 1304276 w 7467600"/>
              <a:gd name="connsiteY954" fmla="*/ 476275 h 6858000"/>
              <a:gd name="connsiteX955" fmla="*/ 1492066 w 7467600"/>
              <a:gd name="connsiteY955" fmla="*/ 886333 h 6858000"/>
              <a:gd name="connsiteX956" fmla="*/ 1423698 w 7467600"/>
              <a:gd name="connsiteY956" fmla="*/ 710817 h 6858000"/>
              <a:gd name="connsiteX957" fmla="*/ 1357609 w 7467600"/>
              <a:gd name="connsiteY957" fmla="*/ 532892 h 6858000"/>
              <a:gd name="connsiteX958" fmla="*/ 1309550 w 7467600"/>
              <a:gd name="connsiteY958" fmla="*/ 374031 h 6858000"/>
              <a:gd name="connsiteX959" fmla="*/ 1193673 w 7467600"/>
              <a:gd name="connsiteY959" fmla="*/ 49533 h 6858000"/>
              <a:gd name="connsiteX960" fmla="*/ 1164391 w 7467600"/>
              <a:gd name="connsiteY960" fmla="*/ 0 h 6858000"/>
              <a:gd name="connsiteX961" fmla="*/ 1200666 w 7467600"/>
              <a:gd name="connsiteY961" fmla="*/ 0 h 6858000"/>
              <a:gd name="connsiteX962" fmla="*/ 1223408 w 7467600"/>
              <a:gd name="connsiteY962" fmla="*/ 38996 h 6858000"/>
              <a:gd name="connsiteX963" fmla="*/ 1339635 w 7467600"/>
              <a:gd name="connsiteY963" fmla="*/ 365517 h 6858000"/>
              <a:gd name="connsiteX964" fmla="*/ 1387469 w 7467600"/>
              <a:gd name="connsiteY964" fmla="*/ 523079 h 6858000"/>
              <a:gd name="connsiteX965" fmla="*/ 1452685 w 7467600"/>
              <a:gd name="connsiteY965" fmla="*/ 699806 h 6858000"/>
              <a:gd name="connsiteX966" fmla="*/ 1492092 w 7467600"/>
              <a:gd name="connsiteY966" fmla="*/ 800424 h 6858000"/>
              <a:gd name="connsiteX967" fmla="*/ 1455302 w 7467600"/>
              <a:gd name="connsiteY967" fmla="*/ 632913 h 6858000"/>
              <a:gd name="connsiteX968" fmla="*/ 1222336 w 7467600"/>
              <a:gd name="connsiteY968" fmla="*/ 9480 h 6858000"/>
              <a:gd name="connsiteX969" fmla="*/ 1214634 w 7467600"/>
              <a:gd name="connsiteY969" fmla="*/ 0 h 6858000"/>
              <a:gd name="connsiteX970" fmla="*/ 1289827 w 7467600"/>
              <a:gd name="connsiteY970" fmla="*/ 0 h 6858000"/>
              <a:gd name="connsiteX971" fmla="*/ 1321076 w 7467600"/>
              <a:gd name="connsiteY971" fmla="*/ 59722 h 6858000"/>
              <a:gd name="connsiteX972" fmla="*/ 1512579 w 7467600"/>
              <a:gd name="connsiteY972" fmla="*/ 626441 h 6858000"/>
              <a:gd name="connsiteX973" fmla="*/ 1506076 w 7467600"/>
              <a:gd name="connsiteY973" fmla="*/ 1089289 h 6858000"/>
              <a:gd name="connsiteX974" fmla="*/ 1486346 w 7467600"/>
              <a:gd name="connsiteY974" fmla="*/ 1079919 h 6858000"/>
              <a:gd name="connsiteX975" fmla="*/ 1070511 w 7467600"/>
              <a:gd name="connsiteY975" fmla="*/ 48609 h 6858000"/>
              <a:gd name="connsiteX976" fmla="*/ 1057230 w 7467600"/>
              <a:gd name="connsiteY976" fmla="*/ 0 h 6858000"/>
              <a:gd name="connsiteX977" fmla="*/ 43151 w 7467600"/>
              <a:gd name="connsiteY977" fmla="*/ 0 h 6858000"/>
              <a:gd name="connsiteX978" fmla="*/ 95283 w 7467600"/>
              <a:gd name="connsiteY978" fmla="*/ 0 h 6858000"/>
              <a:gd name="connsiteX979" fmla="*/ 300708 w 7467600"/>
              <a:gd name="connsiteY979" fmla="*/ 154571 h 6858000"/>
              <a:gd name="connsiteX980" fmla="*/ 530414 w 7467600"/>
              <a:gd name="connsiteY980" fmla="*/ 354673 h 6858000"/>
              <a:gd name="connsiteX981" fmla="*/ 333785 w 7467600"/>
              <a:gd name="connsiteY981" fmla="*/ 161564 h 6858000"/>
              <a:gd name="connsiteX982" fmla="*/ 147005 w 7467600"/>
              <a:gd name="connsiteY982" fmla="*/ 0 h 6858000"/>
              <a:gd name="connsiteX983" fmla="*/ 272509 w 7467600"/>
              <a:gd name="connsiteY983" fmla="*/ 0 h 6858000"/>
              <a:gd name="connsiteX984" fmla="*/ 326276 w 7467600"/>
              <a:gd name="connsiteY984" fmla="*/ 45847 h 6858000"/>
              <a:gd name="connsiteX985" fmla="*/ 823759 w 7467600"/>
              <a:gd name="connsiteY985" fmla="*/ 574145 h 6858000"/>
              <a:gd name="connsiteX986" fmla="*/ 811254 w 7467600"/>
              <a:gd name="connsiteY986" fmla="*/ 665546 h 6858000"/>
              <a:gd name="connsiteX987" fmla="*/ 154042 w 7467600"/>
              <a:gd name="connsiteY987" fmla="*/ 261522 h 6858000"/>
              <a:gd name="connsiteX988" fmla="*/ 13550 w 7467600"/>
              <a:gd name="connsiteY988" fmla="*/ 158423 h 6858000"/>
              <a:gd name="connsiteX989" fmla="*/ 0 w 7467600"/>
              <a:gd name="connsiteY989" fmla="*/ 146618 h 6858000"/>
              <a:gd name="connsiteX990" fmla="*/ 0 w 7467600"/>
              <a:gd name="connsiteY990" fmla="*/ 59161 h 6858000"/>
              <a:gd name="connsiteX991" fmla="*/ 45427 w 7467600"/>
              <a:gd name="connsiteY991" fmla="*/ 101078 h 6858000"/>
              <a:gd name="connsiteX992" fmla="*/ 630103 w 7467600"/>
              <a:gd name="connsiteY992" fmla="*/ 485885 h 6858000"/>
              <a:gd name="connsiteX993" fmla="*/ 532040 w 7467600"/>
              <a:gd name="connsiteY993" fmla="*/ 399359 h 6858000"/>
              <a:gd name="connsiteX994" fmla="*/ 517618 w 7467600"/>
              <a:gd name="connsiteY994" fmla="*/ 385726 h 6858000"/>
              <a:gd name="connsiteX995" fmla="*/ 285074 w 7467600"/>
              <a:gd name="connsiteY995" fmla="*/ 182755 h 6858000"/>
              <a:gd name="connsiteX996" fmla="*/ 43151 w 7467600"/>
              <a:gd name="connsiteY99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27465 w 7467600"/>
              <a:gd name="connsiteY127" fmla="*/ 5174181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1903353 w 7467600"/>
              <a:gd name="connsiteY140" fmla="*/ 5044827 h 6858000"/>
              <a:gd name="connsiteX141" fmla="*/ 1936931 w 7467600"/>
              <a:gd name="connsiteY141" fmla="*/ 5093954 h 6858000"/>
              <a:gd name="connsiteX142" fmla="*/ 2195868 w 7467600"/>
              <a:gd name="connsiteY142" fmla="*/ 5396574 h 6858000"/>
              <a:gd name="connsiteX143" fmla="*/ 2088852 w 7467600"/>
              <a:gd name="connsiteY143" fmla="*/ 5166123 h 6858000"/>
              <a:gd name="connsiteX144" fmla="*/ 1958241 w 7467600"/>
              <a:gd name="connsiteY144" fmla="*/ 5067955 h 6858000"/>
              <a:gd name="connsiteX145" fmla="*/ 1903353 w 7467600"/>
              <a:gd name="connsiteY145" fmla="*/ 5044827 h 6858000"/>
              <a:gd name="connsiteX146" fmla="*/ 1979378 w 7467600"/>
              <a:gd name="connsiteY146" fmla="*/ 4769504 h 6858000"/>
              <a:gd name="connsiteX147" fmla="*/ 2882120 w 7467600"/>
              <a:gd name="connsiteY147" fmla="*/ 5064547 h 6858000"/>
              <a:gd name="connsiteX148" fmla="*/ 2793103 w 7467600"/>
              <a:gd name="connsiteY148" fmla="*/ 5039699 h 6858000"/>
              <a:gd name="connsiteX149" fmla="*/ 2770041 w 7467600"/>
              <a:gd name="connsiteY149" fmla="*/ 5033634 h 6858000"/>
              <a:gd name="connsiteX150" fmla="*/ 1979378 w 7467600"/>
              <a:gd name="connsiteY150" fmla="*/ 4769504 h 6858000"/>
              <a:gd name="connsiteX151" fmla="*/ 1927410 w 7467600"/>
              <a:gd name="connsiteY151" fmla="*/ 4716164 h 6858000"/>
              <a:gd name="connsiteX152" fmla="*/ 1959587 w 7467600"/>
              <a:gd name="connsiteY152" fmla="*/ 4728849 h 6858000"/>
              <a:gd name="connsiteX153" fmla="*/ 2777707 w 7467600"/>
              <a:gd name="connsiteY153" fmla="*/ 5003991 h 6858000"/>
              <a:gd name="connsiteX154" fmla="*/ 2800768 w 7467600"/>
              <a:gd name="connsiteY154" fmla="*/ 5010056 h 6858000"/>
              <a:gd name="connsiteX155" fmla="*/ 2879408 w 7467600"/>
              <a:gd name="connsiteY155" fmla="*/ 5031590 h 6858000"/>
              <a:gd name="connsiteX156" fmla="*/ 2862295 w 7467600"/>
              <a:gd name="connsiteY156" fmla="*/ 5022958 h 6858000"/>
              <a:gd name="connsiteX157" fmla="*/ 2813343 w 7467600"/>
              <a:gd name="connsiteY157" fmla="*/ 4998369 h 6858000"/>
              <a:gd name="connsiteX158" fmla="*/ 2646245 w 7467600"/>
              <a:gd name="connsiteY158" fmla="*/ 4930999 h 6858000"/>
              <a:gd name="connsiteX159" fmla="*/ 1999243 w 7467600"/>
              <a:gd name="connsiteY159" fmla="*/ 4730524 h 6858000"/>
              <a:gd name="connsiteX160" fmla="*/ 1979527 w 7467600"/>
              <a:gd name="connsiteY160" fmla="*/ 4726651 h 6858000"/>
              <a:gd name="connsiteX161" fmla="*/ 1927410 w 7467600"/>
              <a:gd name="connsiteY161" fmla="*/ 4716164 h 6858000"/>
              <a:gd name="connsiteX162" fmla="*/ 1997014 w 7467600"/>
              <a:gd name="connsiteY162" fmla="*/ 4698007 h 6858000"/>
              <a:gd name="connsiteX163" fmla="*/ 2005458 w 7467600"/>
              <a:gd name="connsiteY163" fmla="*/ 4699540 h 6858000"/>
              <a:gd name="connsiteX164" fmla="*/ 2657186 w 7467600"/>
              <a:gd name="connsiteY164" fmla="*/ 4901687 h 6858000"/>
              <a:gd name="connsiteX165" fmla="*/ 2826662 w 7467600"/>
              <a:gd name="connsiteY165" fmla="*/ 4970362 h 6858000"/>
              <a:gd name="connsiteX166" fmla="*/ 2876100 w 7467600"/>
              <a:gd name="connsiteY166" fmla="*/ 4995397 h 6858000"/>
              <a:gd name="connsiteX167" fmla="*/ 3042600 w 7467600"/>
              <a:gd name="connsiteY167" fmla="*/ 5059532 h 6858000"/>
              <a:gd name="connsiteX168" fmla="*/ 1997014 w 7467600"/>
              <a:gd name="connsiteY168" fmla="*/ 4698007 h 6858000"/>
              <a:gd name="connsiteX169" fmla="*/ 2305292 w 7467600"/>
              <a:gd name="connsiteY169" fmla="*/ 4219492 h 6858000"/>
              <a:gd name="connsiteX170" fmla="*/ 3360922 w 7467600"/>
              <a:gd name="connsiteY170" fmla="*/ 4529373 h 6858000"/>
              <a:gd name="connsiteX171" fmla="*/ 3492420 w 7467600"/>
              <a:gd name="connsiteY171" fmla="*/ 4510145 h 6858000"/>
              <a:gd name="connsiteX172" fmla="*/ 3364086 w 7467600"/>
              <a:gd name="connsiteY172" fmla="*/ 4480340 h 6858000"/>
              <a:gd name="connsiteX173" fmla="*/ 3225818 w 7467600"/>
              <a:gd name="connsiteY173" fmla="*/ 4411822 h 6858000"/>
              <a:gd name="connsiteX174" fmla="*/ 3129696 w 7467600"/>
              <a:gd name="connsiteY174" fmla="*/ 4360704 h 6858000"/>
              <a:gd name="connsiteX175" fmla="*/ 2814545 w 7467600"/>
              <a:gd name="connsiteY175" fmla="*/ 4282955 h 6858000"/>
              <a:gd name="connsiteX176" fmla="*/ 2305292 w 7467600"/>
              <a:gd name="connsiteY176" fmla="*/ 4219492 h 6858000"/>
              <a:gd name="connsiteX177" fmla="*/ 2626982 w 7467600"/>
              <a:gd name="connsiteY177" fmla="*/ 4206450 h 6858000"/>
              <a:gd name="connsiteX178" fmla="*/ 2490617 w 7467600"/>
              <a:gd name="connsiteY178" fmla="*/ 4206951 h 6858000"/>
              <a:gd name="connsiteX179" fmla="*/ 2819869 w 7467600"/>
              <a:gd name="connsiteY179" fmla="*/ 4252936 h 6858000"/>
              <a:gd name="connsiteX180" fmla="*/ 3143018 w 7467600"/>
              <a:gd name="connsiteY180" fmla="*/ 4332698 h 6858000"/>
              <a:gd name="connsiteX181" fmla="*/ 3241520 w 7467600"/>
              <a:gd name="connsiteY181" fmla="*/ 4385112 h 6858000"/>
              <a:gd name="connsiteX182" fmla="*/ 3374575 w 7467600"/>
              <a:gd name="connsiteY182" fmla="*/ 4451517 h 6858000"/>
              <a:gd name="connsiteX183" fmla="*/ 3505221 w 7467600"/>
              <a:gd name="connsiteY183" fmla="*/ 4480757 h 6858000"/>
              <a:gd name="connsiteX184" fmla="*/ 2626982 w 7467600"/>
              <a:gd name="connsiteY184" fmla="*/ 4206450 h 6858000"/>
              <a:gd name="connsiteX185" fmla="*/ 1310106 w 7467600"/>
              <a:gd name="connsiteY185" fmla="*/ 3943217 h 6858000"/>
              <a:gd name="connsiteX186" fmla="*/ 854994 w 7467600"/>
              <a:gd name="connsiteY186" fmla="*/ 4399136 h 6858000"/>
              <a:gd name="connsiteX187" fmla="*/ 742462 w 7467600"/>
              <a:gd name="connsiteY187" fmla="*/ 4594648 h 6858000"/>
              <a:gd name="connsiteX188" fmla="*/ 820602 w 7467600"/>
              <a:gd name="connsiteY188" fmla="*/ 4485915 h 6858000"/>
              <a:gd name="connsiteX189" fmla="*/ 878295 w 7467600"/>
              <a:gd name="connsiteY189" fmla="*/ 4403594 h 6858000"/>
              <a:gd name="connsiteX190" fmla="*/ 1240607 w 7467600"/>
              <a:gd name="connsiteY190" fmla="*/ 4010401 h 6858000"/>
              <a:gd name="connsiteX191" fmla="*/ 1310106 w 7467600"/>
              <a:gd name="connsiteY191" fmla="*/ 3943217 h 6858000"/>
              <a:gd name="connsiteX192" fmla="*/ 1423113 w 7467600"/>
              <a:gd name="connsiteY192" fmla="*/ 3874565 h 6858000"/>
              <a:gd name="connsiteX193" fmla="*/ 1260565 w 7467600"/>
              <a:gd name="connsiteY193" fmla="*/ 4031982 h 6858000"/>
              <a:gd name="connsiteX194" fmla="*/ 901900 w 7467600"/>
              <a:gd name="connsiteY194" fmla="*/ 4421236 h 6858000"/>
              <a:gd name="connsiteX195" fmla="*/ 845044 w 7467600"/>
              <a:gd name="connsiteY195" fmla="*/ 4502436 h 6858000"/>
              <a:gd name="connsiteX196" fmla="*/ 685926 w 7467600"/>
              <a:gd name="connsiteY196" fmla="*/ 4703069 h 6858000"/>
              <a:gd name="connsiteX197" fmla="*/ 684248 w 7467600"/>
              <a:gd name="connsiteY197" fmla="*/ 4706721 h 6858000"/>
              <a:gd name="connsiteX198" fmla="*/ 1423113 w 7467600"/>
              <a:gd name="connsiteY198" fmla="*/ 3874565 h 6858000"/>
              <a:gd name="connsiteX199" fmla="*/ 3316479 w 7467600"/>
              <a:gd name="connsiteY199" fmla="*/ 3872136 h 6858000"/>
              <a:gd name="connsiteX200" fmla="*/ 3546806 w 7467600"/>
              <a:gd name="connsiteY200" fmla="*/ 4356139 h 6858000"/>
              <a:gd name="connsiteX201" fmla="*/ 3364433 w 7467600"/>
              <a:gd name="connsiteY201" fmla="*/ 3953121 h 6858000"/>
              <a:gd name="connsiteX202" fmla="*/ 3316479 w 7467600"/>
              <a:gd name="connsiteY202" fmla="*/ 3872136 h 6858000"/>
              <a:gd name="connsiteX203" fmla="*/ 3291335 w 7467600"/>
              <a:gd name="connsiteY203" fmla="*/ 3767420 h 6858000"/>
              <a:gd name="connsiteX204" fmla="*/ 3390805 w 7467600"/>
              <a:gd name="connsiteY204" fmla="*/ 3937163 h 6858000"/>
              <a:gd name="connsiteX205" fmla="*/ 3579062 w 7467600"/>
              <a:gd name="connsiteY205" fmla="*/ 4359040 h 6858000"/>
              <a:gd name="connsiteX206" fmla="*/ 3467355 w 7467600"/>
              <a:gd name="connsiteY206" fmla="*/ 3988130 h 6858000"/>
              <a:gd name="connsiteX207" fmla="*/ 3310753 w 7467600"/>
              <a:gd name="connsiteY207" fmla="*/ 3787140 h 6858000"/>
              <a:gd name="connsiteX208" fmla="*/ 3291335 w 7467600"/>
              <a:gd name="connsiteY208" fmla="*/ 3767420 h 6858000"/>
              <a:gd name="connsiteX209" fmla="*/ 1635889 w 7467600"/>
              <a:gd name="connsiteY209" fmla="*/ 3709494 h 6858000"/>
              <a:gd name="connsiteX210" fmla="*/ 1634800 w 7467600"/>
              <a:gd name="connsiteY210" fmla="*/ 3731111 h 6858000"/>
              <a:gd name="connsiteX211" fmla="*/ 1635889 w 7467600"/>
              <a:gd name="connsiteY211" fmla="*/ 3709494 h 6858000"/>
              <a:gd name="connsiteX212" fmla="*/ 1510397 w 7467600"/>
              <a:gd name="connsiteY212" fmla="*/ 3684705 h 6858000"/>
              <a:gd name="connsiteX213" fmla="*/ 1146550 w 7467600"/>
              <a:gd name="connsiteY213" fmla="*/ 3802012 h 6858000"/>
              <a:gd name="connsiteX214" fmla="*/ 698834 w 7467600"/>
              <a:gd name="connsiteY214" fmla="*/ 3952272 h 6858000"/>
              <a:gd name="connsiteX215" fmla="*/ 34256 w 7467600"/>
              <a:gd name="connsiteY215" fmla="*/ 4347603 h 6858000"/>
              <a:gd name="connsiteX216" fmla="*/ 527241 w 7467600"/>
              <a:gd name="connsiteY216" fmla="*/ 4065078 h 6858000"/>
              <a:gd name="connsiteX217" fmla="*/ 1510397 w 7467600"/>
              <a:gd name="connsiteY217" fmla="*/ 3684705 h 6858000"/>
              <a:gd name="connsiteX218" fmla="*/ 1313114 w 7467600"/>
              <a:gd name="connsiteY218" fmla="*/ 3655216 h 6858000"/>
              <a:gd name="connsiteX219" fmla="*/ 1109304 w 7467600"/>
              <a:gd name="connsiteY219" fmla="*/ 3669030 h 6858000"/>
              <a:gd name="connsiteX220" fmla="*/ 8129 w 7467600"/>
              <a:gd name="connsiteY220" fmla="*/ 4330519 h 6858000"/>
              <a:gd name="connsiteX221" fmla="*/ 687572 w 7467600"/>
              <a:gd name="connsiteY221" fmla="*/ 3925629 h 6858000"/>
              <a:gd name="connsiteX222" fmla="*/ 1138365 w 7467600"/>
              <a:gd name="connsiteY222" fmla="*/ 3774515 h 6858000"/>
              <a:gd name="connsiteX223" fmla="*/ 1505579 w 7467600"/>
              <a:gd name="connsiteY223" fmla="*/ 3655526 h 6858000"/>
              <a:gd name="connsiteX224" fmla="*/ 1313114 w 7467600"/>
              <a:gd name="connsiteY224" fmla="*/ 3655216 h 6858000"/>
              <a:gd name="connsiteX225" fmla="*/ 3655073 w 7467600"/>
              <a:gd name="connsiteY225" fmla="*/ 3650884 h 6858000"/>
              <a:gd name="connsiteX226" fmla="*/ 3989938 w 7467600"/>
              <a:gd name="connsiteY226" fmla="*/ 3991685 h 6858000"/>
              <a:gd name="connsiteX227" fmla="*/ 4393907 w 7467600"/>
              <a:gd name="connsiteY227" fmla="*/ 4261258 h 6858000"/>
              <a:gd name="connsiteX228" fmla="*/ 4648051 w 7467600"/>
              <a:gd name="connsiteY228" fmla="*/ 4374051 h 6858000"/>
              <a:gd name="connsiteX229" fmla="*/ 4383389 w 7467600"/>
              <a:gd name="connsiteY229" fmla="*/ 4184369 h 6858000"/>
              <a:gd name="connsiteX230" fmla="*/ 4165508 w 7467600"/>
              <a:gd name="connsiteY230" fmla="*/ 4035196 h 6858000"/>
              <a:gd name="connsiteX231" fmla="*/ 4068162 w 7467600"/>
              <a:gd name="connsiteY231" fmla="*/ 3953394 h 6858000"/>
              <a:gd name="connsiteX232" fmla="*/ 3981416 w 7467600"/>
              <a:gd name="connsiteY232" fmla="*/ 3880482 h 6858000"/>
              <a:gd name="connsiteX233" fmla="*/ 3800147 w 7467600"/>
              <a:gd name="connsiteY233" fmla="*/ 3749872 h 6858000"/>
              <a:gd name="connsiteX234" fmla="*/ 3655073 w 7467600"/>
              <a:gd name="connsiteY234" fmla="*/ 3650884 h 6858000"/>
              <a:gd name="connsiteX235" fmla="*/ 3670252 w 7467600"/>
              <a:gd name="connsiteY235" fmla="*/ 3622798 h 6858000"/>
              <a:gd name="connsiteX236" fmla="*/ 3817258 w 7467600"/>
              <a:gd name="connsiteY236" fmla="*/ 3723577 h 6858000"/>
              <a:gd name="connsiteX237" fmla="*/ 4000461 w 7467600"/>
              <a:gd name="connsiteY237" fmla="*/ 3855966 h 6858000"/>
              <a:gd name="connsiteX238" fmla="*/ 4088180 w 7467600"/>
              <a:gd name="connsiteY238" fmla="*/ 3929774 h 6858000"/>
              <a:gd name="connsiteX239" fmla="*/ 4184555 w 7467600"/>
              <a:gd name="connsiteY239" fmla="*/ 4010683 h 6858000"/>
              <a:gd name="connsiteX240" fmla="*/ 4399563 w 7467600"/>
              <a:gd name="connsiteY240" fmla="*/ 4158106 h 6858000"/>
              <a:gd name="connsiteX241" fmla="*/ 4684469 w 7467600"/>
              <a:gd name="connsiteY241" fmla="*/ 4364680 h 6858000"/>
              <a:gd name="connsiteX242" fmla="*/ 4690271 w 7467600"/>
              <a:gd name="connsiteY242" fmla="*/ 4370034 h 6858000"/>
              <a:gd name="connsiteX243" fmla="*/ 4136093 w 7467600"/>
              <a:gd name="connsiteY243" fmla="*/ 3858466 h 6858000"/>
              <a:gd name="connsiteX244" fmla="*/ 3670252 w 7467600"/>
              <a:gd name="connsiteY244" fmla="*/ 3622798 h 6858000"/>
              <a:gd name="connsiteX245" fmla="*/ 4440129 w 7467600"/>
              <a:gd name="connsiteY245" fmla="*/ 3448571 h 6858000"/>
              <a:gd name="connsiteX246" fmla="*/ 4856525 w 7467600"/>
              <a:gd name="connsiteY246" fmla="*/ 3915351 h 6858000"/>
              <a:gd name="connsiteX247" fmla="*/ 5059055 w 7467600"/>
              <a:gd name="connsiteY247" fmla="*/ 4108918 h 6858000"/>
              <a:gd name="connsiteX248" fmla="*/ 5290070 w 7467600"/>
              <a:gd name="connsiteY248" fmla="*/ 4263619 h 6858000"/>
              <a:gd name="connsiteX249" fmla="*/ 4834991 w 7467600"/>
              <a:gd name="connsiteY249" fmla="*/ 3830985 h 6858000"/>
              <a:gd name="connsiteX250" fmla="*/ 4440129 w 7467600"/>
              <a:gd name="connsiteY250" fmla="*/ 3448571 h 6858000"/>
              <a:gd name="connsiteX251" fmla="*/ 4441737 w 7467600"/>
              <a:gd name="connsiteY251" fmla="*/ 3399734 h 6858000"/>
              <a:gd name="connsiteX252" fmla="*/ 4431236 w 7467600"/>
              <a:gd name="connsiteY252" fmla="*/ 3400954 h 6858000"/>
              <a:gd name="connsiteX253" fmla="*/ 4557150 w 7467600"/>
              <a:gd name="connsiteY253" fmla="*/ 3510023 h 6858000"/>
              <a:gd name="connsiteX254" fmla="*/ 4856936 w 7467600"/>
              <a:gd name="connsiteY254" fmla="*/ 3809146 h 6858000"/>
              <a:gd name="connsiteX255" fmla="*/ 5111996 w 7467600"/>
              <a:gd name="connsiteY255" fmla="*/ 4065759 h 6858000"/>
              <a:gd name="connsiteX256" fmla="*/ 5388878 w 7467600"/>
              <a:gd name="connsiteY256" fmla="*/ 4300185 h 6858000"/>
              <a:gd name="connsiteX257" fmla="*/ 5425556 w 7467600"/>
              <a:gd name="connsiteY257" fmla="*/ 4308967 h 6858000"/>
              <a:gd name="connsiteX258" fmla="*/ 4943646 w 7467600"/>
              <a:gd name="connsiteY258" fmla="*/ 3822916 h 6858000"/>
              <a:gd name="connsiteX259" fmla="*/ 4594837 w 7467600"/>
              <a:gd name="connsiteY259" fmla="*/ 3532274 h 6858000"/>
              <a:gd name="connsiteX260" fmla="*/ 4441737 w 7467600"/>
              <a:gd name="connsiteY260" fmla="*/ 3399734 h 6858000"/>
              <a:gd name="connsiteX261" fmla="*/ 5425834 w 7467600"/>
              <a:gd name="connsiteY261" fmla="*/ 3162785 h 6858000"/>
              <a:gd name="connsiteX262" fmla="*/ 5401644 w 7467600"/>
              <a:gd name="connsiteY262" fmla="*/ 3617847 h 6858000"/>
              <a:gd name="connsiteX263" fmla="*/ 5467256 w 7467600"/>
              <a:gd name="connsiteY263" fmla="*/ 4175494 h 6858000"/>
              <a:gd name="connsiteX264" fmla="*/ 5448069 w 7467600"/>
              <a:gd name="connsiteY264" fmla="*/ 3567554 h 6858000"/>
              <a:gd name="connsiteX265" fmla="*/ 5425834 w 7467600"/>
              <a:gd name="connsiteY265" fmla="*/ 3162785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399523 w 7467600"/>
              <a:gd name="connsiteY588" fmla="*/ 1428234 h 6858000"/>
              <a:gd name="connsiteX589" fmla="*/ 2448558 w 7467600"/>
              <a:gd name="connsiteY589" fmla="*/ 1373435 h 6858000"/>
              <a:gd name="connsiteX590" fmla="*/ 2312521 w 7467600"/>
              <a:gd name="connsiteY590" fmla="*/ 1806140 h 6858000"/>
              <a:gd name="connsiteX591" fmla="*/ 2127533 w 7467600"/>
              <a:gd name="connsiteY591" fmla="*/ 2348380 h 6858000"/>
              <a:gd name="connsiteX592" fmla="*/ 2358080 w 7467600"/>
              <a:gd name="connsiteY592" fmla="*/ 1866134 h 6858000"/>
              <a:gd name="connsiteX593" fmla="*/ 2407436 w 7467600"/>
              <a:gd name="connsiteY593" fmla="*/ 1651070 h 6858000"/>
              <a:gd name="connsiteX594" fmla="*/ 2448558 w 7467600"/>
              <a:gd name="connsiteY594" fmla="*/ 1373435 h 6858000"/>
              <a:gd name="connsiteX595" fmla="*/ 278707 w 7467600"/>
              <a:gd name="connsiteY595" fmla="*/ 1352270 h 6858000"/>
              <a:gd name="connsiteX596" fmla="*/ 321570 w 7467600"/>
              <a:gd name="connsiteY596" fmla="*/ 1861610 h 6858000"/>
              <a:gd name="connsiteX597" fmla="*/ 294281 w 7467600"/>
              <a:gd name="connsiteY597" fmla="*/ 1440658 h 6858000"/>
              <a:gd name="connsiteX598" fmla="*/ 278707 w 7467600"/>
              <a:gd name="connsiteY598" fmla="*/ 1352270 h 6858000"/>
              <a:gd name="connsiteX599" fmla="*/ 1423821 w 7467600"/>
              <a:gd name="connsiteY599" fmla="*/ 1351958 h 6858000"/>
              <a:gd name="connsiteX600" fmla="*/ 1638521 w 7467600"/>
              <a:gd name="connsiteY600" fmla="*/ 1908470 h 6858000"/>
              <a:gd name="connsiteX601" fmla="*/ 1754199 w 7467600"/>
              <a:gd name="connsiteY601" fmla="*/ 2149284 h 6858000"/>
              <a:gd name="connsiteX602" fmla="*/ 1908359 w 7467600"/>
              <a:gd name="connsiteY602" fmla="*/ 2364988 h 6858000"/>
              <a:gd name="connsiteX603" fmla="*/ 1647661 w 7467600"/>
              <a:gd name="connsiteY603" fmla="*/ 1825945 h 6858000"/>
              <a:gd name="connsiteX604" fmla="*/ 1423821 w 7467600"/>
              <a:gd name="connsiteY604" fmla="*/ 1351958 h 6858000"/>
              <a:gd name="connsiteX605" fmla="*/ 1431890 w 7467600"/>
              <a:gd name="connsiteY605" fmla="*/ 1306475 h 6858000"/>
              <a:gd name="connsiteX606" fmla="*/ 1507597 w 7467600"/>
              <a:gd name="connsiteY606" fmla="*/ 1446132 h 6858000"/>
              <a:gd name="connsiteX607" fmla="*/ 1674586 w 7467600"/>
              <a:gd name="connsiteY607" fmla="*/ 1813832 h 6858000"/>
              <a:gd name="connsiteX608" fmla="*/ 1815950 w 7467600"/>
              <a:gd name="connsiteY608" fmla="*/ 2128564 h 6858000"/>
              <a:gd name="connsiteX609" fmla="*/ 1984242 w 7467600"/>
              <a:gd name="connsiteY609" fmla="*/ 2430829 h 6858000"/>
              <a:gd name="connsiteX610" fmla="*/ 2014023 w 7467600"/>
              <a:gd name="connsiteY610" fmla="*/ 2450995 h 6858000"/>
              <a:gd name="connsiteX611" fmla="*/ 1747337 w 7467600"/>
              <a:gd name="connsiteY611" fmla="*/ 1855264 h 6858000"/>
              <a:gd name="connsiteX612" fmla="*/ 1533749 w 7467600"/>
              <a:gd name="connsiteY612" fmla="*/ 1478656 h 6858000"/>
              <a:gd name="connsiteX613" fmla="*/ 1431890 w 7467600"/>
              <a:gd name="connsiteY613" fmla="*/ 1306475 h 6858000"/>
              <a:gd name="connsiteX614" fmla="*/ 5052692 w 7467600"/>
              <a:gd name="connsiteY614" fmla="*/ 1292994 h 6858000"/>
              <a:gd name="connsiteX615" fmla="*/ 5200661 w 7467600"/>
              <a:gd name="connsiteY615" fmla="*/ 1635186 h 6858000"/>
              <a:gd name="connsiteX616" fmla="*/ 5297138 w 7467600"/>
              <a:gd name="connsiteY616" fmla="*/ 1906351 h 6858000"/>
              <a:gd name="connsiteX617" fmla="*/ 5052692 w 7467600"/>
              <a:gd name="connsiteY617" fmla="*/ 1292994 h 6858000"/>
              <a:gd name="connsiteX618" fmla="*/ 5009948 w 7467600"/>
              <a:gd name="connsiteY618" fmla="*/ 1273619 h 6858000"/>
              <a:gd name="connsiteX619" fmla="*/ 5121777 w 7467600"/>
              <a:gd name="connsiteY619" fmla="*/ 1654213 h 6858000"/>
              <a:gd name="connsiteX620" fmla="*/ 5293545 w 7467600"/>
              <a:gd name="connsiteY620" fmla="*/ 2072247 h 6858000"/>
              <a:gd name="connsiteX621" fmla="*/ 5294042 w 7467600"/>
              <a:gd name="connsiteY621" fmla="*/ 2065019 h 6858000"/>
              <a:gd name="connsiteX622" fmla="*/ 5171936 w 7467600"/>
              <a:gd name="connsiteY622" fmla="*/ 1647613 h 6858000"/>
              <a:gd name="connsiteX623" fmla="*/ 5009948 w 7467600"/>
              <a:gd name="connsiteY623" fmla="*/ 1273619 h 6858000"/>
              <a:gd name="connsiteX624" fmla="*/ 655236 w 7467600"/>
              <a:gd name="connsiteY624" fmla="*/ 1268632 h 6858000"/>
              <a:gd name="connsiteX625" fmla="*/ 839521 w 7467600"/>
              <a:gd name="connsiteY625" fmla="*/ 1685315 h 6858000"/>
              <a:gd name="connsiteX626" fmla="*/ 1109416 w 7467600"/>
              <a:gd name="connsiteY626" fmla="*/ 2061663 h 6858000"/>
              <a:gd name="connsiteX627" fmla="*/ 1298300 w 7467600"/>
              <a:gd name="connsiteY627" fmla="*/ 2247742 h 6858000"/>
              <a:gd name="connsiteX628" fmla="*/ 1125871 w 7467600"/>
              <a:gd name="connsiteY628" fmla="*/ 1989513 h 6858000"/>
              <a:gd name="connsiteX629" fmla="*/ 981574 w 7467600"/>
              <a:gd name="connsiteY629" fmla="*/ 1783157 h 6858000"/>
              <a:gd name="connsiteX630" fmla="*/ 922198 w 7467600"/>
              <a:gd name="connsiteY630" fmla="*/ 1677437 h 6858000"/>
              <a:gd name="connsiteX631" fmla="*/ 869293 w 7467600"/>
              <a:gd name="connsiteY631" fmla="*/ 1583214 h 6858000"/>
              <a:gd name="connsiteX632" fmla="*/ 751431 w 7467600"/>
              <a:gd name="connsiteY632" fmla="*/ 1405731 h 6858000"/>
              <a:gd name="connsiteX633" fmla="*/ 655236 w 7467600"/>
              <a:gd name="connsiteY633" fmla="*/ 1268632 h 6858000"/>
              <a:gd name="connsiteX634" fmla="*/ 6516292 w 7467600"/>
              <a:gd name="connsiteY634" fmla="*/ 1263064 h 6858000"/>
              <a:gd name="connsiteX635" fmla="*/ 5736320 w 7467600"/>
              <a:gd name="connsiteY635" fmla="*/ 1501803 h 6858000"/>
              <a:gd name="connsiteX636" fmla="*/ 6516292 w 7467600"/>
              <a:gd name="connsiteY636" fmla="*/ 1263064 h 6858000"/>
              <a:gd name="connsiteX637" fmla="*/ 291466 w 7467600"/>
              <a:gd name="connsiteY637" fmla="*/ 1250369 h 6858000"/>
              <a:gd name="connsiteX638" fmla="*/ 323180 w 7467600"/>
              <a:gd name="connsiteY638" fmla="*/ 1435283 h 6858000"/>
              <a:gd name="connsiteX639" fmla="*/ 349381 w 7467600"/>
              <a:gd name="connsiteY639" fmla="*/ 1875041 h 6858000"/>
              <a:gd name="connsiteX640" fmla="*/ 374363 w 7467600"/>
              <a:gd name="connsiteY640" fmla="*/ 1506494 h 6858000"/>
              <a:gd name="connsiteX641" fmla="*/ 302168 w 7467600"/>
              <a:gd name="connsiteY641" fmla="*/ 1274495 h 6858000"/>
              <a:gd name="connsiteX642" fmla="*/ 291466 w 7467600"/>
              <a:gd name="connsiteY642" fmla="*/ 1250369 h 6858000"/>
              <a:gd name="connsiteX643" fmla="*/ 678222 w 7467600"/>
              <a:gd name="connsiteY643" fmla="*/ 1248670 h 6858000"/>
              <a:gd name="connsiteX644" fmla="*/ 775536 w 7467600"/>
              <a:gd name="connsiteY644" fmla="*/ 1388015 h 6858000"/>
              <a:gd name="connsiteX645" fmla="*/ 894529 w 7467600"/>
              <a:gd name="connsiteY645" fmla="*/ 1567739 h 6858000"/>
              <a:gd name="connsiteX646" fmla="*/ 948000 w 7467600"/>
              <a:gd name="connsiteY646" fmla="*/ 1663088 h 6858000"/>
              <a:gd name="connsiteX647" fmla="*/ 1006812 w 7467600"/>
              <a:gd name="connsiteY647" fmla="*/ 1767683 h 6858000"/>
              <a:gd name="connsiteX648" fmla="*/ 1149133 w 7467600"/>
              <a:gd name="connsiteY648" fmla="*/ 1971513 h 6858000"/>
              <a:gd name="connsiteX649" fmla="*/ 1333952 w 7467600"/>
              <a:gd name="connsiteY649" fmla="*/ 2251620 h 6858000"/>
              <a:gd name="connsiteX650" fmla="*/ 1337329 w 7467600"/>
              <a:gd name="connsiteY650" fmla="*/ 2258350 h 6858000"/>
              <a:gd name="connsiteX651" fmla="*/ 1014726 w 7467600"/>
              <a:gd name="connsiteY651" fmla="*/ 1615556 h 6858000"/>
              <a:gd name="connsiteX652" fmla="*/ 678222 w 7467600"/>
              <a:gd name="connsiteY652" fmla="*/ 1248670 h 6858000"/>
              <a:gd name="connsiteX653" fmla="*/ 6691602 w 7467600"/>
              <a:gd name="connsiteY653" fmla="*/ 1140573 h 6858000"/>
              <a:gd name="connsiteX654" fmla="*/ 6571100 w 7467600"/>
              <a:gd name="connsiteY654" fmla="*/ 1183662 h 6858000"/>
              <a:gd name="connsiteX655" fmla="*/ 6241687 w 7467600"/>
              <a:gd name="connsiteY655" fmla="*/ 1257600 h 6858000"/>
              <a:gd name="connsiteX656" fmla="*/ 5693009 w 7467600"/>
              <a:gd name="connsiteY656" fmla="*/ 1478256 h 6858000"/>
              <a:gd name="connsiteX657" fmla="*/ 6548420 w 7467600"/>
              <a:gd name="connsiteY657" fmla="*/ 1214599 h 6858000"/>
              <a:gd name="connsiteX658" fmla="*/ 6605473 w 7467600"/>
              <a:gd name="connsiteY658" fmla="*/ 1184686 h 6858000"/>
              <a:gd name="connsiteX659" fmla="*/ 6691602 w 7467600"/>
              <a:gd name="connsiteY659" fmla="*/ 1140573 h 6858000"/>
              <a:gd name="connsiteX660" fmla="*/ 4002475 w 7467600"/>
              <a:gd name="connsiteY660" fmla="*/ 1037802 h 6858000"/>
              <a:gd name="connsiteX661" fmla="*/ 4000324 w 7467600"/>
              <a:gd name="connsiteY661" fmla="*/ 1039362 h 6858000"/>
              <a:gd name="connsiteX662" fmla="*/ 4002862 w 7467600"/>
              <a:gd name="connsiteY662" fmla="*/ 1042866 h 6858000"/>
              <a:gd name="connsiteX663" fmla="*/ 4002475 w 7467600"/>
              <a:gd name="connsiteY663" fmla="*/ 1037802 h 6858000"/>
              <a:gd name="connsiteX664" fmla="*/ 506322 w 7467600"/>
              <a:gd name="connsiteY664" fmla="*/ 1020997 h 6858000"/>
              <a:gd name="connsiteX665" fmla="*/ 533068 w 7467600"/>
              <a:gd name="connsiteY665" fmla="*/ 1029409 h 6858000"/>
              <a:gd name="connsiteX666" fmla="*/ 1232525 w 7467600"/>
              <a:gd name="connsiteY666" fmla="*/ 1804675 h 6858000"/>
              <a:gd name="connsiteX667" fmla="*/ 1388858 w 7467600"/>
              <a:gd name="connsiteY667" fmla="*/ 2368011 h 6858000"/>
              <a:gd name="connsiteX668" fmla="*/ 1384098 w 7467600"/>
              <a:gd name="connsiteY668" fmla="*/ 2378125 h 6858000"/>
              <a:gd name="connsiteX669" fmla="*/ 1425393 w 7467600"/>
              <a:gd name="connsiteY669" fmla="*/ 2589124 h 6858000"/>
              <a:gd name="connsiteX670" fmla="*/ 1424001 w 7467600"/>
              <a:gd name="connsiteY670" fmla="*/ 2597541 h 6858000"/>
              <a:gd name="connsiteX671" fmla="*/ 2152729 w 7467600"/>
              <a:gd name="connsiteY671" fmla="*/ 2864487 h 6858000"/>
              <a:gd name="connsiteX672" fmla="*/ 2020609 w 7467600"/>
              <a:gd name="connsiteY672" fmla="*/ 2539671 h 6858000"/>
              <a:gd name="connsiteX673" fmla="*/ 2018920 w 7467600"/>
              <a:gd name="connsiteY673" fmla="*/ 2536309 h 6858000"/>
              <a:gd name="connsiteX674" fmla="*/ 1342441 w 7467600"/>
              <a:gd name="connsiteY674" fmla="*/ 1173017 h 6858000"/>
              <a:gd name="connsiteX675" fmla="*/ 1367925 w 7467600"/>
              <a:gd name="connsiteY675" fmla="*/ 1135648 h 6858000"/>
              <a:gd name="connsiteX676" fmla="*/ 1771401 w 7467600"/>
              <a:gd name="connsiteY676" fmla="*/ 1806673 h 6858000"/>
              <a:gd name="connsiteX677" fmla="*/ 1972385 w 7467600"/>
              <a:gd name="connsiteY677" fmla="*/ 2198735 h 6858000"/>
              <a:gd name="connsiteX678" fmla="*/ 2040892 w 7467600"/>
              <a:gd name="connsiteY678" fmla="*/ 2405205 h 6858000"/>
              <a:gd name="connsiteX679" fmla="*/ 2131689 w 7467600"/>
              <a:gd name="connsiteY679" fmla="*/ 1936926 h 6858000"/>
              <a:gd name="connsiteX680" fmla="*/ 2454820 w 7467600"/>
              <a:gd name="connsiteY680" fmla="*/ 1248808 h 6858000"/>
              <a:gd name="connsiteX681" fmla="*/ 2492512 w 7467600"/>
              <a:gd name="connsiteY681" fmla="*/ 1302920 h 6858000"/>
              <a:gd name="connsiteX682" fmla="*/ 2081216 w 7467600"/>
              <a:gd name="connsiteY682" fmla="*/ 2527513 h 6858000"/>
              <a:gd name="connsiteX683" fmla="*/ 2081211 w 7467600"/>
              <a:gd name="connsiteY683" fmla="*/ 2528916 h 6858000"/>
              <a:gd name="connsiteX684" fmla="*/ 2199067 w 7467600"/>
              <a:gd name="connsiteY684" fmla="*/ 2884061 h 6858000"/>
              <a:gd name="connsiteX685" fmla="*/ 3192586 w 7467600"/>
              <a:gd name="connsiteY685" fmla="*/ 3411496 h 6858000"/>
              <a:gd name="connsiteX686" fmla="*/ 3182620 w 7467600"/>
              <a:gd name="connsiteY686" fmla="*/ 3483279 h 6858000"/>
              <a:gd name="connsiteX687" fmla="*/ 2435119 w 7467600"/>
              <a:gd name="connsiteY687" fmla="*/ 3080173 h 6858000"/>
              <a:gd name="connsiteX688" fmla="*/ 2410152 w 7467600"/>
              <a:gd name="connsiteY688" fmla="*/ 3063751 h 6858000"/>
              <a:gd name="connsiteX689" fmla="*/ 2408099 w 7467600"/>
              <a:gd name="connsiteY689" fmla="*/ 3064403 h 6858000"/>
              <a:gd name="connsiteX690" fmla="*/ 2407218 w 7467600"/>
              <a:gd name="connsiteY690" fmla="*/ 3070324 h 6858000"/>
              <a:gd name="connsiteX691" fmla="*/ 2380138 w 7467600"/>
              <a:gd name="connsiteY691" fmla="*/ 3099341 h 6858000"/>
              <a:gd name="connsiteX692" fmla="*/ 1765923 w 7467600"/>
              <a:gd name="connsiteY692" fmla="*/ 3581043 h 6858000"/>
              <a:gd name="connsiteX693" fmla="*/ 1702258 w 7467600"/>
              <a:gd name="connsiteY693" fmla="*/ 3612286 h 6858000"/>
              <a:gd name="connsiteX694" fmla="*/ 1538370 w 7467600"/>
              <a:gd name="connsiteY694" fmla="*/ 3811804 h 6858000"/>
              <a:gd name="connsiteX695" fmla="*/ 542867 w 7467600"/>
              <a:gd name="connsiteY695" fmla="*/ 4944092 h 6858000"/>
              <a:gd name="connsiteX696" fmla="*/ 515800 w 7467600"/>
              <a:gd name="connsiteY696" fmla="*/ 4862180 h 6858000"/>
              <a:gd name="connsiteX697" fmla="*/ 909145 w 7467600"/>
              <a:gd name="connsiteY697" fmla="*/ 4199225 h 6858000"/>
              <a:gd name="connsiteX698" fmla="*/ 1214067 w 7467600"/>
              <a:gd name="connsiteY698" fmla="*/ 3908561 h 6858000"/>
              <a:gd name="connsiteX699" fmla="*/ 640967 w 7467600"/>
              <a:gd name="connsiteY699" fmla="*/ 4105601 h 6858000"/>
              <a:gd name="connsiteX700" fmla="*/ 112563 w 7467600"/>
              <a:gd name="connsiteY700" fmla="*/ 4396952 h 6858000"/>
              <a:gd name="connsiteX701" fmla="*/ 0 w 7467600"/>
              <a:gd name="connsiteY701" fmla="*/ 4466006 h 6858000"/>
              <a:gd name="connsiteX702" fmla="*/ 0 w 7467600"/>
              <a:gd name="connsiteY702" fmla="*/ 4233763 h 6858000"/>
              <a:gd name="connsiteX703" fmla="*/ 36881 w 7467600"/>
              <a:gd name="connsiteY703" fmla="*/ 4200118 h 6858000"/>
              <a:gd name="connsiteX704" fmla="*/ 910534 w 7467600"/>
              <a:gd name="connsiteY704" fmla="*/ 3629753 h 6858000"/>
              <a:gd name="connsiteX705" fmla="*/ 1578717 w 7467600"/>
              <a:gd name="connsiteY705" fmla="*/ 3575982 h 6858000"/>
              <a:gd name="connsiteX706" fmla="*/ 2338780 w 7467600"/>
              <a:gd name="connsiteY706" fmla="*/ 3033725 h 6858000"/>
              <a:gd name="connsiteX707" fmla="*/ 1807991 w 7467600"/>
              <a:gd name="connsiteY707" fmla="*/ 2807184 h 6858000"/>
              <a:gd name="connsiteX708" fmla="*/ 1416358 w 7467600"/>
              <a:gd name="connsiteY708" fmla="*/ 3112571 h 6858000"/>
              <a:gd name="connsiteX709" fmla="*/ 939066 w 7467600"/>
              <a:gd name="connsiteY709" fmla="*/ 3378798 h 6858000"/>
              <a:gd name="connsiteX710" fmla="*/ 115099 w 7467600"/>
              <a:gd name="connsiteY710" fmla="*/ 3607650 h 6858000"/>
              <a:gd name="connsiteX711" fmla="*/ 97284 w 7467600"/>
              <a:gd name="connsiteY711" fmla="*/ 3520393 h 6858000"/>
              <a:gd name="connsiteX712" fmla="*/ 922050 w 7467600"/>
              <a:gd name="connsiteY712" fmla="*/ 3074867 h 6858000"/>
              <a:gd name="connsiteX713" fmla="*/ 1405265 w 7467600"/>
              <a:gd name="connsiteY713" fmla="*/ 3016319 h 6858000"/>
              <a:gd name="connsiteX714" fmla="*/ 1407512 w 7467600"/>
              <a:gd name="connsiteY714" fmla="*/ 3018001 h 6858000"/>
              <a:gd name="connsiteX715" fmla="*/ 1726266 w 7467600"/>
              <a:gd name="connsiteY715" fmla="*/ 2777274 h 6858000"/>
              <a:gd name="connsiteX716" fmla="*/ 625390 w 7467600"/>
              <a:gd name="connsiteY716" fmla="*/ 2514541 h 6858000"/>
              <a:gd name="connsiteX717" fmla="*/ 619799 w 7467600"/>
              <a:gd name="connsiteY717" fmla="*/ 2527180 h 6858000"/>
              <a:gd name="connsiteX718" fmla="*/ 310030 w 7467600"/>
              <a:gd name="connsiteY718" fmla="*/ 2771818 h 6858000"/>
              <a:gd name="connsiteX719" fmla="*/ 173877 w 7467600"/>
              <a:gd name="connsiteY719" fmla="*/ 2937056 h 6858000"/>
              <a:gd name="connsiteX720" fmla="*/ 77889 w 7467600"/>
              <a:gd name="connsiteY720" fmla="*/ 3138440 h 6858000"/>
              <a:gd name="connsiteX721" fmla="*/ 0 w 7467600"/>
              <a:gd name="connsiteY721" fmla="*/ 3271395 h 6858000"/>
              <a:gd name="connsiteX722" fmla="*/ 0 w 7467600"/>
              <a:gd name="connsiteY722" fmla="*/ 3153002 h 6858000"/>
              <a:gd name="connsiteX723" fmla="*/ 2386 w 7467600"/>
              <a:gd name="connsiteY723" fmla="*/ 3149203 h 6858000"/>
              <a:gd name="connsiteX724" fmla="*/ 89753 w 7467600"/>
              <a:gd name="connsiteY724" fmla="*/ 2987702 h 6858000"/>
              <a:gd name="connsiteX725" fmla="*/ 76869 w 7467600"/>
              <a:gd name="connsiteY725" fmla="*/ 3005404 h 6858000"/>
              <a:gd name="connsiteX726" fmla="*/ 32049 w 7467600"/>
              <a:gd name="connsiteY726" fmla="*/ 3065814 h 6858000"/>
              <a:gd name="connsiteX727" fmla="*/ 0 w 7467600"/>
              <a:gd name="connsiteY727" fmla="*/ 3108744 h 6858000"/>
              <a:gd name="connsiteX728" fmla="*/ 0 w 7467600"/>
              <a:gd name="connsiteY728" fmla="*/ 3058059 h 6858000"/>
              <a:gd name="connsiteX729" fmla="*/ 7610 w 7467600"/>
              <a:gd name="connsiteY729" fmla="*/ 3047889 h 6858000"/>
              <a:gd name="connsiteX730" fmla="*/ 52419 w 7467600"/>
              <a:gd name="connsiteY730" fmla="*/ 2987479 h 6858000"/>
              <a:gd name="connsiteX731" fmla="*/ 59142 w 7467600"/>
              <a:gd name="connsiteY731" fmla="*/ 2978488 h 6858000"/>
              <a:gd name="connsiteX732" fmla="*/ 0 w 7467600"/>
              <a:gd name="connsiteY732" fmla="*/ 3015334 h 6858000"/>
              <a:gd name="connsiteX733" fmla="*/ 0 w 7467600"/>
              <a:gd name="connsiteY733" fmla="*/ 2914286 h 6858000"/>
              <a:gd name="connsiteX734" fmla="*/ 36383 w 7467600"/>
              <a:gd name="connsiteY734" fmla="*/ 2901128 h 6858000"/>
              <a:gd name="connsiteX735" fmla="*/ 156329 w 7467600"/>
              <a:gd name="connsiteY735" fmla="*/ 2840533 h 6858000"/>
              <a:gd name="connsiteX736" fmla="*/ 358355 w 7467600"/>
              <a:gd name="connsiteY736" fmla="*/ 2620471 h 6858000"/>
              <a:gd name="connsiteX737" fmla="*/ 510577 w 7467600"/>
              <a:gd name="connsiteY737" fmla="*/ 2501244 h 6858000"/>
              <a:gd name="connsiteX738" fmla="*/ 211967 w 7467600"/>
              <a:gd name="connsiteY738" fmla="*/ 2479171 h 6858000"/>
              <a:gd name="connsiteX739" fmla="*/ 0 w 7467600"/>
              <a:gd name="connsiteY739" fmla="*/ 2476398 h 6858000"/>
              <a:gd name="connsiteX740" fmla="*/ 0 w 7467600"/>
              <a:gd name="connsiteY740" fmla="*/ 2389189 h 6858000"/>
              <a:gd name="connsiteX741" fmla="*/ 103062 w 7467600"/>
              <a:gd name="connsiteY741" fmla="*/ 2389518 h 6858000"/>
              <a:gd name="connsiteX742" fmla="*/ 510734 w 7467600"/>
              <a:gd name="connsiteY742" fmla="*/ 2416201 h 6858000"/>
              <a:gd name="connsiteX743" fmla="*/ 279257 w 7467600"/>
              <a:gd name="connsiteY743" fmla="*/ 2092102 h 6858000"/>
              <a:gd name="connsiteX744" fmla="*/ 65265 w 7467600"/>
              <a:gd name="connsiteY744" fmla="*/ 2006049 h 6858000"/>
              <a:gd name="connsiteX745" fmla="*/ 0 w 7467600"/>
              <a:gd name="connsiteY745" fmla="*/ 1982532 h 6858000"/>
              <a:gd name="connsiteX746" fmla="*/ 0 w 7467600"/>
              <a:gd name="connsiteY746" fmla="*/ 1912789 h 6858000"/>
              <a:gd name="connsiteX747" fmla="*/ 97460 w 7467600"/>
              <a:gd name="connsiteY747" fmla="*/ 1953725 h 6858000"/>
              <a:gd name="connsiteX748" fmla="*/ 221272 w 7467600"/>
              <a:gd name="connsiteY748" fmla="*/ 1980766 h 6858000"/>
              <a:gd name="connsiteX749" fmla="*/ 116765 w 7467600"/>
              <a:gd name="connsiteY749" fmla="*/ 1911033 h 6858000"/>
              <a:gd name="connsiteX750" fmla="*/ 16405 w 7467600"/>
              <a:gd name="connsiteY750" fmla="*/ 1803412 h 6858000"/>
              <a:gd name="connsiteX751" fmla="*/ 0 w 7467600"/>
              <a:gd name="connsiteY751" fmla="*/ 1784777 h 6858000"/>
              <a:gd name="connsiteX752" fmla="*/ 0 w 7467600"/>
              <a:gd name="connsiteY752" fmla="*/ 1740082 h 6858000"/>
              <a:gd name="connsiteX753" fmla="*/ 39394 w 7467600"/>
              <a:gd name="connsiteY753" fmla="*/ 1784856 h 6858000"/>
              <a:gd name="connsiteX754" fmla="*/ 135813 w 7467600"/>
              <a:gd name="connsiteY754" fmla="*/ 1888838 h 6858000"/>
              <a:gd name="connsiteX755" fmla="*/ 242575 w 7467600"/>
              <a:gd name="connsiteY755" fmla="*/ 1958841 h 6858000"/>
              <a:gd name="connsiteX756" fmla="*/ 82197 w 7467600"/>
              <a:gd name="connsiteY756" fmla="*/ 1754826 h 6858000"/>
              <a:gd name="connsiteX757" fmla="*/ 0 w 7467600"/>
              <a:gd name="connsiteY757" fmla="*/ 1679650 h 6858000"/>
              <a:gd name="connsiteX758" fmla="*/ 0 w 7467600"/>
              <a:gd name="connsiteY758" fmla="*/ 1602463 h 6858000"/>
              <a:gd name="connsiteX759" fmla="*/ 84689 w 7467600"/>
              <a:gd name="connsiteY759" fmla="*/ 1677442 h 6858000"/>
              <a:gd name="connsiteX760" fmla="*/ 298437 w 7467600"/>
              <a:gd name="connsiteY760" fmla="*/ 1968019 h 6858000"/>
              <a:gd name="connsiteX761" fmla="*/ 227269 w 7467600"/>
              <a:gd name="connsiteY761" fmla="*/ 1114064 h 6858000"/>
              <a:gd name="connsiteX762" fmla="*/ 248003 w 7467600"/>
              <a:gd name="connsiteY762" fmla="*/ 1089613 h 6858000"/>
              <a:gd name="connsiteX763" fmla="*/ 427020 w 7467600"/>
              <a:gd name="connsiteY763" fmla="*/ 1619803 h 6858000"/>
              <a:gd name="connsiteX764" fmla="*/ 340345 w 7467600"/>
              <a:gd name="connsiteY764" fmla="*/ 2027739 h 6858000"/>
              <a:gd name="connsiteX765" fmla="*/ 360865 w 7467600"/>
              <a:gd name="connsiteY765" fmla="*/ 2044827 h 6858000"/>
              <a:gd name="connsiteX766" fmla="*/ 560414 w 7467600"/>
              <a:gd name="connsiteY766" fmla="*/ 2421457 h 6858000"/>
              <a:gd name="connsiteX767" fmla="*/ 1359703 w 7467600"/>
              <a:gd name="connsiteY767" fmla="*/ 2578554 h 6858000"/>
              <a:gd name="connsiteX768" fmla="*/ 1359422 w 7467600"/>
              <a:gd name="connsiteY768" fmla="*/ 2577994 h 6858000"/>
              <a:gd name="connsiteX769" fmla="*/ 828701 w 7467600"/>
              <a:gd name="connsiteY769" fmla="*/ 1839520 h 6858000"/>
              <a:gd name="connsiteX770" fmla="*/ 494427 w 7467600"/>
              <a:gd name="connsiteY770" fmla="*/ 1092333 h 6858000"/>
              <a:gd name="connsiteX771" fmla="*/ 506322 w 7467600"/>
              <a:gd name="connsiteY771" fmla="*/ 1020997 h 6858000"/>
              <a:gd name="connsiteX772" fmla="*/ 4570198 w 7467600"/>
              <a:gd name="connsiteY772" fmla="*/ 978081 h 6858000"/>
              <a:gd name="connsiteX773" fmla="*/ 4523691 w 7467600"/>
              <a:gd name="connsiteY773" fmla="*/ 1127776 h 6858000"/>
              <a:gd name="connsiteX774" fmla="*/ 4509875 w 7467600"/>
              <a:gd name="connsiteY774" fmla="*/ 1167552 h 6858000"/>
              <a:gd name="connsiteX775" fmla="*/ 4478168 w 7467600"/>
              <a:gd name="connsiteY775" fmla="*/ 1260735 h 6858000"/>
              <a:gd name="connsiteX776" fmla="*/ 4409309 w 7467600"/>
              <a:gd name="connsiteY776" fmla="*/ 1666996 h 6858000"/>
              <a:gd name="connsiteX777" fmla="*/ 4370031 w 7467600"/>
              <a:gd name="connsiteY777" fmla="*/ 1955666 h 6858000"/>
              <a:gd name="connsiteX778" fmla="*/ 4570198 w 7467600"/>
              <a:gd name="connsiteY778" fmla="*/ 978081 h 6858000"/>
              <a:gd name="connsiteX779" fmla="*/ 4557898 w 7467600"/>
              <a:gd name="connsiteY779" fmla="*/ 900011 h 6858000"/>
              <a:gd name="connsiteX780" fmla="*/ 4344840 w 7467600"/>
              <a:gd name="connsiteY780" fmla="*/ 1922038 h 6858000"/>
              <a:gd name="connsiteX781" fmla="*/ 4378710 w 7467600"/>
              <a:gd name="connsiteY781" fmla="*/ 1665516 h 6858000"/>
              <a:gd name="connsiteX782" fmla="*/ 4448798 w 7467600"/>
              <a:gd name="connsiteY782" fmla="*/ 1253024 h 6858000"/>
              <a:gd name="connsiteX783" fmla="*/ 4480315 w 7467600"/>
              <a:gd name="connsiteY783" fmla="*/ 1158454 h 6858000"/>
              <a:gd name="connsiteX784" fmla="*/ 4494133 w 7467600"/>
              <a:gd name="connsiteY784" fmla="*/ 1118676 h 6858000"/>
              <a:gd name="connsiteX785" fmla="*/ 4557898 w 7467600"/>
              <a:gd name="connsiteY785" fmla="*/ 900011 h 6858000"/>
              <a:gd name="connsiteX786" fmla="*/ 5870151 w 7467600"/>
              <a:gd name="connsiteY786" fmla="*/ 898890 h 6858000"/>
              <a:gd name="connsiteX787" fmla="*/ 5861335 w 7467600"/>
              <a:gd name="connsiteY787" fmla="*/ 899177 h 6858000"/>
              <a:gd name="connsiteX788" fmla="*/ 5843702 w 7467600"/>
              <a:gd name="connsiteY788" fmla="*/ 899748 h 6858000"/>
              <a:gd name="connsiteX789" fmla="*/ 5651107 w 7467600"/>
              <a:gd name="connsiteY789" fmla="*/ 920306 h 6858000"/>
              <a:gd name="connsiteX790" fmla="*/ 5459407 w 7467600"/>
              <a:gd name="connsiteY790" fmla="*/ 940975 h 6858000"/>
              <a:gd name="connsiteX791" fmla="*/ 5374846 w 7467600"/>
              <a:gd name="connsiteY791" fmla="*/ 941988 h 6858000"/>
              <a:gd name="connsiteX792" fmla="*/ 5256105 w 7467600"/>
              <a:gd name="connsiteY792" fmla="*/ 945632 h 6858000"/>
              <a:gd name="connsiteX793" fmla="*/ 5107071 w 7467600"/>
              <a:gd name="connsiteY793" fmla="*/ 969720 h 6858000"/>
              <a:gd name="connsiteX794" fmla="*/ 4998681 w 7467600"/>
              <a:gd name="connsiteY794" fmla="*/ 988771 h 6858000"/>
              <a:gd name="connsiteX795" fmla="*/ 5870151 w 7467600"/>
              <a:gd name="connsiteY795" fmla="*/ 898890 h 6858000"/>
              <a:gd name="connsiteX796" fmla="*/ 5504425 w 7467600"/>
              <a:gd name="connsiteY796" fmla="*/ 848067 h 6858000"/>
              <a:gd name="connsiteX797" fmla="*/ 4968849 w 7467600"/>
              <a:gd name="connsiteY797" fmla="*/ 962318 h 6858000"/>
              <a:gd name="connsiteX798" fmla="*/ 5104039 w 7467600"/>
              <a:gd name="connsiteY798" fmla="*/ 940634 h 6858000"/>
              <a:gd name="connsiteX799" fmla="*/ 5256311 w 7467600"/>
              <a:gd name="connsiteY799" fmla="*/ 916490 h 6858000"/>
              <a:gd name="connsiteX800" fmla="*/ 5377381 w 7467600"/>
              <a:gd name="connsiteY800" fmla="*/ 912671 h 6858000"/>
              <a:gd name="connsiteX801" fmla="*/ 5460148 w 7467600"/>
              <a:gd name="connsiteY801" fmla="*/ 911442 h 6858000"/>
              <a:gd name="connsiteX802" fmla="*/ 5648971 w 7467600"/>
              <a:gd name="connsiteY802" fmla="*/ 891331 h 6858000"/>
              <a:gd name="connsiteX803" fmla="*/ 5844807 w 7467600"/>
              <a:gd name="connsiteY803" fmla="*/ 870718 h 6858000"/>
              <a:gd name="connsiteX804" fmla="*/ 5862975 w 7467600"/>
              <a:gd name="connsiteY804" fmla="*/ 869756 h 6858000"/>
              <a:gd name="connsiteX805" fmla="*/ 5920887 w 7467600"/>
              <a:gd name="connsiteY805" fmla="*/ 865929 h 6858000"/>
              <a:gd name="connsiteX806" fmla="*/ 5504425 w 7467600"/>
              <a:gd name="connsiteY806" fmla="*/ 848067 h 6858000"/>
              <a:gd name="connsiteX807" fmla="*/ 3607114 w 7467600"/>
              <a:gd name="connsiteY807" fmla="*/ 467441 h 6858000"/>
              <a:gd name="connsiteX808" fmla="*/ 3296242 w 7467600"/>
              <a:gd name="connsiteY808" fmla="*/ 807991 h 6858000"/>
              <a:gd name="connsiteX809" fmla="*/ 3174674 w 7467600"/>
              <a:gd name="connsiteY809" fmla="*/ 919759 h 6858000"/>
              <a:gd name="connsiteX810" fmla="*/ 3042978 w 7467600"/>
              <a:gd name="connsiteY810" fmla="*/ 1054894 h 6858000"/>
              <a:gd name="connsiteX811" fmla="*/ 2968914 w 7467600"/>
              <a:gd name="connsiteY811" fmla="*/ 1133756 h 6858000"/>
              <a:gd name="connsiteX812" fmla="*/ 3103823 w 7467600"/>
              <a:gd name="connsiteY812" fmla="*/ 1026814 h 6858000"/>
              <a:gd name="connsiteX813" fmla="*/ 3607114 w 7467600"/>
              <a:gd name="connsiteY813" fmla="*/ 467441 h 6858000"/>
              <a:gd name="connsiteX814" fmla="*/ 3744487 w 7467600"/>
              <a:gd name="connsiteY814" fmla="*/ 383136 h 6858000"/>
              <a:gd name="connsiteX815" fmla="*/ 3970213 w 7467600"/>
              <a:gd name="connsiteY815" fmla="*/ 995559 h 6858000"/>
              <a:gd name="connsiteX816" fmla="*/ 3744487 w 7467600"/>
              <a:gd name="connsiteY816" fmla="*/ 383136 h 6858000"/>
              <a:gd name="connsiteX817" fmla="*/ 3624562 w 7467600"/>
              <a:gd name="connsiteY817" fmla="*/ 367041 h 6858000"/>
              <a:gd name="connsiteX818" fmla="*/ 3489712 w 7467600"/>
              <a:gd name="connsiteY818" fmla="*/ 485386 h 6858000"/>
              <a:gd name="connsiteX819" fmla="*/ 3182994 w 7467600"/>
              <a:gd name="connsiteY819" fmla="*/ 828265 h 6858000"/>
              <a:gd name="connsiteX820" fmla="*/ 2892114 w 7467600"/>
              <a:gd name="connsiteY820" fmla="*/ 1172635 h 6858000"/>
              <a:gd name="connsiteX821" fmla="*/ 3021459 w 7467600"/>
              <a:gd name="connsiteY821" fmla="*/ 1035385 h 6858000"/>
              <a:gd name="connsiteX822" fmla="*/ 3153873 w 7467600"/>
              <a:gd name="connsiteY822" fmla="*/ 898971 h 6858000"/>
              <a:gd name="connsiteX823" fmla="*/ 3276511 w 7467600"/>
              <a:gd name="connsiteY823" fmla="*/ 786423 h 6858000"/>
              <a:gd name="connsiteX824" fmla="*/ 3584154 w 7467600"/>
              <a:gd name="connsiteY824" fmla="*/ 448218 h 6858000"/>
              <a:gd name="connsiteX825" fmla="*/ 3624562 w 7467600"/>
              <a:gd name="connsiteY825" fmla="*/ 367041 h 6858000"/>
              <a:gd name="connsiteX826" fmla="*/ 3766672 w 7467600"/>
              <a:gd name="connsiteY826" fmla="*/ 359429 h 6858000"/>
              <a:gd name="connsiteX827" fmla="*/ 3996338 w 7467600"/>
              <a:gd name="connsiteY827" fmla="*/ 968237 h 6858000"/>
              <a:gd name="connsiteX828" fmla="*/ 3766672 w 7467600"/>
              <a:gd name="connsiteY828" fmla="*/ 359429 h 6858000"/>
              <a:gd name="connsiteX829" fmla="*/ 5805386 w 7467600"/>
              <a:gd name="connsiteY829" fmla="*/ 239240 h 6858000"/>
              <a:gd name="connsiteX830" fmla="*/ 5736947 w 7467600"/>
              <a:gd name="connsiteY830" fmla="*/ 261367 h 6858000"/>
              <a:gd name="connsiteX831" fmla="*/ 5427012 w 7467600"/>
              <a:gd name="connsiteY831" fmla="*/ 311272 h 6858000"/>
              <a:gd name="connsiteX832" fmla="*/ 5147818 w 7467600"/>
              <a:gd name="connsiteY832" fmla="*/ 322112 h 6858000"/>
              <a:gd name="connsiteX833" fmla="*/ 5060854 w 7467600"/>
              <a:gd name="connsiteY833" fmla="*/ 311882 h 6858000"/>
              <a:gd name="connsiteX834" fmla="*/ 4945989 w 7467600"/>
              <a:gd name="connsiteY834" fmla="*/ 300516 h 6858000"/>
              <a:gd name="connsiteX835" fmla="*/ 5410479 w 7467600"/>
              <a:gd name="connsiteY835" fmla="*/ 348434 h 6858000"/>
              <a:gd name="connsiteX836" fmla="*/ 5805386 w 7467600"/>
              <a:gd name="connsiteY836" fmla="*/ 239240 h 6858000"/>
              <a:gd name="connsiteX837" fmla="*/ 5905192 w 7467600"/>
              <a:gd name="connsiteY837" fmla="*/ 163079 h 6858000"/>
              <a:gd name="connsiteX838" fmla="*/ 5865655 w 7467600"/>
              <a:gd name="connsiteY838" fmla="*/ 171901 h 6858000"/>
              <a:gd name="connsiteX839" fmla="*/ 5259740 w 7467600"/>
              <a:gd name="connsiteY839" fmla="*/ 257013 h 6858000"/>
              <a:gd name="connsiteX840" fmla="*/ 5208466 w 7467600"/>
              <a:gd name="connsiteY840" fmla="*/ 257550 h 6858000"/>
              <a:gd name="connsiteX841" fmla="*/ 4980204 w 7467600"/>
              <a:gd name="connsiteY841" fmla="*/ 271903 h 6858000"/>
              <a:gd name="connsiteX842" fmla="*/ 5068068 w 7467600"/>
              <a:gd name="connsiteY842" fmla="*/ 282244 h 6858000"/>
              <a:gd name="connsiteX843" fmla="*/ 5153231 w 7467600"/>
              <a:gd name="connsiteY843" fmla="*/ 292240 h 6858000"/>
              <a:gd name="connsiteX844" fmla="*/ 5426491 w 7467600"/>
              <a:gd name="connsiteY844" fmla="*/ 281128 h 6858000"/>
              <a:gd name="connsiteX845" fmla="*/ 5731212 w 7467600"/>
              <a:gd name="connsiteY845" fmla="*/ 231951 h 6858000"/>
              <a:gd name="connsiteX846" fmla="*/ 5905192 w 7467600"/>
              <a:gd name="connsiteY846" fmla="*/ 163079 h 6858000"/>
              <a:gd name="connsiteX847" fmla="*/ 5944437 w 7467600"/>
              <a:gd name="connsiteY847" fmla="*/ 113829 h 6858000"/>
              <a:gd name="connsiteX848" fmla="*/ 5825032 w 7467600"/>
              <a:gd name="connsiteY848" fmla="*/ 146405 h 6858000"/>
              <a:gd name="connsiteX849" fmla="*/ 4955599 w 7467600"/>
              <a:gd name="connsiteY849" fmla="*/ 247008 h 6858000"/>
              <a:gd name="connsiteX850" fmla="*/ 5210104 w 7467600"/>
              <a:gd name="connsiteY850" fmla="*/ 228123 h 6858000"/>
              <a:gd name="connsiteX851" fmla="*/ 5261015 w 7467600"/>
              <a:gd name="connsiteY851" fmla="*/ 227087 h 6858000"/>
              <a:gd name="connsiteX852" fmla="*/ 5861181 w 7467600"/>
              <a:gd name="connsiteY852" fmla="*/ 143093 h 6858000"/>
              <a:gd name="connsiteX853" fmla="*/ 5961252 w 7467600"/>
              <a:gd name="connsiteY853" fmla="*/ 114820 h 6858000"/>
              <a:gd name="connsiteX854" fmla="*/ 5944437 w 7467600"/>
              <a:gd name="connsiteY854" fmla="*/ 113829 h 6858000"/>
              <a:gd name="connsiteX855" fmla="*/ 3882765 w 7467600"/>
              <a:gd name="connsiteY855" fmla="*/ 0 h 6858000"/>
              <a:gd name="connsiteX856" fmla="*/ 3995099 w 7467600"/>
              <a:gd name="connsiteY856" fmla="*/ 0 h 6858000"/>
              <a:gd name="connsiteX857" fmla="*/ 4163818 w 7467600"/>
              <a:gd name="connsiteY857" fmla="*/ 234104 h 6858000"/>
              <a:gd name="connsiteX858" fmla="*/ 4172099 w 7467600"/>
              <a:gd name="connsiteY858" fmla="*/ 234207 h 6858000"/>
              <a:gd name="connsiteX859" fmla="*/ 4784282 w 7467600"/>
              <a:gd name="connsiteY859" fmla="*/ 276561 h 6858000"/>
              <a:gd name="connsiteX860" fmla="*/ 4801687 w 7467600"/>
              <a:gd name="connsiteY860" fmla="*/ 267764 h 6858000"/>
              <a:gd name="connsiteX861" fmla="*/ 6082788 w 7467600"/>
              <a:gd name="connsiteY861" fmla="*/ 64119 h 6858000"/>
              <a:gd name="connsiteX862" fmla="*/ 6099442 w 7467600"/>
              <a:gd name="connsiteY862" fmla="*/ 82568 h 6858000"/>
              <a:gd name="connsiteX863" fmla="*/ 4804137 w 7467600"/>
              <a:gd name="connsiteY863" fmla="*/ 320931 h 6858000"/>
              <a:gd name="connsiteX864" fmla="*/ 4227047 w 7467600"/>
              <a:gd name="connsiteY864" fmla="*/ 313415 h 6858000"/>
              <a:gd name="connsiteX865" fmla="*/ 4346041 w 7467600"/>
              <a:gd name="connsiteY865" fmla="*/ 456086 h 6858000"/>
              <a:gd name="connsiteX866" fmla="*/ 4870967 w 7467600"/>
              <a:gd name="connsiteY866" fmla="*/ 963061 h 6858000"/>
              <a:gd name="connsiteX867" fmla="*/ 4889647 w 7467600"/>
              <a:gd name="connsiteY867" fmla="*/ 957147 h 6858000"/>
              <a:gd name="connsiteX868" fmla="*/ 5422504 w 7467600"/>
              <a:gd name="connsiteY868" fmla="*/ 805191 h 6858000"/>
              <a:gd name="connsiteX869" fmla="*/ 6087656 w 7467600"/>
              <a:gd name="connsiteY869" fmla="*/ 826703 h 6858000"/>
              <a:gd name="connsiteX870" fmla="*/ 6058717 w 7467600"/>
              <a:gd name="connsiteY870" fmla="*/ 865992 h 6858000"/>
              <a:gd name="connsiteX871" fmla="*/ 4974153 w 7467600"/>
              <a:gd name="connsiteY871" fmla="*/ 1045456 h 6858000"/>
              <a:gd name="connsiteX872" fmla="*/ 5627835 w 7467600"/>
              <a:gd name="connsiteY872" fmla="*/ 1472077 h 6858000"/>
              <a:gd name="connsiteX873" fmla="*/ 5629817 w 7467600"/>
              <a:gd name="connsiteY873" fmla="*/ 1471412 h 6858000"/>
              <a:gd name="connsiteX874" fmla="*/ 5634124 w 7467600"/>
              <a:gd name="connsiteY874" fmla="*/ 1470572 h 6858000"/>
              <a:gd name="connsiteX875" fmla="*/ 5755832 w 7467600"/>
              <a:gd name="connsiteY875" fmla="*/ 1383886 h 6858000"/>
              <a:gd name="connsiteX876" fmla="*/ 6014186 w 7467600"/>
              <a:gd name="connsiteY876" fmla="*/ 1279799 h 6858000"/>
              <a:gd name="connsiteX877" fmla="*/ 6901619 w 7467600"/>
              <a:gd name="connsiteY877" fmla="*/ 1047874 h 6858000"/>
              <a:gd name="connsiteX878" fmla="*/ 6931566 w 7467600"/>
              <a:gd name="connsiteY878" fmla="*/ 1062034 h 6858000"/>
              <a:gd name="connsiteX879" fmla="*/ 5790982 w 7467600"/>
              <a:gd name="connsiteY879" fmla="*/ 1561380 h 6858000"/>
              <a:gd name="connsiteX880" fmla="*/ 6188971 w 7467600"/>
              <a:gd name="connsiteY880" fmla="*/ 1755168 h 6858000"/>
              <a:gd name="connsiteX881" fmla="*/ 6202446 w 7467600"/>
              <a:gd name="connsiteY881" fmla="*/ 1752268 h 6858000"/>
              <a:gd name="connsiteX882" fmla="*/ 7179560 w 7467600"/>
              <a:gd name="connsiteY882" fmla="*/ 1467551 h 6858000"/>
              <a:gd name="connsiteX883" fmla="*/ 7158730 w 7467600"/>
              <a:gd name="connsiteY883" fmla="*/ 1507835 h 6858000"/>
              <a:gd name="connsiteX884" fmla="*/ 6326959 w 7467600"/>
              <a:gd name="connsiteY884" fmla="*/ 1817686 h 6858000"/>
              <a:gd name="connsiteX885" fmla="*/ 6537433 w 7467600"/>
              <a:gd name="connsiteY885" fmla="*/ 1907790 h 6858000"/>
              <a:gd name="connsiteX886" fmla="*/ 6550221 w 7467600"/>
              <a:gd name="connsiteY886" fmla="*/ 1910729 h 6858000"/>
              <a:gd name="connsiteX887" fmla="*/ 6964438 w 7467600"/>
              <a:gd name="connsiteY887" fmla="*/ 2209505 h 6858000"/>
              <a:gd name="connsiteX888" fmla="*/ 7367862 w 7467600"/>
              <a:gd name="connsiteY888" fmla="*/ 2806833 h 6858000"/>
              <a:gd name="connsiteX889" fmla="*/ 7364329 w 7467600"/>
              <a:gd name="connsiteY889" fmla="*/ 2826907 h 6858000"/>
              <a:gd name="connsiteX890" fmla="*/ 7290545 w 7467600"/>
              <a:gd name="connsiteY890" fmla="*/ 2850663 h 6858000"/>
              <a:gd name="connsiteX891" fmla="*/ 6472036 w 7467600"/>
              <a:gd name="connsiteY891" fmla="*/ 1959003 h 6858000"/>
              <a:gd name="connsiteX892" fmla="*/ 5792897 w 7467600"/>
              <a:gd name="connsiteY892" fmla="*/ 1647747 h 6858000"/>
              <a:gd name="connsiteX893" fmla="*/ 5842751 w 7467600"/>
              <a:gd name="connsiteY893" fmla="*/ 1816112 h 6858000"/>
              <a:gd name="connsiteX894" fmla="*/ 5847424 w 7467600"/>
              <a:gd name="connsiteY894" fmla="*/ 1815776 h 6858000"/>
              <a:gd name="connsiteX895" fmla="*/ 6399821 w 7467600"/>
              <a:gd name="connsiteY895" fmla="*/ 2344799 h 6858000"/>
              <a:gd name="connsiteX896" fmla="*/ 6323232 w 7467600"/>
              <a:gd name="connsiteY896" fmla="*/ 2389634 h 6858000"/>
              <a:gd name="connsiteX897" fmla="*/ 5942958 w 7467600"/>
              <a:gd name="connsiteY897" fmla="*/ 2077708 h 6858000"/>
              <a:gd name="connsiteX898" fmla="*/ 5921559 w 7467600"/>
              <a:gd name="connsiteY898" fmla="*/ 2378596 h 6858000"/>
              <a:gd name="connsiteX899" fmla="*/ 5817651 w 7467600"/>
              <a:gd name="connsiteY899" fmla="*/ 3023919 h 6858000"/>
              <a:gd name="connsiteX900" fmla="*/ 5729634 w 7467600"/>
              <a:gd name="connsiteY900" fmla="*/ 3051849 h 6858000"/>
              <a:gd name="connsiteX901" fmla="*/ 5611018 w 7467600"/>
              <a:gd name="connsiteY901" fmla="*/ 2316769 h 6858000"/>
              <a:gd name="connsiteX902" fmla="*/ 5687608 w 7467600"/>
              <a:gd name="connsiteY902" fmla="*/ 2039972 h 6858000"/>
              <a:gd name="connsiteX903" fmla="*/ 5657554 w 7467600"/>
              <a:gd name="connsiteY903" fmla="*/ 1576445 h 6858000"/>
              <a:gd name="connsiteX904" fmla="*/ 5150475 w 7467600"/>
              <a:gd name="connsiteY904" fmla="*/ 1274012 h 6858000"/>
              <a:gd name="connsiteX905" fmla="*/ 5349142 w 7467600"/>
              <a:gd name="connsiteY905" fmla="*/ 2204405 h 6858000"/>
              <a:gd name="connsiteX906" fmla="*/ 5262214 w 7467600"/>
              <a:gd name="connsiteY906" fmla="*/ 2233836 h 6858000"/>
              <a:gd name="connsiteX907" fmla="*/ 4981539 w 7467600"/>
              <a:gd name="connsiteY907" fmla="*/ 1542201 h 6858000"/>
              <a:gd name="connsiteX908" fmla="*/ 4958461 w 7467600"/>
              <a:gd name="connsiteY908" fmla="*/ 1136957 h 6858000"/>
              <a:gd name="connsiteX909" fmla="*/ 4655015 w 7467600"/>
              <a:gd name="connsiteY909" fmla="*/ 891426 h 6858000"/>
              <a:gd name="connsiteX910" fmla="*/ 4348002 w 7467600"/>
              <a:gd name="connsiteY910" fmla="*/ 2205895 h 6858000"/>
              <a:gd name="connsiteX911" fmla="*/ 4262250 w 7467600"/>
              <a:gd name="connsiteY911" fmla="*/ 2219972 h 6858000"/>
              <a:gd name="connsiteX912" fmla="*/ 4550611 w 7467600"/>
              <a:gd name="connsiteY912" fmla="*/ 817540 h 6858000"/>
              <a:gd name="connsiteX913" fmla="*/ 4564418 w 7467600"/>
              <a:gd name="connsiteY913" fmla="*/ 808293 h 6858000"/>
              <a:gd name="connsiteX914" fmla="*/ 4266388 w 7467600"/>
              <a:gd name="connsiteY914" fmla="*/ 500083 h 6858000"/>
              <a:gd name="connsiteX915" fmla="*/ 4032842 w 7467600"/>
              <a:gd name="connsiteY915" fmla="*/ 211809 h 6858000"/>
              <a:gd name="connsiteX916" fmla="*/ 3882765 w 7467600"/>
              <a:gd name="connsiteY916" fmla="*/ 0 h 6858000"/>
              <a:gd name="connsiteX917" fmla="*/ 3721337 w 7467600"/>
              <a:gd name="connsiteY917" fmla="*/ 0 h 6858000"/>
              <a:gd name="connsiteX918" fmla="*/ 3797544 w 7467600"/>
              <a:gd name="connsiteY918" fmla="*/ 0 h 6858000"/>
              <a:gd name="connsiteX919" fmla="*/ 3775734 w 7467600"/>
              <a:gd name="connsiteY919" fmla="*/ 95131 h 6858000"/>
              <a:gd name="connsiteX920" fmla="*/ 3724807 w 7467600"/>
              <a:gd name="connsiteY920" fmla="*/ 272257 h 6858000"/>
              <a:gd name="connsiteX921" fmla="*/ 3726844 w 7467600"/>
              <a:gd name="connsiteY921" fmla="*/ 282988 h 6858000"/>
              <a:gd name="connsiteX922" fmla="*/ 3742664 w 7467600"/>
              <a:gd name="connsiteY922" fmla="*/ 279918 h 6858000"/>
              <a:gd name="connsiteX923" fmla="*/ 4103910 w 7467600"/>
              <a:gd name="connsiteY923" fmla="*/ 1161917 h 6858000"/>
              <a:gd name="connsiteX924" fmla="*/ 4020269 w 7467600"/>
              <a:gd name="connsiteY924" fmla="*/ 1200406 h 6858000"/>
              <a:gd name="connsiteX925" fmla="*/ 3674882 w 7467600"/>
              <a:gd name="connsiteY925" fmla="*/ 488524 h 6858000"/>
              <a:gd name="connsiteX926" fmla="*/ 3132682 w 7467600"/>
              <a:gd name="connsiteY926" fmla="*/ 1072284 h 6858000"/>
              <a:gd name="connsiteX927" fmla="*/ 2716346 w 7467600"/>
              <a:gd name="connsiteY927" fmla="*/ 1276376 h 6858000"/>
              <a:gd name="connsiteX928" fmla="*/ 2716772 w 7467600"/>
              <a:gd name="connsiteY928" fmla="*/ 1255462 h 6858000"/>
              <a:gd name="connsiteX929" fmla="*/ 3471096 w 7467600"/>
              <a:gd name="connsiteY929" fmla="*/ 437072 h 6858000"/>
              <a:gd name="connsiteX930" fmla="*/ 3639057 w 7467600"/>
              <a:gd name="connsiteY930" fmla="*/ 286334 h 6858000"/>
              <a:gd name="connsiteX931" fmla="*/ 3640309 w 7467600"/>
              <a:gd name="connsiteY931" fmla="*/ 284664 h 6858000"/>
              <a:gd name="connsiteX932" fmla="*/ 3646022 w 7467600"/>
              <a:gd name="connsiteY932" fmla="*/ 276711 h 6858000"/>
              <a:gd name="connsiteX933" fmla="*/ 3707943 w 7467600"/>
              <a:gd name="connsiteY933" fmla="*/ 65958 h 6858000"/>
              <a:gd name="connsiteX934" fmla="*/ 3721337 w 7467600"/>
              <a:gd name="connsiteY934" fmla="*/ 0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2867960 w 7467600"/>
              <a:gd name="connsiteY949" fmla="*/ 0 h 6858000"/>
              <a:gd name="connsiteX950" fmla="*/ 1057230 w 7467600"/>
              <a:gd name="connsiteY950" fmla="*/ 0 h 6858000"/>
              <a:gd name="connsiteX951" fmla="*/ 1111003 w 7467600"/>
              <a:gd name="connsiteY951" fmla="*/ 0 h 6858000"/>
              <a:gd name="connsiteX952" fmla="*/ 1125553 w 7467600"/>
              <a:gd name="connsiteY952" fmla="*/ 52588 h 6858000"/>
              <a:gd name="connsiteX953" fmla="*/ 1304276 w 7467600"/>
              <a:gd name="connsiteY953" fmla="*/ 476275 h 6858000"/>
              <a:gd name="connsiteX954" fmla="*/ 1492066 w 7467600"/>
              <a:gd name="connsiteY954" fmla="*/ 886333 h 6858000"/>
              <a:gd name="connsiteX955" fmla="*/ 1423698 w 7467600"/>
              <a:gd name="connsiteY955" fmla="*/ 710817 h 6858000"/>
              <a:gd name="connsiteX956" fmla="*/ 1357609 w 7467600"/>
              <a:gd name="connsiteY956" fmla="*/ 532892 h 6858000"/>
              <a:gd name="connsiteX957" fmla="*/ 1309550 w 7467600"/>
              <a:gd name="connsiteY957" fmla="*/ 374031 h 6858000"/>
              <a:gd name="connsiteX958" fmla="*/ 1193673 w 7467600"/>
              <a:gd name="connsiteY958" fmla="*/ 49533 h 6858000"/>
              <a:gd name="connsiteX959" fmla="*/ 1164391 w 7467600"/>
              <a:gd name="connsiteY959" fmla="*/ 0 h 6858000"/>
              <a:gd name="connsiteX960" fmla="*/ 1200666 w 7467600"/>
              <a:gd name="connsiteY960" fmla="*/ 0 h 6858000"/>
              <a:gd name="connsiteX961" fmla="*/ 1223408 w 7467600"/>
              <a:gd name="connsiteY961" fmla="*/ 38996 h 6858000"/>
              <a:gd name="connsiteX962" fmla="*/ 1339635 w 7467600"/>
              <a:gd name="connsiteY962" fmla="*/ 365517 h 6858000"/>
              <a:gd name="connsiteX963" fmla="*/ 1387469 w 7467600"/>
              <a:gd name="connsiteY963" fmla="*/ 523079 h 6858000"/>
              <a:gd name="connsiteX964" fmla="*/ 1452685 w 7467600"/>
              <a:gd name="connsiteY964" fmla="*/ 699806 h 6858000"/>
              <a:gd name="connsiteX965" fmla="*/ 1492092 w 7467600"/>
              <a:gd name="connsiteY965" fmla="*/ 800424 h 6858000"/>
              <a:gd name="connsiteX966" fmla="*/ 1455302 w 7467600"/>
              <a:gd name="connsiteY966" fmla="*/ 632913 h 6858000"/>
              <a:gd name="connsiteX967" fmla="*/ 1222336 w 7467600"/>
              <a:gd name="connsiteY967" fmla="*/ 9480 h 6858000"/>
              <a:gd name="connsiteX968" fmla="*/ 1214634 w 7467600"/>
              <a:gd name="connsiteY968" fmla="*/ 0 h 6858000"/>
              <a:gd name="connsiteX969" fmla="*/ 1289827 w 7467600"/>
              <a:gd name="connsiteY969" fmla="*/ 0 h 6858000"/>
              <a:gd name="connsiteX970" fmla="*/ 1321076 w 7467600"/>
              <a:gd name="connsiteY970" fmla="*/ 59722 h 6858000"/>
              <a:gd name="connsiteX971" fmla="*/ 1512579 w 7467600"/>
              <a:gd name="connsiteY971" fmla="*/ 626441 h 6858000"/>
              <a:gd name="connsiteX972" fmla="*/ 1506076 w 7467600"/>
              <a:gd name="connsiteY972" fmla="*/ 1089289 h 6858000"/>
              <a:gd name="connsiteX973" fmla="*/ 1486346 w 7467600"/>
              <a:gd name="connsiteY973" fmla="*/ 1079919 h 6858000"/>
              <a:gd name="connsiteX974" fmla="*/ 1070511 w 7467600"/>
              <a:gd name="connsiteY974" fmla="*/ 48609 h 6858000"/>
              <a:gd name="connsiteX975" fmla="*/ 1057230 w 7467600"/>
              <a:gd name="connsiteY975" fmla="*/ 0 h 6858000"/>
              <a:gd name="connsiteX976" fmla="*/ 43151 w 7467600"/>
              <a:gd name="connsiteY976" fmla="*/ 0 h 6858000"/>
              <a:gd name="connsiteX977" fmla="*/ 95283 w 7467600"/>
              <a:gd name="connsiteY977" fmla="*/ 0 h 6858000"/>
              <a:gd name="connsiteX978" fmla="*/ 300708 w 7467600"/>
              <a:gd name="connsiteY978" fmla="*/ 154571 h 6858000"/>
              <a:gd name="connsiteX979" fmla="*/ 530414 w 7467600"/>
              <a:gd name="connsiteY979" fmla="*/ 354673 h 6858000"/>
              <a:gd name="connsiteX980" fmla="*/ 333785 w 7467600"/>
              <a:gd name="connsiteY980" fmla="*/ 161564 h 6858000"/>
              <a:gd name="connsiteX981" fmla="*/ 147005 w 7467600"/>
              <a:gd name="connsiteY981" fmla="*/ 0 h 6858000"/>
              <a:gd name="connsiteX982" fmla="*/ 272509 w 7467600"/>
              <a:gd name="connsiteY982" fmla="*/ 0 h 6858000"/>
              <a:gd name="connsiteX983" fmla="*/ 326276 w 7467600"/>
              <a:gd name="connsiteY983" fmla="*/ 45847 h 6858000"/>
              <a:gd name="connsiteX984" fmla="*/ 823759 w 7467600"/>
              <a:gd name="connsiteY984" fmla="*/ 574145 h 6858000"/>
              <a:gd name="connsiteX985" fmla="*/ 811254 w 7467600"/>
              <a:gd name="connsiteY985" fmla="*/ 665546 h 6858000"/>
              <a:gd name="connsiteX986" fmla="*/ 154042 w 7467600"/>
              <a:gd name="connsiteY986" fmla="*/ 261522 h 6858000"/>
              <a:gd name="connsiteX987" fmla="*/ 13550 w 7467600"/>
              <a:gd name="connsiteY987" fmla="*/ 158423 h 6858000"/>
              <a:gd name="connsiteX988" fmla="*/ 0 w 7467600"/>
              <a:gd name="connsiteY988" fmla="*/ 146618 h 6858000"/>
              <a:gd name="connsiteX989" fmla="*/ 0 w 7467600"/>
              <a:gd name="connsiteY989" fmla="*/ 59161 h 6858000"/>
              <a:gd name="connsiteX990" fmla="*/ 45427 w 7467600"/>
              <a:gd name="connsiteY990" fmla="*/ 101078 h 6858000"/>
              <a:gd name="connsiteX991" fmla="*/ 630103 w 7467600"/>
              <a:gd name="connsiteY991" fmla="*/ 485885 h 6858000"/>
              <a:gd name="connsiteX992" fmla="*/ 532040 w 7467600"/>
              <a:gd name="connsiteY992" fmla="*/ 399359 h 6858000"/>
              <a:gd name="connsiteX993" fmla="*/ 517618 w 7467600"/>
              <a:gd name="connsiteY993" fmla="*/ 385726 h 6858000"/>
              <a:gd name="connsiteX994" fmla="*/ 285074 w 7467600"/>
              <a:gd name="connsiteY994" fmla="*/ 182755 h 6858000"/>
              <a:gd name="connsiteX995" fmla="*/ 43151 w 7467600"/>
              <a:gd name="connsiteY99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1903353 w 7467600"/>
              <a:gd name="connsiteY139" fmla="*/ 5044827 h 6858000"/>
              <a:gd name="connsiteX140" fmla="*/ 1936931 w 7467600"/>
              <a:gd name="connsiteY140" fmla="*/ 5093954 h 6858000"/>
              <a:gd name="connsiteX141" fmla="*/ 2195868 w 7467600"/>
              <a:gd name="connsiteY141" fmla="*/ 5396574 h 6858000"/>
              <a:gd name="connsiteX142" fmla="*/ 2088852 w 7467600"/>
              <a:gd name="connsiteY142" fmla="*/ 5166123 h 6858000"/>
              <a:gd name="connsiteX143" fmla="*/ 1958241 w 7467600"/>
              <a:gd name="connsiteY143" fmla="*/ 5067955 h 6858000"/>
              <a:gd name="connsiteX144" fmla="*/ 1903353 w 7467600"/>
              <a:gd name="connsiteY144" fmla="*/ 5044827 h 6858000"/>
              <a:gd name="connsiteX145" fmla="*/ 1979378 w 7467600"/>
              <a:gd name="connsiteY145" fmla="*/ 4769504 h 6858000"/>
              <a:gd name="connsiteX146" fmla="*/ 2882120 w 7467600"/>
              <a:gd name="connsiteY146" fmla="*/ 5064547 h 6858000"/>
              <a:gd name="connsiteX147" fmla="*/ 2793103 w 7467600"/>
              <a:gd name="connsiteY147" fmla="*/ 5039699 h 6858000"/>
              <a:gd name="connsiteX148" fmla="*/ 2770041 w 7467600"/>
              <a:gd name="connsiteY148" fmla="*/ 5033634 h 6858000"/>
              <a:gd name="connsiteX149" fmla="*/ 1979378 w 7467600"/>
              <a:gd name="connsiteY149" fmla="*/ 4769504 h 6858000"/>
              <a:gd name="connsiteX150" fmla="*/ 1927410 w 7467600"/>
              <a:gd name="connsiteY150" fmla="*/ 4716164 h 6858000"/>
              <a:gd name="connsiteX151" fmla="*/ 1959587 w 7467600"/>
              <a:gd name="connsiteY151" fmla="*/ 4728849 h 6858000"/>
              <a:gd name="connsiteX152" fmla="*/ 2777707 w 7467600"/>
              <a:gd name="connsiteY152" fmla="*/ 5003991 h 6858000"/>
              <a:gd name="connsiteX153" fmla="*/ 2800768 w 7467600"/>
              <a:gd name="connsiteY153" fmla="*/ 5010056 h 6858000"/>
              <a:gd name="connsiteX154" fmla="*/ 2879408 w 7467600"/>
              <a:gd name="connsiteY154" fmla="*/ 5031590 h 6858000"/>
              <a:gd name="connsiteX155" fmla="*/ 2862295 w 7467600"/>
              <a:gd name="connsiteY155" fmla="*/ 5022958 h 6858000"/>
              <a:gd name="connsiteX156" fmla="*/ 2813343 w 7467600"/>
              <a:gd name="connsiteY156" fmla="*/ 4998369 h 6858000"/>
              <a:gd name="connsiteX157" fmla="*/ 2646245 w 7467600"/>
              <a:gd name="connsiteY157" fmla="*/ 4930999 h 6858000"/>
              <a:gd name="connsiteX158" fmla="*/ 1999243 w 7467600"/>
              <a:gd name="connsiteY158" fmla="*/ 4730524 h 6858000"/>
              <a:gd name="connsiteX159" fmla="*/ 1979527 w 7467600"/>
              <a:gd name="connsiteY159" fmla="*/ 4726651 h 6858000"/>
              <a:gd name="connsiteX160" fmla="*/ 1927410 w 7467600"/>
              <a:gd name="connsiteY160" fmla="*/ 4716164 h 6858000"/>
              <a:gd name="connsiteX161" fmla="*/ 1997014 w 7467600"/>
              <a:gd name="connsiteY161" fmla="*/ 4698007 h 6858000"/>
              <a:gd name="connsiteX162" fmla="*/ 2005458 w 7467600"/>
              <a:gd name="connsiteY162" fmla="*/ 4699540 h 6858000"/>
              <a:gd name="connsiteX163" fmla="*/ 2657186 w 7467600"/>
              <a:gd name="connsiteY163" fmla="*/ 4901687 h 6858000"/>
              <a:gd name="connsiteX164" fmla="*/ 2826662 w 7467600"/>
              <a:gd name="connsiteY164" fmla="*/ 4970362 h 6858000"/>
              <a:gd name="connsiteX165" fmla="*/ 2876100 w 7467600"/>
              <a:gd name="connsiteY165" fmla="*/ 4995397 h 6858000"/>
              <a:gd name="connsiteX166" fmla="*/ 3042600 w 7467600"/>
              <a:gd name="connsiteY166" fmla="*/ 5059532 h 6858000"/>
              <a:gd name="connsiteX167" fmla="*/ 1997014 w 7467600"/>
              <a:gd name="connsiteY167" fmla="*/ 4698007 h 6858000"/>
              <a:gd name="connsiteX168" fmla="*/ 2305292 w 7467600"/>
              <a:gd name="connsiteY168" fmla="*/ 4219492 h 6858000"/>
              <a:gd name="connsiteX169" fmla="*/ 3360922 w 7467600"/>
              <a:gd name="connsiteY169" fmla="*/ 4529373 h 6858000"/>
              <a:gd name="connsiteX170" fmla="*/ 3492420 w 7467600"/>
              <a:gd name="connsiteY170" fmla="*/ 4510145 h 6858000"/>
              <a:gd name="connsiteX171" fmla="*/ 3364086 w 7467600"/>
              <a:gd name="connsiteY171" fmla="*/ 4480340 h 6858000"/>
              <a:gd name="connsiteX172" fmla="*/ 3225818 w 7467600"/>
              <a:gd name="connsiteY172" fmla="*/ 4411822 h 6858000"/>
              <a:gd name="connsiteX173" fmla="*/ 3129696 w 7467600"/>
              <a:gd name="connsiteY173" fmla="*/ 4360704 h 6858000"/>
              <a:gd name="connsiteX174" fmla="*/ 2814545 w 7467600"/>
              <a:gd name="connsiteY174" fmla="*/ 4282955 h 6858000"/>
              <a:gd name="connsiteX175" fmla="*/ 2305292 w 7467600"/>
              <a:gd name="connsiteY175" fmla="*/ 4219492 h 6858000"/>
              <a:gd name="connsiteX176" fmla="*/ 2626982 w 7467600"/>
              <a:gd name="connsiteY176" fmla="*/ 4206450 h 6858000"/>
              <a:gd name="connsiteX177" fmla="*/ 2490617 w 7467600"/>
              <a:gd name="connsiteY177" fmla="*/ 4206951 h 6858000"/>
              <a:gd name="connsiteX178" fmla="*/ 2819869 w 7467600"/>
              <a:gd name="connsiteY178" fmla="*/ 4252936 h 6858000"/>
              <a:gd name="connsiteX179" fmla="*/ 3143018 w 7467600"/>
              <a:gd name="connsiteY179" fmla="*/ 4332698 h 6858000"/>
              <a:gd name="connsiteX180" fmla="*/ 3241520 w 7467600"/>
              <a:gd name="connsiteY180" fmla="*/ 4385112 h 6858000"/>
              <a:gd name="connsiteX181" fmla="*/ 3374575 w 7467600"/>
              <a:gd name="connsiteY181" fmla="*/ 4451517 h 6858000"/>
              <a:gd name="connsiteX182" fmla="*/ 3505221 w 7467600"/>
              <a:gd name="connsiteY182" fmla="*/ 4480757 h 6858000"/>
              <a:gd name="connsiteX183" fmla="*/ 2626982 w 7467600"/>
              <a:gd name="connsiteY183" fmla="*/ 4206450 h 6858000"/>
              <a:gd name="connsiteX184" fmla="*/ 1310106 w 7467600"/>
              <a:gd name="connsiteY184" fmla="*/ 3943217 h 6858000"/>
              <a:gd name="connsiteX185" fmla="*/ 854994 w 7467600"/>
              <a:gd name="connsiteY185" fmla="*/ 4399136 h 6858000"/>
              <a:gd name="connsiteX186" fmla="*/ 742462 w 7467600"/>
              <a:gd name="connsiteY186" fmla="*/ 4594648 h 6858000"/>
              <a:gd name="connsiteX187" fmla="*/ 820602 w 7467600"/>
              <a:gd name="connsiteY187" fmla="*/ 4485915 h 6858000"/>
              <a:gd name="connsiteX188" fmla="*/ 878295 w 7467600"/>
              <a:gd name="connsiteY188" fmla="*/ 4403594 h 6858000"/>
              <a:gd name="connsiteX189" fmla="*/ 1240607 w 7467600"/>
              <a:gd name="connsiteY189" fmla="*/ 4010401 h 6858000"/>
              <a:gd name="connsiteX190" fmla="*/ 1310106 w 7467600"/>
              <a:gd name="connsiteY190" fmla="*/ 3943217 h 6858000"/>
              <a:gd name="connsiteX191" fmla="*/ 1423113 w 7467600"/>
              <a:gd name="connsiteY191" fmla="*/ 3874565 h 6858000"/>
              <a:gd name="connsiteX192" fmla="*/ 1260565 w 7467600"/>
              <a:gd name="connsiteY192" fmla="*/ 4031982 h 6858000"/>
              <a:gd name="connsiteX193" fmla="*/ 901900 w 7467600"/>
              <a:gd name="connsiteY193" fmla="*/ 4421236 h 6858000"/>
              <a:gd name="connsiteX194" fmla="*/ 845044 w 7467600"/>
              <a:gd name="connsiteY194" fmla="*/ 4502436 h 6858000"/>
              <a:gd name="connsiteX195" fmla="*/ 685926 w 7467600"/>
              <a:gd name="connsiteY195" fmla="*/ 4703069 h 6858000"/>
              <a:gd name="connsiteX196" fmla="*/ 684248 w 7467600"/>
              <a:gd name="connsiteY196" fmla="*/ 4706721 h 6858000"/>
              <a:gd name="connsiteX197" fmla="*/ 1423113 w 7467600"/>
              <a:gd name="connsiteY197" fmla="*/ 3874565 h 6858000"/>
              <a:gd name="connsiteX198" fmla="*/ 3316479 w 7467600"/>
              <a:gd name="connsiteY198" fmla="*/ 3872136 h 6858000"/>
              <a:gd name="connsiteX199" fmla="*/ 3546806 w 7467600"/>
              <a:gd name="connsiteY199" fmla="*/ 4356139 h 6858000"/>
              <a:gd name="connsiteX200" fmla="*/ 3364433 w 7467600"/>
              <a:gd name="connsiteY200" fmla="*/ 3953121 h 6858000"/>
              <a:gd name="connsiteX201" fmla="*/ 3316479 w 7467600"/>
              <a:gd name="connsiteY201" fmla="*/ 3872136 h 6858000"/>
              <a:gd name="connsiteX202" fmla="*/ 3291335 w 7467600"/>
              <a:gd name="connsiteY202" fmla="*/ 3767420 h 6858000"/>
              <a:gd name="connsiteX203" fmla="*/ 3390805 w 7467600"/>
              <a:gd name="connsiteY203" fmla="*/ 3937163 h 6858000"/>
              <a:gd name="connsiteX204" fmla="*/ 3579062 w 7467600"/>
              <a:gd name="connsiteY204" fmla="*/ 4359040 h 6858000"/>
              <a:gd name="connsiteX205" fmla="*/ 3467355 w 7467600"/>
              <a:gd name="connsiteY205" fmla="*/ 3988130 h 6858000"/>
              <a:gd name="connsiteX206" fmla="*/ 3310753 w 7467600"/>
              <a:gd name="connsiteY206" fmla="*/ 3787140 h 6858000"/>
              <a:gd name="connsiteX207" fmla="*/ 3291335 w 7467600"/>
              <a:gd name="connsiteY207" fmla="*/ 3767420 h 6858000"/>
              <a:gd name="connsiteX208" fmla="*/ 1635889 w 7467600"/>
              <a:gd name="connsiteY208" fmla="*/ 3709494 h 6858000"/>
              <a:gd name="connsiteX209" fmla="*/ 1634800 w 7467600"/>
              <a:gd name="connsiteY209" fmla="*/ 3731111 h 6858000"/>
              <a:gd name="connsiteX210" fmla="*/ 1635889 w 7467600"/>
              <a:gd name="connsiteY210" fmla="*/ 3709494 h 6858000"/>
              <a:gd name="connsiteX211" fmla="*/ 1510397 w 7467600"/>
              <a:gd name="connsiteY211" fmla="*/ 3684705 h 6858000"/>
              <a:gd name="connsiteX212" fmla="*/ 1146550 w 7467600"/>
              <a:gd name="connsiteY212" fmla="*/ 3802012 h 6858000"/>
              <a:gd name="connsiteX213" fmla="*/ 698834 w 7467600"/>
              <a:gd name="connsiteY213" fmla="*/ 3952272 h 6858000"/>
              <a:gd name="connsiteX214" fmla="*/ 34256 w 7467600"/>
              <a:gd name="connsiteY214" fmla="*/ 4347603 h 6858000"/>
              <a:gd name="connsiteX215" fmla="*/ 527241 w 7467600"/>
              <a:gd name="connsiteY215" fmla="*/ 4065078 h 6858000"/>
              <a:gd name="connsiteX216" fmla="*/ 1510397 w 7467600"/>
              <a:gd name="connsiteY216" fmla="*/ 3684705 h 6858000"/>
              <a:gd name="connsiteX217" fmla="*/ 1313114 w 7467600"/>
              <a:gd name="connsiteY217" fmla="*/ 3655216 h 6858000"/>
              <a:gd name="connsiteX218" fmla="*/ 1109304 w 7467600"/>
              <a:gd name="connsiteY218" fmla="*/ 3669030 h 6858000"/>
              <a:gd name="connsiteX219" fmla="*/ 8129 w 7467600"/>
              <a:gd name="connsiteY219" fmla="*/ 4330519 h 6858000"/>
              <a:gd name="connsiteX220" fmla="*/ 687572 w 7467600"/>
              <a:gd name="connsiteY220" fmla="*/ 3925629 h 6858000"/>
              <a:gd name="connsiteX221" fmla="*/ 1138365 w 7467600"/>
              <a:gd name="connsiteY221" fmla="*/ 3774515 h 6858000"/>
              <a:gd name="connsiteX222" fmla="*/ 1505579 w 7467600"/>
              <a:gd name="connsiteY222" fmla="*/ 3655526 h 6858000"/>
              <a:gd name="connsiteX223" fmla="*/ 1313114 w 7467600"/>
              <a:gd name="connsiteY223" fmla="*/ 3655216 h 6858000"/>
              <a:gd name="connsiteX224" fmla="*/ 3655073 w 7467600"/>
              <a:gd name="connsiteY224" fmla="*/ 3650884 h 6858000"/>
              <a:gd name="connsiteX225" fmla="*/ 3989938 w 7467600"/>
              <a:gd name="connsiteY225" fmla="*/ 3991685 h 6858000"/>
              <a:gd name="connsiteX226" fmla="*/ 4393907 w 7467600"/>
              <a:gd name="connsiteY226" fmla="*/ 4261258 h 6858000"/>
              <a:gd name="connsiteX227" fmla="*/ 4648051 w 7467600"/>
              <a:gd name="connsiteY227" fmla="*/ 4374051 h 6858000"/>
              <a:gd name="connsiteX228" fmla="*/ 4383389 w 7467600"/>
              <a:gd name="connsiteY228" fmla="*/ 4184369 h 6858000"/>
              <a:gd name="connsiteX229" fmla="*/ 4165508 w 7467600"/>
              <a:gd name="connsiteY229" fmla="*/ 4035196 h 6858000"/>
              <a:gd name="connsiteX230" fmla="*/ 4068162 w 7467600"/>
              <a:gd name="connsiteY230" fmla="*/ 3953394 h 6858000"/>
              <a:gd name="connsiteX231" fmla="*/ 3981416 w 7467600"/>
              <a:gd name="connsiteY231" fmla="*/ 3880482 h 6858000"/>
              <a:gd name="connsiteX232" fmla="*/ 3800147 w 7467600"/>
              <a:gd name="connsiteY232" fmla="*/ 3749872 h 6858000"/>
              <a:gd name="connsiteX233" fmla="*/ 3655073 w 7467600"/>
              <a:gd name="connsiteY233" fmla="*/ 3650884 h 6858000"/>
              <a:gd name="connsiteX234" fmla="*/ 3670252 w 7467600"/>
              <a:gd name="connsiteY234" fmla="*/ 3622798 h 6858000"/>
              <a:gd name="connsiteX235" fmla="*/ 3817258 w 7467600"/>
              <a:gd name="connsiteY235" fmla="*/ 3723577 h 6858000"/>
              <a:gd name="connsiteX236" fmla="*/ 4000461 w 7467600"/>
              <a:gd name="connsiteY236" fmla="*/ 3855966 h 6858000"/>
              <a:gd name="connsiteX237" fmla="*/ 4088180 w 7467600"/>
              <a:gd name="connsiteY237" fmla="*/ 3929774 h 6858000"/>
              <a:gd name="connsiteX238" fmla="*/ 4184555 w 7467600"/>
              <a:gd name="connsiteY238" fmla="*/ 4010683 h 6858000"/>
              <a:gd name="connsiteX239" fmla="*/ 4399563 w 7467600"/>
              <a:gd name="connsiteY239" fmla="*/ 4158106 h 6858000"/>
              <a:gd name="connsiteX240" fmla="*/ 4684469 w 7467600"/>
              <a:gd name="connsiteY240" fmla="*/ 4364680 h 6858000"/>
              <a:gd name="connsiteX241" fmla="*/ 4690271 w 7467600"/>
              <a:gd name="connsiteY241" fmla="*/ 4370034 h 6858000"/>
              <a:gd name="connsiteX242" fmla="*/ 4136093 w 7467600"/>
              <a:gd name="connsiteY242" fmla="*/ 3858466 h 6858000"/>
              <a:gd name="connsiteX243" fmla="*/ 3670252 w 7467600"/>
              <a:gd name="connsiteY243" fmla="*/ 3622798 h 6858000"/>
              <a:gd name="connsiteX244" fmla="*/ 4440129 w 7467600"/>
              <a:gd name="connsiteY244" fmla="*/ 3448571 h 6858000"/>
              <a:gd name="connsiteX245" fmla="*/ 4856525 w 7467600"/>
              <a:gd name="connsiteY245" fmla="*/ 3915351 h 6858000"/>
              <a:gd name="connsiteX246" fmla="*/ 5059055 w 7467600"/>
              <a:gd name="connsiteY246" fmla="*/ 4108918 h 6858000"/>
              <a:gd name="connsiteX247" fmla="*/ 5290070 w 7467600"/>
              <a:gd name="connsiteY247" fmla="*/ 4263619 h 6858000"/>
              <a:gd name="connsiteX248" fmla="*/ 4834991 w 7467600"/>
              <a:gd name="connsiteY248" fmla="*/ 3830985 h 6858000"/>
              <a:gd name="connsiteX249" fmla="*/ 4440129 w 7467600"/>
              <a:gd name="connsiteY249" fmla="*/ 3448571 h 6858000"/>
              <a:gd name="connsiteX250" fmla="*/ 4441737 w 7467600"/>
              <a:gd name="connsiteY250" fmla="*/ 3399734 h 6858000"/>
              <a:gd name="connsiteX251" fmla="*/ 4431236 w 7467600"/>
              <a:gd name="connsiteY251" fmla="*/ 3400954 h 6858000"/>
              <a:gd name="connsiteX252" fmla="*/ 4557150 w 7467600"/>
              <a:gd name="connsiteY252" fmla="*/ 3510023 h 6858000"/>
              <a:gd name="connsiteX253" fmla="*/ 4856936 w 7467600"/>
              <a:gd name="connsiteY253" fmla="*/ 3809146 h 6858000"/>
              <a:gd name="connsiteX254" fmla="*/ 5111996 w 7467600"/>
              <a:gd name="connsiteY254" fmla="*/ 4065759 h 6858000"/>
              <a:gd name="connsiteX255" fmla="*/ 5388878 w 7467600"/>
              <a:gd name="connsiteY255" fmla="*/ 4300185 h 6858000"/>
              <a:gd name="connsiteX256" fmla="*/ 5425556 w 7467600"/>
              <a:gd name="connsiteY256" fmla="*/ 4308967 h 6858000"/>
              <a:gd name="connsiteX257" fmla="*/ 4943646 w 7467600"/>
              <a:gd name="connsiteY257" fmla="*/ 3822916 h 6858000"/>
              <a:gd name="connsiteX258" fmla="*/ 4594837 w 7467600"/>
              <a:gd name="connsiteY258" fmla="*/ 3532274 h 6858000"/>
              <a:gd name="connsiteX259" fmla="*/ 4441737 w 7467600"/>
              <a:gd name="connsiteY259" fmla="*/ 3399734 h 6858000"/>
              <a:gd name="connsiteX260" fmla="*/ 5425834 w 7467600"/>
              <a:gd name="connsiteY260" fmla="*/ 3162785 h 6858000"/>
              <a:gd name="connsiteX261" fmla="*/ 5401644 w 7467600"/>
              <a:gd name="connsiteY261" fmla="*/ 3617847 h 6858000"/>
              <a:gd name="connsiteX262" fmla="*/ 5467256 w 7467600"/>
              <a:gd name="connsiteY262" fmla="*/ 4175494 h 6858000"/>
              <a:gd name="connsiteX263" fmla="*/ 5448069 w 7467600"/>
              <a:gd name="connsiteY263" fmla="*/ 3567554 h 6858000"/>
              <a:gd name="connsiteX264" fmla="*/ 5425834 w 7467600"/>
              <a:gd name="connsiteY264" fmla="*/ 3162785 h 6858000"/>
              <a:gd name="connsiteX265" fmla="*/ 1318687 w 7467600"/>
              <a:gd name="connsiteY265" fmla="*/ 3113840 h 6858000"/>
              <a:gd name="connsiteX266" fmla="*/ 1066793 w 7467600"/>
              <a:gd name="connsiteY266" fmla="*/ 3212171 h 6858000"/>
              <a:gd name="connsiteX267" fmla="*/ 993319 w 7467600"/>
              <a:gd name="connsiteY267" fmla="*/ 3247648 h 6858000"/>
              <a:gd name="connsiteX268" fmla="*/ 853081 w 7467600"/>
              <a:gd name="connsiteY268" fmla="*/ 3312410 h 6858000"/>
              <a:gd name="connsiteX269" fmla="*/ 805957 w 7467600"/>
              <a:gd name="connsiteY269" fmla="*/ 3330443 h 6858000"/>
              <a:gd name="connsiteX270" fmla="*/ 1318687 w 7467600"/>
              <a:gd name="connsiteY270" fmla="*/ 3113840 h 6858000"/>
              <a:gd name="connsiteX271" fmla="*/ 5453702 w 7467600"/>
              <a:gd name="connsiteY271" fmla="*/ 3090882 h 6858000"/>
              <a:gd name="connsiteX272" fmla="*/ 5480135 w 7467600"/>
              <a:gd name="connsiteY272" fmla="*/ 3565802 h 6858000"/>
              <a:gd name="connsiteX273" fmla="*/ 5499023 w 7467600"/>
              <a:gd name="connsiteY273" fmla="*/ 4166310 h 6858000"/>
              <a:gd name="connsiteX274" fmla="*/ 5547022 w 7467600"/>
              <a:gd name="connsiteY274" fmla="*/ 3607838 h 6858000"/>
              <a:gd name="connsiteX275" fmla="*/ 5515964 w 7467600"/>
              <a:gd name="connsiteY275" fmla="*/ 3378541 h 6858000"/>
              <a:gd name="connsiteX276" fmla="*/ 5453702 w 7467600"/>
              <a:gd name="connsiteY276" fmla="*/ 3090882 h 6858000"/>
              <a:gd name="connsiteX277" fmla="*/ 1238695 w 7467600"/>
              <a:gd name="connsiteY277" fmla="*/ 3076820 h 6858000"/>
              <a:gd name="connsiteX278" fmla="*/ 716371 w 7467600"/>
              <a:gd name="connsiteY278" fmla="*/ 3293249 h 6858000"/>
              <a:gd name="connsiteX279" fmla="*/ 579522 w 7467600"/>
              <a:gd name="connsiteY279" fmla="*/ 3371759 h 6858000"/>
              <a:gd name="connsiteX280" fmla="*/ 600288 w 7467600"/>
              <a:gd name="connsiteY280" fmla="*/ 3365555 h 6858000"/>
              <a:gd name="connsiteX281" fmla="*/ 840692 w 7467600"/>
              <a:gd name="connsiteY281" fmla="*/ 3284921 h 6858000"/>
              <a:gd name="connsiteX282" fmla="*/ 979248 w 7467600"/>
              <a:gd name="connsiteY282" fmla="*/ 3221003 h 6858000"/>
              <a:gd name="connsiteX283" fmla="*/ 1053282 w 7467600"/>
              <a:gd name="connsiteY283" fmla="*/ 3185247 h 6858000"/>
              <a:gd name="connsiteX284" fmla="*/ 1320603 w 7467600"/>
              <a:gd name="connsiteY284" fmla="*/ 3081281 h 6858000"/>
              <a:gd name="connsiteX285" fmla="*/ 1238695 w 7467600"/>
              <a:gd name="connsiteY285" fmla="*/ 3076820 h 6858000"/>
              <a:gd name="connsiteX286" fmla="*/ 5425627 w 7467600"/>
              <a:gd name="connsiteY286" fmla="*/ 2954192 h 6858000"/>
              <a:gd name="connsiteX287" fmla="*/ 5470770 w 7467600"/>
              <a:gd name="connsiteY287" fmla="*/ 3005435 h 6858000"/>
              <a:gd name="connsiteX288" fmla="*/ 5519779 w 7467600"/>
              <a:gd name="connsiteY288" fmla="*/ 4359223 h 6858000"/>
              <a:gd name="connsiteX289" fmla="*/ 5520293 w 7467600"/>
              <a:gd name="connsiteY289" fmla="*/ 4360602 h 6858000"/>
              <a:gd name="connsiteX290" fmla="*/ 5767221 w 7467600"/>
              <a:gd name="connsiteY290" fmla="*/ 4665564 h 6858000"/>
              <a:gd name="connsiteX291" fmla="*/ 6937169 w 7467600"/>
              <a:gd name="connsiteY291" fmla="*/ 4815941 h 6858000"/>
              <a:gd name="connsiteX292" fmla="*/ 6953922 w 7467600"/>
              <a:gd name="connsiteY292" fmla="*/ 4890068 h 6858000"/>
              <a:gd name="connsiteX293" fmla="*/ 6071359 w 7467600"/>
              <a:gd name="connsiteY293" fmla="*/ 4770770 h 6858000"/>
              <a:gd name="connsiteX294" fmla="*/ 6038839 w 7467600"/>
              <a:gd name="connsiteY294" fmla="*/ 4764474 h 6858000"/>
              <a:gd name="connsiteX295" fmla="*/ 6038706 w 7467600"/>
              <a:gd name="connsiteY295" fmla="*/ 4763847 h 6858000"/>
              <a:gd name="connsiteX296" fmla="*/ 6037784 w 7467600"/>
              <a:gd name="connsiteY296" fmla="*/ 4764270 h 6858000"/>
              <a:gd name="connsiteX297" fmla="*/ 6038839 w 7467600"/>
              <a:gd name="connsiteY297" fmla="*/ 4764474 h 6858000"/>
              <a:gd name="connsiteX298" fmla="*/ 6040338 w 7467600"/>
              <a:gd name="connsiteY298" fmla="*/ 4771418 h 6858000"/>
              <a:gd name="connsiteX299" fmla="*/ 6024488 w 7467600"/>
              <a:gd name="connsiteY299" fmla="*/ 4809903 h 6858000"/>
              <a:gd name="connsiteX300" fmla="*/ 5599771 w 7467600"/>
              <a:gd name="connsiteY300" fmla="*/ 5509652 h 6858000"/>
              <a:gd name="connsiteX301" fmla="*/ 5548843 w 7467600"/>
              <a:gd name="connsiteY301" fmla="*/ 5563845 h 6858000"/>
              <a:gd name="connsiteX302" fmla="*/ 5940952 w 7467600"/>
              <a:gd name="connsiteY302" fmla="*/ 6250028 h 6858000"/>
              <a:gd name="connsiteX303" fmla="*/ 6043441 w 7467600"/>
              <a:gd name="connsiteY303" fmla="*/ 6665847 h 6858000"/>
              <a:gd name="connsiteX304" fmla="*/ 6093432 w 7467600"/>
              <a:gd name="connsiteY304" fmla="*/ 6858000 h 6858000"/>
              <a:gd name="connsiteX305" fmla="*/ 6034344 w 7467600"/>
              <a:gd name="connsiteY305" fmla="*/ 6858000 h 6858000"/>
              <a:gd name="connsiteX306" fmla="*/ 6026679 w 7467600"/>
              <a:gd name="connsiteY306" fmla="*/ 6836959 h 6858000"/>
              <a:gd name="connsiteX307" fmla="*/ 5800441 w 7467600"/>
              <a:gd name="connsiteY307" fmla="*/ 6335286 h 6858000"/>
              <a:gd name="connsiteX308" fmla="*/ 5526562 w 7467600"/>
              <a:gd name="connsiteY308" fmla="*/ 5705388 h 6858000"/>
              <a:gd name="connsiteX309" fmla="*/ 5519640 w 7467600"/>
              <a:gd name="connsiteY309" fmla="*/ 5683774 h 6858000"/>
              <a:gd name="connsiteX310" fmla="*/ 5844559 w 7467600"/>
              <a:gd name="connsiteY310" fmla="*/ 6553349 h 6858000"/>
              <a:gd name="connsiteX311" fmla="*/ 5975994 w 7467600"/>
              <a:gd name="connsiteY311" fmla="*/ 6858000 h 6858000"/>
              <a:gd name="connsiteX312" fmla="*/ 5898547 w 7467600"/>
              <a:gd name="connsiteY312" fmla="*/ 6858000 h 6858000"/>
              <a:gd name="connsiteX313" fmla="*/ 5682041 w 7467600"/>
              <a:gd name="connsiteY313" fmla="*/ 6355860 h 6858000"/>
              <a:gd name="connsiteX314" fmla="*/ 5461758 w 7467600"/>
              <a:gd name="connsiteY314" fmla="*/ 5820220 h 6858000"/>
              <a:gd name="connsiteX315" fmla="*/ 5237282 w 7467600"/>
              <a:gd name="connsiteY315" fmla="*/ 6579086 h 6858000"/>
              <a:gd name="connsiteX316" fmla="*/ 5115009 w 7467600"/>
              <a:gd name="connsiteY316" fmla="*/ 6858000 h 6858000"/>
              <a:gd name="connsiteX317" fmla="*/ 5028074 w 7467600"/>
              <a:gd name="connsiteY317" fmla="*/ 6858000 h 6858000"/>
              <a:gd name="connsiteX318" fmla="*/ 5079508 w 7467600"/>
              <a:gd name="connsiteY318" fmla="*/ 6749074 h 6858000"/>
              <a:gd name="connsiteX319" fmla="*/ 5371846 w 7467600"/>
              <a:gd name="connsiteY319" fmla="*/ 5924413 h 6858000"/>
              <a:gd name="connsiteX320" fmla="*/ 5270512 w 7467600"/>
              <a:gd name="connsiteY320" fmla="*/ 6138975 h 6858000"/>
              <a:gd name="connsiteX321" fmla="*/ 5062409 w 7467600"/>
              <a:gd name="connsiteY321" fmla="*/ 6653544 h 6858000"/>
              <a:gd name="connsiteX322" fmla="*/ 5036628 w 7467600"/>
              <a:gd name="connsiteY322" fmla="*/ 6754247 h 6858000"/>
              <a:gd name="connsiteX323" fmla="*/ 5009112 w 7467600"/>
              <a:gd name="connsiteY323" fmla="*/ 6858000 h 6858000"/>
              <a:gd name="connsiteX324" fmla="*/ 4976679 w 7467600"/>
              <a:gd name="connsiteY324" fmla="*/ 6858000 h 6858000"/>
              <a:gd name="connsiteX325" fmla="*/ 5006537 w 7467600"/>
              <a:gd name="connsiteY325" fmla="*/ 6747068 h 6858000"/>
              <a:gd name="connsiteX326" fmla="*/ 5032723 w 7467600"/>
              <a:gd name="connsiteY326" fmla="*/ 6644957 h 6858000"/>
              <a:gd name="connsiteX327" fmla="*/ 5242949 w 7467600"/>
              <a:gd name="connsiteY327" fmla="*/ 6125175 h 6858000"/>
              <a:gd name="connsiteX328" fmla="*/ 5286321 w 7467600"/>
              <a:gd name="connsiteY328" fmla="*/ 6033555 h 6858000"/>
              <a:gd name="connsiteX329" fmla="*/ 5008210 w 7467600"/>
              <a:gd name="connsiteY329" fmla="*/ 6649194 h 6858000"/>
              <a:gd name="connsiteX330" fmla="*/ 4986321 w 7467600"/>
              <a:gd name="connsiteY330" fmla="*/ 6765687 h 6858000"/>
              <a:gd name="connsiteX331" fmla="*/ 4973474 w 7467600"/>
              <a:gd name="connsiteY331" fmla="*/ 6858000 h 6858000"/>
              <a:gd name="connsiteX332" fmla="*/ 4907178 w 7467600"/>
              <a:gd name="connsiteY332" fmla="*/ 6858000 h 6858000"/>
              <a:gd name="connsiteX333" fmla="*/ 4910810 w 7467600"/>
              <a:gd name="connsiteY333" fmla="*/ 6829660 h 6858000"/>
              <a:gd name="connsiteX334" fmla="*/ 4987461 w 7467600"/>
              <a:gd name="connsiteY334" fmla="*/ 6432994 h 6858000"/>
              <a:gd name="connsiteX335" fmla="*/ 5179262 w 7467600"/>
              <a:gd name="connsiteY335" fmla="*/ 6035044 h 6858000"/>
              <a:gd name="connsiteX336" fmla="*/ 4689678 w 7467600"/>
              <a:gd name="connsiteY336" fmla="*/ 6440241 h 6858000"/>
              <a:gd name="connsiteX337" fmla="*/ 4477543 w 7467600"/>
              <a:gd name="connsiteY337" fmla="*/ 6674836 h 6858000"/>
              <a:gd name="connsiteX338" fmla="*/ 4329957 w 7467600"/>
              <a:gd name="connsiteY338" fmla="*/ 6858000 h 6858000"/>
              <a:gd name="connsiteX339" fmla="*/ 4218595 w 7467600"/>
              <a:gd name="connsiteY339" fmla="*/ 6858000 h 6858000"/>
              <a:gd name="connsiteX340" fmla="*/ 4368888 w 7467600"/>
              <a:gd name="connsiteY340" fmla="*/ 6668412 h 6858000"/>
              <a:gd name="connsiteX341" fmla="*/ 4563091 w 7467600"/>
              <a:gd name="connsiteY341" fmla="*/ 6442508 h 6858000"/>
              <a:gd name="connsiteX342" fmla="*/ 5387324 w 7467600"/>
              <a:gd name="connsiteY342" fmla="*/ 5705830 h 6858000"/>
              <a:gd name="connsiteX343" fmla="*/ 5073620 w 7467600"/>
              <a:gd name="connsiteY343" fmla="*/ 5955437 h 6858000"/>
              <a:gd name="connsiteX344" fmla="*/ 4689789 w 7467600"/>
              <a:gd name="connsiteY344" fmla="*/ 6268382 h 6858000"/>
              <a:gd name="connsiteX345" fmla="*/ 4418722 w 7467600"/>
              <a:gd name="connsiteY345" fmla="*/ 6570886 h 6858000"/>
              <a:gd name="connsiteX346" fmla="*/ 4214944 w 7467600"/>
              <a:gd name="connsiteY346" fmla="*/ 6858000 h 6858000"/>
              <a:gd name="connsiteX347" fmla="*/ 4177898 w 7467600"/>
              <a:gd name="connsiteY347" fmla="*/ 6858000 h 6858000"/>
              <a:gd name="connsiteX348" fmla="*/ 4391597 w 7467600"/>
              <a:gd name="connsiteY348" fmla="*/ 6556370 h 6858000"/>
              <a:gd name="connsiteX349" fmla="*/ 4668889 w 7467600"/>
              <a:gd name="connsiteY349" fmla="*/ 6246399 h 6858000"/>
              <a:gd name="connsiteX350" fmla="*/ 5055427 w 7467600"/>
              <a:gd name="connsiteY350" fmla="*/ 5931476 h 6858000"/>
              <a:gd name="connsiteX351" fmla="*/ 5371814 w 7467600"/>
              <a:gd name="connsiteY351" fmla="*/ 5678975 h 6858000"/>
              <a:gd name="connsiteX352" fmla="*/ 4987918 w 7467600"/>
              <a:gd name="connsiteY352" fmla="*/ 5838701 h 6858000"/>
              <a:gd name="connsiteX353" fmla="*/ 4317146 w 7467600"/>
              <a:gd name="connsiteY353" fmla="*/ 6587716 h 6858000"/>
              <a:gd name="connsiteX354" fmla="*/ 4171627 w 7467600"/>
              <a:gd name="connsiteY354" fmla="*/ 6858000 h 6858000"/>
              <a:gd name="connsiteX355" fmla="*/ 4081585 w 7467600"/>
              <a:gd name="connsiteY355" fmla="*/ 6858000 h 6858000"/>
              <a:gd name="connsiteX356" fmla="*/ 4238603 w 7467600"/>
              <a:gd name="connsiteY356" fmla="*/ 6559341 h 6858000"/>
              <a:gd name="connsiteX357" fmla="*/ 4778333 w 7467600"/>
              <a:gd name="connsiteY357" fmla="*/ 5873626 h 6858000"/>
              <a:gd name="connsiteX358" fmla="*/ 5414185 w 7467600"/>
              <a:gd name="connsiteY358" fmla="*/ 5573882 h 6858000"/>
              <a:gd name="connsiteX359" fmla="*/ 5959648 w 7467600"/>
              <a:gd name="connsiteY359" fmla="*/ 4760797 h 6858000"/>
              <a:gd name="connsiteX360" fmla="*/ 5355019 w 7467600"/>
              <a:gd name="connsiteY360" fmla="*/ 4734672 h 6858000"/>
              <a:gd name="connsiteX361" fmla="*/ 5083565 w 7467600"/>
              <a:gd name="connsiteY361" fmla="*/ 5179121 h 6858000"/>
              <a:gd name="connsiteX362" fmla="*/ 4713577 w 7467600"/>
              <a:gd name="connsiteY362" fmla="*/ 5616803 h 6858000"/>
              <a:gd name="connsiteX363" fmla="*/ 3989559 w 7467600"/>
              <a:gd name="connsiteY363" fmla="*/ 6145945 h 6858000"/>
              <a:gd name="connsiteX364" fmla="*/ 3939824 w 7467600"/>
              <a:gd name="connsiteY364" fmla="*/ 6066900 h 6858000"/>
              <a:gd name="connsiteX365" fmla="*/ 4584537 w 7467600"/>
              <a:gd name="connsiteY365" fmla="*/ 5324826 h 6858000"/>
              <a:gd name="connsiteX366" fmla="*/ 5037105 w 7467600"/>
              <a:gd name="connsiteY366" fmla="*/ 5088765 h 6858000"/>
              <a:gd name="connsiteX367" fmla="*/ 5039930 w 7467600"/>
              <a:gd name="connsiteY367" fmla="*/ 5089585 h 6858000"/>
              <a:gd name="connsiteX368" fmla="*/ 5263764 w 7467600"/>
              <a:gd name="connsiteY368" fmla="*/ 4735525 h 6858000"/>
              <a:gd name="connsiteX369" fmla="*/ 4086300 w 7467600"/>
              <a:gd name="connsiteY369" fmla="*/ 4884599 h 6858000"/>
              <a:gd name="connsiteX370" fmla="*/ 4085485 w 7467600"/>
              <a:gd name="connsiteY370" fmla="*/ 4899070 h 6858000"/>
              <a:gd name="connsiteX371" fmla="*/ 3871915 w 7467600"/>
              <a:gd name="connsiteY371" fmla="*/ 5253645 h 6858000"/>
              <a:gd name="connsiteX372" fmla="*/ 3799374 w 7467600"/>
              <a:gd name="connsiteY372" fmla="*/ 5466127 h 6858000"/>
              <a:gd name="connsiteX373" fmla="*/ 3498850 w 7467600"/>
              <a:gd name="connsiteY373" fmla="*/ 6661888 h 6858000"/>
              <a:gd name="connsiteX374" fmla="*/ 3399216 w 7467600"/>
              <a:gd name="connsiteY374" fmla="*/ 6858000 h 6858000"/>
              <a:gd name="connsiteX375" fmla="*/ 3303688 w 7467600"/>
              <a:gd name="connsiteY375" fmla="*/ 6858000 h 6858000"/>
              <a:gd name="connsiteX376" fmla="*/ 3391774 w 7467600"/>
              <a:gd name="connsiteY376" fmla="*/ 6697181 h 6858000"/>
              <a:gd name="connsiteX377" fmla="*/ 3735540 w 7467600"/>
              <a:gd name="connsiteY377" fmla="*/ 5546923 h 6858000"/>
              <a:gd name="connsiteX378" fmla="*/ 3729438 w 7467600"/>
              <a:gd name="connsiteY378" fmla="*/ 5569058 h 6858000"/>
              <a:gd name="connsiteX379" fmla="*/ 3707782 w 7467600"/>
              <a:gd name="connsiteY379" fmla="*/ 5644908 h 6858000"/>
              <a:gd name="connsiteX380" fmla="*/ 3583827 w 7467600"/>
              <a:gd name="connsiteY380" fmla="*/ 6039215 h 6858000"/>
              <a:gd name="connsiteX381" fmla="*/ 3547861 w 7467600"/>
              <a:gd name="connsiteY381" fmla="*/ 6129609 h 6858000"/>
              <a:gd name="connsiteX382" fmla="*/ 3490905 w 7467600"/>
              <a:gd name="connsiteY382" fmla="*/ 6277660 h 6858000"/>
              <a:gd name="connsiteX383" fmla="*/ 3455859 w 7467600"/>
              <a:gd name="connsiteY383" fmla="*/ 6391301 h 6858000"/>
              <a:gd name="connsiteX384" fmla="*/ 3429112 w 7467600"/>
              <a:gd name="connsiteY384" fmla="*/ 6479469 h 6858000"/>
              <a:gd name="connsiteX385" fmla="*/ 3304862 w 7467600"/>
              <a:gd name="connsiteY385" fmla="*/ 6796476 h 6858000"/>
              <a:gd name="connsiteX386" fmla="*/ 3276071 w 7467600"/>
              <a:gd name="connsiteY386" fmla="*/ 6858000 h 6858000"/>
              <a:gd name="connsiteX387" fmla="*/ 3240805 w 7467600"/>
              <a:gd name="connsiteY387" fmla="*/ 6858000 h 6858000"/>
              <a:gd name="connsiteX388" fmla="*/ 3275917 w 7467600"/>
              <a:gd name="connsiteY388" fmla="*/ 6783192 h 6858000"/>
              <a:gd name="connsiteX389" fmla="*/ 3399358 w 7467600"/>
              <a:gd name="connsiteY389" fmla="*/ 6469011 h 6858000"/>
              <a:gd name="connsiteX390" fmla="*/ 3425650 w 7467600"/>
              <a:gd name="connsiteY390" fmla="*/ 6381333 h 6858000"/>
              <a:gd name="connsiteX391" fmla="*/ 3460661 w 7467600"/>
              <a:gd name="connsiteY391" fmla="*/ 6266763 h 6858000"/>
              <a:gd name="connsiteX392" fmla="*/ 3518021 w 7467600"/>
              <a:gd name="connsiteY392" fmla="*/ 6117298 h 6858000"/>
              <a:gd name="connsiteX393" fmla="*/ 3554035 w 7467600"/>
              <a:gd name="connsiteY393" fmla="*/ 6027832 h 6858000"/>
              <a:gd name="connsiteX394" fmla="*/ 3677174 w 7467600"/>
              <a:gd name="connsiteY394" fmla="*/ 5636351 h 6858000"/>
              <a:gd name="connsiteX395" fmla="*/ 3698819 w 7467600"/>
              <a:gd name="connsiteY395" fmla="*/ 5560503 h 6858000"/>
              <a:gd name="connsiteX396" fmla="*/ 3702094 w 7467600"/>
              <a:gd name="connsiteY396" fmla="*/ 5549194 h 6858000"/>
              <a:gd name="connsiteX397" fmla="*/ 3398355 w 7467600"/>
              <a:gd name="connsiteY397" fmla="*/ 6094603 h 6858000"/>
              <a:gd name="connsiteX398" fmla="*/ 3193941 w 7467600"/>
              <a:gd name="connsiteY398" fmla="*/ 6798775 h 6858000"/>
              <a:gd name="connsiteX399" fmla="*/ 3184140 w 7467600"/>
              <a:gd name="connsiteY399" fmla="*/ 6858000 h 6858000"/>
              <a:gd name="connsiteX400" fmla="*/ 3099978 w 7467600"/>
              <a:gd name="connsiteY400" fmla="*/ 6858000 h 6858000"/>
              <a:gd name="connsiteX401" fmla="*/ 3101556 w 7467600"/>
              <a:gd name="connsiteY401" fmla="*/ 6843337 h 6858000"/>
              <a:gd name="connsiteX402" fmla="*/ 3370162 w 7467600"/>
              <a:gd name="connsiteY402" fmla="*/ 5785550 h 6858000"/>
              <a:gd name="connsiteX403" fmla="*/ 3746477 w 7467600"/>
              <a:gd name="connsiteY403" fmla="*/ 5377889 h 6858000"/>
              <a:gd name="connsiteX404" fmla="*/ 3863399 w 7467600"/>
              <a:gd name="connsiteY404" fmla="*/ 5087257 h 6858000"/>
              <a:gd name="connsiteX405" fmla="*/ 3968712 w 7467600"/>
              <a:gd name="connsiteY405" fmla="*/ 4913989 h 6858000"/>
              <a:gd name="connsiteX406" fmla="*/ 2792390 w 7467600"/>
              <a:gd name="connsiteY406" fmla="*/ 5382974 h 6858000"/>
              <a:gd name="connsiteX407" fmla="*/ 2714982 w 7467600"/>
              <a:gd name="connsiteY407" fmla="*/ 5427051 h 6858000"/>
              <a:gd name="connsiteX408" fmla="*/ 2813361 w 7467600"/>
              <a:gd name="connsiteY408" fmla="*/ 6023912 h 6858000"/>
              <a:gd name="connsiteX409" fmla="*/ 2688430 w 7467600"/>
              <a:gd name="connsiteY409" fmla="*/ 6801564 h 6858000"/>
              <a:gd name="connsiteX410" fmla="*/ 2629626 w 7467600"/>
              <a:gd name="connsiteY410" fmla="*/ 6763394 h 6858000"/>
              <a:gd name="connsiteX411" fmla="*/ 2565328 w 7467600"/>
              <a:gd name="connsiteY411" fmla="*/ 5516399 h 6858000"/>
              <a:gd name="connsiteX412" fmla="*/ 1922999 w 7467600"/>
              <a:gd name="connsiteY412" fmla="*/ 5980343 h 6858000"/>
              <a:gd name="connsiteX413" fmla="*/ 1950261 w 7467600"/>
              <a:gd name="connsiteY413" fmla="*/ 6405858 h 6858000"/>
              <a:gd name="connsiteX414" fmla="*/ 2365554 w 7467600"/>
              <a:gd name="connsiteY414" fmla="*/ 6759107 h 6858000"/>
              <a:gd name="connsiteX415" fmla="*/ 2424142 w 7467600"/>
              <a:gd name="connsiteY415" fmla="*/ 6858000 h 6858000"/>
              <a:gd name="connsiteX416" fmla="*/ 2395994 w 7467600"/>
              <a:gd name="connsiteY416" fmla="*/ 6858000 h 6858000"/>
              <a:gd name="connsiteX417" fmla="*/ 2392863 w 7467600"/>
              <a:gd name="connsiteY417" fmla="*/ 6852964 h 6858000"/>
              <a:gd name="connsiteX418" fmla="*/ 2017589 w 7467600"/>
              <a:gd name="connsiteY418" fmla="*/ 6493982 h 6858000"/>
              <a:gd name="connsiteX419" fmla="*/ 2147336 w 7467600"/>
              <a:gd name="connsiteY419" fmla="*/ 6594052 h 6858000"/>
              <a:gd name="connsiteX420" fmla="*/ 2207047 w 7467600"/>
              <a:gd name="connsiteY420" fmla="*/ 6654540 h 6858000"/>
              <a:gd name="connsiteX421" fmla="*/ 2299106 w 7467600"/>
              <a:gd name="connsiteY421" fmla="*/ 6778931 h 6858000"/>
              <a:gd name="connsiteX422" fmla="*/ 2314430 w 7467600"/>
              <a:gd name="connsiteY422" fmla="*/ 6801144 h 6858000"/>
              <a:gd name="connsiteX423" fmla="*/ 2352406 w 7467600"/>
              <a:gd name="connsiteY423" fmla="*/ 6858000 h 6858000"/>
              <a:gd name="connsiteX424" fmla="*/ 2314492 w 7467600"/>
              <a:gd name="connsiteY424" fmla="*/ 6858000 h 6858000"/>
              <a:gd name="connsiteX425" fmla="*/ 2288095 w 7467600"/>
              <a:gd name="connsiteY425" fmla="*/ 6818030 h 6858000"/>
              <a:gd name="connsiteX426" fmla="*/ 2272768 w 7467600"/>
              <a:gd name="connsiteY426" fmla="*/ 6795822 h 6858000"/>
              <a:gd name="connsiteX427" fmla="*/ 2182715 w 7467600"/>
              <a:gd name="connsiteY427" fmla="*/ 6675071 h 6858000"/>
              <a:gd name="connsiteX428" fmla="*/ 2032061 w 7467600"/>
              <a:gd name="connsiteY428" fmla="*/ 6541380 h 6858000"/>
              <a:gd name="connsiteX429" fmla="*/ 2257220 w 7467600"/>
              <a:gd name="connsiteY429" fmla="*/ 6826257 h 6858000"/>
              <a:gd name="connsiteX430" fmla="*/ 2281324 w 7467600"/>
              <a:gd name="connsiteY430" fmla="*/ 6858000 h 6858000"/>
              <a:gd name="connsiteX431" fmla="*/ 2242860 w 7467600"/>
              <a:gd name="connsiteY431" fmla="*/ 6858000 h 6858000"/>
              <a:gd name="connsiteX432" fmla="*/ 2232818 w 7467600"/>
              <a:gd name="connsiteY432" fmla="*/ 6844926 h 6858000"/>
              <a:gd name="connsiteX433" fmla="*/ 1990172 w 7467600"/>
              <a:gd name="connsiteY433" fmla="*/ 6542121 h 6858000"/>
              <a:gd name="connsiteX434" fmla="*/ 2124090 w 7467600"/>
              <a:gd name="connsiteY434" fmla="*/ 6761017 h 6858000"/>
              <a:gd name="connsiteX435" fmla="*/ 2200380 w 7467600"/>
              <a:gd name="connsiteY435" fmla="*/ 6858000 h 6858000"/>
              <a:gd name="connsiteX436" fmla="*/ 2147507 w 7467600"/>
              <a:gd name="connsiteY436" fmla="*/ 6858000 h 6858000"/>
              <a:gd name="connsiteX437" fmla="*/ 2070668 w 7467600"/>
              <a:gd name="connsiteY437" fmla="*/ 6761520 h 6858000"/>
              <a:gd name="connsiteX438" fmla="*/ 1975142 w 7467600"/>
              <a:gd name="connsiteY438" fmla="*/ 6585570 h 6858000"/>
              <a:gd name="connsiteX439" fmla="*/ 2050035 w 7467600"/>
              <a:gd name="connsiteY439" fmla="*/ 6813345 h 6858000"/>
              <a:gd name="connsiteX440" fmla="*/ 2063025 w 7467600"/>
              <a:gd name="connsiteY440" fmla="*/ 6858000 h 6858000"/>
              <a:gd name="connsiteX441" fmla="*/ 2021675 w 7467600"/>
              <a:gd name="connsiteY441" fmla="*/ 6858000 h 6858000"/>
              <a:gd name="connsiteX442" fmla="*/ 2019308 w 7467600"/>
              <a:gd name="connsiteY442" fmla="*/ 6847118 h 6858000"/>
              <a:gd name="connsiteX443" fmla="*/ 1938835 w 7467600"/>
              <a:gd name="connsiteY443" fmla="*/ 6551160 h 6858000"/>
              <a:gd name="connsiteX444" fmla="*/ 1953230 w 7467600"/>
              <a:gd name="connsiteY444" fmla="*/ 6759699 h 6858000"/>
              <a:gd name="connsiteX445" fmla="*/ 1956763 w 7467600"/>
              <a:gd name="connsiteY445" fmla="*/ 6778191 h 6858000"/>
              <a:gd name="connsiteX446" fmla="*/ 1967925 w 7467600"/>
              <a:gd name="connsiteY446" fmla="*/ 6858000 h 6858000"/>
              <a:gd name="connsiteX447" fmla="*/ 1936622 w 7467600"/>
              <a:gd name="connsiteY447" fmla="*/ 6858000 h 6858000"/>
              <a:gd name="connsiteX448" fmla="*/ 1926261 w 7467600"/>
              <a:gd name="connsiteY448" fmla="*/ 6784064 h 6858000"/>
              <a:gd name="connsiteX449" fmla="*/ 1922724 w 7467600"/>
              <a:gd name="connsiteY449" fmla="*/ 6765577 h 6858000"/>
              <a:gd name="connsiteX450" fmla="*/ 1904650 w 7467600"/>
              <a:gd name="connsiteY450" fmla="*/ 6639616 h 6858000"/>
              <a:gd name="connsiteX451" fmla="*/ 1885273 w 7467600"/>
              <a:gd name="connsiteY451" fmla="*/ 6858000 h 6858000"/>
              <a:gd name="connsiteX452" fmla="*/ 1854363 w 7467600"/>
              <a:gd name="connsiteY452" fmla="*/ 6858000 h 6858000"/>
              <a:gd name="connsiteX453" fmla="*/ 1880391 w 7467600"/>
              <a:gd name="connsiteY453" fmla="*/ 6603796 h 6858000"/>
              <a:gd name="connsiteX454" fmla="*/ 1818273 w 7467600"/>
              <a:gd name="connsiteY454" fmla="*/ 6715729 h 6858000"/>
              <a:gd name="connsiteX455" fmla="*/ 1794691 w 7467600"/>
              <a:gd name="connsiteY455" fmla="*/ 6843239 h 6858000"/>
              <a:gd name="connsiteX456" fmla="*/ 1794914 w 7467600"/>
              <a:gd name="connsiteY456" fmla="*/ 6858000 h 6858000"/>
              <a:gd name="connsiteX457" fmla="*/ 1746128 w 7467600"/>
              <a:gd name="connsiteY457" fmla="*/ 6858000 h 6858000"/>
              <a:gd name="connsiteX458" fmla="*/ 1753934 w 7467600"/>
              <a:gd name="connsiteY458" fmla="*/ 6724796 h 6858000"/>
              <a:gd name="connsiteX459" fmla="*/ 1792053 w 7467600"/>
              <a:gd name="connsiteY459" fmla="*/ 6572396 h 6858000"/>
              <a:gd name="connsiteX460" fmla="*/ 1862248 w 7467600"/>
              <a:gd name="connsiteY460" fmla="*/ 6266397 h 6858000"/>
              <a:gd name="connsiteX461" fmla="*/ 1862250 w 7467600"/>
              <a:gd name="connsiteY461" fmla="*/ 6033531 h 6858000"/>
              <a:gd name="connsiteX462" fmla="*/ 1211999 w 7467600"/>
              <a:gd name="connsiteY462" fmla="*/ 6683610 h 6858000"/>
              <a:gd name="connsiteX463" fmla="*/ 1213266 w 7467600"/>
              <a:gd name="connsiteY463" fmla="*/ 6691947 h 6858000"/>
              <a:gd name="connsiteX464" fmla="*/ 1203370 w 7467600"/>
              <a:gd name="connsiteY464" fmla="*/ 6850676 h 6858000"/>
              <a:gd name="connsiteX465" fmla="*/ 1203671 w 7467600"/>
              <a:gd name="connsiteY465" fmla="*/ 6858000 h 6858000"/>
              <a:gd name="connsiteX466" fmla="*/ 1143180 w 7467600"/>
              <a:gd name="connsiteY466" fmla="*/ 6858000 h 6858000"/>
              <a:gd name="connsiteX467" fmla="*/ 1142176 w 7467600"/>
              <a:gd name="connsiteY467" fmla="*/ 6766045 h 6858000"/>
              <a:gd name="connsiteX468" fmla="*/ 1067484 w 7467600"/>
              <a:gd name="connsiteY468" fmla="*/ 6858000 h 6858000"/>
              <a:gd name="connsiteX469" fmla="*/ 953928 w 7467600"/>
              <a:gd name="connsiteY469" fmla="*/ 6858000 h 6858000"/>
              <a:gd name="connsiteX470" fmla="*/ 959715 w 7467600"/>
              <a:gd name="connsiteY470" fmla="*/ 6850185 h 6858000"/>
              <a:gd name="connsiteX471" fmla="*/ 1483788 w 7467600"/>
              <a:gd name="connsiteY471" fmla="*/ 6259174 h 6858000"/>
              <a:gd name="connsiteX472" fmla="*/ 1100671 w 7467600"/>
              <a:gd name="connsiteY472" fmla="*/ 6252137 h 6858000"/>
              <a:gd name="connsiteX473" fmla="*/ 1090144 w 7467600"/>
              <a:gd name="connsiteY473" fmla="*/ 6256748 h 6858000"/>
              <a:gd name="connsiteX474" fmla="*/ 1095872 w 7467600"/>
              <a:gd name="connsiteY474" fmla="*/ 6271892 h 6858000"/>
              <a:gd name="connsiteX475" fmla="*/ 262785 w 7467600"/>
              <a:gd name="connsiteY475" fmla="*/ 6845450 h 6858000"/>
              <a:gd name="connsiteX476" fmla="*/ 209968 w 7467600"/>
              <a:gd name="connsiteY476" fmla="*/ 6770713 h 6858000"/>
              <a:gd name="connsiteX477" fmla="*/ 873460 w 7467600"/>
              <a:gd name="connsiteY477" fmla="*/ 6253768 h 6858000"/>
              <a:gd name="connsiteX478" fmla="*/ 192686 w 7467600"/>
              <a:gd name="connsiteY478" fmla="*/ 5849257 h 6858000"/>
              <a:gd name="connsiteX479" fmla="*/ 4696 w 7467600"/>
              <a:gd name="connsiteY479" fmla="*/ 5697668 h 6858000"/>
              <a:gd name="connsiteX480" fmla="*/ 0 w 7467600"/>
              <a:gd name="connsiteY480" fmla="*/ 5689984 h 6858000"/>
              <a:gd name="connsiteX481" fmla="*/ 0 w 7467600"/>
              <a:gd name="connsiteY481" fmla="*/ 5513472 h 6858000"/>
              <a:gd name="connsiteX482" fmla="*/ 174101 w 7467600"/>
              <a:gd name="connsiteY482" fmla="*/ 5620277 h 6858000"/>
              <a:gd name="connsiteX483" fmla="*/ 891800 w 7467600"/>
              <a:gd name="connsiteY483" fmla="*/ 6036935 h 6858000"/>
              <a:gd name="connsiteX484" fmla="*/ 1072219 w 7467600"/>
              <a:gd name="connsiteY484" fmla="*/ 6169443 h 6858000"/>
              <a:gd name="connsiteX485" fmla="*/ 1074117 w 7467600"/>
              <a:gd name="connsiteY485" fmla="*/ 6170301 h 6858000"/>
              <a:gd name="connsiteX486" fmla="*/ 1083114 w 7467600"/>
              <a:gd name="connsiteY486" fmla="*/ 6174131 h 6858000"/>
              <a:gd name="connsiteX487" fmla="*/ 1543010 w 7467600"/>
              <a:gd name="connsiteY487" fmla="*/ 6191140 h 6858000"/>
              <a:gd name="connsiteX488" fmla="*/ 1551080 w 7467600"/>
              <a:gd name="connsiteY488" fmla="*/ 6195006 h 6858000"/>
              <a:gd name="connsiteX489" fmla="*/ 2345443 w 7467600"/>
              <a:gd name="connsiteY489" fmla="*/ 5549882 h 6858000"/>
              <a:gd name="connsiteX490" fmla="*/ 1721499 w 7467600"/>
              <a:gd name="connsiteY490" fmla="*/ 5599969 h 6858000"/>
              <a:gd name="connsiteX491" fmla="*/ 767716 w 7467600"/>
              <a:gd name="connsiteY491" fmla="*/ 5472768 h 6858000"/>
              <a:gd name="connsiteX492" fmla="*/ 722147 w 7467600"/>
              <a:gd name="connsiteY492" fmla="*/ 5393091 h 6858000"/>
              <a:gd name="connsiteX493" fmla="*/ 1485552 w 7467600"/>
              <a:gd name="connsiteY493" fmla="*/ 5313202 h 6858000"/>
              <a:gd name="connsiteX494" fmla="*/ 2143004 w 7467600"/>
              <a:gd name="connsiteY494" fmla="*/ 5402420 h 6858000"/>
              <a:gd name="connsiteX495" fmla="*/ 1933391 w 7467600"/>
              <a:gd name="connsiteY495" fmla="*/ 5156971 h 6858000"/>
              <a:gd name="connsiteX496" fmla="*/ 1827118 w 7467600"/>
              <a:gd name="connsiteY496" fmla="*/ 4968410 h 6858000"/>
              <a:gd name="connsiteX497" fmla="*/ 1837349 w 7467600"/>
              <a:gd name="connsiteY497" fmla="*/ 4956357 h 6858000"/>
              <a:gd name="connsiteX498" fmla="*/ 2162835 w 7467600"/>
              <a:gd name="connsiteY498" fmla="*/ 5187853 h 6858000"/>
              <a:gd name="connsiteX499" fmla="*/ 2257167 w 7467600"/>
              <a:gd name="connsiteY499" fmla="*/ 5462123 h 6858000"/>
              <a:gd name="connsiteX500" fmla="*/ 2261598 w 7467600"/>
              <a:gd name="connsiteY500" fmla="*/ 5467998 h 6858000"/>
              <a:gd name="connsiteX501" fmla="*/ 2437177 w 7467600"/>
              <a:gd name="connsiteY501" fmla="*/ 5479608 h 6858000"/>
              <a:gd name="connsiteX502" fmla="*/ 2445247 w 7467600"/>
              <a:gd name="connsiteY502" fmla="*/ 5483476 h 6858000"/>
              <a:gd name="connsiteX503" fmla="*/ 2743626 w 7467600"/>
              <a:gd name="connsiteY503" fmla="*/ 5304819 h 6858000"/>
              <a:gd name="connsiteX504" fmla="*/ 3048102 w 7467600"/>
              <a:gd name="connsiteY504" fmla="*/ 5150595 h 6858000"/>
              <a:gd name="connsiteX505" fmla="*/ 1799414 w 7467600"/>
              <a:gd name="connsiteY505" fmla="*/ 4694732 h 6858000"/>
              <a:gd name="connsiteX506" fmla="*/ 1771735 w 7467600"/>
              <a:gd name="connsiteY506" fmla="*/ 4619929 h 6858000"/>
              <a:gd name="connsiteX507" fmla="*/ 3104273 w 7467600"/>
              <a:gd name="connsiteY507" fmla="*/ 5076159 h 6858000"/>
              <a:gd name="connsiteX508" fmla="*/ 3113245 w 7467600"/>
              <a:gd name="connsiteY508" fmla="*/ 5090705 h 6858000"/>
              <a:gd name="connsiteX509" fmla="*/ 3126294 w 7467600"/>
              <a:gd name="connsiteY509" fmla="*/ 5114400 h 6858000"/>
              <a:gd name="connsiteX510" fmla="*/ 3937433 w 7467600"/>
              <a:gd name="connsiteY510" fmla="*/ 4830473 h 6858000"/>
              <a:gd name="connsiteX511" fmla="*/ 3590475 w 7467600"/>
              <a:gd name="connsiteY511" fmla="*/ 4597974 h 6858000"/>
              <a:gd name="connsiteX512" fmla="*/ 3100264 w 7467600"/>
              <a:gd name="connsiteY512" fmla="*/ 4579845 h 6858000"/>
              <a:gd name="connsiteX513" fmla="*/ 2183576 w 7467600"/>
              <a:gd name="connsiteY513" fmla="*/ 4227150 h 6858000"/>
              <a:gd name="connsiteX514" fmla="*/ 2151029 w 7467600"/>
              <a:gd name="connsiteY514" fmla="*/ 4146947 h 6858000"/>
              <a:gd name="connsiteX515" fmla="*/ 3563434 w 7467600"/>
              <a:gd name="connsiteY515" fmla="*/ 4469115 h 6858000"/>
              <a:gd name="connsiteX516" fmla="*/ 3177952 w 7467600"/>
              <a:gd name="connsiteY516" fmla="*/ 3657386 h 6858000"/>
              <a:gd name="connsiteX517" fmla="*/ 3189263 w 7467600"/>
              <a:gd name="connsiteY517" fmla="*/ 3625726 h 6858000"/>
              <a:gd name="connsiteX518" fmla="*/ 3560912 w 7467600"/>
              <a:gd name="connsiteY518" fmla="*/ 4079863 h 6858000"/>
              <a:gd name="connsiteX519" fmla="*/ 3626636 w 7467600"/>
              <a:gd name="connsiteY519" fmla="*/ 4512230 h 6858000"/>
              <a:gd name="connsiteX520" fmla="*/ 3653088 w 7467600"/>
              <a:gd name="connsiteY520" fmla="*/ 4521417 h 6858000"/>
              <a:gd name="connsiteX521" fmla="*/ 3988128 w 7467600"/>
              <a:gd name="connsiteY521" fmla="*/ 4817267 h 6858000"/>
              <a:gd name="connsiteX522" fmla="*/ 4830582 w 7467600"/>
              <a:gd name="connsiteY522" fmla="*/ 4676000 h 6858000"/>
              <a:gd name="connsiteX523" fmla="*/ 4830100 w 7467600"/>
              <a:gd name="connsiteY523" fmla="*/ 4675554 h 6858000"/>
              <a:gd name="connsiteX524" fmla="*/ 4036318 w 7467600"/>
              <a:gd name="connsiteY524" fmla="*/ 4147013 h 6858000"/>
              <a:gd name="connsiteX525" fmla="*/ 3432098 w 7467600"/>
              <a:gd name="connsiteY525" fmla="*/ 3537312 h 6858000"/>
              <a:gd name="connsiteX526" fmla="*/ 3446761 w 7467600"/>
              <a:gd name="connsiteY526" fmla="*/ 3461278 h 6858000"/>
              <a:gd name="connsiteX527" fmla="*/ 4419733 w 7467600"/>
              <a:gd name="connsiteY527" fmla="*/ 3963555 h 6858000"/>
              <a:gd name="connsiteX528" fmla="*/ 4781371 w 7467600"/>
              <a:gd name="connsiteY528" fmla="*/ 4458604 h 6858000"/>
              <a:gd name="connsiteX529" fmla="*/ 4780440 w 7467600"/>
              <a:gd name="connsiteY529" fmla="*/ 4470290 h 6858000"/>
              <a:gd name="connsiteX530" fmla="*/ 4898954 w 7467600"/>
              <a:gd name="connsiteY530" fmla="*/ 4662092 h 6858000"/>
              <a:gd name="connsiteX531" fmla="*/ 4900699 w 7467600"/>
              <a:gd name="connsiteY531" fmla="*/ 4670867 h 6858000"/>
              <a:gd name="connsiteX532" fmla="*/ 5714511 w 7467600"/>
              <a:gd name="connsiteY532" fmla="*/ 4663483 h 6858000"/>
              <a:gd name="connsiteX533" fmla="*/ 5464793 w 7467600"/>
              <a:gd name="connsiteY533" fmla="*/ 4393556 h 6858000"/>
              <a:gd name="connsiteX534" fmla="*/ 5461897 w 7467600"/>
              <a:gd name="connsiteY534" fmla="*/ 4390879 h 6858000"/>
              <a:gd name="connsiteX535" fmla="*/ 4294126 w 7467600"/>
              <a:gd name="connsiteY535" fmla="*/ 3303048 h 6858000"/>
              <a:gd name="connsiteX536" fmla="*/ 4305321 w 7467600"/>
              <a:gd name="connsiteY536" fmla="*/ 3256953 h 6858000"/>
              <a:gd name="connsiteX537" fmla="*/ 4949299 w 7467600"/>
              <a:gd name="connsiteY537" fmla="*/ 3766336 h 6858000"/>
              <a:gd name="connsiteX538" fmla="*/ 5291452 w 7467600"/>
              <a:gd name="connsiteY538" fmla="*/ 4076801 h 6858000"/>
              <a:gd name="connsiteX539" fmla="*/ 5434998 w 7467600"/>
              <a:gd name="connsiteY539" fmla="*/ 4254100 h 6858000"/>
              <a:gd name="connsiteX540" fmla="*/ 5351015 w 7467600"/>
              <a:gd name="connsiteY540" fmla="*/ 3760989 h 6858000"/>
              <a:gd name="connsiteX541" fmla="*/ 5413780 w 7467600"/>
              <a:gd name="connsiteY541" fmla="*/ 2966265 h 6858000"/>
              <a:gd name="connsiteX542" fmla="*/ 5425627 w 7467600"/>
              <a:gd name="connsiteY542" fmla="*/ 2954192 h 6858000"/>
              <a:gd name="connsiteX543" fmla="*/ 6604735 w 7467600"/>
              <a:gd name="connsiteY543" fmla="*/ 2041381 h 6858000"/>
              <a:gd name="connsiteX544" fmla="*/ 7204487 w 7467600"/>
              <a:gd name="connsiteY544" fmla="*/ 2742112 h 6858000"/>
              <a:gd name="connsiteX545" fmla="*/ 7131592 w 7467600"/>
              <a:gd name="connsiteY545" fmla="*/ 2672096 h 6858000"/>
              <a:gd name="connsiteX546" fmla="*/ 6996344 w 7467600"/>
              <a:gd name="connsiteY546" fmla="*/ 2518310 h 6858000"/>
              <a:gd name="connsiteX547" fmla="*/ 6735495 w 7467600"/>
              <a:gd name="connsiteY547" fmla="*/ 2196890 h 6858000"/>
              <a:gd name="connsiteX548" fmla="*/ 6721901 w 7467600"/>
              <a:gd name="connsiteY548" fmla="*/ 2179274 h 6858000"/>
              <a:gd name="connsiteX549" fmla="*/ 6604735 w 7467600"/>
              <a:gd name="connsiteY549" fmla="*/ 2041381 h 6858000"/>
              <a:gd name="connsiteX550" fmla="*/ 6591670 w 7467600"/>
              <a:gd name="connsiteY550" fmla="*/ 1988277 h 6858000"/>
              <a:gd name="connsiteX551" fmla="*/ 6747349 w 7467600"/>
              <a:gd name="connsiteY551" fmla="*/ 2160069 h 6858000"/>
              <a:gd name="connsiteX552" fmla="*/ 6760943 w 7467600"/>
              <a:gd name="connsiteY552" fmla="*/ 2177686 h 6858000"/>
              <a:gd name="connsiteX553" fmla="*/ 7021065 w 7467600"/>
              <a:gd name="connsiteY553" fmla="*/ 2498102 h 6858000"/>
              <a:gd name="connsiteX554" fmla="*/ 7155223 w 7467600"/>
              <a:gd name="connsiteY554" fmla="*/ 2650386 h 6858000"/>
              <a:gd name="connsiteX555" fmla="*/ 7203167 w 7467600"/>
              <a:gd name="connsiteY555" fmla="*/ 2697288 h 6858000"/>
              <a:gd name="connsiteX556" fmla="*/ 6937703 w 7467600"/>
              <a:gd name="connsiteY556" fmla="*/ 2321981 h 6858000"/>
              <a:gd name="connsiteX557" fmla="*/ 6591670 w 7467600"/>
              <a:gd name="connsiteY557" fmla="*/ 1988277 h 6858000"/>
              <a:gd name="connsiteX558" fmla="*/ 5798671 w 7467600"/>
              <a:gd name="connsiteY558" fmla="*/ 1981601 h 6858000"/>
              <a:gd name="connsiteX559" fmla="*/ 5754709 w 7467600"/>
              <a:gd name="connsiteY559" fmla="*/ 2071454 h 6858000"/>
              <a:gd name="connsiteX560" fmla="*/ 5763044 w 7467600"/>
              <a:gd name="connsiteY560" fmla="*/ 2842206 h 6858000"/>
              <a:gd name="connsiteX561" fmla="*/ 5764974 w 7467600"/>
              <a:gd name="connsiteY561" fmla="*/ 2799609 h 6858000"/>
              <a:gd name="connsiteX562" fmla="*/ 5767665 w 7467600"/>
              <a:gd name="connsiteY562" fmla="*/ 2666409 h 6858000"/>
              <a:gd name="connsiteX563" fmla="*/ 5763055 w 7467600"/>
              <a:gd name="connsiteY563" fmla="*/ 2579705 h 6858000"/>
              <a:gd name="connsiteX564" fmla="*/ 5758079 w 7467600"/>
              <a:gd name="connsiteY564" fmla="*/ 2492508 h 6858000"/>
              <a:gd name="connsiteX565" fmla="*/ 5779325 w 7467600"/>
              <a:gd name="connsiteY565" fmla="*/ 2197069 h 6858000"/>
              <a:gd name="connsiteX566" fmla="*/ 5798671 w 7467600"/>
              <a:gd name="connsiteY566" fmla="*/ 1981601 h 6858000"/>
              <a:gd name="connsiteX567" fmla="*/ 5829202 w 7467600"/>
              <a:gd name="connsiteY567" fmla="*/ 1971679 h 6858000"/>
              <a:gd name="connsiteX568" fmla="*/ 5809558 w 7467600"/>
              <a:gd name="connsiteY568" fmla="*/ 2198043 h 6858000"/>
              <a:gd name="connsiteX569" fmla="*/ 5788653 w 7467600"/>
              <a:gd name="connsiteY569" fmla="*/ 2489430 h 6858000"/>
              <a:gd name="connsiteX570" fmla="*/ 5793439 w 7467600"/>
              <a:gd name="connsiteY570" fmla="*/ 2575235 h 6858000"/>
              <a:gd name="connsiteX571" fmla="*/ 5796837 w 7467600"/>
              <a:gd name="connsiteY571" fmla="*/ 2637633 h 6858000"/>
              <a:gd name="connsiteX572" fmla="*/ 5818614 w 7467600"/>
              <a:gd name="connsiteY572" fmla="*/ 2473055 h 6858000"/>
              <a:gd name="connsiteX573" fmla="*/ 5829202 w 7467600"/>
              <a:gd name="connsiteY573" fmla="*/ 1971679 h 6858000"/>
              <a:gd name="connsiteX574" fmla="*/ 5911389 w 7467600"/>
              <a:gd name="connsiteY574" fmla="*/ 1898371 h 6858000"/>
              <a:gd name="connsiteX575" fmla="*/ 6237627 w 7467600"/>
              <a:gd name="connsiteY575" fmla="*/ 2231921 h 6858000"/>
              <a:gd name="connsiteX576" fmla="*/ 5911389 w 7467600"/>
              <a:gd name="connsiteY576" fmla="*/ 1898371 h 6858000"/>
              <a:gd name="connsiteX577" fmla="*/ 6944437 w 7467600"/>
              <a:gd name="connsiteY577" fmla="*/ 1575402 h 6858000"/>
              <a:gd name="connsiteX578" fmla="*/ 6304730 w 7467600"/>
              <a:gd name="connsiteY578" fmla="*/ 1766654 h 6858000"/>
              <a:gd name="connsiteX579" fmla="*/ 6944437 w 7467600"/>
              <a:gd name="connsiteY579" fmla="*/ 1575402 h 6858000"/>
              <a:gd name="connsiteX580" fmla="*/ 7019523 w 7467600"/>
              <a:gd name="connsiteY580" fmla="*/ 1519450 h 6858000"/>
              <a:gd name="connsiteX581" fmla="*/ 6298091 w 7467600"/>
              <a:gd name="connsiteY581" fmla="*/ 1737122 h 6858000"/>
              <a:gd name="connsiteX582" fmla="*/ 7019523 w 7467600"/>
              <a:gd name="connsiteY582" fmla="*/ 1519450 h 6858000"/>
              <a:gd name="connsiteX583" fmla="*/ 2399523 w 7467600"/>
              <a:gd name="connsiteY583" fmla="*/ 1428234 h 6858000"/>
              <a:gd name="connsiteX584" fmla="*/ 2224982 w 7467600"/>
              <a:gd name="connsiteY584" fmla="*/ 1826201 h 6858000"/>
              <a:gd name="connsiteX585" fmla="*/ 2096099 w 7467600"/>
              <a:gd name="connsiteY585" fmla="*/ 2345900 h 6858000"/>
              <a:gd name="connsiteX586" fmla="*/ 2283317 w 7467600"/>
              <a:gd name="connsiteY586" fmla="*/ 1796925 h 6858000"/>
              <a:gd name="connsiteX587" fmla="*/ 2399523 w 7467600"/>
              <a:gd name="connsiteY587" fmla="*/ 1428234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278707 w 7467600"/>
              <a:gd name="connsiteY597" fmla="*/ 1352270 h 6858000"/>
              <a:gd name="connsiteX598" fmla="*/ 1423821 w 7467600"/>
              <a:gd name="connsiteY598" fmla="*/ 1351958 h 6858000"/>
              <a:gd name="connsiteX599" fmla="*/ 1638521 w 7467600"/>
              <a:gd name="connsiteY599" fmla="*/ 1908470 h 6858000"/>
              <a:gd name="connsiteX600" fmla="*/ 1754199 w 7467600"/>
              <a:gd name="connsiteY600" fmla="*/ 2149284 h 6858000"/>
              <a:gd name="connsiteX601" fmla="*/ 1908359 w 7467600"/>
              <a:gd name="connsiteY601" fmla="*/ 2364988 h 6858000"/>
              <a:gd name="connsiteX602" fmla="*/ 1647661 w 7467600"/>
              <a:gd name="connsiteY602" fmla="*/ 1825945 h 6858000"/>
              <a:gd name="connsiteX603" fmla="*/ 1423821 w 7467600"/>
              <a:gd name="connsiteY603" fmla="*/ 1351958 h 6858000"/>
              <a:gd name="connsiteX604" fmla="*/ 1431890 w 7467600"/>
              <a:gd name="connsiteY604" fmla="*/ 1306475 h 6858000"/>
              <a:gd name="connsiteX605" fmla="*/ 1507597 w 7467600"/>
              <a:gd name="connsiteY605" fmla="*/ 1446132 h 6858000"/>
              <a:gd name="connsiteX606" fmla="*/ 1674586 w 7467600"/>
              <a:gd name="connsiteY606" fmla="*/ 1813832 h 6858000"/>
              <a:gd name="connsiteX607" fmla="*/ 1815950 w 7467600"/>
              <a:gd name="connsiteY607" fmla="*/ 2128564 h 6858000"/>
              <a:gd name="connsiteX608" fmla="*/ 1984242 w 7467600"/>
              <a:gd name="connsiteY608" fmla="*/ 2430829 h 6858000"/>
              <a:gd name="connsiteX609" fmla="*/ 2014023 w 7467600"/>
              <a:gd name="connsiteY609" fmla="*/ 2450995 h 6858000"/>
              <a:gd name="connsiteX610" fmla="*/ 1747337 w 7467600"/>
              <a:gd name="connsiteY610" fmla="*/ 1855264 h 6858000"/>
              <a:gd name="connsiteX611" fmla="*/ 1533749 w 7467600"/>
              <a:gd name="connsiteY611" fmla="*/ 1478656 h 6858000"/>
              <a:gd name="connsiteX612" fmla="*/ 1431890 w 7467600"/>
              <a:gd name="connsiteY612" fmla="*/ 1306475 h 6858000"/>
              <a:gd name="connsiteX613" fmla="*/ 5052692 w 7467600"/>
              <a:gd name="connsiteY613" fmla="*/ 1292994 h 6858000"/>
              <a:gd name="connsiteX614" fmla="*/ 5200661 w 7467600"/>
              <a:gd name="connsiteY614" fmla="*/ 1635186 h 6858000"/>
              <a:gd name="connsiteX615" fmla="*/ 5297138 w 7467600"/>
              <a:gd name="connsiteY615" fmla="*/ 1906351 h 6858000"/>
              <a:gd name="connsiteX616" fmla="*/ 5052692 w 7467600"/>
              <a:gd name="connsiteY616" fmla="*/ 1292994 h 6858000"/>
              <a:gd name="connsiteX617" fmla="*/ 5009948 w 7467600"/>
              <a:gd name="connsiteY617" fmla="*/ 1273619 h 6858000"/>
              <a:gd name="connsiteX618" fmla="*/ 5121777 w 7467600"/>
              <a:gd name="connsiteY618" fmla="*/ 1654213 h 6858000"/>
              <a:gd name="connsiteX619" fmla="*/ 5293545 w 7467600"/>
              <a:gd name="connsiteY619" fmla="*/ 2072247 h 6858000"/>
              <a:gd name="connsiteX620" fmla="*/ 5294042 w 7467600"/>
              <a:gd name="connsiteY620" fmla="*/ 2065019 h 6858000"/>
              <a:gd name="connsiteX621" fmla="*/ 5171936 w 7467600"/>
              <a:gd name="connsiteY621" fmla="*/ 1647613 h 6858000"/>
              <a:gd name="connsiteX622" fmla="*/ 5009948 w 7467600"/>
              <a:gd name="connsiteY622" fmla="*/ 1273619 h 6858000"/>
              <a:gd name="connsiteX623" fmla="*/ 655236 w 7467600"/>
              <a:gd name="connsiteY623" fmla="*/ 1268632 h 6858000"/>
              <a:gd name="connsiteX624" fmla="*/ 839521 w 7467600"/>
              <a:gd name="connsiteY624" fmla="*/ 1685315 h 6858000"/>
              <a:gd name="connsiteX625" fmla="*/ 1109416 w 7467600"/>
              <a:gd name="connsiteY625" fmla="*/ 2061663 h 6858000"/>
              <a:gd name="connsiteX626" fmla="*/ 1298300 w 7467600"/>
              <a:gd name="connsiteY626" fmla="*/ 2247742 h 6858000"/>
              <a:gd name="connsiteX627" fmla="*/ 1125871 w 7467600"/>
              <a:gd name="connsiteY627" fmla="*/ 1989513 h 6858000"/>
              <a:gd name="connsiteX628" fmla="*/ 981574 w 7467600"/>
              <a:gd name="connsiteY628" fmla="*/ 1783157 h 6858000"/>
              <a:gd name="connsiteX629" fmla="*/ 922198 w 7467600"/>
              <a:gd name="connsiteY629" fmla="*/ 1677437 h 6858000"/>
              <a:gd name="connsiteX630" fmla="*/ 869293 w 7467600"/>
              <a:gd name="connsiteY630" fmla="*/ 1583214 h 6858000"/>
              <a:gd name="connsiteX631" fmla="*/ 751431 w 7467600"/>
              <a:gd name="connsiteY631" fmla="*/ 1405731 h 6858000"/>
              <a:gd name="connsiteX632" fmla="*/ 655236 w 7467600"/>
              <a:gd name="connsiteY632" fmla="*/ 1268632 h 6858000"/>
              <a:gd name="connsiteX633" fmla="*/ 6516292 w 7467600"/>
              <a:gd name="connsiteY633" fmla="*/ 1263064 h 6858000"/>
              <a:gd name="connsiteX634" fmla="*/ 5736320 w 7467600"/>
              <a:gd name="connsiteY634" fmla="*/ 1501803 h 6858000"/>
              <a:gd name="connsiteX635" fmla="*/ 6516292 w 7467600"/>
              <a:gd name="connsiteY635" fmla="*/ 1263064 h 6858000"/>
              <a:gd name="connsiteX636" fmla="*/ 291466 w 7467600"/>
              <a:gd name="connsiteY636" fmla="*/ 1250369 h 6858000"/>
              <a:gd name="connsiteX637" fmla="*/ 323180 w 7467600"/>
              <a:gd name="connsiteY637" fmla="*/ 1435283 h 6858000"/>
              <a:gd name="connsiteX638" fmla="*/ 349381 w 7467600"/>
              <a:gd name="connsiteY638" fmla="*/ 1875041 h 6858000"/>
              <a:gd name="connsiteX639" fmla="*/ 374363 w 7467600"/>
              <a:gd name="connsiteY639" fmla="*/ 1506494 h 6858000"/>
              <a:gd name="connsiteX640" fmla="*/ 302168 w 7467600"/>
              <a:gd name="connsiteY640" fmla="*/ 1274495 h 6858000"/>
              <a:gd name="connsiteX641" fmla="*/ 291466 w 7467600"/>
              <a:gd name="connsiteY641" fmla="*/ 1250369 h 6858000"/>
              <a:gd name="connsiteX642" fmla="*/ 678222 w 7467600"/>
              <a:gd name="connsiteY642" fmla="*/ 1248670 h 6858000"/>
              <a:gd name="connsiteX643" fmla="*/ 775536 w 7467600"/>
              <a:gd name="connsiteY643" fmla="*/ 1388015 h 6858000"/>
              <a:gd name="connsiteX644" fmla="*/ 894529 w 7467600"/>
              <a:gd name="connsiteY644" fmla="*/ 1567739 h 6858000"/>
              <a:gd name="connsiteX645" fmla="*/ 948000 w 7467600"/>
              <a:gd name="connsiteY645" fmla="*/ 1663088 h 6858000"/>
              <a:gd name="connsiteX646" fmla="*/ 1006812 w 7467600"/>
              <a:gd name="connsiteY646" fmla="*/ 1767683 h 6858000"/>
              <a:gd name="connsiteX647" fmla="*/ 1149133 w 7467600"/>
              <a:gd name="connsiteY647" fmla="*/ 1971513 h 6858000"/>
              <a:gd name="connsiteX648" fmla="*/ 1333952 w 7467600"/>
              <a:gd name="connsiteY648" fmla="*/ 2251620 h 6858000"/>
              <a:gd name="connsiteX649" fmla="*/ 1337329 w 7467600"/>
              <a:gd name="connsiteY649" fmla="*/ 2258350 h 6858000"/>
              <a:gd name="connsiteX650" fmla="*/ 1014726 w 7467600"/>
              <a:gd name="connsiteY650" fmla="*/ 1615556 h 6858000"/>
              <a:gd name="connsiteX651" fmla="*/ 678222 w 7467600"/>
              <a:gd name="connsiteY651" fmla="*/ 1248670 h 6858000"/>
              <a:gd name="connsiteX652" fmla="*/ 6691602 w 7467600"/>
              <a:gd name="connsiteY652" fmla="*/ 1140573 h 6858000"/>
              <a:gd name="connsiteX653" fmla="*/ 6571100 w 7467600"/>
              <a:gd name="connsiteY653" fmla="*/ 1183662 h 6858000"/>
              <a:gd name="connsiteX654" fmla="*/ 6241687 w 7467600"/>
              <a:gd name="connsiteY654" fmla="*/ 1257600 h 6858000"/>
              <a:gd name="connsiteX655" fmla="*/ 5693009 w 7467600"/>
              <a:gd name="connsiteY655" fmla="*/ 1478256 h 6858000"/>
              <a:gd name="connsiteX656" fmla="*/ 6548420 w 7467600"/>
              <a:gd name="connsiteY656" fmla="*/ 1214599 h 6858000"/>
              <a:gd name="connsiteX657" fmla="*/ 6605473 w 7467600"/>
              <a:gd name="connsiteY657" fmla="*/ 1184686 h 6858000"/>
              <a:gd name="connsiteX658" fmla="*/ 6691602 w 7467600"/>
              <a:gd name="connsiteY658" fmla="*/ 1140573 h 6858000"/>
              <a:gd name="connsiteX659" fmla="*/ 4002475 w 7467600"/>
              <a:gd name="connsiteY659" fmla="*/ 1037802 h 6858000"/>
              <a:gd name="connsiteX660" fmla="*/ 4000324 w 7467600"/>
              <a:gd name="connsiteY660" fmla="*/ 1039362 h 6858000"/>
              <a:gd name="connsiteX661" fmla="*/ 4002862 w 7467600"/>
              <a:gd name="connsiteY661" fmla="*/ 1042866 h 6858000"/>
              <a:gd name="connsiteX662" fmla="*/ 4002475 w 7467600"/>
              <a:gd name="connsiteY662" fmla="*/ 1037802 h 6858000"/>
              <a:gd name="connsiteX663" fmla="*/ 506322 w 7467600"/>
              <a:gd name="connsiteY663" fmla="*/ 1020997 h 6858000"/>
              <a:gd name="connsiteX664" fmla="*/ 533068 w 7467600"/>
              <a:gd name="connsiteY664" fmla="*/ 1029409 h 6858000"/>
              <a:gd name="connsiteX665" fmla="*/ 1232525 w 7467600"/>
              <a:gd name="connsiteY665" fmla="*/ 1804675 h 6858000"/>
              <a:gd name="connsiteX666" fmla="*/ 1388858 w 7467600"/>
              <a:gd name="connsiteY666" fmla="*/ 2368011 h 6858000"/>
              <a:gd name="connsiteX667" fmla="*/ 1384098 w 7467600"/>
              <a:gd name="connsiteY667" fmla="*/ 2378125 h 6858000"/>
              <a:gd name="connsiteX668" fmla="*/ 1425393 w 7467600"/>
              <a:gd name="connsiteY668" fmla="*/ 2589124 h 6858000"/>
              <a:gd name="connsiteX669" fmla="*/ 1424001 w 7467600"/>
              <a:gd name="connsiteY669" fmla="*/ 2597541 h 6858000"/>
              <a:gd name="connsiteX670" fmla="*/ 2152729 w 7467600"/>
              <a:gd name="connsiteY670" fmla="*/ 2864487 h 6858000"/>
              <a:gd name="connsiteX671" fmla="*/ 2020609 w 7467600"/>
              <a:gd name="connsiteY671" fmla="*/ 2539671 h 6858000"/>
              <a:gd name="connsiteX672" fmla="*/ 2018920 w 7467600"/>
              <a:gd name="connsiteY672" fmla="*/ 2536309 h 6858000"/>
              <a:gd name="connsiteX673" fmla="*/ 1342441 w 7467600"/>
              <a:gd name="connsiteY673" fmla="*/ 1173017 h 6858000"/>
              <a:gd name="connsiteX674" fmla="*/ 1367925 w 7467600"/>
              <a:gd name="connsiteY674" fmla="*/ 1135648 h 6858000"/>
              <a:gd name="connsiteX675" fmla="*/ 1771401 w 7467600"/>
              <a:gd name="connsiteY675" fmla="*/ 1806673 h 6858000"/>
              <a:gd name="connsiteX676" fmla="*/ 1972385 w 7467600"/>
              <a:gd name="connsiteY676" fmla="*/ 2198735 h 6858000"/>
              <a:gd name="connsiteX677" fmla="*/ 2040892 w 7467600"/>
              <a:gd name="connsiteY677" fmla="*/ 2405205 h 6858000"/>
              <a:gd name="connsiteX678" fmla="*/ 2131689 w 7467600"/>
              <a:gd name="connsiteY678" fmla="*/ 1936926 h 6858000"/>
              <a:gd name="connsiteX679" fmla="*/ 2454820 w 7467600"/>
              <a:gd name="connsiteY679" fmla="*/ 1248808 h 6858000"/>
              <a:gd name="connsiteX680" fmla="*/ 2492512 w 7467600"/>
              <a:gd name="connsiteY680" fmla="*/ 1302920 h 6858000"/>
              <a:gd name="connsiteX681" fmla="*/ 2081216 w 7467600"/>
              <a:gd name="connsiteY681" fmla="*/ 2527513 h 6858000"/>
              <a:gd name="connsiteX682" fmla="*/ 2081211 w 7467600"/>
              <a:gd name="connsiteY682" fmla="*/ 2528916 h 6858000"/>
              <a:gd name="connsiteX683" fmla="*/ 2199067 w 7467600"/>
              <a:gd name="connsiteY683" fmla="*/ 2884061 h 6858000"/>
              <a:gd name="connsiteX684" fmla="*/ 3192586 w 7467600"/>
              <a:gd name="connsiteY684" fmla="*/ 3411496 h 6858000"/>
              <a:gd name="connsiteX685" fmla="*/ 3182620 w 7467600"/>
              <a:gd name="connsiteY685" fmla="*/ 3483279 h 6858000"/>
              <a:gd name="connsiteX686" fmla="*/ 2435119 w 7467600"/>
              <a:gd name="connsiteY686" fmla="*/ 3080173 h 6858000"/>
              <a:gd name="connsiteX687" fmla="*/ 2410152 w 7467600"/>
              <a:gd name="connsiteY687" fmla="*/ 3063751 h 6858000"/>
              <a:gd name="connsiteX688" fmla="*/ 2408099 w 7467600"/>
              <a:gd name="connsiteY688" fmla="*/ 3064403 h 6858000"/>
              <a:gd name="connsiteX689" fmla="*/ 2407218 w 7467600"/>
              <a:gd name="connsiteY689" fmla="*/ 3070324 h 6858000"/>
              <a:gd name="connsiteX690" fmla="*/ 2380138 w 7467600"/>
              <a:gd name="connsiteY690" fmla="*/ 3099341 h 6858000"/>
              <a:gd name="connsiteX691" fmla="*/ 1765923 w 7467600"/>
              <a:gd name="connsiteY691" fmla="*/ 3581043 h 6858000"/>
              <a:gd name="connsiteX692" fmla="*/ 1702258 w 7467600"/>
              <a:gd name="connsiteY692" fmla="*/ 3612286 h 6858000"/>
              <a:gd name="connsiteX693" fmla="*/ 1538370 w 7467600"/>
              <a:gd name="connsiteY693" fmla="*/ 3811804 h 6858000"/>
              <a:gd name="connsiteX694" fmla="*/ 542867 w 7467600"/>
              <a:gd name="connsiteY694" fmla="*/ 4944092 h 6858000"/>
              <a:gd name="connsiteX695" fmla="*/ 515800 w 7467600"/>
              <a:gd name="connsiteY695" fmla="*/ 4862180 h 6858000"/>
              <a:gd name="connsiteX696" fmla="*/ 909145 w 7467600"/>
              <a:gd name="connsiteY696" fmla="*/ 4199225 h 6858000"/>
              <a:gd name="connsiteX697" fmla="*/ 1214067 w 7467600"/>
              <a:gd name="connsiteY697" fmla="*/ 3908561 h 6858000"/>
              <a:gd name="connsiteX698" fmla="*/ 640967 w 7467600"/>
              <a:gd name="connsiteY698" fmla="*/ 4105601 h 6858000"/>
              <a:gd name="connsiteX699" fmla="*/ 112563 w 7467600"/>
              <a:gd name="connsiteY699" fmla="*/ 4396952 h 6858000"/>
              <a:gd name="connsiteX700" fmla="*/ 0 w 7467600"/>
              <a:gd name="connsiteY700" fmla="*/ 4466006 h 6858000"/>
              <a:gd name="connsiteX701" fmla="*/ 0 w 7467600"/>
              <a:gd name="connsiteY701" fmla="*/ 4233763 h 6858000"/>
              <a:gd name="connsiteX702" fmla="*/ 36881 w 7467600"/>
              <a:gd name="connsiteY702" fmla="*/ 4200118 h 6858000"/>
              <a:gd name="connsiteX703" fmla="*/ 910534 w 7467600"/>
              <a:gd name="connsiteY703" fmla="*/ 3629753 h 6858000"/>
              <a:gd name="connsiteX704" fmla="*/ 1578717 w 7467600"/>
              <a:gd name="connsiteY704" fmla="*/ 3575982 h 6858000"/>
              <a:gd name="connsiteX705" fmla="*/ 2338780 w 7467600"/>
              <a:gd name="connsiteY705" fmla="*/ 3033725 h 6858000"/>
              <a:gd name="connsiteX706" fmla="*/ 1807991 w 7467600"/>
              <a:gd name="connsiteY706" fmla="*/ 2807184 h 6858000"/>
              <a:gd name="connsiteX707" fmla="*/ 1416358 w 7467600"/>
              <a:gd name="connsiteY707" fmla="*/ 3112571 h 6858000"/>
              <a:gd name="connsiteX708" fmla="*/ 939066 w 7467600"/>
              <a:gd name="connsiteY708" fmla="*/ 3378798 h 6858000"/>
              <a:gd name="connsiteX709" fmla="*/ 115099 w 7467600"/>
              <a:gd name="connsiteY709" fmla="*/ 3607650 h 6858000"/>
              <a:gd name="connsiteX710" fmla="*/ 97284 w 7467600"/>
              <a:gd name="connsiteY710" fmla="*/ 3520393 h 6858000"/>
              <a:gd name="connsiteX711" fmla="*/ 922050 w 7467600"/>
              <a:gd name="connsiteY711" fmla="*/ 3074867 h 6858000"/>
              <a:gd name="connsiteX712" fmla="*/ 1405265 w 7467600"/>
              <a:gd name="connsiteY712" fmla="*/ 3016319 h 6858000"/>
              <a:gd name="connsiteX713" fmla="*/ 1407512 w 7467600"/>
              <a:gd name="connsiteY713" fmla="*/ 3018001 h 6858000"/>
              <a:gd name="connsiteX714" fmla="*/ 1726266 w 7467600"/>
              <a:gd name="connsiteY714" fmla="*/ 2777274 h 6858000"/>
              <a:gd name="connsiteX715" fmla="*/ 625390 w 7467600"/>
              <a:gd name="connsiteY715" fmla="*/ 2514541 h 6858000"/>
              <a:gd name="connsiteX716" fmla="*/ 619799 w 7467600"/>
              <a:gd name="connsiteY716" fmla="*/ 2527180 h 6858000"/>
              <a:gd name="connsiteX717" fmla="*/ 310030 w 7467600"/>
              <a:gd name="connsiteY717" fmla="*/ 2771818 h 6858000"/>
              <a:gd name="connsiteX718" fmla="*/ 173877 w 7467600"/>
              <a:gd name="connsiteY718" fmla="*/ 2937056 h 6858000"/>
              <a:gd name="connsiteX719" fmla="*/ 77889 w 7467600"/>
              <a:gd name="connsiteY719" fmla="*/ 3138440 h 6858000"/>
              <a:gd name="connsiteX720" fmla="*/ 0 w 7467600"/>
              <a:gd name="connsiteY720" fmla="*/ 3271395 h 6858000"/>
              <a:gd name="connsiteX721" fmla="*/ 0 w 7467600"/>
              <a:gd name="connsiteY721" fmla="*/ 3153002 h 6858000"/>
              <a:gd name="connsiteX722" fmla="*/ 2386 w 7467600"/>
              <a:gd name="connsiteY722" fmla="*/ 3149203 h 6858000"/>
              <a:gd name="connsiteX723" fmla="*/ 89753 w 7467600"/>
              <a:gd name="connsiteY723" fmla="*/ 2987702 h 6858000"/>
              <a:gd name="connsiteX724" fmla="*/ 76869 w 7467600"/>
              <a:gd name="connsiteY724" fmla="*/ 3005404 h 6858000"/>
              <a:gd name="connsiteX725" fmla="*/ 32049 w 7467600"/>
              <a:gd name="connsiteY725" fmla="*/ 3065814 h 6858000"/>
              <a:gd name="connsiteX726" fmla="*/ 0 w 7467600"/>
              <a:gd name="connsiteY726" fmla="*/ 3108744 h 6858000"/>
              <a:gd name="connsiteX727" fmla="*/ 0 w 7467600"/>
              <a:gd name="connsiteY727" fmla="*/ 3058059 h 6858000"/>
              <a:gd name="connsiteX728" fmla="*/ 7610 w 7467600"/>
              <a:gd name="connsiteY728" fmla="*/ 3047889 h 6858000"/>
              <a:gd name="connsiteX729" fmla="*/ 52419 w 7467600"/>
              <a:gd name="connsiteY729" fmla="*/ 2987479 h 6858000"/>
              <a:gd name="connsiteX730" fmla="*/ 59142 w 7467600"/>
              <a:gd name="connsiteY730" fmla="*/ 2978488 h 6858000"/>
              <a:gd name="connsiteX731" fmla="*/ 0 w 7467600"/>
              <a:gd name="connsiteY731" fmla="*/ 3015334 h 6858000"/>
              <a:gd name="connsiteX732" fmla="*/ 0 w 7467600"/>
              <a:gd name="connsiteY732" fmla="*/ 2914286 h 6858000"/>
              <a:gd name="connsiteX733" fmla="*/ 36383 w 7467600"/>
              <a:gd name="connsiteY733" fmla="*/ 2901128 h 6858000"/>
              <a:gd name="connsiteX734" fmla="*/ 156329 w 7467600"/>
              <a:gd name="connsiteY734" fmla="*/ 2840533 h 6858000"/>
              <a:gd name="connsiteX735" fmla="*/ 358355 w 7467600"/>
              <a:gd name="connsiteY735" fmla="*/ 2620471 h 6858000"/>
              <a:gd name="connsiteX736" fmla="*/ 510577 w 7467600"/>
              <a:gd name="connsiteY736" fmla="*/ 2501244 h 6858000"/>
              <a:gd name="connsiteX737" fmla="*/ 211967 w 7467600"/>
              <a:gd name="connsiteY737" fmla="*/ 2479171 h 6858000"/>
              <a:gd name="connsiteX738" fmla="*/ 0 w 7467600"/>
              <a:gd name="connsiteY738" fmla="*/ 2476398 h 6858000"/>
              <a:gd name="connsiteX739" fmla="*/ 0 w 7467600"/>
              <a:gd name="connsiteY739" fmla="*/ 2389189 h 6858000"/>
              <a:gd name="connsiteX740" fmla="*/ 103062 w 7467600"/>
              <a:gd name="connsiteY740" fmla="*/ 2389518 h 6858000"/>
              <a:gd name="connsiteX741" fmla="*/ 510734 w 7467600"/>
              <a:gd name="connsiteY741" fmla="*/ 2416201 h 6858000"/>
              <a:gd name="connsiteX742" fmla="*/ 279257 w 7467600"/>
              <a:gd name="connsiteY742" fmla="*/ 2092102 h 6858000"/>
              <a:gd name="connsiteX743" fmla="*/ 65265 w 7467600"/>
              <a:gd name="connsiteY743" fmla="*/ 2006049 h 6858000"/>
              <a:gd name="connsiteX744" fmla="*/ 0 w 7467600"/>
              <a:gd name="connsiteY744" fmla="*/ 1982532 h 6858000"/>
              <a:gd name="connsiteX745" fmla="*/ 0 w 7467600"/>
              <a:gd name="connsiteY745" fmla="*/ 1912789 h 6858000"/>
              <a:gd name="connsiteX746" fmla="*/ 97460 w 7467600"/>
              <a:gd name="connsiteY746" fmla="*/ 1953725 h 6858000"/>
              <a:gd name="connsiteX747" fmla="*/ 221272 w 7467600"/>
              <a:gd name="connsiteY747" fmla="*/ 1980766 h 6858000"/>
              <a:gd name="connsiteX748" fmla="*/ 116765 w 7467600"/>
              <a:gd name="connsiteY748" fmla="*/ 1911033 h 6858000"/>
              <a:gd name="connsiteX749" fmla="*/ 16405 w 7467600"/>
              <a:gd name="connsiteY749" fmla="*/ 1803412 h 6858000"/>
              <a:gd name="connsiteX750" fmla="*/ 0 w 7467600"/>
              <a:gd name="connsiteY750" fmla="*/ 1784777 h 6858000"/>
              <a:gd name="connsiteX751" fmla="*/ 0 w 7467600"/>
              <a:gd name="connsiteY751" fmla="*/ 1740082 h 6858000"/>
              <a:gd name="connsiteX752" fmla="*/ 39394 w 7467600"/>
              <a:gd name="connsiteY752" fmla="*/ 1784856 h 6858000"/>
              <a:gd name="connsiteX753" fmla="*/ 135813 w 7467600"/>
              <a:gd name="connsiteY753" fmla="*/ 1888838 h 6858000"/>
              <a:gd name="connsiteX754" fmla="*/ 242575 w 7467600"/>
              <a:gd name="connsiteY754" fmla="*/ 1958841 h 6858000"/>
              <a:gd name="connsiteX755" fmla="*/ 82197 w 7467600"/>
              <a:gd name="connsiteY755" fmla="*/ 1754826 h 6858000"/>
              <a:gd name="connsiteX756" fmla="*/ 0 w 7467600"/>
              <a:gd name="connsiteY756" fmla="*/ 1679650 h 6858000"/>
              <a:gd name="connsiteX757" fmla="*/ 0 w 7467600"/>
              <a:gd name="connsiteY757" fmla="*/ 1602463 h 6858000"/>
              <a:gd name="connsiteX758" fmla="*/ 84689 w 7467600"/>
              <a:gd name="connsiteY758" fmla="*/ 1677442 h 6858000"/>
              <a:gd name="connsiteX759" fmla="*/ 298437 w 7467600"/>
              <a:gd name="connsiteY759" fmla="*/ 1968019 h 6858000"/>
              <a:gd name="connsiteX760" fmla="*/ 227269 w 7467600"/>
              <a:gd name="connsiteY760" fmla="*/ 1114064 h 6858000"/>
              <a:gd name="connsiteX761" fmla="*/ 248003 w 7467600"/>
              <a:gd name="connsiteY761" fmla="*/ 1089613 h 6858000"/>
              <a:gd name="connsiteX762" fmla="*/ 427020 w 7467600"/>
              <a:gd name="connsiteY762" fmla="*/ 1619803 h 6858000"/>
              <a:gd name="connsiteX763" fmla="*/ 340345 w 7467600"/>
              <a:gd name="connsiteY763" fmla="*/ 2027739 h 6858000"/>
              <a:gd name="connsiteX764" fmla="*/ 360865 w 7467600"/>
              <a:gd name="connsiteY764" fmla="*/ 2044827 h 6858000"/>
              <a:gd name="connsiteX765" fmla="*/ 560414 w 7467600"/>
              <a:gd name="connsiteY765" fmla="*/ 2421457 h 6858000"/>
              <a:gd name="connsiteX766" fmla="*/ 1359703 w 7467600"/>
              <a:gd name="connsiteY766" fmla="*/ 2578554 h 6858000"/>
              <a:gd name="connsiteX767" fmla="*/ 1359422 w 7467600"/>
              <a:gd name="connsiteY767" fmla="*/ 2577994 h 6858000"/>
              <a:gd name="connsiteX768" fmla="*/ 828701 w 7467600"/>
              <a:gd name="connsiteY768" fmla="*/ 1839520 h 6858000"/>
              <a:gd name="connsiteX769" fmla="*/ 494427 w 7467600"/>
              <a:gd name="connsiteY769" fmla="*/ 1092333 h 6858000"/>
              <a:gd name="connsiteX770" fmla="*/ 506322 w 7467600"/>
              <a:gd name="connsiteY770" fmla="*/ 1020997 h 6858000"/>
              <a:gd name="connsiteX771" fmla="*/ 4570198 w 7467600"/>
              <a:gd name="connsiteY771" fmla="*/ 978081 h 6858000"/>
              <a:gd name="connsiteX772" fmla="*/ 4523691 w 7467600"/>
              <a:gd name="connsiteY772" fmla="*/ 1127776 h 6858000"/>
              <a:gd name="connsiteX773" fmla="*/ 4509875 w 7467600"/>
              <a:gd name="connsiteY773" fmla="*/ 1167552 h 6858000"/>
              <a:gd name="connsiteX774" fmla="*/ 4478168 w 7467600"/>
              <a:gd name="connsiteY774" fmla="*/ 1260735 h 6858000"/>
              <a:gd name="connsiteX775" fmla="*/ 4409309 w 7467600"/>
              <a:gd name="connsiteY775" fmla="*/ 1666996 h 6858000"/>
              <a:gd name="connsiteX776" fmla="*/ 4370031 w 7467600"/>
              <a:gd name="connsiteY776" fmla="*/ 1955666 h 6858000"/>
              <a:gd name="connsiteX777" fmla="*/ 4570198 w 7467600"/>
              <a:gd name="connsiteY777" fmla="*/ 978081 h 6858000"/>
              <a:gd name="connsiteX778" fmla="*/ 4557898 w 7467600"/>
              <a:gd name="connsiteY778" fmla="*/ 900011 h 6858000"/>
              <a:gd name="connsiteX779" fmla="*/ 4344840 w 7467600"/>
              <a:gd name="connsiteY779" fmla="*/ 1922038 h 6858000"/>
              <a:gd name="connsiteX780" fmla="*/ 4378710 w 7467600"/>
              <a:gd name="connsiteY780" fmla="*/ 1665516 h 6858000"/>
              <a:gd name="connsiteX781" fmla="*/ 4448798 w 7467600"/>
              <a:gd name="connsiteY781" fmla="*/ 1253024 h 6858000"/>
              <a:gd name="connsiteX782" fmla="*/ 4480315 w 7467600"/>
              <a:gd name="connsiteY782" fmla="*/ 1158454 h 6858000"/>
              <a:gd name="connsiteX783" fmla="*/ 4494133 w 7467600"/>
              <a:gd name="connsiteY783" fmla="*/ 1118676 h 6858000"/>
              <a:gd name="connsiteX784" fmla="*/ 4557898 w 7467600"/>
              <a:gd name="connsiteY784" fmla="*/ 900011 h 6858000"/>
              <a:gd name="connsiteX785" fmla="*/ 5870151 w 7467600"/>
              <a:gd name="connsiteY785" fmla="*/ 898890 h 6858000"/>
              <a:gd name="connsiteX786" fmla="*/ 5861335 w 7467600"/>
              <a:gd name="connsiteY786" fmla="*/ 899177 h 6858000"/>
              <a:gd name="connsiteX787" fmla="*/ 5843702 w 7467600"/>
              <a:gd name="connsiteY787" fmla="*/ 899748 h 6858000"/>
              <a:gd name="connsiteX788" fmla="*/ 5651107 w 7467600"/>
              <a:gd name="connsiteY788" fmla="*/ 920306 h 6858000"/>
              <a:gd name="connsiteX789" fmla="*/ 5459407 w 7467600"/>
              <a:gd name="connsiteY789" fmla="*/ 940975 h 6858000"/>
              <a:gd name="connsiteX790" fmla="*/ 5374846 w 7467600"/>
              <a:gd name="connsiteY790" fmla="*/ 941988 h 6858000"/>
              <a:gd name="connsiteX791" fmla="*/ 5256105 w 7467600"/>
              <a:gd name="connsiteY791" fmla="*/ 945632 h 6858000"/>
              <a:gd name="connsiteX792" fmla="*/ 5107071 w 7467600"/>
              <a:gd name="connsiteY792" fmla="*/ 969720 h 6858000"/>
              <a:gd name="connsiteX793" fmla="*/ 4998681 w 7467600"/>
              <a:gd name="connsiteY793" fmla="*/ 988771 h 6858000"/>
              <a:gd name="connsiteX794" fmla="*/ 5870151 w 7467600"/>
              <a:gd name="connsiteY794" fmla="*/ 898890 h 6858000"/>
              <a:gd name="connsiteX795" fmla="*/ 5504425 w 7467600"/>
              <a:gd name="connsiteY795" fmla="*/ 848067 h 6858000"/>
              <a:gd name="connsiteX796" fmla="*/ 4968849 w 7467600"/>
              <a:gd name="connsiteY796" fmla="*/ 962318 h 6858000"/>
              <a:gd name="connsiteX797" fmla="*/ 5104039 w 7467600"/>
              <a:gd name="connsiteY797" fmla="*/ 940634 h 6858000"/>
              <a:gd name="connsiteX798" fmla="*/ 5256311 w 7467600"/>
              <a:gd name="connsiteY798" fmla="*/ 916490 h 6858000"/>
              <a:gd name="connsiteX799" fmla="*/ 5377381 w 7467600"/>
              <a:gd name="connsiteY799" fmla="*/ 912671 h 6858000"/>
              <a:gd name="connsiteX800" fmla="*/ 5460148 w 7467600"/>
              <a:gd name="connsiteY800" fmla="*/ 911442 h 6858000"/>
              <a:gd name="connsiteX801" fmla="*/ 5648971 w 7467600"/>
              <a:gd name="connsiteY801" fmla="*/ 891331 h 6858000"/>
              <a:gd name="connsiteX802" fmla="*/ 5844807 w 7467600"/>
              <a:gd name="connsiteY802" fmla="*/ 870718 h 6858000"/>
              <a:gd name="connsiteX803" fmla="*/ 5862975 w 7467600"/>
              <a:gd name="connsiteY803" fmla="*/ 869756 h 6858000"/>
              <a:gd name="connsiteX804" fmla="*/ 5920887 w 7467600"/>
              <a:gd name="connsiteY804" fmla="*/ 865929 h 6858000"/>
              <a:gd name="connsiteX805" fmla="*/ 5504425 w 7467600"/>
              <a:gd name="connsiteY805" fmla="*/ 848067 h 6858000"/>
              <a:gd name="connsiteX806" fmla="*/ 3607114 w 7467600"/>
              <a:gd name="connsiteY806" fmla="*/ 467441 h 6858000"/>
              <a:gd name="connsiteX807" fmla="*/ 3296242 w 7467600"/>
              <a:gd name="connsiteY807" fmla="*/ 807991 h 6858000"/>
              <a:gd name="connsiteX808" fmla="*/ 3174674 w 7467600"/>
              <a:gd name="connsiteY808" fmla="*/ 919759 h 6858000"/>
              <a:gd name="connsiteX809" fmla="*/ 3042978 w 7467600"/>
              <a:gd name="connsiteY809" fmla="*/ 1054894 h 6858000"/>
              <a:gd name="connsiteX810" fmla="*/ 2968914 w 7467600"/>
              <a:gd name="connsiteY810" fmla="*/ 1133756 h 6858000"/>
              <a:gd name="connsiteX811" fmla="*/ 3103823 w 7467600"/>
              <a:gd name="connsiteY811" fmla="*/ 1026814 h 6858000"/>
              <a:gd name="connsiteX812" fmla="*/ 3607114 w 7467600"/>
              <a:gd name="connsiteY812" fmla="*/ 467441 h 6858000"/>
              <a:gd name="connsiteX813" fmla="*/ 3744487 w 7467600"/>
              <a:gd name="connsiteY813" fmla="*/ 383136 h 6858000"/>
              <a:gd name="connsiteX814" fmla="*/ 3970213 w 7467600"/>
              <a:gd name="connsiteY814" fmla="*/ 995559 h 6858000"/>
              <a:gd name="connsiteX815" fmla="*/ 3744487 w 7467600"/>
              <a:gd name="connsiteY815" fmla="*/ 383136 h 6858000"/>
              <a:gd name="connsiteX816" fmla="*/ 3624562 w 7467600"/>
              <a:gd name="connsiteY816" fmla="*/ 367041 h 6858000"/>
              <a:gd name="connsiteX817" fmla="*/ 3489712 w 7467600"/>
              <a:gd name="connsiteY817" fmla="*/ 485386 h 6858000"/>
              <a:gd name="connsiteX818" fmla="*/ 3182994 w 7467600"/>
              <a:gd name="connsiteY818" fmla="*/ 828265 h 6858000"/>
              <a:gd name="connsiteX819" fmla="*/ 2892114 w 7467600"/>
              <a:gd name="connsiteY819" fmla="*/ 1172635 h 6858000"/>
              <a:gd name="connsiteX820" fmla="*/ 3021459 w 7467600"/>
              <a:gd name="connsiteY820" fmla="*/ 1035385 h 6858000"/>
              <a:gd name="connsiteX821" fmla="*/ 3153873 w 7467600"/>
              <a:gd name="connsiteY821" fmla="*/ 898971 h 6858000"/>
              <a:gd name="connsiteX822" fmla="*/ 3276511 w 7467600"/>
              <a:gd name="connsiteY822" fmla="*/ 786423 h 6858000"/>
              <a:gd name="connsiteX823" fmla="*/ 3584154 w 7467600"/>
              <a:gd name="connsiteY823" fmla="*/ 448218 h 6858000"/>
              <a:gd name="connsiteX824" fmla="*/ 3624562 w 7467600"/>
              <a:gd name="connsiteY824" fmla="*/ 367041 h 6858000"/>
              <a:gd name="connsiteX825" fmla="*/ 3766672 w 7467600"/>
              <a:gd name="connsiteY825" fmla="*/ 359429 h 6858000"/>
              <a:gd name="connsiteX826" fmla="*/ 3996338 w 7467600"/>
              <a:gd name="connsiteY826" fmla="*/ 968237 h 6858000"/>
              <a:gd name="connsiteX827" fmla="*/ 3766672 w 7467600"/>
              <a:gd name="connsiteY827" fmla="*/ 359429 h 6858000"/>
              <a:gd name="connsiteX828" fmla="*/ 5805386 w 7467600"/>
              <a:gd name="connsiteY828" fmla="*/ 239240 h 6858000"/>
              <a:gd name="connsiteX829" fmla="*/ 5736947 w 7467600"/>
              <a:gd name="connsiteY829" fmla="*/ 261367 h 6858000"/>
              <a:gd name="connsiteX830" fmla="*/ 5427012 w 7467600"/>
              <a:gd name="connsiteY830" fmla="*/ 311272 h 6858000"/>
              <a:gd name="connsiteX831" fmla="*/ 5147818 w 7467600"/>
              <a:gd name="connsiteY831" fmla="*/ 322112 h 6858000"/>
              <a:gd name="connsiteX832" fmla="*/ 5060854 w 7467600"/>
              <a:gd name="connsiteY832" fmla="*/ 311882 h 6858000"/>
              <a:gd name="connsiteX833" fmla="*/ 4945989 w 7467600"/>
              <a:gd name="connsiteY833" fmla="*/ 300516 h 6858000"/>
              <a:gd name="connsiteX834" fmla="*/ 5410479 w 7467600"/>
              <a:gd name="connsiteY834" fmla="*/ 348434 h 6858000"/>
              <a:gd name="connsiteX835" fmla="*/ 5805386 w 7467600"/>
              <a:gd name="connsiteY835" fmla="*/ 239240 h 6858000"/>
              <a:gd name="connsiteX836" fmla="*/ 5905192 w 7467600"/>
              <a:gd name="connsiteY836" fmla="*/ 163079 h 6858000"/>
              <a:gd name="connsiteX837" fmla="*/ 5865655 w 7467600"/>
              <a:gd name="connsiteY837" fmla="*/ 171901 h 6858000"/>
              <a:gd name="connsiteX838" fmla="*/ 5259740 w 7467600"/>
              <a:gd name="connsiteY838" fmla="*/ 257013 h 6858000"/>
              <a:gd name="connsiteX839" fmla="*/ 5208466 w 7467600"/>
              <a:gd name="connsiteY839" fmla="*/ 257550 h 6858000"/>
              <a:gd name="connsiteX840" fmla="*/ 4980204 w 7467600"/>
              <a:gd name="connsiteY840" fmla="*/ 271903 h 6858000"/>
              <a:gd name="connsiteX841" fmla="*/ 5068068 w 7467600"/>
              <a:gd name="connsiteY841" fmla="*/ 282244 h 6858000"/>
              <a:gd name="connsiteX842" fmla="*/ 5153231 w 7467600"/>
              <a:gd name="connsiteY842" fmla="*/ 292240 h 6858000"/>
              <a:gd name="connsiteX843" fmla="*/ 5426491 w 7467600"/>
              <a:gd name="connsiteY843" fmla="*/ 281128 h 6858000"/>
              <a:gd name="connsiteX844" fmla="*/ 5731212 w 7467600"/>
              <a:gd name="connsiteY844" fmla="*/ 231951 h 6858000"/>
              <a:gd name="connsiteX845" fmla="*/ 5905192 w 7467600"/>
              <a:gd name="connsiteY845" fmla="*/ 163079 h 6858000"/>
              <a:gd name="connsiteX846" fmla="*/ 5944437 w 7467600"/>
              <a:gd name="connsiteY846" fmla="*/ 113829 h 6858000"/>
              <a:gd name="connsiteX847" fmla="*/ 5825032 w 7467600"/>
              <a:gd name="connsiteY847" fmla="*/ 146405 h 6858000"/>
              <a:gd name="connsiteX848" fmla="*/ 4955599 w 7467600"/>
              <a:gd name="connsiteY848" fmla="*/ 247008 h 6858000"/>
              <a:gd name="connsiteX849" fmla="*/ 5210104 w 7467600"/>
              <a:gd name="connsiteY849" fmla="*/ 228123 h 6858000"/>
              <a:gd name="connsiteX850" fmla="*/ 5261015 w 7467600"/>
              <a:gd name="connsiteY850" fmla="*/ 227087 h 6858000"/>
              <a:gd name="connsiteX851" fmla="*/ 5861181 w 7467600"/>
              <a:gd name="connsiteY851" fmla="*/ 143093 h 6858000"/>
              <a:gd name="connsiteX852" fmla="*/ 5961252 w 7467600"/>
              <a:gd name="connsiteY852" fmla="*/ 114820 h 6858000"/>
              <a:gd name="connsiteX853" fmla="*/ 5944437 w 7467600"/>
              <a:gd name="connsiteY853" fmla="*/ 113829 h 6858000"/>
              <a:gd name="connsiteX854" fmla="*/ 3882765 w 7467600"/>
              <a:gd name="connsiteY854" fmla="*/ 0 h 6858000"/>
              <a:gd name="connsiteX855" fmla="*/ 3995099 w 7467600"/>
              <a:gd name="connsiteY855" fmla="*/ 0 h 6858000"/>
              <a:gd name="connsiteX856" fmla="*/ 4163818 w 7467600"/>
              <a:gd name="connsiteY856" fmla="*/ 234104 h 6858000"/>
              <a:gd name="connsiteX857" fmla="*/ 4172099 w 7467600"/>
              <a:gd name="connsiteY857" fmla="*/ 234207 h 6858000"/>
              <a:gd name="connsiteX858" fmla="*/ 4784282 w 7467600"/>
              <a:gd name="connsiteY858" fmla="*/ 276561 h 6858000"/>
              <a:gd name="connsiteX859" fmla="*/ 4801687 w 7467600"/>
              <a:gd name="connsiteY859" fmla="*/ 267764 h 6858000"/>
              <a:gd name="connsiteX860" fmla="*/ 6082788 w 7467600"/>
              <a:gd name="connsiteY860" fmla="*/ 64119 h 6858000"/>
              <a:gd name="connsiteX861" fmla="*/ 6099442 w 7467600"/>
              <a:gd name="connsiteY861" fmla="*/ 82568 h 6858000"/>
              <a:gd name="connsiteX862" fmla="*/ 4804137 w 7467600"/>
              <a:gd name="connsiteY862" fmla="*/ 320931 h 6858000"/>
              <a:gd name="connsiteX863" fmla="*/ 4227047 w 7467600"/>
              <a:gd name="connsiteY863" fmla="*/ 313415 h 6858000"/>
              <a:gd name="connsiteX864" fmla="*/ 4346041 w 7467600"/>
              <a:gd name="connsiteY864" fmla="*/ 456086 h 6858000"/>
              <a:gd name="connsiteX865" fmla="*/ 4870967 w 7467600"/>
              <a:gd name="connsiteY865" fmla="*/ 963061 h 6858000"/>
              <a:gd name="connsiteX866" fmla="*/ 4889647 w 7467600"/>
              <a:gd name="connsiteY866" fmla="*/ 957147 h 6858000"/>
              <a:gd name="connsiteX867" fmla="*/ 5422504 w 7467600"/>
              <a:gd name="connsiteY867" fmla="*/ 805191 h 6858000"/>
              <a:gd name="connsiteX868" fmla="*/ 6087656 w 7467600"/>
              <a:gd name="connsiteY868" fmla="*/ 826703 h 6858000"/>
              <a:gd name="connsiteX869" fmla="*/ 6058717 w 7467600"/>
              <a:gd name="connsiteY869" fmla="*/ 865992 h 6858000"/>
              <a:gd name="connsiteX870" fmla="*/ 4974153 w 7467600"/>
              <a:gd name="connsiteY870" fmla="*/ 1045456 h 6858000"/>
              <a:gd name="connsiteX871" fmla="*/ 5627835 w 7467600"/>
              <a:gd name="connsiteY871" fmla="*/ 1472077 h 6858000"/>
              <a:gd name="connsiteX872" fmla="*/ 5629817 w 7467600"/>
              <a:gd name="connsiteY872" fmla="*/ 1471412 h 6858000"/>
              <a:gd name="connsiteX873" fmla="*/ 5634124 w 7467600"/>
              <a:gd name="connsiteY873" fmla="*/ 1470572 h 6858000"/>
              <a:gd name="connsiteX874" fmla="*/ 5755832 w 7467600"/>
              <a:gd name="connsiteY874" fmla="*/ 1383886 h 6858000"/>
              <a:gd name="connsiteX875" fmla="*/ 6014186 w 7467600"/>
              <a:gd name="connsiteY875" fmla="*/ 1279799 h 6858000"/>
              <a:gd name="connsiteX876" fmla="*/ 6901619 w 7467600"/>
              <a:gd name="connsiteY876" fmla="*/ 1047874 h 6858000"/>
              <a:gd name="connsiteX877" fmla="*/ 6931566 w 7467600"/>
              <a:gd name="connsiteY877" fmla="*/ 1062034 h 6858000"/>
              <a:gd name="connsiteX878" fmla="*/ 5790982 w 7467600"/>
              <a:gd name="connsiteY878" fmla="*/ 1561380 h 6858000"/>
              <a:gd name="connsiteX879" fmla="*/ 6188971 w 7467600"/>
              <a:gd name="connsiteY879" fmla="*/ 1755168 h 6858000"/>
              <a:gd name="connsiteX880" fmla="*/ 6202446 w 7467600"/>
              <a:gd name="connsiteY880" fmla="*/ 1752268 h 6858000"/>
              <a:gd name="connsiteX881" fmla="*/ 7179560 w 7467600"/>
              <a:gd name="connsiteY881" fmla="*/ 1467551 h 6858000"/>
              <a:gd name="connsiteX882" fmla="*/ 7158730 w 7467600"/>
              <a:gd name="connsiteY882" fmla="*/ 1507835 h 6858000"/>
              <a:gd name="connsiteX883" fmla="*/ 6326959 w 7467600"/>
              <a:gd name="connsiteY883" fmla="*/ 1817686 h 6858000"/>
              <a:gd name="connsiteX884" fmla="*/ 6537433 w 7467600"/>
              <a:gd name="connsiteY884" fmla="*/ 1907790 h 6858000"/>
              <a:gd name="connsiteX885" fmla="*/ 6550221 w 7467600"/>
              <a:gd name="connsiteY885" fmla="*/ 1910729 h 6858000"/>
              <a:gd name="connsiteX886" fmla="*/ 6964438 w 7467600"/>
              <a:gd name="connsiteY886" fmla="*/ 2209505 h 6858000"/>
              <a:gd name="connsiteX887" fmla="*/ 7367862 w 7467600"/>
              <a:gd name="connsiteY887" fmla="*/ 2806833 h 6858000"/>
              <a:gd name="connsiteX888" fmla="*/ 7364329 w 7467600"/>
              <a:gd name="connsiteY888" fmla="*/ 2826907 h 6858000"/>
              <a:gd name="connsiteX889" fmla="*/ 7290545 w 7467600"/>
              <a:gd name="connsiteY889" fmla="*/ 2850663 h 6858000"/>
              <a:gd name="connsiteX890" fmla="*/ 6472036 w 7467600"/>
              <a:gd name="connsiteY890" fmla="*/ 1959003 h 6858000"/>
              <a:gd name="connsiteX891" fmla="*/ 5792897 w 7467600"/>
              <a:gd name="connsiteY891" fmla="*/ 1647747 h 6858000"/>
              <a:gd name="connsiteX892" fmla="*/ 5842751 w 7467600"/>
              <a:gd name="connsiteY892" fmla="*/ 1816112 h 6858000"/>
              <a:gd name="connsiteX893" fmla="*/ 5847424 w 7467600"/>
              <a:gd name="connsiteY893" fmla="*/ 1815776 h 6858000"/>
              <a:gd name="connsiteX894" fmla="*/ 6399821 w 7467600"/>
              <a:gd name="connsiteY894" fmla="*/ 2344799 h 6858000"/>
              <a:gd name="connsiteX895" fmla="*/ 6323232 w 7467600"/>
              <a:gd name="connsiteY895" fmla="*/ 2389634 h 6858000"/>
              <a:gd name="connsiteX896" fmla="*/ 5942958 w 7467600"/>
              <a:gd name="connsiteY896" fmla="*/ 2077708 h 6858000"/>
              <a:gd name="connsiteX897" fmla="*/ 5921559 w 7467600"/>
              <a:gd name="connsiteY897" fmla="*/ 2378596 h 6858000"/>
              <a:gd name="connsiteX898" fmla="*/ 5817651 w 7467600"/>
              <a:gd name="connsiteY898" fmla="*/ 3023919 h 6858000"/>
              <a:gd name="connsiteX899" fmla="*/ 5729634 w 7467600"/>
              <a:gd name="connsiteY899" fmla="*/ 3051849 h 6858000"/>
              <a:gd name="connsiteX900" fmla="*/ 5611018 w 7467600"/>
              <a:gd name="connsiteY900" fmla="*/ 2316769 h 6858000"/>
              <a:gd name="connsiteX901" fmla="*/ 5687608 w 7467600"/>
              <a:gd name="connsiteY901" fmla="*/ 2039972 h 6858000"/>
              <a:gd name="connsiteX902" fmla="*/ 5657554 w 7467600"/>
              <a:gd name="connsiteY902" fmla="*/ 1576445 h 6858000"/>
              <a:gd name="connsiteX903" fmla="*/ 5150475 w 7467600"/>
              <a:gd name="connsiteY903" fmla="*/ 1274012 h 6858000"/>
              <a:gd name="connsiteX904" fmla="*/ 5349142 w 7467600"/>
              <a:gd name="connsiteY904" fmla="*/ 2204405 h 6858000"/>
              <a:gd name="connsiteX905" fmla="*/ 5262214 w 7467600"/>
              <a:gd name="connsiteY905" fmla="*/ 2233836 h 6858000"/>
              <a:gd name="connsiteX906" fmla="*/ 4981539 w 7467600"/>
              <a:gd name="connsiteY906" fmla="*/ 1542201 h 6858000"/>
              <a:gd name="connsiteX907" fmla="*/ 4958461 w 7467600"/>
              <a:gd name="connsiteY907" fmla="*/ 1136957 h 6858000"/>
              <a:gd name="connsiteX908" fmla="*/ 4655015 w 7467600"/>
              <a:gd name="connsiteY908" fmla="*/ 891426 h 6858000"/>
              <a:gd name="connsiteX909" fmla="*/ 4348002 w 7467600"/>
              <a:gd name="connsiteY909" fmla="*/ 2205895 h 6858000"/>
              <a:gd name="connsiteX910" fmla="*/ 4262250 w 7467600"/>
              <a:gd name="connsiteY910" fmla="*/ 2219972 h 6858000"/>
              <a:gd name="connsiteX911" fmla="*/ 4550611 w 7467600"/>
              <a:gd name="connsiteY911" fmla="*/ 817540 h 6858000"/>
              <a:gd name="connsiteX912" fmla="*/ 4564418 w 7467600"/>
              <a:gd name="connsiteY912" fmla="*/ 808293 h 6858000"/>
              <a:gd name="connsiteX913" fmla="*/ 4266388 w 7467600"/>
              <a:gd name="connsiteY913" fmla="*/ 500083 h 6858000"/>
              <a:gd name="connsiteX914" fmla="*/ 4032842 w 7467600"/>
              <a:gd name="connsiteY914" fmla="*/ 211809 h 6858000"/>
              <a:gd name="connsiteX915" fmla="*/ 3882765 w 7467600"/>
              <a:gd name="connsiteY915" fmla="*/ 0 h 6858000"/>
              <a:gd name="connsiteX916" fmla="*/ 3721337 w 7467600"/>
              <a:gd name="connsiteY916" fmla="*/ 0 h 6858000"/>
              <a:gd name="connsiteX917" fmla="*/ 3797544 w 7467600"/>
              <a:gd name="connsiteY917" fmla="*/ 0 h 6858000"/>
              <a:gd name="connsiteX918" fmla="*/ 3775734 w 7467600"/>
              <a:gd name="connsiteY918" fmla="*/ 95131 h 6858000"/>
              <a:gd name="connsiteX919" fmla="*/ 3724807 w 7467600"/>
              <a:gd name="connsiteY919" fmla="*/ 272257 h 6858000"/>
              <a:gd name="connsiteX920" fmla="*/ 3726844 w 7467600"/>
              <a:gd name="connsiteY920" fmla="*/ 282988 h 6858000"/>
              <a:gd name="connsiteX921" fmla="*/ 3742664 w 7467600"/>
              <a:gd name="connsiteY921" fmla="*/ 279918 h 6858000"/>
              <a:gd name="connsiteX922" fmla="*/ 4103910 w 7467600"/>
              <a:gd name="connsiteY922" fmla="*/ 1161917 h 6858000"/>
              <a:gd name="connsiteX923" fmla="*/ 4020269 w 7467600"/>
              <a:gd name="connsiteY923" fmla="*/ 1200406 h 6858000"/>
              <a:gd name="connsiteX924" fmla="*/ 3674882 w 7467600"/>
              <a:gd name="connsiteY924" fmla="*/ 488524 h 6858000"/>
              <a:gd name="connsiteX925" fmla="*/ 3132682 w 7467600"/>
              <a:gd name="connsiteY925" fmla="*/ 1072284 h 6858000"/>
              <a:gd name="connsiteX926" fmla="*/ 2716346 w 7467600"/>
              <a:gd name="connsiteY926" fmla="*/ 1276376 h 6858000"/>
              <a:gd name="connsiteX927" fmla="*/ 2716772 w 7467600"/>
              <a:gd name="connsiteY927" fmla="*/ 1255462 h 6858000"/>
              <a:gd name="connsiteX928" fmla="*/ 3471096 w 7467600"/>
              <a:gd name="connsiteY928" fmla="*/ 437072 h 6858000"/>
              <a:gd name="connsiteX929" fmla="*/ 3639057 w 7467600"/>
              <a:gd name="connsiteY929" fmla="*/ 286334 h 6858000"/>
              <a:gd name="connsiteX930" fmla="*/ 3640309 w 7467600"/>
              <a:gd name="connsiteY930" fmla="*/ 284664 h 6858000"/>
              <a:gd name="connsiteX931" fmla="*/ 3646022 w 7467600"/>
              <a:gd name="connsiteY931" fmla="*/ 276711 h 6858000"/>
              <a:gd name="connsiteX932" fmla="*/ 3707943 w 7467600"/>
              <a:gd name="connsiteY932" fmla="*/ 65958 h 6858000"/>
              <a:gd name="connsiteX933" fmla="*/ 3721337 w 7467600"/>
              <a:gd name="connsiteY933" fmla="*/ 0 h 6858000"/>
              <a:gd name="connsiteX934" fmla="*/ 2867960 w 7467600"/>
              <a:gd name="connsiteY934" fmla="*/ 0 h 6858000"/>
              <a:gd name="connsiteX935" fmla="*/ 2926351 w 7467600"/>
              <a:gd name="connsiteY935" fmla="*/ 0 h 6858000"/>
              <a:gd name="connsiteX936" fmla="*/ 2902823 w 7467600"/>
              <a:gd name="connsiteY936" fmla="*/ 262929 h 6858000"/>
              <a:gd name="connsiteX937" fmla="*/ 2940663 w 7467600"/>
              <a:gd name="connsiteY937" fmla="*/ 140884 h 6858000"/>
              <a:gd name="connsiteX938" fmla="*/ 2947039 w 7467600"/>
              <a:gd name="connsiteY938" fmla="*/ 122524 h 6858000"/>
              <a:gd name="connsiteX939" fmla="*/ 2984316 w 7467600"/>
              <a:gd name="connsiteY939" fmla="*/ 0 h 6858000"/>
              <a:gd name="connsiteX940" fmla="*/ 3016114 w 7467600"/>
              <a:gd name="connsiteY940" fmla="*/ 0 h 6858000"/>
              <a:gd name="connsiteX941" fmla="*/ 2979949 w 7467600"/>
              <a:gd name="connsiteY941" fmla="*/ 119274 h 6858000"/>
              <a:gd name="connsiteX942" fmla="*/ 3023879 w 7467600"/>
              <a:gd name="connsiteY942" fmla="*/ 0 h 6858000"/>
              <a:gd name="connsiteX943" fmla="*/ 3105400 w 7467600"/>
              <a:gd name="connsiteY943" fmla="*/ 0 h 6858000"/>
              <a:gd name="connsiteX944" fmla="*/ 3094669 w 7467600"/>
              <a:gd name="connsiteY944" fmla="*/ 30308 h 6858000"/>
              <a:gd name="connsiteX945" fmla="*/ 2901945 w 7467600"/>
              <a:gd name="connsiteY945" fmla="*/ 466538 h 6858000"/>
              <a:gd name="connsiteX946" fmla="*/ 2815209 w 7467600"/>
              <a:gd name="connsiteY946" fmla="*/ 497361 h 6858000"/>
              <a:gd name="connsiteX947" fmla="*/ 2844845 w 7467600"/>
              <a:gd name="connsiteY947" fmla="*/ 127638 h 6858000"/>
              <a:gd name="connsiteX948" fmla="*/ 2867960 w 7467600"/>
              <a:gd name="connsiteY948" fmla="*/ 0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1057230 w 7467600"/>
              <a:gd name="connsiteY974" fmla="*/ 0 h 6858000"/>
              <a:gd name="connsiteX975" fmla="*/ 43151 w 7467600"/>
              <a:gd name="connsiteY975" fmla="*/ 0 h 6858000"/>
              <a:gd name="connsiteX976" fmla="*/ 95283 w 7467600"/>
              <a:gd name="connsiteY976" fmla="*/ 0 h 6858000"/>
              <a:gd name="connsiteX977" fmla="*/ 300708 w 7467600"/>
              <a:gd name="connsiteY977" fmla="*/ 154571 h 6858000"/>
              <a:gd name="connsiteX978" fmla="*/ 530414 w 7467600"/>
              <a:gd name="connsiteY978" fmla="*/ 354673 h 6858000"/>
              <a:gd name="connsiteX979" fmla="*/ 333785 w 7467600"/>
              <a:gd name="connsiteY979" fmla="*/ 161564 h 6858000"/>
              <a:gd name="connsiteX980" fmla="*/ 147005 w 7467600"/>
              <a:gd name="connsiteY980" fmla="*/ 0 h 6858000"/>
              <a:gd name="connsiteX981" fmla="*/ 272509 w 7467600"/>
              <a:gd name="connsiteY981" fmla="*/ 0 h 6858000"/>
              <a:gd name="connsiteX982" fmla="*/ 326276 w 7467600"/>
              <a:gd name="connsiteY982" fmla="*/ 45847 h 6858000"/>
              <a:gd name="connsiteX983" fmla="*/ 823759 w 7467600"/>
              <a:gd name="connsiteY983" fmla="*/ 574145 h 6858000"/>
              <a:gd name="connsiteX984" fmla="*/ 811254 w 7467600"/>
              <a:gd name="connsiteY984" fmla="*/ 665546 h 6858000"/>
              <a:gd name="connsiteX985" fmla="*/ 154042 w 7467600"/>
              <a:gd name="connsiteY985" fmla="*/ 261522 h 6858000"/>
              <a:gd name="connsiteX986" fmla="*/ 13550 w 7467600"/>
              <a:gd name="connsiteY986" fmla="*/ 158423 h 6858000"/>
              <a:gd name="connsiteX987" fmla="*/ 0 w 7467600"/>
              <a:gd name="connsiteY987" fmla="*/ 146618 h 6858000"/>
              <a:gd name="connsiteX988" fmla="*/ 0 w 7467600"/>
              <a:gd name="connsiteY988" fmla="*/ 59161 h 6858000"/>
              <a:gd name="connsiteX989" fmla="*/ 45427 w 7467600"/>
              <a:gd name="connsiteY989" fmla="*/ 101078 h 6858000"/>
              <a:gd name="connsiteX990" fmla="*/ 630103 w 7467600"/>
              <a:gd name="connsiteY990" fmla="*/ 485885 h 6858000"/>
              <a:gd name="connsiteX991" fmla="*/ 532040 w 7467600"/>
              <a:gd name="connsiteY991" fmla="*/ 399359 h 6858000"/>
              <a:gd name="connsiteX992" fmla="*/ 517618 w 7467600"/>
              <a:gd name="connsiteY992" fmla="*/ 385726 h 6858000"/>
              <a:gd name="connsiteX993" fmla="*/ 285074 w 7467600"/>
              <a:gd name="connsiteY993" fmla="*/ 182755 h 6858000"/>
              <a:gd name="connsiteX994" fmla="*/ 43151 w 7467600"/>
              <a:gd name="connsiteY99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77736 h 6858000"/>
              <a:gd name="connsiteX138" fmla="*/ 1903353 w 7467600"/>
              <a:gd name="connsiteY138" fmla="*/ 5044827 h 6858000"/>
              <a:gd name="connsiteX139" fmla="*/ 1936931 w 7467600"/>
              <a:gd name="connsiteY139" fmla="*/ 5093954 h 6858000"/>
              <a:gd name="connsiteX140" fmla="*/ 2195868 w 7467600"/>
              <a:gd name="connsiteY140" fmla="*/ 5396574 h 6858000"/>
              <a:gd name="connsiteX141" fmla="*/ 2088852 w 7467600"/>
              <a:gd name="connsiteY141" fmla="*/ 5166123 h 6858000"/>
              <a:gd name="connsiteX142" fmla="*/ 1958241 w 7467600"/>
              <a:gd name="connsiteY142" fmla="*/ 5067955 h 6858000"/>
              <a:gd name="connsiteX143" fmla="*/ 1903353 w 7467600"/>
              <a:gd name="connsiteY143" fmla="*/ 5044827 h 6858000"/>
              <a:gd name="connsiteX144" fmla="*/ 1979378 w 7467600"/>
              <a:gd name="connsiteY144" fmla="*/ 4769504 h 6858000"/>
              <a:gd name="connsiteX145" fmla="*/ 2882120 w 7467600"/>
              <a:gd name="connsiteY145" fmla="*/ 5064547 h 6858000"/>
              <a:gd name="connsiteX146" fmla="*/ 2793103 w 7467600"/>
              <a:gd name="connsiteY146" fmla="*/ 5039699 h 6858000"/>
              <a:gd name="connsiteX147" fmla="*/ 2770041 w 7467600"/>
              <a:gd name="connsiteY147" fmla="*/ 5033634 h 6858000"/>
              <a:gd name="connsiteX148" fmla="*/ 1979378 w 7467600"/>
              <a:gd name="connsiteY148" fmla="*/ 4769504 h 6858000"/>
              <a:gd name="connsiteX149" fmla="*/ 1927410 w 7467600"/>
              <a:gd name="connsiteY149" fmla="*/ 4716164 h 6858000"/>
              <a:gd name="connsiteX150" fmla="*/ 1959587 w 7467600"/>
              <a:gd name="connsiteY150" fmla="*/ 4728849 h 6858000"/>
              <a:gd name="connsiteX151" fmla="*/ 2777707 w 7467600"/>
              <a:gd name="connsiteY151" fmla="*/ 5003991 h 6858000"/>
              <a:gd name="connsiteX152" fmla="*/ 2800768 w 7467600"/>
              <a:gd name="connsiteY152" fmla="*/ 5010056 h 6858000"/>
              <a:gd name="connsiteX153" fmla="*/ 2879408 w 7467600"/>
              <a:gd name="connsiteY153" fmla="*/ 5031590 h 6858000"/>
              <a:gd name="connsiteX154" fmla="*/ 2862295 w 7467600"/>
              <a:gd name="connsiteY154" fmla="*/ 5022958 h 6858000"/>
              <a:gd name="connsiteX155" fmla="*/ 2813343 w 7467600"/>
              <a:gd name="connsiteY155" fmla="*/ 4998369 h 6858000"/>
              <a:gd name="connsiteX156" fmla="*/ 2646245 w 7467600"/>
              <a:gd name="connsiteY156" fmla="*/ 4930999 h 6858000"/>
              <a:gd name="connsiteX157" fmla="*/ 1999243 w 7467600"/>
              <a:gd name="connsiteY157" fmla="*/ 4730524 h 6858000"/>
              <a:gd name="connsiteX158" fmla="*/ 1979527 w 7467600"/>
              <a:gd name="connsiteY158" fmla="*/ 4726651 h 6858000"/>
              <a:gd name="connsiteX159" fmla="*/ 1927410 w 7467600"/>
              <a:gd name="connsiteY159" fmla="*/ 4716164 h 6858000"/>
              <a:gd name="connsiteX160" fmla="*/ 1997014 w 7467600"/>
              <a:gd name="connsiteY160" fmla="*/ 4698007 h 6858000"/>
              <a:gd name="connsiteX161" fmla="*/ 2005458 w 7467600"/>
              <a:gd name="connsiteY161" fmla="*/ 4699540 h 6858000"/>
              <a:gd name="connsiteX162" fmla="*/ 2657186 w 7467600"/>
              <a:gd name="connsiteY162" fmla="*/ 4901687 h 6858000"/>
              <a:gd name="connsiteX163" fmla="*/ 2826662 w 7467600"/>
              <a:gd name="connsiteY163" fmla="*/ 4970362 h 6858000"/>
              <a:gd name="connsiteX164" fmla="*/ 2876100 w 7467600"/>
              <a:gd name="connsiteY164" fmla="*/ 4995397 h 6858000"/>
              <a:gd name="connsiteX165" fmla="*/ 3042600 w 7467600"/>
              <a:gd name="connsiteY165" fmla="*/ 5059532 h 6858000"/>
              <a:gd name="connsiteX166" fmla="*/ 1997014 w 7467600"/>
              <a:gd name="connsiteY166" fmla="*/ 4698007 h 6858000"/>
              <a:gd name="connsiteX167" fmla="*/ 2305292 w 7467600"/>
              <a:gd name="connsiteY167" fmla="*/ 4219492 h 6858000"/>
              <a:gd name="connsiteX168" fmla="*/ 3360922 w 7467600"/>
              <a:gd name="connsiteY168" fmla="*/ 4529373 h 6858000"/>
              <a:gd name="connsiteX169" fmla="*/ 3492420 w 7467600"/>
              <a:gd name="connsiteY169" fmla="*/ 4510145 h 6858000"/>
              <a:gd name="connsiteX170" fmla="*/ 3364086 w 7467600"/>
              <a:gd name="connsiteY170" fmla="*/ 4480340 h 6858000"/>
              <a:gd name="connsiteX171" fmla="*/ 3225818 w 7467600"/>
              <a:gd name="connsiteY171" fmla="*/ 4411822 h 6858000"/>
              <a:gd name="connsiteX172" fmla="*/ 3129696 w 7467600"/>
              <a:gd name="connsiteY172" fmla="*/ 4360704 h 6858000"/>
              <a:gd name="connsiteX173" fmla="*/ 2814545 w 7467600"/>
              <a:gd name="connsiteY173" fmla="*/ 4282955 h 6858000"/>
              <a:gd name="connsiteX174" fmla="*/ 2305292 w 7467600"/>
              <a:gd name="connsiteY174" fmla="*/ 4219492 h 6858000"/>
              <a:gd name="connsiteX175" fmla="*/ 2626982 w 7467600"/>
              <a:gd name="connsiteY175" fmla="*/ 4206450 h 6858000"/>
              <a:gd name="connsiteX176" fmla="*/ 2490617 w 7467600"/>
              <a:gd name="connsiteY176" fmla="*/ 4206951 h 6858000"/>
              <a:gd name="connsiteX177" fmla="*/ 2819869 w 7467600"/>
              <a:gd name="connsiteY177" fmla="*/ 4252936 h 6858000"/>
              <a:gd name="connsiteX178" fmla="*/ 3143018 w 7467600"/>
              <a:gd name="connsiteY178" fmla="*/ 4332698 h 6858000"/>
              <a:gd name="connsiteX179" fmla="*/ 3241520 w 7467600"/>
              <a:gd name="connsiteY179" fmla="*/ 4385112 h 6858000"/>
              <a:gd name="connsiteX180" fmla="*/ 3374575 w 7467600"/>
              <a:gd name="connsiteY180" fmla="*/ 4451517 h 6858000"/>
              <a:gd name="connsiteX181" fmla="*/ 3505221 w 7467600"/>
              <a:gd name="connsiteY181" fmla="*/ 4480757 h 6858000"/>
              <a:gd name="connsiteX182" fmla="*/ 2626982 w 7467600"/>
              <a:gd name="connsiteY182" fmla="*/ 4206450 h 6858000"/>
              <a:gd name="connsiteX183" fmla="*/ 1310106 w 7467600"/>
              <a:gd name="connsiteY183" fmla="*/ 3943217 h 6858000"/>
              <a:gd name="connsiteX184" fmla="*/ 854994 w 7467600"/>
              <a:gd name="connsiteY184" fmla="*/ 4399136 h 6858000"/>
              <a:gd name="connsiteX185" fmla="*/ 742462 w 7467600"/>
              <a:gd name="connsiteY185" fmla="*/ 4594648 h 6858000"/>
              <a:gd name="connsiteX186" fmla="*/ 820602 w 7467600"/>
              <a:gd name="connsiteY186" fmla="*/ 4485915 h 6858000"/>
              <a:gd name="connsiteX187" fmla="*/ 878295 w 7467600"/>
              <a:gd name="connsiteY187" fmla="*/ 4403594 h 6858000"/>
              <a:gd name="connsiteX188" fmla="*/ 1240607 w 7467600"/>
              <a:gd name="connsiteY188" fmla="*/ 4010401 h 6858000"/>
              <a:gd name="connsiteX189" fmla="*/ 1310106 w 7467600"/>
              <a:gd name="connsiteY189" fmla="*/ 3943217 h 6858000"/>
              <a:gd name="connsiteX190" fmla="*/ 1423113 w 7467600"/>
              <a:gd name="connsiteY190" fmla="*/ 3874565 h 6858000"/>
              <a:gd name="connsiteX191" fmla="*/ 1260565 w 7467600"/>
              <a:gd name="connsiteY191" fmla="*/ 4031982 h 6858000"/>
              <a:gd name="connsiteX192" fmla="*/ 901900 w 7467600"/>
              <a:gd name="connsiteY192" fmla="*/ 4421236 h 6858000"/>
              <a:gd name="connsiteX193" fmla="*/ 845044 w 7467600"/>
              <a:gd name="connsiteY193" fmla="*/ 4502436 h 6858000"/>
              <a:gd name="connsiteX194" fmla="*/ 685926 w 7467600"/>
              <a:gd name="connsiteY194" fmla="*/ 4703069 h 6858000"/>
              <a:gd name="connsiteX195" fmla="*/ 684248 w 7467600"/>
              <a:gd name="connsiteY195" fmla="*/ 4706721 h 6858000"/>
              <a:gd name="connsiteX196" fmla="*/ 1423113 w 7467600"/>
              <a:gd name="connsiteY196" fmla="*/ 3874565 h 6858000"/>
              <a:gd name="connsiteX197" fmla="*/ 3316479 w 7467600"/>
              <a:gd name="connsiteY197" fmla="*/ 3872136 h 6858000"/>
              <a:gd name="connsiteX198" fmla="*/ 3546806 w 7467600"/>
              <a:gd name="connsiteY198" fmla="*/ 4356139 h 6858000"/>
              <a:gd name="connsiteX199" fmla="*/ 3364433 w 7467600"/>
              <a:gd name="connsiteY199" fmla="*/ 3953121 h 6858000"/>
              <a:gd name="connsiteX200" fmla="*/ 3316479 w 7467600"/>
              <a:gd name="connsiteY200" fmla="*/ 3872136 h 6858000"/>
              <a:gd name="connsiteX201" fmla="*/ 3291335 w 7467600"/>
              <a:gd name="connsiteY201" fmla="*/ 3767420 h 6858000"/>
              <a:gd name="connsiteX202" fmla="*/ 3390805 w 7467600"/>
              <a:gd name="connsiteY202" fmla="*/ 3937163 h 6858000"/>
              <a:gd name="connsiteX203" fmla="*/ 3579062 w 7467600"/>
              <a:gd name="connsiteY203" fmla="*/ 4359040 h 6858000"/>
              <a:gd name="connsiteX204" fmla="*/ 3467355 w 7467600"/>
              <a:gd name="connsiteY204" fmla="*/ 3988130 h 6858000"/>
              <a:gd name="connsiteX205" fmla="*/ 3310753 w 7467600"/>
              <a:gd name="connsiteY205" fmla="*/ 3787140 h 6858000"/>
              <a:gd name="connsiteX206" fmla="*/ 3291335 w 7467600"/>
              <a:gd name="connsiteY206" fmla="*/ 3767420 h 6858000"/>
              <a:gd name="connsiteX207" fmla="*/ 1635889 w 7467600"/>
              <a:gd name="connsiteY207" fmla="*/ 3709494 h 6858000"/>
              <a:gd name="connsiteX208" fmla="*/ 1634800 w 7467600"/>
              <a:gd name="connsiteY208" fmla="*/ 3731111 h 6858000"/>
              <a:gd name="connsiteX209" fmla="*/ 1635889 w 7467600"/>
              <a:gd name="connsiteY209" fmla="*/ 3709494 h 6858000"/>
              <a:gd name="connsiteX210" fmla="*/ 1510397 w 7467600"/>
              <a:gd name="connsiteY210" fmla="*/ 3684705 h 6858000"/>
              <a:gd name="connsiteX211" fmla="*/ 1146550 w 7467600"/>
              <a:gd name="connsiteY211" fmla="*/ 3802012 h 6858000"/>
              <a:gd name="connsiteX212" fmla="*/ 698834 w 7467600"/>
              <a:gd name="connsiteY212" fmla="*/ 3952272 h 6858000"/>
              <a:gd name="connsiteX213" fmla="*/ 34256 w 7467600"/>
              <a:gd name="connsiteY213" fmla="*/ 4347603 h 6858000"/>
              <a:gd name="connsiteX214" fmla="*/ 527241 w 7467600"/>
              <a:gd name="connsiteY214" fmla="*/ 4065078 h 6858000"/>
              <a:gd name="connsiteX215" fmla="*/ 1510397 w 7467600"/>
              <a:gd name="connsiteY215" fmla="*/ 3684705 h 6858000"/>
              <a:gd name="connsiteX216" fmla="*/ 1313114 w 7467600"/>
              <a:gd name="connsiteY216" fmla="*/ 3655216 h 6858000"/>
              <a:gd name="connsiteX217" fmla="*/ 1109304 w 7467600"/>
              <a:gd name="connsiteY217" fmla="*/ 3669030 h 6858000"/>
              <a:gd name="connsiteX218" fmla="*/ 8129 w 7467600"/>
              <a:gd name="connsiteY218" fmla="*/ 4330519 h 6858000"/>
              <a:gd name="connsiteX219" fmla="*/ 687572 w 7467600"/>
              <a:gd name="connsiteY219" fmla="*/ 3925629 h 6858000"/>
              <a:gd name="connsiteX220" fmla="*/ 1138365 w 7467600"/>
              <a:gd name="connsiteY220" fmla="*/ 3774515 h 6858000"/>
              <a:gd name="connsiteX221" fmla="*/ 1505579 w 7467600"/>
              <a:gd name="connsiteY221" fmla="*/ 3655526 h 6858000"/>
              <a:gd name="connsiteX222" fmla="*/ 1313114 w 7467600"/>
              <a:gd name="connsiteY222" fmla="*/ 3655216 h 6858000"/>
              <a:gd name="connsiteX223" fmla="*/ 3655073 w 7467600"/>
              <a:gd name="connsiteY223" fmla="*/ 3650884 h 6858000"/>
              <a:gd name="connsiteX224" fmla="*/ 3989938 w 7467600"/>
              <a:gd name="connsiteY224" fmla="*/ 3991685 h 6858000"/>
              <a:gd name="connsiteX225" fmla="*/ 4393907 w 7467600"/>
              <a:gd name="connsiteY225" fmla="*/ 4261258 h 6858000"/>
              <a:gd name="connsiteX226" fmla="*/ 4648051 w 7467600"/>
              <a:gd name="connsiteY226" fmla="*/ 4374051 h 6858000"/>
              <a:gd name="connsiteX227" fmla="*/ 4383389 w 7467600"/>
              <a:gd name="connsiteY227" fmla="*/ 4184369 h 6858000"/>
              <a:gd name="connsiteX228" fmla="*/ 4165508 w 7467600"/>
              <a:gd name="connsiteY228" fmla="*/ 4035196 h 6858000"/>
              <a:gd name="connsiteX229" fmla="*/ 4068162 w 7467600"/>
              <a:gd name="connsiteY229" fmla="*/ 3953394 h 6858000"/>
              <a:gd name="connsiteX230" fmla="*/ 3981416 w 7467600"/>
              <a:gd name="connsiteY230" fmla="*/ 3880482 h 6858000"/>
              <a:gd name="connsiteX231" fmla="*/ 3800147 w 7467600"/>
              <a:gd name="connsiteY231" fmla="*/ 3749872 h 6858000"/>
              <a:gd name="connsiteX232" fmla="*/ 3655073 w 7467600"/>
              <a:gd name="connsiteY232" fmla="*/ 3650884 h 6858000"/>
              <a:gd name="connsiteX233" fmla="*/ 3670252 w 7467600"/>
              <a:gd name="connsiteY233" fmla="*/ 3622798 h 6858000"/>
              <a:gd name="connsiteX234" fmla="*/ 3817258 w 7467600"/>
              <a:gd name="connsiteY234" fmla="*/ 3723577 h 6858000"/>
              <a:gd name="connsiteX235" fmla="*/ 4000461 w 7467600"/>
              <a:gd name="connsiteY235" fmla="*/ 3855966 h 6858000"/>
              <a:gd name="connsiteX236" fmla="*/ 4088180 w 7467600"/>
              <a:gd name="connsiteY236" fmla="*/ 3929774 h 6858000"/>
              <a:gd name="connsiteX237" fmla="*/ 4184555 w 7467600"/>
              <a:gd name="connsiteY237" fmla="*/ 4010683 h 6858000"/>
              <a:gd name="connsiteX238" fmla="*/ 4399563 w 7467600"/>
              <a:gd name="connsiteY238" fmla="*/ 4158106 h 6858000"/>
              <a:gd name="connsiteX239" fmla="*/ 4684469 w 7467600"/>
              <a:gd name="connsiteY239" fmla="*/ 4364680 h 6858000"/>
              <a:gd name="connsiteX240" fmla="*/ 4690271 w 7467600"/>
              <a:gd name="connsiteY240" fmla="*/ 4370034 h 6858000"/>
              <a:gd name="connsiteX241" fmla="*/ 4136093 w 7467600"/>
              <a:gd name="connsiteY241" fmla="*/ 3858466 h 6858000"/>
              <a:gd name="connsiteX242" fmla="*/ 3670252 w 7467600"/>
              <a:gd name="connsiteY242" fmla="*/ 3622798 h 6858000"/>
              <a:gd name="connsiteX243" fmla="*/ 4440129 w 7467600"/>
              <a:gd name="connsiteY243" fmla="*/ 3448571 h 6858000"/>
              <a:gd name="connsiteX244" fmla="*/ 4856525 w 7467600"/>
              <a:gd name="connsiteY244" fmla="*/ 3915351 h 6858000"/>
              <a:gd name="connsiteX245" fmla="*/ 5059055 w 7467600"/>
              <a:gd name="connsiteY245" fmla="*/ 4108918 h 6858000"/>
              <a:gd name="connsiteX246" fmla="*/ 5290070 w 7467600"/>
              <a:gd name="connsiteY246" fmla="*/ 4263619 h 6858000"/>
              <a:gd name="connsiteX247" fmla="*/ 4834991 w 7467600"/>
              <a:gd name="connsiteY247" fmla="*/ 3830985 h 6858000"/>
              <a:gd name="connsiteX248" fmla="*/ 4440129 w 7467600"/>
              <a:gd name="connsiteY248" fmla="*/ 3448571 h 6858000"/>
              <a:gd name="connsiteX249" fmla="*/ 4441737 w 7467600"/>
              <a:gd name="connsiteY249" fmla="*/ 3399734 h 6858000"/>
              <a:gd name="connsiteX250" fmla="*/ 4431236 w 7467600"/>
              <a:gd name="connsiteY250" fmla="*/ 3400954 h 6858000"/>
              <a:gd name="connsiteX251" fmla="*/ 4557150 w 7467600"/>
              <a:gd name="connsiteY251" fmla="*/ 3510023 h 6858000"/>
              <a:gd name="connsiteX252" fmla="*/ 4856936 w 7467600"/>
              <a:gd name="connsiteY252" fmla="*/ 3809146 h 6858000"/>
              <a:gd name="connsiteX253" fmla="*/ 5111996 w 7467600"/>
              <a:gd name="connsiteY253" fmla="*/ 4065759 h 6858000"/>
              <a:gd name="connsiteX254" fmla="*/ 5388878 w 7467600"/>
              <a:gd name="connsiteY254" fmla="*/ 4300185 h 6858000"/>
              <a:gd name="connsiteX255" fmla="*/ 5425556 w 7467600"/>
              <a:gd name="connsiteY255" fmla="*/ 4308967 h 6858000"/>
              <a:gd name="connsiteX256" fmla="*/ 4943646 w 7467600"/>
              <a:gd name="connsiteY256" fmla="*/ 3822916 h 6858000"/>
              <a:gd name="connsiteX257" fmla="*/ 4594837 w 7467600"/>
              <a:gd name="connsiteY257" fmla="*/ 3532274 h 6858000"/>
              <a:gd name="connsiteX258" fmla="*/ 4441737 w 7467600"/>
              <a:gd name="connsiteY258" fmla="*/ 3399734 h 6858000"/>
              <a:gd name="connsiteX259" fmla="*/ 5425834 w 7467600"/>
              <a:gd name="connsiteY259" fmla="*/ 3162785 h 6858000"/>
              <a:gd name="connsiteX260" fmla="*/ 5401644 w 7467600"/>
              <a:gd name="connsiteY260" fmla="*/ 3617847 h 6858000"/>
              <a:gd name="connsiteX261" fmla="*/ 5467256 w 7467600"/>
              <a:gd name="connsiteY261" fmla="*/ 4175494 h 6858000"/>
              <a:gd name="connsiteX262" fmla="*/ 5448069 w 7467600"/>
              <a:gd name="connsiteY262" fmla="*/ 3567554 h 6858000"/>
              <a:gd name="connsiteX263" fmla="*/ 5425834 w 7467600"/>
              <a:gd name="connsiteY263" fmla="*/ 3162785 h 6858000"/>
              <a:gd name="connsiteX264" fmla="*/ 1318687 w 7467600"/>
              <a:gd name="connsiteY264" fmla="*/ 3113840 h 6858000"/>
              <a:gd name="connsiteX265" fmla="*/ 1066793 w 7467600"/>
              <a:gd name="connsiteY265" fmla="*/ 3212171 h 6858000"/>
              <a:gd name="connsiteX266" fmla="*/ 993319 w 7467600"/>
              <a:gd name="connsiteY266" fmla="*/ 3247648 h 6858000"/>
              <a:gd name="connsiteX267" fmla="*/ 853081 w 7467600"/>
              <a:gd name="connsiteY267" fmla="*/ 3312410 h 6858000"/>
              <a:gd name="connsiteX268" fmla="*/ 805957 w 7467600"/>
              <a:gd name="connsiteY268" fmla="*/ 3330443 h 6858000"/>
              <a:gd name="connsiteX269" fmla="*/ 1318687 w 7467600"/>
              <a:gd name="connsiteY269" fmla="*/ 3113840 h 6858000"/>
              <a:gd name="connsiteX270" fmla="*/ 5453702 w 7467600"/>
              <a:gd name="connsiteY270" fmla="*/ 3090882 h 6858000"/>
              <a:gd name="connsiteX271" fmla="*/ 5480135 w 7467600"/>
              <a:gd name="connsiteY271" fmla="*/ 3565802 h 6858000"/>
              <a:gd name="connsiteX272" fmla="*/ 5499023 w 7467600"/>
              <a:gd name="connsiteY272" fmla="*/ 4166310 h 6858000"/>
              <a:gd name="connsiteX273" fmla="*/ 5547022 w 7467600"/>
              <a:gd name="connsiteY273" fmla="*/ 3607838 h 6858000"/>
              <a:gd name="connsiteX274" fmla="*/ 5515964 w 7467600"/>
              <a:gd name="connsiteY274" fmla="*/ 3378541 h 6858000"/>
              <a:gd name="connsiteX275" fmla="*/ 5453702 w 7467600"/>
              <a:gd name="connsiteY275" fmla="*/ 3090882 h 6858000"/>
              <a:gd name="connsiteX276" fmla="*/ 1238695 w 7467600"/>
              <a:gd name="connsiteY276" fmla="*/ 3076820 h 6858000"/>
              <a:gd name="connsiteX277" fmla="*/ 716371 w 7467600"/>
              <a:gd name="connsiteY277" fmla="*/ 3293249 h 6858000"/>
              <a:gd name="connsiteX278" fmla="*/ 579522 w 7467600"/>
              <a:gd name="connsiteY278" fmla="*/ 3371759 h 6858000"/>
              <a:gd name="connsiteX279" fmla="*/ 600288 w 7467600"/>
              <a:gd name="connsiteY279" fmla="*/ 3365555 h 6858000"/>
              <a:gd name="connsiteX280" fmla="*/ 840692 w 7467600"/>
              <a:gd name="connsiteY280" fmla="*/ 3284921 h 6858000"/>
              <a:gd name="connsiteX281" fmla="*/ 979248 w 7467600"/>
              <a:gd name="connsiteY281" fmla="*/ 3221003 h 6858000"/>
              <a:gd name="connsiteX282" fmla="*/ 1053282 w 7467600"/>
              <a:gd name="connsiteY282" fmla="*/ 3185247 h 6858000"/>
              <a:gd name="connsiteX283" fmla="*/ 1320603 w 7467600"/>
              <a:gd name="connsiteY283" fmla="*/ 3081281 h 6858000"/>
              <a:gd name="connsiteX284" fmla="*/ 1238695 w 7467600"/>
              <a:gd name="connsiteY284" fmla="*/ 3076820 h 6858000"/>
              <a:gd name="connsiteX285" fmla="*/ 5425627 w 7467600"/>
              <a:gd name="connsiteY285" fmla="*/ 2954192 h 6858000"/>
              <a:gd name="connsiteX286" fmla="*/ 5470770 w 7467600"/>
              <a:gd name="connsiteY286" fmla="*/ 3005435 h 6858000"/>
              <a:gd name="connsiteX287" fmla="*/ 5519779 w 7467600"/>
              <a:gd name="connsiteY287" fmla="*/ 4359223 h 6858000"/>
              <a:gd name="connsiteX288" fmla="*/ 5520293 w 7467600"/>
              <a:gd name="connsiteY288" fmla="*/ 4360602 h 6858000"/>
              <a:gd name="connsiteX289" fmla="*/ 5767221 w 7467600"/>
              <a:gd name="connsiteY289" fmla="*/ 4665564 h 6858000"/>
              <a:gd name="connsiteX290" fmla="*/ 6937169 w 7467600"/>
              <a:gd name="connsiteY290" fmla="*/ 4815941 h 6858000"/>
              <a:gd name="connsiteX291" fmla="*/ 6953922 w 7467600"/>
              <a:gd name="connsiteY291" fmla="*/ 4890068 h 6858000"/>
              <a:gd name="connsiteX292" fmla="*/ 6071359 w 7467600"/>
              <a:gd name="connsiteY292" fmla="*/ 4770770 h 6858000"/>
              <a:gd name="connsiteX293" fmla="*/ 6038839 w 7467600"/>
              <a:gd name="connsiteY293" fmla="*/ 4764474 h 6858000"/>
              <a:gd name="connsiteX294" fmla="*/ 6038706 w 7467600"/>
              <a:gd name="connsiteY294" fmla="*/ 4763847 h 6858000"/>
              <a:gd name="connsiteX295" fmla="*/ 6037784 w 7467600"/>
              <a:gd name="connsiteY295" fmla="*/ 4764270 h 6858000"/>
              <a:gd name="connsiteX296" fmla="*/ 6038839 w 7467600"/>
              <a:gd name="connsiteY296" fmla="*/ 4764474 h 6858000"/>
              <a:gd name="connsiteX297" fmla="*/ 6040338 w 7467600"/>
              <a:gd name="connsiteY297" fmla="*/ 4771418 h 6858000"/>
              <a:gd name="connsiteX298" fmla="*/ 6024488 w 7467600"/>
              <a:gd name="connsiteY298" fmla="*/ 4809903 h 6858000"/>
              <a:gd name="connsiteX299" fmla="*/ 5599771 w 7467600"/>
              <a:gd name="connsiteY299" fmla="*/ 5509652 h 6858000"/>
              <a:gd name="connsiteX300" fmla="*/ 5548843 w 7467600"/>
              <a:gd name="connsiteY300" fmla="*/ 5563845 h 6858000"/>
              <a:gd name="connsiteX301" fmla="*/ 5940952 w 7467600"/>
              <a:gd name="connsiteY301" fmla="*/ 6250028 h 6858000"/>
              <a:gd name="connsiteX302" fmla="*/ 6043441 w 7467600"/>
              <a:gd name="connsiteY302" fmla="*/ 6665847 h 6858000"/>
              <a:gd name="connsiteX303" fmla="*/ 6093432 w 7467600"/>
              <a:gd name="connsiteY303" fmla="*/ 6858000 h 6858000"/>
              <a:gd name="connsiteX304" fmla="*/ 6034344 w 7467600"/>
              <a:gd name="connsiteY304" fmla="*/ 6858000 h 6858000"/>
              <a:gd name="connsiteX305" fmla="*/ 6026679 w 7467600"/>
              <a:gd name="connsiteY305" fmla="*/ 6836959 h 6858000"/>
              <a:gd name="connsiteX306" fmla="*/ 5800441 w 7467600"/>
              <a:gd name="connsiteY306" fmla="*/ 6335286 h 6858000"/>
              <a:gd name="connsiteX307" fmla="*/ 5526562 w 7467600"/>
              <a:gd name="connsiteY307" fmla="*/ 5705388 h 6858000"/>
              <a:gd name="connsiteX308" fmla="*/ 5519640 w 7467600"/>
              <a:gd name="connsiteY308" fmla="*/ 5683774 h 6858000"/>
              <a:gd name="connsiteX309" fmla="*/ 5844559 w 7467600"/>
              <a:gd name="connsiteY309" fmla="*/ 6553349 h 6858000"/>
              <a:gd name="connsiteX310" fmla="*/ 5975994 w 7467600"/>
              <a:gd name="connsiteY310" fmla="*/ 6858000 h 6858000"/>
              <a:gd name="connsiteX311" fmla="*/ 5898547 w 7467600"/>
              <a:gd name="connsiteY311" fmla="*/ 6858000 h 6858000"/>
              <a:gd name="connsiteX312" fmla="*/ 5682041 w 7467600"/>
              <a:gd name="connsiteY312" fmla="*/ 6355860 h 6858000"/>
              <a:gd name="connsiteX313" fmla="*/ 5461758 w 7467600"/>
              <a:gd name="connsiteY313" fmla="*/ 5820220 h 6858000"/>
              <a:gd name="connsiteX314" fmla="*/ 5237282 w 7467600"/>
              <a:gd name="connsiteY314" fmla="*/ 6579086 h 6858000"/>
              <a:gd name="connsiteX315" fmla="*/ 5115009 w 7467600"/>
              <a:gd name="connsiteY315" fmla="*/ 6858000 h 6858000"/>
              <a:gd name="connsiteX316" fmla="*/ 5028074 w 7467600"/>
              <a:gd name="connsiteY316" fmla="*/ 6858000 h 6858000"/>
              <a:gd name="connsiteX317" fmla="*/ 5079508 w 7467600"/>
              <a:gd name="connsiteY317" fmla="*/ 6749074 h 6858000"/>
              <a:gd name="connsiteX318" fmla="*/ 5371846 w 7467600"/>
              <a:gd name="connsiteY318" fmla="*/ 5924413 h 6858000"/>
              <a:gd name="connsiteX319" fmla="*/ 5270512 w 7467600"/>
              <a:gd name="connsiteY319" fmla="*/ 6138975 h 6858000"/>
              <a:gd name="connsiteX320" fmla="*/ 5062409 w 7467600"/>
              <a:gd name="connsiteY320" fmla="*/ 6653544 h 6858000"/>
              <a:gd name="connsiteX321" fmla="*/ 5036628 w 7467600"/>
              <a:gd name="connsiteY321" fmla="*/ 6754247 h 6858000"/>
              <a:gd name="connsiteX322" fmla="*/ 5009112 w 7467600"/>
              <a:gd name="connsiteY322" fmla="*/ 6858000 h 6858000"/>
              <a:gd name="connsiteX323" fmla="*/ 4976679 w 7467600"/>
              <a:gd name="connsiteY323" fmla="*/ 6858000 h 6858000"/>
              <a:gd name="connsiteX324" fmla="*/ 5006537 w 7467600"/>
              <a:gd name="connsiteY324" fmla="*/ 6747068 h 6858000"/>
              <a:gd name="connsiteX325" fmla="*/ 5032723 w 7467600"/>
              <a:gd name="connsiteY325" fmla="*/ 6644957 h 6858000"/>
              <a:gd name="connsiteX326" fmla="*/ 5242949 w 7467600"/>
              <a:gd name="connsiteY326" fmla="*/ 6125175 h 6858000"/>
              <a:gd name="connsiteX327" fmla="*/ 5286321 w 7467600"/>
              <a:gd name="connsiteY327" fmla="*/ 6033555 h 6858000"/>
              <a:gd name="connsiteX328" fmla="*/ 5008210 w 7467600"/>
              <a:gd name="connsiteY328" fmla="*/ 6649194 h 6858000"/>
              <a:gd name="connsiteX329" fmla="*/ 4986321 w 7467600"/>
              <a:gd name="connsiteY329" fmla="*/ 6765687 h 6858000"/>
              <a:gd name="connsiteX330" fmla="*/ 4973474 w 7467600"/>
              <a:gd name="connsiteY330" fmla="*/ 6858000 h 6858000"/>
              <a:gd name="connsiteX331" fmla="*/ 4907178 w 7467600"/>
              <a:gd name="connsiteY331" fmla="*/ 6858000 h 6858000"/>
              <a:gd name="connsiteX332" fmla="*/ 4910810 w 7467600"/>
              <a:gd name="connsiteY332" fmla="*/ 6829660 h 6858000"/>
              <a:gd name="connsiteX333" fmla="*/ 4987461 w 7467600"/>
              <a:gd name="connsiteY333" fmla="*/ 6432994 h 6858000"/>
              <a:gd name="connsiteX334" fmla="*/ 5179262 w 7467600"/>
              <a:gd name="connsiteY334" fmla="*/ 6035044 h 6858000"/>
              <a:gd name="connsiteX335" fmla="*/ 4689678 w 7467600"/>
              <a:gd name="connsiteY335" fmla="*/ 6440241 h 6858000"/>
              <a:gd name="connsiteX336" fmla="*/ 4477543 w 7467600"/>
              <a:gd name="connsiteY336" fmla="*/ 6674836 h 6858000"/>
              <a:gd name="connsiteX337" fmla="*/ 4329957 w 7467600"/>
              <a:gd name="connsiteY337" fmla="*/ 6858000 h 6858000"/>
              <a:gd name="connsiteX338" fmla="*/ 4218595 w 7467600"/>
              <a:gd name="connsiteY338" fmla="*/ 6858000 h 6858000"/>
              <a:gd name="connsiteX339" fmla="*/ 4368888 w 7467600"/>
              <a:gd name="connsiteY339" fmla="*/ 6668412 h 6858000"/>
              <a:gd name="connsiteX340" fmla="*/ 4563091 w 7467600"/>
              <a:gd name="connsiteY340" fmla="*/ 6442508 h 6858000"/>
              <a:gd name="connsiteX341" fmla="*/ 5387324 w 7467600"/>
              <a:gd name="connsiteY341" fmla="*/ 5705830 h 6858000"/>
              <a:gd name="connsiteX342" fmla="*/ 5073620 w 7467600"/>
              <a:gd name="connsiteY342" fmla="*/ 5955437 h 6858000"/>
              <a:gd name="connsiteX343" fmla="*/ 4689789 w 7467600"/>
              <a:gd name="connsiteY343" fmla="*/ 6268382 h 6858000"/>
              <a:gd name="connsiteX344" fmla="*/ 4418722 w 7467600"/>
              <a:gd name="connsiteY344" fmla="*/ 6570886 h 6858000"/>
              <a:gd name="connsiteX345" fmla="*/ 4214944 w 7467600"/>
              <a:gd name="connsiteY345" fmla="*/ 6858000 h 6858000"/>
              <a:gd name="connsiteX346" fmla="*/ 4177898 w 7467600"/>
              <a:gd name="connsiteY346" fmla="*/ 6858000 h 6858000"/>
              <a:gd name="connsiteX347" fmla="*/ 4391597 w 7467600"/>
              <a:gd name="connsiteY347" fmla="*/ 6556370 h 6858000"/>
              <a:gd name="connsiteX348" fmla="*/ 4668889 w 7467600"/>
              <a:gd name="connsiteY348" fmla="*/ 6246399 h 6858000"/>
              <a:gd name="connsiteX349" fmla="*/ 5055427 w 7467600"/>
              <a:gd name="connsiteY349" fmla="*/ 5931476 h 6858000"/>
              <a:gd name="connsiteX350" fmla="*/ 5371814 w 7467600"/>
              <a:gd name="connsiteY350" fmla="*/ 5678975 h 6858000"/>
              <a:gd name="connsiteX351" fmla="*/ 4987918 w 7467600"/>
              <a:gd name="connsiteY351" fmla="*/ 5838701 h 6858000"/>
              <a:gd name="connsiteX352" fmla="*/ 4317146 w 7467600"/>
              <a:gd name="connsiteY352" fmla="*/ 6587716 h 6858000"/>
              <a:gd name="connsiteX353" fmla="*/ 4171627 w 7467600"/>
              <a:gd name="connsiteY353" fmla="*/ 6858000 h 6858000"/>
              <a:gd name="connsiteX354" fmla="*/ 4081585 w 7467600"/>
              <a:gd name="connsiteY354" fmla="*/ 6858000 h 6858000"/>
              <a:gd name="connsiteX355" fmla="*/ 4238603 w 7467600"/>
              <a:gd name="connsiteY355" fmla="*/ 6559341 h 6858000"/>
              <a:gd name="connsiteX356" fmla="*/ 4778333 w 7467600"/>
              <a:gd name="connsiteY356" fmla="*/ 5873626 h 6858000"/>
              <a:gd name="connsiteX357" fmla="*/ 5414185 w 7467600"/>
              <a:gd name="connsiteY357" fmla="*/ 5573882 h 6858000"/>
              <a:gd name="connsiteX358" fmla="*/ 5959648 w 7467600"/>
              <a:gd name="connsiteY358" fmla="*/ 4760797 h 6858000"/>
              <a:gd name="connsiteX359" fmla="*/ 5355019 w 7467600"/>
              <a:gd name="connsiteY359" fmla="*/ 4734672 h 6858000"/>
              <a:gd name="connsiteX360" fmla="*/ 5083565 w 7467600"/>
              <a:gd name="connsiteY360" fmla="*/ 5179121 h 6858000"/>
              <a:gd name="connsiteX361" fmla="*/ 4713577 w 7467600"/>
              <a:gd name="connsiteY361" fmla="*/ 5616803 h 6858000"/>
              <a:gd name="connsiteX362" fmla="*/ 3989559 w 7467600"/>
              <a:gd name="connsiteY362" fmla="*/ 6145945 h 6858000"/>
              <a:gd name="connsiteX363" fmla="*/ 3939824 w 7467600"/>
              <a:gd name="connsiteY363" fmla="*/ 6066900 h 6858000"/>
              <a:gd name="connsiteX364" fmla="*/ 4584537 w 7467600"/>
              <a:gd name="connsiteY364" fmla="*/ 5324826 h 6858000"/>
              <a:gd name="connsiteX365" fmla="*/ 5037105 w 7467600"/>
              <a:gd name="connsiteY365" fmla="*/ 5088765 h 6858000"/>
              <a:gd name="connsiteX366" fmla="*/ 5039930 w 7467600"/>
              <a:gd name="connsiteY366" fmla="*/ 5089585 h 6858000"/>
              <a:gd name="connsiteX367" fmla="*/ 5263764 w 7467600"/>
              <a:gd name="connsiteY367" fmla="*/ 4735525 h 6858000"/>
              <a:gd name="connsiteX368" fmla="*/ 4086300 w 7467600"/>
              <a:gd name="connsiteY368" fmla="*/ 4884599 h 6858000"/>
              <a:gd name="connsiteX369" fmla="*/ 4085485 w 7467600"/>
              <a:gd name="connsiteY369" fmla="*/ 4899070 h 6858000"/>
              <a:gd name="connsiteX370" fmla="*/ 3871915 w 7467600"/>
              <a:gd name="connsiteY370" fmla="*/ 5253645 h 6858000"/>
              <a:gd name="connsiteX371" fmla="*/ 3799374 w 7467600"/>
              <a:gd name="connsiteY371" fmla="*/ 5466127 h 6858000"/>
              <a:gd name="connsiteX372" fmla="*/ 3498850 w 7467600"/>
              <a:gd name="connsiteY372" fmla="*/ 6661888 h 6858000"/>
              <a:gd name="connsiteX373" fmla="*/ 3399216 w 7467600"/>
              <a:gd name="connsiteY373" fmla="*/ 6858000 h 6858000"/>
              <a:gd name="connsiteX374" fmla="*/ 3303688 w 7467600"/>
              <a:gd name="connsiteY374" fmla="*/ 6858000 h 6858000"/>
              <a:gd name="connsiteX375" fmla="*/ 3391774 w 7467600"/>
              <a:gd name="connsiteY375" fmla="*/ 6697181 h 6858000"/>
              <a:gd name="connsiteX376" fmla="*/ 3735540 w 7467600"/>
              <a:gd name="connsiteY376" fmla="*/ 5546923 h 6858000"/>
              <a:gd name="connsiteX377" fmla="*/ 3729438 w 7467600"/>
              <a:gd name="connsiteY377" fmla="*/ 5569058 h 6858000"/>
              <a:gd name="connsiteX378" fmla="*/ 3707782 w 7467600"/>
              <a:gd name="connsiteY378" fmla="*/ 5644908 h 6858000"/>
              <a:gd name="connsiteX379" fmla="*/ 3583827 w 7467600"/>
              <a:gd name="connsiteY379" fmla="*/ 6039215 h 6858000"/>
              <a:gd name="connsiteX380" fmla="*/ 3547861 w 7467600"/>
              <a:gd name="connsiteY380" fmla="*/ 6129609 h 6858000"/>
              <a:gd name="connsiteX381" fmla="*/ 3490905 w 7467600"/>
              <a:gd name="connsiteY381" fmla="*/ 6277660 h 6858000"/>
              <a:gd name="connsiteX382" fmla="*/ 3455859 w 7467600"/>
              <a:gd name="connsiteY382" fmla="*/ 6391301 h 6858000"/>
              <a:gd name="connsiteX383" fmla="*/ 3429112 w 7467600"/>
              <a:gd name="connsiteY383" fmla="*/ 6479469 h 6858000"/>
              <a:gd name="connsiteX384" fmla="*/ 3304862 w 7467600"/>
              <a:gd name="connsiteY384" fmla="*/ 6796476 h 6858000"/>
              <a:gd name="connsiteX385" fmla="*/ 3276071 w 7467600"/>
              <a:gd name="connsiteY385" fmla="*/ 6858000 h 6858000"/>
              <a:gd name="connsiteX386" fmla="*/ 3240805 w 7467600"/>
              <a:gd name="connsiteY386" fmla="*/ 6858000 h 6858000"/>
              <a:gd name="connsiteX387" fmla="*/ 3275917 w 7467600"/>
              <a:gd name="connsiteY387" fmla="*/ 6783192 h 6858000"/>
              <a:gd name="connsiteX388" fmla="*/ 3399358 w 7467600"/>
              <a:gd name="connsiteY388" fmla="*/ 6469011 h 6858000"/>
              <a:gd name="connsiteX389" fmla="*/ 3425650 w 7467600"/>
              <a:gd name="connsiteY389" fmla="*/ 6381333 h 6858000"/>
              <a:gd name="connsiteX390" fmla="*/ 3460661 w 7467600"/>
              <a:gd name="connsiteY390" fmla="*/ 6266763 h 6858000"/>
              <a:gd name="connsiteX391" fmla="*/ 3518021 w 7467600"/>
              <a:gd name="connsiteY391" fmla="*/ 6117298 h 6858000"/>
              <a:gd name="connsiteX392" fmla="*/ 3554035 w 7467600"/>
              <a:gd name="connsiteY392" fmla="*/ 6027832 h 6858000"/>
              <a:gd name="connsiteX393" fmla="*/ 3677174 w 7467600"/>
              <a:gd name="connsiteY393" fmla="*/ 5636351 h 6858000"/>
              <a:gd name="connsiteX394" fmla="*/ 3698819 w 7467600"/>
              <a:gd name="connsiteY394" fmla="*/ 5560503 h 6858000"/>
              <a:gd name="connsiteX395" fmla="*/ 3702094 w 7467600"/>
              <a:gd name="connsiteY395" fmla="*/ 5549194 h 6858000"/>
              <a:gd name="connsiteX396" fmla="*/ 3398355 w 7467600"/>
              <a:gd name="connsiteY396" fmla="*/ 6094603 h 6858000"/>
              <a:gd name="connsiteX397" fmla="*/ 3193941 w 7467600"/>
              <a:gd name="connsiteY397" fmla="*/ 6798775 h 6858000"/>
              <a:gd name="connsiteX398" fmla="*/ 3184140 w 7467600"/>
              <a:gd name="connsiteY398" fmla="*/ 6858000 h 6858000"/>
              <a:gd name="connsiteX399" fmla="*/ 3099978 w 7467600"/>
              <a:gd name="connsiteY399" fmla="*/ 6858000 h 6858000"/>
              <a:gd name="connsiteX400" fmla="*/ 3101556 w 7467600"/>
              <a:gd name="connsiteY400" fmla="*/ 6843337 h 6858000"/>
              <a:gd name="connsiteX401" fmla="*/ 3370162 w 7467600"/>
              <a:gd name="connsiteY401" fmla="*/ 5785550 h 6858000"/>
              <a:gd name="connsiteX402" fmla="*/ 3746477 w 7467600"/>
              <a:gd name="connsiteY402" fmla="*/ 5377889 h 6858000"/>
              <a:gd name="connsiteX403" fmla="*/ 3863399 w 7467600"/>
              <a:gd name="connsiteY403" fmla="*/ 5087257 h 6858000"/>
              <a:gd name="connsiteX404" fmla="*/ 3968712 w 7467600"/>
              <a:gd name="connsiteY404" fmla="*/ 4913989 h 6858000"/>
              <a:gd name="connsiteX405" fmla="*/ 2792390 w 7467600"/>
              <a:gd name="connsiteY405" fmla="*/ 5382974 h 6858000"/>
              <a:gd name="connsiteX406" fmla="*/ 2714982 w 7467600"/>
              <a:gd name="connsiteY406" fmla="*/ 5427051 h 6858000"/>
              <a:gd name="connsiteX407" fmla="*/ 2813361 w 7467600"/>
              <a:gd name="connsiteY407" fmla="*/ 6023912 h 6858000"/>
              <a:gd name="connsiteX408" fmla="*/ 2688430 w 7467600"/>
              <a:gd name="connsiteY408" fmla="*/ 6801564 h 6858000"/>
              <a:gd name="connsiteX409" fmla="*/ 2629626 w 7467600"/>
              <a:gd name="connsiteY409" fmla="*/ 6763394 h 6858000"/>
              <a:gd name="connsiteX410" fmla="*/ 2565328 w 7467600"/>
              <a:gd name="connsiteY410" fmla="*/ 5516399 h 6858000"/>
              <a:gd name="connsiteX411" fmla="*/ 1922999 w 7467600"/>
              <a:gd name="connsiteY411" fmla="*/ 5980343 h 6858000"/>
              <a:gd name="connsiteX412" fmla="*/ 1950261 w 7467600"/>
              <a:gd name="connsiteY412" fmla="*/ 6405858 h 6858000"/>
              <a:gd name="connsiteX413" fmla="*/ 2365554 w 7467600"/>
              <a:gd name="connsiteY413" fmla="*/ 6759107 h 6858000"/>
              <a:gd name="connsiteX414" fmla="*/ 2424142 w 7467600"/>
              <a:gd name="connsiteY414" fmla="*/ 6858000 h 6858000"/>
              <a:gd name="connsiteX415" fmla="*/ 2395994 w 7467600"/>
              <a:gd name="connsiteY415" fmla="*/ 6858000 h 6858000"/>
              <a:gd name="connsiteX416" fmla="*/ 2392863 w 7467600"/>
              <a:gd name="connsiteY416" fmla="*/ 6852964 h 6858000"/>
              <a:gd name="connsiteX417" fmla="*/ 2017589 w 7467600"/>
              <a:gd name="connsiteY417" fmla="*/ 6493982 h 6858000"/>
              <a:gd name="connsiteX418" fmla="*/ 2147336 w 7467600"/>
              <a:gd name="connsiteY418" fmla="*/ 6594052 h 6858000"/>
              <a:gd name="connsiteX419" fmla="*/ 2207047 w 7467600"/>
              <a:gd name="connsiteY419" fmla="*/ 6654540 h 6858000"/>
              <a:gd name="connsiteX420" fmla="*/ 2299106 w 7467600"/>
              <a:gd name="connsiteY420" fmla="*/ 6778931 h 6858000"/>
              <a:gd name="connsiteX421" fmla="*/ 2314430 w 7467600"/>
              <a:gd name="connsiteY421" fmla="*/ 6801144 h 6858000"/>
              <a:gd name="connsiteX422" fmla="*/ 2352406 w 7467600"/>
              <a:gd name="connsiteY422" fmla="*/ 6858000 h 6858000"/>
              <a:gd name="connsiteX423" fmla="*/ 2314492 w 7467600"/>
              <a:gd name="connsiteY423" fmla="*/ 6858000 h 6858000"/>
              <a:gd name="connsiteX424" fmla="*/ 2288095 w 7467600"/>
              <a:gd name="connsiteY424" fmla="*/ 6818030 h 6858000"/>
              <a:gd name="connsiteX425" fmla="*/ 2272768 w 7467600"/>
              <a:gd name="connsiteY425" fmla="*/ 6795822 h 6858000"/>
              <a:gd name="connsiteX426" fmla="*/ 2182715 w 7467600"/>
              <a:gd name="connsiteY426" fmla="*/ 6675071 h 6858000"/>
              <a:gd name="connsiteX427" fmla="*/ 2032061 w 7467600"/>
              <a:gd name="connsiteY427" fmla="*/ 6541380 h 6858000"/>
              <a:gd name="connsiteX428" fmla="*/ 2257220 w 7467600"/>
              <a:gd name="connsiteY428" fmla="*/ 6826257 h 6858000"/>
              <a:gd name="connsiteX429" fmla="*/ 2281324 w 7467600"/>
              <a:gd name="connsiteY429" fmla="*/ 6858000 h 6858000"/>
              <a:gd name="connsiteX430" fmla="*/ 2242860 w 7467600"/>
              <a:gd name="connsiteY430" fmla="*/ 6858000 h 6858000"/>
              <a:gd name="connsiteX431" fmla="*/ 2232818 w 7467600"/>
              <a:gd name="connsiteY431" fmla="*/ 6844926 h 6858000"/>
              <a:gd name="connsiteX432" fmla="*/ 1990172 w 7467600"/>
              <a:gd name="connsiteY432" fmla="*/ 6542121 h 6858000"/>
              <a:gd name="connsiteX433" fmla="*/ 2124090 w 7467600"/>
              <a:gd name="connsiteY433" fmla="*/ 6761017 h 6858000"/>
              <a:gd name="connsiteX434" fmla="*/ 2200380 w 7467600"/>
              <a:gd name="connsiteY434" fmla="*/ 6858000 h 6858000"/>
              <a:gd name="connsiteX435" fmla="*/ 2147507 w 7467600"/>
              <a:gd name="connsiteY435" fmla="*/ 6858000 h 6858000"/>
              <a:gd name="connsiteX436" fmla="*/ 2070668 w 7467600"/>
              <a:gd name="connsiteY436" fmla="*/ 6761520 h 6858000"/>
              <a:gd name="connsiteX437" fmla="*/ 1975142 w 7467600"/>
              <a:gd name="connsiteY437" fmla="*/ 6585570 h 6858000"/>
              <a:gd name="connsiteX438" fmla="*/ 2050035 w 7467600"/>
              <a:gd name="connsiteY438" fmla="*/ 6813345 h 6858000"/>
              <a:gd name="connsiteX439" fmla="*/ 2063025 w 7467600"/>
              <a:gd name="connsiteY439" fmla="*/ 6858000 h 6858000"/>
              <a:gd name="connsiteX440" fmla="*/ 2021675 w 7467600"/>
              <a:gd name="connsiteY440" fmla="*/ 6858000 h 6858000"/>
              <a:gd name="connsiteX441" fmla="*/ 2019308 w 7467600"/>
              <a:gd name="connsiteY441" fmla="*/ 6847118 h 6858000"/>
              <a:gd name="connsiteX442" fmla="*/ 1938835 w 7467600"/>
              <a:gd name="connsiteY442" fmla="*/ 6551160 h 6858000"/>
              <a:gd name="connsiteX443" fmla="*/ 1953230 w 7467600"/>
              <a:gd name="connsiteY443" fmla="*/ 6759699 h 6858000"/>
              <a:gd name="connsiteX444" fmla="*/ 1956763 w 7467600"/>
              <a:gd name="connsiteY444" fmla="*/ 6778191 h 6858000"/>
              <a:gd name="connsiteX445" fmla="*/ 1967925 w 7467600"/>
              <a:gd name="connsiteY445" fmla="*/ 6858000 h 6858000"/>
              <a:gd name="connsiteX446" fmla="*/ 1936622 w 7467600"/>
              <a:gd name="connsiteY446" fmla="*/ 6858000 h 6858000"/>
              <a:gd name="connsiteX447" fmla="*/ 1926261 w 7467600"/>
              <a:gd name="connsiteY447" fmla="*/ 6784064 h 6858000"/>
              <a:gd name="connsiteX448" fmla="*/ 1922724 w 7467600"/>
              <a:gd name="connsiteY448" fmla="*/ 6765577 h 6858000"/>
              <a:gd name="connsiteX449" fmla="*/ 1904650 w 7467600"/>
              <a:gd name="connsiteY449" fmla="*/ 6639616 h 6858000"/>
              <a:gd name="connsiteX450" fmla="*/ 1885273 w 7467600"/>
              <a:gd name="connsiteY450" fmla="*/ 6858000 h 6858000"/>
              <a:gd name="connsiteX451" fmla="*/ 1854363 w 7467600"/>
              <a:gd name="connsiteY451" fmla="*/ 6858000 h 6858000"/>
              <a:gd name="connsiteX452" fmla="*/ 1880391 w 7467600"/>
              <a:gd name="connsiteY452" fmla="*/ 6603796 h 6858000"/>
              <a:gd name="connsiteX453" fmla="*/ 1818273 w 7467600"/>
              <a:gd name="connsiteY453" fmla="*/ 6715729 h 6858000"/>
              <a:gd name="connsiteX454" fmla="*/ 1794691 w 7467600"/>
              <a:gd name="connsiteY454" fmla="*/ 6843239 h 6858000"/>
              <a:gd name="connsiteX455" fmla="*/ 1794914 w 7467600"/>
              <a:gd name="connsiteY455" fmla="*/ 6858000 h 6858000"/>
              <a:gd name="connsiteX456" fmla="*/ 1746128 w 7467600"/>
              <a:gd name="connsiteY456" fmla="*/ 6858000 h 6858000"/>
              <a:gd name="connsiteX457" fmla="*/ 1753934 w 7467600"/>
              <a:gd name="connsiteY457" fmla="*/ 6724796 h 6858000"/>
              <a:gd name="connsiteX458" fmla="*/ 1792053 w 7467600"/>
              <a:gd name="connsiteY458" fmla="*/ 6572396 h 6858000"/>
              <a:gd name="connsiteX459" fmla="*/ 1862248 w 7467600"/>
              <a:gd name="connsiteY459" fmla="*/ 6266397 h 6858000"/>
              <a:gd name="connsiteX460" fmla="*/ 1862250 w 7467600"/>
              <a:gd name="connsiteY460" fmla="*/ 6033531 h 6858000"/>
              <a:gd name="connsiteX461" fmla="*/ 1211999 w 7467600"/>
              <a:gd name="connsiteY461" fmla="*/ 6683610 h 6858000"/>
              <a:gd name="connsiteX462" fmla="*/ 1213266 w 7467600"/>
              <a:gd name="connsiteY462" fmla="*/ 6691947 h 6858000"/>
              <a:gd name="connsiteX463" fmla="*/ 1203370 w 7467600"/>
              <a:gd name="connsiteY463" fmla="*/ 6850676 h 6858000"/>
              <a:gd name="connsiteX464" fmla="*/ 1203671 w 7467600"/>
              <a:gd name="connsiteY464" fmla="*/ 6858000 h 6858000"/>
              <a:gd name="connsiteX465" fmla="*/ 1143180 w 7467600"/>
              <a:gd name="connsiteY465" fmla="*/ 6858000 h 6858000"/>
              <a:gd name="connsiteX466" fmla="*/ 1142176 w 7467600"/>
              <a:gd name="connsiteY466" fmla="*/ 6766045 h 6858000"/>
              <a:gd name="connsiteX467" fmla="*/ 1067484 w 7467600"/>
              <a:gd name="connsiteY467" fmla="*/ 6858000 h 6858000"/>
              <a:gd name="connsiteX468" fmla="*/ 953928 w 7467600"/>
              <a:gd name="connsiteY468" fmla="*/ 6858000 h 6858000"/>
              <a:gd name="connsiteX469" fmla="*/ 959715 w 7467600"/>
              <a:gd name="connsiteY469" fmla="*/ 6850185 h 6858000"/>
              <a:gd name="connsiteX470" fmla="*/ 1483788 w 7467600"/>
              <a:gd name="connsiteY470" fmla="*/ 6259174 h 6858000"/>
              <a:gd name="connsiteX471" fmla="*/ 1100671 w 7467600"/>
              <a:gd name="connsiteY471" fmla="*/ 6252137 h 6858000"/>
              <a:gd name="connsiteX472" fmla="*/ 1090144 w 7467600"/>
              <a:gd name="connsiteY472" fmla="*/ 6256748 h 6858000"/>
              <a:gd name="connsiteX473" fmla="*/ 1095872 w 7467600"/>
              <a:gd name="connsiteY473" fmla="*/ 6271892 h 6858000"/>
              <a:gd name="connsiteX474" fmla="*/ 262785 w 7467600"/>
              <a:gd name="connsiteY474" fmla="*/ 6845450 h 6858000"/>
              <a:gd name="connsiteX475" fmla="*/ 209968 w 7467600"/>
              <a:gd name="connsiteY475" fmla="*/ 6770713 h 6858000"/>
              <a:gd name="connsiteX476" fmla="*/ 873460 w 7467600"/>
              <a:gd name="connsiteY476" fmla="*/ 6253768 h 6858000"/>
              <a:gd name="connsiteX477" fmla="*/ 192686 w 7467600"/>
              <a:gd name="connsiteY477" fmla="*/ 5849257 h 6858000"/>
              <a:gd name="connsiteX478" fmla="*/ 4696 w 7467600"/>
              <a:gd name="connsiteY478" fmla="*/ 5697668 h 6858000"/>
              <a:gd name="connsiteX479" fmla="*/ 0 w 7467600"/>
              <a:gd name="connsiteY479" fmla="*/ 5689984 h 6858000"/>
              <a:gd name="connsiteX480" fmla="*/ 0 w 7467600"/>
              <a:gd name="connsiteY480" fmla="*/ 5513472 h 6858000"/>
              <a:gd name="connsiteX481" fmla="*/ 174101 w 7467600"/>
              <a:gd name="connsiteY481" fmla="*/ 5620277 h 6858000"/>
              <a:gd name="connsiteX482" fmla="*/ 891800 w 7467600"/>
              <a:gd name="connsiteY482" fmla="*/ 6036935 h 6858000"/>
              <a:gd name="connsiteX483" fmla="*/ 1072219 w 7467600"/>
              <a:gd name="connsiteY483" fmla="*/ 6169443 h 6858000"/>
              <a:gd name="connsiteX484" fmla="*/ 1074117 w 7467600"/>
              <a:gd name="connsiteY484" fmla="*/ 6170301 h 6858000"/>
              <a:gd name="connsiteX485" fmla="*/ 1083114 w 7467600"/>
              <a:gd name="connsiteY485" fmla="*/ 6174131 h 6858000"/>
              <a:gd name="connsiteX486" fmla="*/ 1543010 w 7467600"/>
              <a:gd name="connsiteY486" fmla="*/ 6191140 h 6858000"/>
              <a:gd name="connsiteX487" fmla="*/ 1551080 w 7467600"/>
              <a:gd name="connsiteY487" fmla="*/ 6195006 h 6858000"/>
              <a:gd name="connsiteX488" fmla="*/ 2345443 w 7467600"/>
              <a:gd name="connsiteY488" fmla="*/ 5549882 h 6858000"/>
              <a:gd name="connsiteX489" fmla="*/ 1721499 w 7467600"/>
              <a:gd name="connsiteY489" fmla="*/ 5599969 h 6858000"/>
              <a:gd name="connsiteX490" fmla="*/ 767716 w 7467600"/>
              <a:gd name="connsiteY490" fmla="*/ 5472768 h 6858000"/>
              <a:gd name="connsiteX491" fmla="*/ 722147 w 7467600"/>
              <a:gd name="connsiteY491" fmla="*/ 5393091 h 6858000"/>
              <a:gd name="connsiteX492" fmla="*/ 1485552 w 7467600"/>
              <a:gd name="connsiteY492" fmla="*/ 5313202 h 6858000"/>
              <a:gd name="connsiteX493" fmla="*/ 2143004 w 7467600"/>
              <a:gd name="connsiteY493" fmla="*/ 5402420 h 6858000"/>
              <a:gd name="connsiteX494" fmla="*/ 1933391 w 7467600"/>
              <a:gd name="connsiteY494" fmla="*/ 5156971 h 6858000"/>
              <a:gd name="connsiteX495" fmla="*/ 1827118 w 7467600"/>
              <a:gd name="connsiteY495" fmla="*/ 4968410 h 6858000"/>
              <a:gd name="connsiteX496" fmla="*/ 1837349 w 7467600"/>
              <a:gd name="connsiteY496" fmla="*/ 4956357 h 6858000"/>
              <a:gd name="connsiteX497" fmla="*/ 2162835 w 7467600"/>
              <a:gd name="connsiteY497" fmla="*/ 5187853 h 6858000"/>
              <a:gd name="connsiteX498" fmla="*/ 2257167 w 7467600"/>
              <a:gd name="connsiteY498" fmla="*/ 5462123 h 6858000"/>
              <a:gd name="connsiteX499" fmla="*/ 2261598 w 7467600"/>
              <a:gd name="connsiteY499" fmla="*/ 5467998 h 6858000"/>
              <a:gd name="connsiteX500" fmla="*/ 2437177 w 7467600"/>
              <a:gd name="connsiteY500" fmla="*/ 5479608 h 6858000"/>
              <a:gd name="connsiteX501" fmla="*/ 2445247 w 7467600"/>
              <a:gd name="connsiteY501" fmla="*/ 5483476 h 6858000"/>
              <a:gd name="connsiteX502" fmla="*/ 2743626 w 7467600"/>
              <a:gd name="connsiteY502" fmla="*/ 5304819 h 6858000"/>
              <a:gd name="connsiteX503" fmla="*/ 3048102 w 7467600"/>
              <a:gd name="connsiteY503" fmla="*/ 5150595 h 6858000"/>
              <a:gd name="connsiteX504" fmla="*/ 1799414 w 7467600"/>
              <a:gd name="connsiteY504" fmla="*/ 4694732 h 6858000"/>
              <a:gd name="connsiteX505" fmla="*/ 1771735 w 7467600"/>
              <a:gd name="connsiteY505" fmla="*/ 4619929 h 6858000"/>
              <a:gd name="connsiteX506" fmla="*/ 3104273 w 7467600"/>
              <a:gd name="connsiteY506" fmla="*/ 5076159 h 6858000"/>
              <a:gd name="connsiteX507" fmla="*/ 3113245 w 7467600"/>
              <a:gd name="connsiteY507" fmla="*/ 5090705 h 6858000"/>
              <a:gd name="connsiteX508" fmla="*/ 3126294 w 7467600"/>
              <a:gd name="connsiteY508" fmla="*/ 5114400 h 6858000"/>
              <a:gd name="connsiteX509" fmla="*/ 3937433 w 7467600"/>
              <a:gd name="connsiteY509" fmla="*/ 4830473 h 6858000"/>
              <a:gd name="connsiteX510" fmla="*/ 3590475 w 7467600"/>
              <a:gd name="connsiteY510" fmla="*/ 4597974 h 6858000"/>
              <a:gd name="connsiteX511" fmla="*/ 3100264 w 7467600"/>
              <a:gd name="connsiteY511" fmla="*/ 4579845 h 6858000"/>
              <a:gd name="connsiteX512" fmla="*/ 2183576 w 7467600"/>
              <a:gd name="connsiteY512" fmla="*/ 4227150 h 6858000"/>
              <a:gd name="connsiteX513" fmla="*/ 2151029 w 7467600"/>
              <a:gd name="connsiteY513" fmla="*/ 4146947 h 6858000"/>
              <a:gd name="connsiteX514" fmla="*/ 3563434 w 7467600"/>
              <a:gd name="connsiteY514" fmla="*/ 4469115 h 6858000"/>
              <a:gd name="connsiteX515" fmla="*/ 3177952 w 7467600"/>
              <a:gd name="connsiteY515" fmla="*/ 3657386 h 6858000"/>
              <a:gd name="connsiteX516" fmla="*/ 3189263 w 7467600"/>
              <a:gd name="connsiteY516" fmla="*/ 3625726 h 6858000"/>
              <a:gd name="connsiteX517" fmla="*/ 3560912 w 7467600"/>
              <a:gd name="connsiteY517" fmla="*/ 4079863 h 6858000"/>
              <a:gd name="connsiteX518" fmla="*/ 3626636 w 7467600"/>
              <a:gd name="connsiteY518" fmla="*/ 4512230 h 6858000"/>
              <a:gd name="connsiteX519" fmla="*/ 3653088 w 7467600"/>
              <a:gd name="connsiteY519" fmla="*/ 4521417 h 6858000"/>
              <a:gd name="connsiteX520" fmla="*/ 3988128 w 7467600"/>
              <a:gd name="connsiteY520" fmla="*/ 4817267 h 6858000"/>
              <a:gd name="connsiteX521" fmla="*/ 4830582 w 7467600"/>
              <a:gd name="connsiteY521" fmla="*/ 4676000 h 6858000"/>
              <a:gd name="connsiteX522" fmla="*/ 4830100 w 7467600"/>
              <a:gd name="connsiteY522" fmla="*/ 4675554 h 6858000"/>
              <a:gd name="connsiteX523" fmla="*/ 4036318 w 7467600"/>
              <a:gd name="connsiteY523" fmla="*/ 4147013 h 6858000"/>
              <a:gd name="connsiteX524" fmla="*/ 3432098 w 7467600"/>
              <a:gd name="connsiteY524" fmla="*/ 3537312 h 6858000"/>
              <a:gd name="connsiteX525" fmla="*/ 3446761 w 7467600"/>
              <a:gd name="connsiteY525" fmla="*/ 3461278 h 6858000"/>
              <a:gd name="connsiteX526" fmla="*/ 4419733 w 7467600"/>
              <a:gd name="connsiteY526" fmla="*/ 3963555 h 6858000"/>
              <a:gd name="connsiteX527" fmla="*/ 4781371 w 7467600"/>
              <a:gd name="connsiteY527" fmla="*/ 4458604 h 6858000"/>
              <a:gd name="connsiteX528" fmla="*/ 4780440 w 7467600"/>
              <a:gd name="connsiteY528" fmla="*/ 4470290 h 6858000"/>
              <a:gd name="connsiteX529" fmla="*/ 4898954 w 7467600"/>
              <a:gd name="connsiteY529" fmla="*/ 4662092 h 6858000"/>
              <a:gd name="connsiteX530" fmla="*/ 4900699 w 7467600"/>
              <a:gd name="connsiteY530" fmla="*/ 4670867 h 6858000"/>
              <a:gd name="connsiteX531" fmla="*/ 5714511 w 7467600"/>
              <a:gd name="connsiteY531" fmla="*/ 4663483 h 6858000"/>
              <a:gd name="connsiteX532" fmla="*/ 5464793 w 7467600"/>
              <a:gd name="connsiteY532" fmla="*/ 4393556 h 6858000"/>
              <a:gd name="connsiteX533" fmla="*/ 5461897 w 7467600"/>
              <a:gd name="connsiteY533" fmla="*/ 4390879 h 6858000"/>
              <a:gd name="connsiteX534" fmla="*/ 4294126 w 7467600"/>
              <a:gd name="connsiteY534" fmla="*/ 3303048 h 6858000"/>
              <a:gd name="connsiteX535" fmla="*/ 4305321 w 7467600"/>
              <a:gd name="connsiteY535" fmla="*/ 3256953 h 6858000"/>
              <a:gd name="connsiteX536" fmla="*/ 4949299 w 7467600"/>
              <a:gd name="connsiteY536" fmla="*/ 3766336 h 6858000"/>
              <a:gd name="connsiteX537" fmla="*/ 5291452 w 7467600"/>
              <a:gd name="connsiteY537" fmla="*/ 4076801 h 6858000"/>
              <a:gd name="connsiteX538" fmla="*/ 5434998 w 7467600"/>
              <a:gd name="connsiteY538" fmla="*/ 4254100 h 6858000"/>
              <a:gd name="connsiteX539" fmla="*/ 5351015 w 7467600"/>
              <a:gd name="connsiteY539" fmla="*/ 3760989 h 6858000"/>
              <a:gd name="connsiteX540" fmla="*/ 5413780 w 7467600"/>
              <a:gd name="connsiteY540" fmla="*/ 2966265 h 6858000"/>
              <a:gd name="connsiteX541" fmla="*/ 5425627 w 7467600"/>
              <a:gd name="connsiteY541" fmla="*/ 2954192 h 6858000"/>
              <a:gd name="connsiteX542" fmla="*/ 6604735 w 7467600"/>
              <a:gd name="connsiteY542" fmla="*/ 2041381 h 6858000"/>
              <a:gd name="connsiteX543" fmla="*/ 7204487 w 7467600"/>
              <a:gd name="connsiteY543" fmla="*/ 2742112 h 6858000"/>
              <a:gd name="connsiteX544" fmla="*/ 7131592 w 7467600"/>
              <a:gd name="connsiteY544" fmla="*/ 2672096 h 6858000"/>
              <a:gd name="connsiteX545" fmla="*/ 6996344 w 7467600"/>
              <a:gd name="connsiteY545" fmla="*/ 2518310 h 6858000"/>
              <a:gd name="connsiteX546" fmla="*/ 6735495 w 7467600"/>
              <a:gd name="connsiteY546" fmla="*/ 2196890 h 6858000"/>
              <a:gd name="connsiteX547" fmla="*/ 6721901 w 7467600"/>
              <a:gd name="connsiteY547" fmla="*/ 2179274 h 6858000"/>
              <a:gd name="connsiteX548" fmla="*/ 6604735 w 7467600"/>
              <a:gd name="connsiteY548" fmla="*/ 2041381 h 6858000"/>
              <a:gd name="connsiteX549" fmla="*/ 6591670 w 7467600"/>
              <a:gd name="connsiteY549" fmla="*/ 1988277 h 6858000"/>
              <a:gd name="connsiteX550" fmla="*/ 6747349 w 7467600"/>
              <a:gd name="connsiteY550" fmla="*/ 2160069 h 6858000"/>
              <a:gd name="connsiteX551" fmla="*/ 6760943 w 7467600"/>
              <a:gd name="connsiteY551" fmla="*/ 2177686 h 6858000"/>
              <a:gd name="connsiteX552" fmla="*/ 7021065 w 7467600"/>
              <a:gd name="connsiteY552" fmla="*/ 2498102 h 6858000"/>
              <a:gd name="connsiteX553" fmla="*/ 7155223 w 7467600"/>
              <a:gd name="connsiteY553" fmla="*/ 2650386 h 6858000"/>
              <a:gd name="connsiteX554" fmla="*/ 7203167 w 7467600"/>
              <a:gd name="connsiteY554" fmla="*/ 2697288 h 6858000"/>
              <a:gd name="connsiteX555" fmla="*/ 6937703 w 7467600"/>
              <a:gd name="connsiteY555" fmla="*/ 2321981 h 6858000"/>
              <a:gd name="connsiteX556" fmla="*/ 6591670 w 7467600"/>
              <a:gd name="connsiteY556" fmla="*/ 1988277 h 6858000"/>
              <a:gd name="connsiteX557" fmla="*/ 5798671 w 7467600"/>
              <a:gd name="connsiteY557" fmla="*/ 1981601 h 6858000"/>
              <a:gd name="connsiteX558" fmla="*/ 5754709 w 7467600"/>
              <a:gd name="connsiteY558" fmla="*/ 2071454 h 6858000"/>
              <a:gd name="connsiteX559" fmla="*/ 5763044 w 7467600"/>
              <a:gd name="connsiteY559" fmla="*/ 2842206 h 6858000"/>
              <a:gd name="connsiteX560" fmla="*/ 5764974 w 7467600"/>
              <a:gd name="connsiteY560" fmla="*/ 2799609 h 6858000"/>
              <a:gd name="connsiteX561" fmla="*/ 5767665 w 7467600"/>
              <a:gd name="connsiteY561" fmla="*/ 2666409 h 6858000"/>
              <a:gd name="connsiteX562" fmla="*/ 5763055 w 7467600"/>
              <a:gd name="connsiteY562" fmla="*/ 2579705 h 6858000"/>
              <a:gd name="connsiteX563" fmla="*/ 5758079 w 7467600"/>
              <a:gd name="connsiteY563" fmla="*/ 2492508 h 6858000"/>
              <a:gd name="connsiteX564" fmla="*/ 5779325 w 7467600"/>
              <a:gd name="connsiteY564" fmla="*/ 2197069 h 6858000"/>
              <a:gd name="connsiteX565" fmla="*/ 5798671 w 7467600"/>
              <a:gd name="connsiteY565" fmla="*/ 1981601 h 6858000"/>
              <a:gd name="connsiteX566" fmla="*/ 5829202 w 7467600"/>
              <a:gd name="connsiteY566" fmla="*/ 1971679 h 6858000"/>
              <a:gd name="connsiteX567" fmla="*/ 5809558 w 7467600"/>
              <a:gd name="connsiteY567" fmla="*/ 2198043 h 6858000"/>
              <a:gd name="connsiteX568" fmla="*/ 5788653 w 7467600"/>
              <a:gd name="connsiteY568" fmla="*/ 2489430 h 6858000"/>
              <a:gd name="connsiteX569" fmla="*/ 5793439 w 7467600"/>
              <a:gd name="connsiteY569" fmla="*/ 2575235 h 6858000"/>
              <a:gd name="connsiteX570" fmla="*/ 5796837 w 7467600"/>
              <a:gd name="connsiteY570" fmla="*/ 2637633 h 6858000"/>
              <a:gd name="connsiteX571" fmla="*/ 5818614 w 7467600"/>
              <a:gd name="connsiteY571" fmla="*/ 2473055 h 6858000"/>
              <a:gd name="connsiteX572" fmla="*/ 5829202 w 7467600"/>
              <a:gd name="connsiteY572" fmla="*/ 1971679 h 6858000"/>
              <a:gd name="connsiteX573" fmla="*/ 5911389 w 7467600"/>
              <a:gd name="connsiteY573" fmla="*/ 1898371 h 6858000"/>
              <a:gd name="connsiteX574" fmla="*/ 6237627 w 7467600"/>
              <a:gd name="connsiteY574" fmla="*/ 2231921 h 6858000"/>
              <a:gd name="connsiteX575" fmla="*/ 5911389 w 7467600"/>
              <a:gd name="connsiteY575" fmla="*/ 1898371 h 6858000"/>
              <a:gd name="connsiteX576" fmla="*/ 6944437 w 7467600"/>
              <a:gd name="connsiteY576" fmla="*/ 1575402 h 6858000"/>
              <a:gd name="connsiteX577" fmla="*/ 6304730 w 7467600"/>
              <a:gd name="connsiteY577" fmla="*/ 1766654 h 6858000"/>
              <a:gd name="connsiteX578" fmla="*/ 6944437 w 7467600"/>
              <a:gd name="connsiteY578" fmla="*/ 1575402 h 6858000"/>
              <a:gd name="connsiteX579" fmla="*/ 7019523 w 7467600"/>
              <a:gd name="connsiteY579" fmla="*/ 1519450 h 6858000"/>
              <a:gd name="connsiteX580" fmla="*/ 6298091 w 7467600"/>
              <a:gd name="connsiteY580" fmla="*/ 1737122 h 6858000"/>
              <a:gd name="connsiteX581" fmla="*/ 7019523 w 7467600"/>
              <a:gd name="connsiteY581" fmla="*/ 1519450 h 6858000"/>
              <a:gd name="connsiteX582" fmla="*/ 2399523 w 7467600"/>
              <a:gd name="connsiteY582" fmla="*/ 1428234 h 6858000"/>
              <a:gd name="connsiteX583" fmla="*/ 2224982 w 7467600"/>
              <a:gd name="connsiteY583" fmla="*/ 1826201 h 6858000"/>
              <a:gd name="connsiteX584" fmla="*/ 2096099 w 7467600"/>
              <a:gd name="connsiteY584" fmla="*/ 2345900 h 6858000"/>
              <a:gd name="connsiteX585" fmla="*/ 2283317 w 7467600"/>
              <a:gd name="connsiteY585" fmla="*/ 1796925 h 6858000"/>
              <a:gd name="connsiteX586" fmla="*/ 2399523 w 7467600"/>
              <a:gd name="connsiteY586" fmla="*/ 1428234 h 6858000"/>
              <a:gd name="connsiteX587" fmla="*/ 2448558 w 7467600"/>
              <a:gd name="connsiteY587" fmla="*/ 1373435 h 6858000"/>
              <a:gd name="connsiteX588" fmla="*/ 2312521 w 7467600"/>
              <a:gd name="connsiteY588" fmla="*/ 1806140 h 6858000"/>
              <a:gd name="connsiteX589" fmla="*/ 2127533 w 7467600"/>
              <a:gd name="connsiteY589" fmla="*/ 2348380 h 6858000"/>
              <a:gd name="connsiteX590" fmla="*/ 2358080 w 7467600"/>
              <a:gd name="connsiteY590" fmla="*/ 1866134 h 6858000"/>
              <a:gd name="connsiteX591" fmla="*/ 2407436 w 7467600"/>
              <a:gd name="connsiteY591" fmla="*/ 1651070 h 6858000"/>
              <a:gd name="connsiteX592" fmla="*/ 2448558 w 7467600"/>
              <a:gd name="connsiteY592" fmla="*/ 1373435 h 6858000"/>
              <a:gd name="connsiteX593" fmla="*/ 278707 w 7467600"/>
              <a:gd name="connsiteY593" fmla="*/ 1352270 h 6858000"/>
              <a:gd name="connsiteX594" fmla="*/ 321570 w 7467600"/>
              <a:gd name="connsiteY594" fmla="*/ 1861610 h 6858000"/>
              <a:gd name="connsiteX595" fmla="*/ 294281 w 7467600"/>
              <a:gd name="connsiteY595" fmla="*/ 1440658 h 6858000"/>
              <a:gd name="connsiteX596" fmla="*/ 278707 w 7467600"/>
              <a:gd name="connsiteY596" fmla="*/ 1352270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5236 w 7467600"/>
              <a:gd name="connsiteY631" fmla="*/ 1268632 h 6858000"/>
              <a:gd name="connsiteX632" fmla="*/ 6516292 w 7467600"/>
              <a:gd name="connsiteY632" fmla="*/ 1263064 h 6858000"/>
              <a:gd name="connsiteX633" fmla="*/ 5736320 w 7467600"/>
              <a:gd name="connsiteY633" fmla="*/ 1501803 h 6858000"/>
              <a:gd name="connsiteX634" fmla="*/ 6516292 w 7467600"/>
              <a:gd name="connsiteY634" fmla="*/ 1263064 h 6858000"/>
              <a:gd name="connsiteX635" fmla="*/ 291466 w 7467600"/>
              <a:gd name="connsiteY635" fmla="*/ 1250369 h 6858000"/>
              <a:gd name="connsiteX636" fmla="*/ 323180 w 7467600"/>
              <a:gd name="connsiteY636" fmla="*/ 1435283 h 6858000"/>
              <a:gd name="connsiteX637" fmla="*/ 349381 w 7467600"/>
              <a:gd name="connsiteY637" fmla="*/ 1875041 h 6858000"/>
              <a:gd name="connsiteX638" fmla="*/ 374363 w 7467600"/>
              <a:gd name="connsiteY638" fmla="*/ 1506494 h 6858000"/>
              <a:gd name="connsiteX639" fmla="*/ 302168 w 7467600"/>
              <a:gd name="connsiteY639" fmla="*/ 1274495 h 6858000"/>
              <a:gd name="connsiteX640" fmla="*/ 291466 w 7467600"/>
              <a:gd name="connsiteY640" fmla="*/ 1250369 h 6858000"/>
              <a:gd name="connsiteX641" fmla="*/ 678222 w 7467600"/>
              <a:gd name="connsiteY641" fmla="*/ 1248670 h 6858000"/>
              <a:gd name="connsiteX642" fmla="*/ 775536 w 7467600"/>
              <a:gd name="connsiteY642" fmla="*/ 1388015 h 6858000"/>
              <a:gd name="connsiteX643" fmla="*/ 894529 w 7467600"/>
              <a:gd name="connsiteY643" fmla="*/ 1567739 h 6858000"/>
              <a:gd name="connsiteX644" fmla="*/ 948000 w 7467600"/>
              <a:gd name="connsiteY644" fmla="*/ 1663088 h 6858000"/>
              <a:gd name="connsiteX645" fmla="*/ 1006812 w 7467600"/>
              <a:gd name="connsiteY645" fmla="*/ 1767683 h 6858000"/>
              <a:gd name="connsiteX646" fmla="*/ 1149133 w 7467600"/>
              <a:gd name="connsiteY646" fmla="*/ 1971513 h 6858000"/>
              <a:gd name="connsiteX647" fmla="*/ 1333952 w 7467600"/>
              <a:gd name="connsiteY647" fmla="*/ 2251620 h 6858000"/>
              <a:gd name="connsiteX648" fmla="*/ 1337329 w 7467600"/>
              <a:gd name="connsiteY648" fmla="*/ 2258350 h 6858000"/>
              <a:gd name="connsiteX649" fmla="*/ 1014726 w 7467600"/>
              <a:gd name="connsiteY649" fmla="*/ 1615556 h 6858000"/>
              <a:gd name="connsiteX650" fmla="*/ 678222 w 7467600"/>
              <a:gd name="connsiteY650" fmla="*/ 1248670 h 6858000"/>
              <a:gd name="connsiteX651" fmla="*/ 6691602 w 7467600"/>
              <a:gd name="connsiteY651" fmla="*/ 1140573 h 6858000"/>
              <a:gd name="connsiteX652" fmla="*/ 6571100 w 7467600"/>
              <a:gd name="connsiteY652" fmla="*/ 1183662 h 6858000"/>
              <a:gd name="connsiteX653" fmla="*/ 6241687 w 7467600"/>
              <a:gd name="connsiteY653" fmla="*/ 1257600 h 6858000"/>
              <a:gd name="connsiteX654" fmla="*/ 5693009 w 7467600"/>
              <a:gd name="connsiteY654" fmla="*/ 1478256 h 6858000"/>
              <a:gd name="connsiteX655" fmla="*/ 6548420 w 7467600"/>
              <a:gd name="connsiteY655" fmla="*/ 1214599 h 6858000"/>
              <a:gd name="connsiteX656" fmla="*/ 6605473 w 7467600"/>
              <a:gd name="connsiteY656" fmla="*/ 1184686 h 6858000"/>
              <a:gd name="connsiteX657" fmla="*/ 6691602 w 7467600"/>
              <a:gd name="connsiteY657" fmla="*/ 1140573 h 6858000"/>
              <a:gd name="connsiteX658" fmla="*/ 4002475 w 7467600"/>
              <a:gd name="connsiteY658" fmla="*/ 1037802 h 6858000"/>
              <a:gd name="connsiteX659" fmla="*/ 4000324 w 7467600"/>
              <a:gd name="connsiteY659" fmla="*/ 1039362 h 6858000"/>
              <a:gd name="connsiteX660" fmla="*/ 4002862 w 7467600"/>
              <a:gd name="connsiteY660" fmla="*/ 1042866 h 6858000"/>
              <a:gd name="connsiteX661" fmla="*/ 4002475 w 7467600"/>
              <a:gd name="connsiteY661" fmla="*/ 1037802 h 6858000"/>
              <a:gd name="connsiteX662" fmla="*/ 506322 w 7467600"/>
              <a:gd name="connsiteY662" fmla="*/ 1020997 h 6858000"/>
              <a:gd name="connsiteX663" fmla="*/ 533068 w 7467600"/>
              <a:gd name="connsiteY663" fmla="*/ 1029409 h 6858000"/>
              <a:gd name="connsiteX664" fmla="*/ 1232525 w 7467600"/>
              <a:gd name="connsiteY664" fmla="*/ 1804675 h 6858000"/>
              <a:gd name="connsiteX665" fmla="*/ 1388858 w 7467600"/>
              <a:gd name="connsiteY665" fmla="*/ 2368011 h 6858000"/>
              <a:gd name="connsiteX666" fmla="*/ 1384098 w 7467600"/>
              <a:gd name="connsiteY666" fmla="*/ 2378125 h 6858000"/>
              <a:gd name="connsiteX667" fmla="*/ 1425393 w 7467600"/>
              <a:gd name="connsiteY667" fmla="*/ 2589124 h 6858000"/>
              <a:gd name="connsiteX668" fmla="*/ 1424001 w 7467600"/>
              <a:gd name="connsiteY668" fmla="*/ 2597541 h 6858000"/>
              <a:gd name="connsiteX669" fmla="*/ 2152729 w 7467600"/>
              <a:gd name="connsiteY669" fmla="*/ 2864487 h 6858000"/>
              <a:gd name="connsiteX670" fmla="*/ 2020609 w 7467600"/>
              <a:gd name="connsiteY670" fmla="*/ 2539671 h 6858000"/>
              <a:gd name="connsiteX671" fmla="*/ 2018920 w 7467600"/>
              <a:gd name="connsiteY671" fmla="*/ 2536309 h 6858000"/>
              <a:gd name="connsiteX672" fmla="*/ 1342441 w 7467600"/>
              <a:gd name="connsiteY672" fmla="*/ 1173017 h 6858000"/>
              <a:gd name="connsiteX673" fmla="*/ 1367925 w 7467600"/>
              <a:gd name="connsiteY673" fmla="*/ 1135648 h 6858000"/>
              <a:gd name="connsiteX674" fmla="*/ 1771401 w 7467600"/>
              <a:gd name="connsiteY674" fmla="*/ 1806673 h 6858000"/>
              <a:gd name="connsiteX675" fmla="*/ 1972385 w 7467600"/>
              <a:gd name="connsiteY675" fmla="*/ 2198735 h 6858000"/>
              <a:gd name="connsiteX676" fmla="*/ 2040892 w 7467600"/>
              <a:gd name="connsiteY676" fmla="*/ 2405205 h 6858000"/>
              <a:gd name="connsiteX677" fmla="*/ 2131689 w 7467600"/>
              <a:gd name="connsiteY677" fmla="*/ 1936926 h 6858000"/>
              <a:gd name="connsiteX678" fmla="*/ 2454820 w 7467600"/>
              <a:gd name="connsiteY678" fmla="*/ 1248808 h 6858000"/>
              <a:gd name="connsiteX679" fmla="*/ 2492512 w 7467600"/>
              <a:gd name="connsiteY679" fmla="*/ 1302920 h 6858000"/>
              <a:gd name="connsiteX680" fmla="*/ 2081216 w 7467600"/>
              <a:gd name="connsiteY680" fmla="*/ 2527513 h 6858000"/>
              <a:gd name="connsiteX681" fmla="*/ 2081211 w 7467600"/>
              <a:gd name="connsiteY681" fmla="*/ 2528916 h 6858000"/>
              <a:gd name="connsiteX682" fmla="*/ 2199067 w 7467600"/>
              <a:gd name="connsiteY682" fmla="*/ 2884061 h 6858000"/>
              <a:gd name="connsiteX683" fmla="*/ 3192586 w 7467600"/>
              <a:gd name="connsiteY683" fmla="*/ 3411496 h 6858000"/>
              <a:gd name="connsiteX684" fmla="*/ 3182620 w 7467600"/>
              <a:gd name="connsiteY684" fmla="*/ 3483279 h 6858000"/>
              <a:gd name="connsiteX685" fmla="*/ 2435119 w 7467600"/>
              <a:gd name="connsiteY685" fmla="*/ 3080173 h 6858000"/>
              <a:gd name="connsiteX686" fmla="*/ 2410152 w 7467600"/>
              <a:gd name="connsiteY686" fmla="*/ 3063751 h 6858000"/>
              <a:gd name="connsiteX687" fmla="*/ 2408099 w 7467600"/>
              <a:gd name="connsiteY687" fmla="*/ 3064403 h 6858000"/>
              <a:gd name="connsiteX688" fmla="*/ 2407218 w 7467600"/>
              <a:gd name="connsiteY688" fmla="*/ 3070324 h 6858000"/>
              <a:gd name="connsiteX689" fmla="*/ 2380138 w 7467600"/>
              <a:gd name="connsiteY689" fmla="*/ 3099341 h 6858000"/>
              <a:gd name="connsiteX690" fmla="*/ 1765923 w 7467600"/>
              <a:gd name="connsiteY690" fmla="*/ 3581043 h 6858000"/>
              <a:gd name="connsiteX691" fmla="*/ 1702258 w 7467600"/>
              <a:gd name="connsiteY691" fmla="*/ 3612286 h 6858000"/>
              <a:gd name="connsiteX692" fmla="*/ 1538370 w 7467600"/>
              <a:gd name="connsiteY692" fmla="*/ 3811804 h 6858000"/>
              <a:gd name="connsiteX693" fmla="*/ 542867 w 7467600"/>
              <a:gd name="connsiteY693" fmla="*/ 4944092 h 6858000"/>
              <a:gd name="connsiteX694" fmla="*/ 515800 w 7467600"/>
              <a:gd name="connsiteY694" fmla="*/ 4862180 h 6858000"/>
              <a:gd name="connsiteX695" fmla="*/ 909145 w 7467600"/>
              <a:gd name="connsiteY695" fmla="*/ 4199225 h 6858000"/>
              <a:gd name="connsiteX696" fmla="*/ 1214067 w 7467600"/>
              <a:gd name="connsiteY696" fmla="*/ 3908561 h 6858000"/>
              <a:gd name="connsiteX697" fmla="*/ 640967 w 7467600"/>
              <a:gd name="connsiteY697" fmla="*/ 4105601 h 6858000"/>
              <a:gd name="connsiteX698" fmla="*/ 112563 w 7467600"/>
              <a:gd name="connsiteY698" fmla="*/ 4396952 h 6858000"/>
              <a:gd name="connsiteX699" fmla="*/ 0 w 7467600"/>
              <a:gd name="connsiteY699" fmla="*/ 4466006 h 6858000"/>
              <a:gd name="connsiteX700" fmla="*/ 0 w 7467600"/>
              <a:gd name="connsiteY700" fmla="*/ 4233763 h 6858000"/>
              <a:gd name="connsiteX701" fmla="*/ 36881 w 7467600"/>
              <a:gd name="connsiteY701" fmla="*/ 4200118 h 6858000"/>
              <a:gd name="connsiteX702" fmla="*/ 910534 w 7467600"/>
              <a:gd name="connsiteY702" fmla="*/ 3629753 h 6858000"/>
              <a:gd name="connsiteX703" fmla="*/ 1578717 w 7467600"/>
              <a:gd name="connsiteY703" fmla="*/ 3575982 h 6858000"/>
              <a:gd name="connsiteX704" fmla="*/ 2338780 w 7467600"/>
              <a:gd name="connsiteY704" fmla="*/ 3033725 h 6858000"/>
              <a:gd name="connsiteX705" fmla="*/ 1807991 w 7467600"/>
              <a:gd name="connsiteY705" fmla="*/ 2807184 h 6858000"/>
              <a:gd name="connsiteX706" fmla="*/ 1416358 w 7467600"/>
              <a:gd name="connsiteY706" fmla="*/ 3112571 h 6858000"/>
              <a:gd name="connsiteX707" fmla="*/ 939066 w 7467600"/>
              <a:gd name="connsiteY707" fmla="*/ 3378798 h 6858000"/>
              <a:gd name="connsiteX708" fmla="*/ 115099 w 7467600"/>
              <a:gd name="connsiteY708" fmla="*/ 3607650 h 6858000"/>
              <a:gd name="connsiteX709" fmla="*/ 97284 w 7467600"/>
              <a:gd name="connsiteY709" fmla="*/ 3520393 h 6858000"/>
              <a:gd name="connsiteX710" fmla="*/ 922050 w 7467600"/>
              <a:gd name="connsiteY710" fmla="*/ 3074867 h 6858000"/>
              <a:gd name="connsiteX711" fmla="*/ 1405265 w 7467600"/>
              <a:gd name="connsiteY711" fmla="*/ 3016319 h 6858000"/>
              <a:gd name="connsiteX712" fmla="*/ 1407512 w 7467600"/>
              <a:gd name="connsiteY712" fmla="*/ 3018001 h 6858000"/>
              <a:gd name="connsiteX713" fmla="*/ 1726266 w 7467600"/>
              <a:gd name="connsiteY713" fmla="*/ 2777274 h 6858000"/>
              <a:gd name="connsiteX714" fmla="*/ 625390 w 7467600"/>
              <a:gd name="connsiteY714" fmla="*/ 2514541 h 6858000"/>
              <a:gd name="connsiteX715" fmla="*/ 619799 w 7467600"/>
              <a:gd name="connsiteY715" fmla="*/ 2527180 h 6858000"/>
              <a:gd name="connsiteX716" fmla="*/ 310030 w 7467600"/>
              <a:gd name="connsiteY716" fmla="*/ 2771818 h 6858000"/>
              <a:gd name="connsiteX717" fmla="*/ 173877 w 7467600"/>
              <a:gd name="connsiteY717" fmla="*/ 2937056 h 6858000"/>
              <a:gd name="connsiteX718" fmla="*/ 77889 w 7467600"/>
              <a:gd name="connsiteY718" fmla="*/ 3138440 h 6858000"/>
              <a:gd name="connsiteX719" fmla="*/ 0 w 7467600"/>
              <a:gd name="connsiteY719" fmla="*/ 3271395 h 6858000"/>
              <a:gd name="connsiteX720" fmla="*/ 0 w 7467600"/>
              <a:gd name="connsiteY720" fmla="*/ 3153002 h 6858000"/>
              <a:gd name="connsiteX721" fmla="*/ 2386 w 7467600"/>
              <a:gd name="connsiteY721" fmla="*/ 3149203 h 6858000"/>
              <a:gd name="connsiteX722" fmla="*/ 89753 w 7467600"/>
              <a:gd name="connsiteY722" fmla="*/ 2987702 h 6858000"/>
              <a:gd name="connsiteX723" fmla="*/ 76869 w 7467600"/>
              <a:gd name="connsiteY723" fmla="*/ 3005404 h 6858000"/>
              <a:gd name="connsiteX724" fmla="*/ 32049 w 7467600"/>
              <a:gd name="connsiteY724" fmla="*/ 3065814 h 6858000"/>
              <a:gd name="connsiteX725" fmla="*/ 0 w 7467600"/>
              <a:gd name="connsiteY725" fmla="*/ 3108744 h 6858000"/>
              <a:gd name="connsiteX726" fmla="*/ 0 w 7467600"/>
              <a:gd name="connsiteY726" fmla="*/ 3058059 h 6858000"/>
              <a:gd name="connsiteX727" fmla="*/ 7610 w 7467600"/>
              <a:gd name="connsiteY727" fmla="*/ 3047889 h 6858000"/>
              <a:gd name="connsiteX728" fmla="*/ 52419 w 7467600"/>
              <a:gd name="connsiteY728" fmla="*/ 2987479 h 6858000"/>
              <a:gd name="connsiteX729" fmla="*/ 59142 w 7467600"/>
              <a:gd name="connsiteY729" fmla="*/ 2978488 h 6858000"/>
              <a:gd name="connsiteX730" fmla="*/ 0 w 7467600"/>
              <a:gd name="connsiteY730" fmla="*/ 3015334 h 6858000"/>
              <a:gd name="connsiteX731" fmla="*/ 0 w 7467600"/>
              <a:gd name="connsiteY731" fmla="*/ 2914286 h 6858000"/>
              <a:gd name="connsiteX732" fmla="*/ 36383 w 7467600"/>
              <a:gd name="connsiteY732" fmla="*/ 2901128 h 6858000"/>
              <a:gd name="connsiteX733" fmla="*/ 156329 w 7467600"/>
              <a:gd name="connsiteY733" fmla="*/ 2840533 h 6858000"/>
              <a:gd name="connsiteX734" fmla="*/ 358355 w 7467600"/>
              <a:gd name="connsiteY734" fmla="*/ 2620471 h 6858000"/>
              <a:gd name="connsiteX735" fmla="*/ 510577 w 7467600"/>
              <a:gd name="connsiteY735" fmla="*/ 2501244 h 6858000"/>
              <a:gd name="connsiteX736" fmla="*/ 211967 w 7467600"/>
              <a:gd name="connsiteY736" fmla="*/ 2479171 h 6858000"/>
              <a:gd name="connsiteX737" fmla="*/ 0 w 7467600"/>
              <a:gd name="connsiteY737" fmla="*/ 2476398 h 6858000"/>
              <a:gd name="connsiteX738" fmla="*/ 0 w 7467600"/>
              <a:gd name="connsiteY738" fmla="*/ 2389189 h 6858000"/>
              <a:gd name="connsiteX739" fmla="*/ 103062 w 7467600"/>
              <a:gd name="connsiteY739" fmla="*/ 2389518 h 6858000"/>
              <a:gd name="connsiteX740" fmla="*/ 510734 w 7467600"/>
              <a:gd name="connsiteY740" fmla="*/ 2416201 h 6858000"/>
              <a:gd name="connsiteX741" fmla="*/ 279257 w 7467600"/>
              <a:gd name="connsiteY741" fmla="*/ 2092102 h 6858000"/>
              <a:gd name="connsiteX742" fmla="*/ 65265 w 7467600"/>
              <a:gd name="connsiteY742" fmla="*/ 2006049 h 6858000"/>
              <a:gd name="connsiteX743" fmla="*/ 0 w 7467600"/>
              <a:gd name="connsiteY743" fmla="*/ 1982532 h 6858000"/>
              <a:gd name="connsiteX744" fmla="*/ 0 w 7467600"/>
              <a:gd name="connsiteY744" fmla="*/ 1912789 h 6858000"/>
              <a:gd name="connsiteX745" fmla="*/ 97460 w 7467600"/>
              <a:gd name="connsiteY745" fmla="*/ 1953725 h 6858000"/>
              <a:gd name="connsiteX746" fmla="*/ 221272 w 7467600"/>
              <a:gd name="connsiteY746" fmla="*/ 1980766 h 6858000"/>
              <a:gd name="connsiteX747" fmla="*/ 116765 w 7467600"/>
              <a:gd name="connsiteY747" fmla="*/ 1911033 h 6858000"/>
              <a:gd name="connsiteX748" fmla="*/ 16405 w 7467600"/>
              <a:gd name="connsiteY748" fmla="*/ 1803412 h 6858000"/>
              <a:gd name="connsiteX749" fmla="*/ 0 w 7467600"/>
              <a:gd name="connsiteY749" fmla="*/ 1784777 h 6858000"/>
              <a:gd name="connsiteX750" fmla="*/ 0 w 7467600"/>
              <a:gd name="connsiteY750" fmla="*/ 1740082 h 6858000"/>
              <a:gd name="connsiteX751" fmla="*/ 39394 w 7467600"/>
              <a:gd name="connsiteY751" fmla="*/ 1784856 h 6858000"/>
              <a:gd name="connsiteX752" fmla="*/ 135813 w 7467600"/>
              <a:gd name="connsiteY752" fmla="*/ 1888838 h 6858000"/>
              <a:gd name="connsiteX753" fmla="*/ 242575 w 7467600"/>
              <a:gd name="connsiteY753" fmla="*/ 1958841 h 6858000"/>
              <a:gd name="connsiteX754" fmla="*/ 82197 w 7467600"/>
              <a:gd name="connsiteY754" fmla="*/ 1754826 h 6858000"/>
              <a:gd name="connsiteX755" fmla="*/ 0 w 7467600"/>
              <a:gd name="connsiteY755" fmla="*/ 1679650 h 6858000"/>
              <a:gd name="connsiteX756" fmla="*/ 0 w 7467600"/>
              <a:gd name="connsiteY756" fmla="*/ 1602463 h 6858000"/>
              <a:gd name="connsiteX757" fmla="*/ 84689 w 7467600"/>
              <a:gd name="connsiteY757" fmla="*/ 1677442 h 6858000"/>
              <a:gd name="connsiteX758" fmla="*/ 298437 w 7467600"/>
              <a:gd name="connsiteY758" fmla="*/ 1968019 h 6858000"/>
              <a:gd name="connsiteX759" fmla="*/ 227269 w 7467600"/>
              <a:gd name="connsiteY759" fmla="*/ 1114064 h 6858000"/>
              <a:gd name="connsiteX760" fmla="*/ 248003 w 7467600"/>
              <a:gd name="connsiteY760" fmla="*/ 1089613 h 6858000"/>
              <a:gd name="connsiteX761" fmla="*/ 427020 w 7467600"/>
              <a:gd name="connsiteY761" fmla="*/ 1619803 h 6858000"/>
              <a:gd name="connsiteX762" fmla="*/ 340345 w 7467600"/>
              <a:gd name="connsiteY762" fmla="*/ 2027739 h 6858000"/>
              <a:gd name="connsiteX763" fmla="*/ 360865 w 7467600"/>
              <a:gd name="connsiteY763" fmla="*/ 2044827 h 6858000"/>
              <a:gd name="connsiteX764" fmla="*/ 560414 w 7467600"/>
              <a:gd name="connsiteY764" fmla="*/ 2421457 h 6858000"/>
              <a:gd name="connsiteX765" fmla="*/ 1359703 w 7467600"/>
              <a:gd name="connsiteY765" fmla="*/ 2578554 h 6858000"/>
              <a:gd name="connsiteX766" fmla="*/ 1359422 w 7467600"/>
              <a:gd name="connsiteY766" fmla="*/ 2577994 h 6858000"/>
              <a:gd name="connsiteX767" fmla="*/ 828701 w 7467600"/>
              <a:gd name="connsiteY767" fmla="*/ 1839520 h 6858000"/>
              <a:gd name="connsiteX768" fmla="*/ 494427 w 7467600"/>
              <a:gd name="connsiteY768" fmla="*/ 1092333 h 6858000"/>
              <a:gd name="connsiteX769" fmla="*/ 506322 w 7467600"/>
              <a:gd name="connsiteY769" fmla="*/ 1020997 h 6858000"/>
              <a:gd name="connsiteX770" fmla="*/ 4570198 w 7467600"/>
              <a:gd name="connsiteY770" fmla="*/ 978081 h 6858000"/>
              <a:gd name="connsiteX771" fmla="*/ 4523691 w 7467600"/>
              <a:gd name="connsiteY771" fmla="*/ 1127776 h 6858000"/>
              <a:gd name="connsiteX772" fmla="*/ 4509875 w 7467600"/>
              <a:gd name="connsiteY772" fmla="*/ 1167552 h 6858000"/>
              <a:gd name="connsiteX773" fmla="*/ 4478168 w 7467600"/>
              <a:gd name="connsiteY773" fmla="*/ 1260735 h 6858000"/>
              <a:gd name="connsiteX774" fmla="*/ 4409309 w 7467600"/>
              <a:gd name="connsiteY774" fmla="*/ 1666996 h 6858000"/>
              <a:gd name="connsiteX775" fmla="*/ 4370031 w 7467600"/>
              <a:gd name="connsiteY775" fmla="*/ 1955666 h 6858000"/>
              <a:gd name="connsiteX776" fmla="*/ 4570198 w 7467600"/>
              <a:gd name="connsiteY776" fmla="*/ 978081 h 6858000"/>
              <a:gd name="connsiteX777" fmla="*/ 4557898 w 7467600"/>
              <a:gd name="connsiteY777" fmla="*/ 900011 h 6858000"/>
              <a:gd name="connsiteX778" fmla="*/ 4344840 w 7467600"/>
              <a:gd name="connsiteY778" fmla="*/ 1922038 h 6858000"/>
              <a:gd name="connsiteX779" fmla="*/ 4378710 w 7467600"/>
              <a:gd name="connsiteY779" fmla="*/ 1665516 h 6858000"/>
              <a:gd name="connsiteX780" fmla="*/ 4448798 w 7467600"/>
              <a:gd name="connsiteY780" fmla="*/ 1253024 h 6858000"/>
              <a:gd name="connsiteX781" fmla="*/ 4480315 w 7467600"/>
              <a:gd name="connsiteY781" fmla="*/ 1158454 h 6858000"/>
              <a:gd name="connsiteX782" fmla="*/ 4494133 w 7467600"/>
              <a:gd name="connsiteY782" fmla="*/ 1118676 h 6858000"/>
              <a:gd name="connsiteX783" fmla="*/ 4557898 w 7467600"/>
              <a:gd name="connsiteY783" fmla="*/ 900011 h 6858000"/>
              <a:gd name="connsiteX784" fmla="*/ 5870151 w 7467600"/>
              <a:gd name="connsiteY784" fmla="*/ 898890 h 6858000"/>
              <a:gd name="connsiteX785" fmla="*/ 5861335 w 7467600"/>
              <a:gd name="connsiteY785" fmla="*/ 899177 h 6858000"/>
              <a:gd name="connsiteX786" fmla="*/ 5843702 w 7467600"/>
              <a:gd name="connsiteY786" fmla="*/ 899748 h 6858000"/>
              <a:gd name="connsiteX787" fmla="*/ 5651107 w 7467600"/>
              <a:gd name="connsiteY787" fmla="*/ 920306 h 6858000"/>
              <a:gd name="connsiteX788" fmla="*/ 5459407 w 7467600"/>
              <a:gd name="connsiteY788" fmla="*/ 940975 h 6858000"/>
              <a:gd name="connsiteX789" fmla="*/ 5374846 w 7467600"/>
              <a:gd name="connsiteY789" fmla="*/ 941988 h 6858000"/>
              <a:gd name="connsiteX790" fmla="*/ 5256105 w 7467600"/>
              <a:gd name="connsiteY790" fmla="*/ 945632 h 6858000"/>
              <a:gd name="connsiteX791" fmla="*/ 5107071 w 7467600"/>
              <a:gd name="connsiteY791" fmla="*/ 969720 h 6858000"/>
              <a:gd name="connsiteX792" fmla="*/ 4998681 w 7467600"/>
              <a:gd name="connsiteY792" fmla="*/ 988771 h 6858000"/>
              <a:gd name="connsiteX793" fmla="*/ 5870151 w 7467600"/>
              <a:gd name="connsiteY793" fmla="*/ 898890 h 6858000"/>
              <a:gd name="connsiteX794" fmla="*/ 5504425 w 7467600"/>
              <a:gd name="connsiteY794" fmla="*/ 848067 h 6858000"/>
              <a:gd name="connsiteX795" fmla="*/ 4968849 w 7467600"/>
              <a:gd name="connsiteY795" fmla="*/ 962318 h 6858000"/>
              <a:gd name="connsiteX796" fmla="*/ 5104039 w 7467600"/>
              <a:gd name="connsiteY796" fmla="*/ 940634 h 6858000"/>
              <a:gd name="connsiteX797" fmla="*/ 5256311 w 7467600"/>
              <a:gd name="connsiteY797" fmla="*/ 916490 h 6858000"/>
              <a:gd name="connsiteX798" fmla="*/ 5377381 w 7467600"/>
              <a:gd name="connsiteY798" fmla="*/ 912671 h 6858000"/>
              <a:gd name="connsiteX799" fmla="*/ 5460148 w 7467600"/>
              <a:gd name="connsiteY799" fmla="*/ 911442 h 6858000"/>
              <a:gd name="connsiteX800" fmla="*/ 5648971 w 7467600"/>
              <a:gd name="connsiteY800" fmla="*/ 891331 h 6858000"/>
              <a:gd name="connsiteX801" fmla="*/ 5844807 w 7467600"/>
              <a:gd name="connsiteY801" fmla="*/ 870718 h 6858000"/>
              <a:gd name="connsiteX802" fmla="*/ 5862975 w 7467600"/>
              <a:gd name="connsiteY802" fmla="*/ 869756 h 6858000"/>
              <a:gd name="connsiteX803" fmla="*/ 5920887 w 7467600"/>
              <a:gd name="connsiteY803" fmla="*/ 865929 h 6858000"/>
              <a:gd name="connsiteX804" fmla="*/ 5504425 w 7467600"/>
              <a:gd name="connsiteY804" fmla="*/ 848067 h 6858000"/>
              <a:gd name="connsiteX805" fmla="*/ 3607114 w 7467600"/>
              <a:gd name="connsiteY805" fmla="*/ 467441 h 6858000"/>
              <a:gd name="connsiteX806" fmla="*/ 3296242 w 7467600"/>
              <a:gd name="connsiteY806" fmla="*/ 807991 h 6858000"/>
              <a:gd name="connsiteX807" fmla="*/ 3174674 w 7467600"/>
              <a:gd name="connsiteY807" fmla="*/ 919759 h 6858000"/>
              <a:gd name="connsiteX808" fmla="*/ 3042978 w 7467600"/>
              <a:gd name="connsiteY808" fmla="*/ 1054894 h 6858000"/>
              <a:gd name="connsiteX809" fmla="*/ 2968914 w 7467600"/>
              <a:gd name="connsiteY809" fmla="*/ 1133756 h 6858000"/>
              <a:gd name="connsiteX810" fmla="*/ 3103823 w 7467600"/>
              <a:gd name="connsiteY810" fmla="*/ 1026814 h 6858000"/>
              <a:gd name="connsiteX811" fmla="*/ 3607114 w 7467600"/>
              <a:gd name="connsiteY811" fmla="*/ 467441 h 6858000"/>
              <a:gd name="connsiteX812" fmla="*/ 3744487 w 7467600"/>
              <a:gd name="connsiteY812" fmla="*/ 383136 h 6858000"/>
              <a:gd name="connsiteX813" fmla="*/ 3970213 w 7467600"/>
              <a:gd name="connsiteY813" fmla="*/ 995559 h 6858000"/>
              <a:gd name="connsiteX814" fmla="*/ 3744487 w 7467600"/>
              <a:gd name="connsiteY814" fmla="*/ 383136 h 6858000"/>
              <a:gd name="connsiteX815" fmla="*/ 3624562 w 7467600"/>
              <a:gd name="connsiteY815" fmla="*/ 367041 h 6858000"/>
              <a:gd name="connsiteX816" fmla="*/ 3489712 w 7467600"/>
              <a:gd name="connsiteY816" fmla="*/ 485386 h 6858000"/>
              <a:gd name="connsiteX817" fmla="*/ 3182994 w 7467600"/>
              <a:gd name="connsiteY817" fmla="*/ 828265 h 6858000"/>
              <a:gd name="connsiteX818" fmla="*/ 2892114 w 7467600"/>
              <a:gd name="connsiteY818" fmla="*/ 1172635 h 6858000"/>
              <a:gd name="connsiteX819" fmla="*/ 3021459 w 7467600"/>
              <a:gd name="connsiteY819" fmla="*/ 1035385 h 6858000"/>
              <a:gd name="connsiteX820" fmla="*/ 3153873 w 7467600"/>
              <a:gd name="connsiteY820" fmla="*/ 898971 h 6858000"/>
              <a:gd name="connsiteX821" fmla="*/ 3276511 w 7467600"/>
              <a:gd name="connsiteY821" fmla="*/ 786423 h 6858000"/>
              <a:gd name="connsiteX822" fmla="*/ 3584154 w 7467600"/>
              <a:gd name="connsiteY822" fmla="*/ 448218 h 6858000"/>
              <a:gd name="connsiteX823" fmla="*/ 3624562 w 7467600"/>
              <a:gd name="connsiteY823" fmla="*/ 367041 h 6858000"/>
              <a:gd name="connsiteX824" fmla="*/ 3766672 w 7467600"/>
              <a:gd name="connsiteY824" fmla="*/ 359429 h 6858000"/>
              <a:gd name="connsiteX825" fmla="*/ 3996338 w 7467600"/>
              <a:gd name="connsiteY825" fmla="*/ 968237 h 6858000"/>
              <a:gd name="connsiteX826" fmla="*/ 3766672 w 7467600"/>
              <a:gd name="connsiteY826" fmla="*/ 359429 h 6858000"/>
              <a:gd name="connsiteX827" fmla="*/ 5805386 w 7467600"/>
              <a:gd name="connsiteY827" fmla="*/ 239240 h 6858000"/>
              <a:gd name="connsiteX828" fmla="*/ 5736947 w 7467600"/>
              <a:gd name="connsiteY828" fmla="*/ 261367 h 6858000"/>
              <a:gd name="connsiteX829" fmla="*/ 5427012 w 7467600"/>
              <a:gd name="connsiteY829" fmla="*/ 311272 h 6858000"/>
              <a:gd name="connsiteX830" fmla="*/ 5147818 w 7467600"/>
              <a:gd name="connsiteY830" fmla="*/ 322112 h 6858000"/>
              <a:gd name="connsiteX831" fmla="*/ 5060854 w 7467600"/>
              <a:gd name="connsiteY831" fmla="*/ 311882 h 6858000"/>
              <a:gd name="connsiteX832" fmla="*/ 4945989 w 7467600"/>
              <a:gd name="connsiteY832" fmla="*/ 300516 h 6858000"/>
              <a:gd name="connsiteX833" fmla="*/ 5410479 w 7467600"/>
              <a:gd name="connsiteY833" fmla="*/ 348434 h 6858000"/>
              <a:gd name="connsiteX834" fmla="*/ 5805386 w 7467600"/>
              <a:gd name="connsiteY834" fmla="*/ 239240 h 6858000"/>
              <a:gd name="connsiteX835" fmla="*/ 5905192 w 7467600"/>
              <a:gd name="connsiteY835" fmla="*/ 163079 h 6858000"/>
              <a:gd name="connsiteX836" fmla="*/ 5865655 w 7467600"/>
              <a:gd name="connsiteY836" fmla="*/ 171901 h 6858000"/>
              <a:gd name="connsiteX837" fmla="*/ 5259740 w 7467600"/>
              <a:gd name="connsiteY837" fmla="*/ 257013 h 6858000"/>
              <a:gd name="connsiteX838" fmla="*/ 5208466 w 7467600"/>
              <a:gd name="connsiteY838" fmla="*/ 257550 h 6858000"/>
              <a:gd name="connsiteX839" fmla="*/ 4980204 w 7467600"/>
              <a:gd name="connsiteY839" fmla="*/ 271903 h 6858000"/>
              <a:gd name="connsiteX840" fmla="*/ 5068068 w 7467600"/>
              <a:gd name="connsiteY840" fmla="*/ 282244 h 6858000"/>
              <a:gd name="connsiteX841" fmla="*/ 5153231 w 7467600"/>
              <a:gd name="connsiteY841" fmla="*/ 292240 h 6858000"/>
              <a:gd name="connsiteX842" fmla="*/ 5426491 w 7467600"/>
              <a:gd name="connsiteY842" fmla="*/ 281128 h 6858000"/>
              <a:gd name="connsiteX843" fmla="*/ 5731212 w 7467600"/>
              <a:gd name="connsiteY843" fmla="*/ 231951 h 6858000"/>
              <a:gd name="connsiteX844" fmla="*/ 5905192 w 7467600"/>
              <a:gd name="connsiteY844" fmla="*/ 163079 h 6858000"/>
              <a:gd name="connsiteX845" fmla="*/ 5944437 w 7467600"/>
              <a:gd name="connsiteY845" fmla="*/ 113829 h 6858000"/>
              <a:gd name="connsiteX846" fmla="*/ 5825032 w 7467600"/>
              <a:gd name="connsiteY846" fmla="*/ 146405 h 6858000"/>
              <a:gd name="connsiteX847" fmla="*/ 4955599 w 7467600"/>
              <a:gd name="connsiteY847" fmla="*/ 247008 h 6858000"/>
              <a:gd name="connsiteX848" fmla="*/ 5210104 w 7467600"/>
              <a:gd name="connsiteY848" fmla="*/ 228123 h 6858000"/>
              <a:gd name="connsiteX849" fmla="*/ 5261015 w 7467600"/>
              <a:gd name="connsiteY849" fmla="*/ 227087 h 6858000"/>
              <a:gd name="connsiteX850" fmla="*/ 5861181 w 7467600"/>
              <a:gd name="connsiteY850" fmla="*/ 143093 h 6858000"/>
              <a:gd name="connsiteX851" fmla="*/ 5961252 w 7467600"/>
              <a:gd name="connsiteY851" fmla="*/ 114820 h 6858000"/>
              <a:gd name="connsiteX852" fmla="*/ 5944437 w 7467600"/>
              <a:gd name="connsiteY852" fmla="*/ 113829 h 6858000"/>
              <a:gd name="connsiteX853" fmla="*/ 3882765 w 7467600"/>
              <a:gd name="connsiteY853" fmla="*/ 0 h 6858000"/>
              <a:gd name="connsiteX854" fmla="*/ 3995099 w 7467600"/>
              <a:gd name="connsiteY854" fmla="*/ 0 h 6858000"/>
              <a:gd name="connsiteX855" fmla="*/ 4163818 w 7467600"/>
              <a:gd name="connsiteY855" fmla="*/ 234104 h 6858000"/>
              <a:gd name="connsiteX856" fmla="*/ 4172099 w 7467600"/>
              <a:gd name="connsiteY856" fmla="*/ 234207 h 6858000"/>
              <a:gd name="connsiteX857" fmla="*/ 4784282 w 7467600"/>
              <a:gd name="connsiteY857" fmla="*/ 276561 h 6858000"/>
              <a:gd name="connsiteX858" fmla="*/ 4801687 w 7467600"/>
              <a:gd name="connsiteY858" fmla="*/ 267764 h 6858000"/>
              <a:gd name="connsiteX859" fmla="*/ 6082788 w 7467600"/>
              <a:gd name="connsiteY859" fmla="*/ 64119 h 6858000"/>
              <a:gd name="connsiteX860" fmla="*/ 6099442 w 7467600"/>
              <a:gd name="connsiteY860" fmla="*/ 82568 h 6858000"/>
              <a:gd name="connsiteX861" fmla="*/ 4804137 w 7467600"/>
              <a:gd name="connsiteY861" fmla="*/ 320931 h 6858000"/>
              <a:gd name="connsiteX862" fmla="*/ 4227047 w 7467600"/>
              <a:gd name="connsiteY862" fmla="*/ 313415 h 6858000"/>
              <a:gd name="connsiteX863" fmla="*/ 4346041 w 7467600"/>
              <a:gd name="connsiteY863" fmla="*/ 456086 h 6858000"/>
              <a:gd name="connsiteX864" fmla="*/ 4870967 w 7467600"/>
              <a:gd name="connsiteY864" fmla="*/ 963061 h 6858000"/>
              <a:gd name="connsiteX865" fmla="*/ 4889647 w 7467600"/>
              <a:gd name="connsiteY865" fmla="*/ 957147 h 6858000"/>
              <a:gd name="connsiteX866" fmla="*/ 5422504 w 7467600"/>
              <a:gd name="connsiteY866" fmla="*/ 805191 h 6858000"/>
              <a:gd name="connsiteX867" fmla="*/ 6087656 w 7467600"/>
              <a:gd name="connsiteY867" fmla="*/ 826703 h 6858000"/>
              <a:gd name="connsiteX868" fmla="*/ 6058717 w 7467600"/>
              <a:gd name="connsiteY868" fmla="*/ 865992 h 6858000"/>
              <a:gd name="connsiteX869" fmla="*/ 4974153 w 7467600"/>
              <a:gd name="connsiteY869" fmla="*/ 1045456 h 6858000"/>
              <a:gd name="connsiteX870" fmla="*/ 5627835 w 7467600"/>
              <a:gd name="connsiteY870" fmla="*/ 1472077 h 6858000"/>
              <a:gd name="connsiteX871" fmla="*/ 5629817 w 7467600"/>
              <a:gd name="connsiteY871" fmla="*/ 1471412 h 6858000"/>
              <a:gd name="connsiteX872" fmla="*/ 5634124 w 7467600"/>
              <a:gd name="connsiteY872" fmla="*/ 1470572 h 6858000"/>
              <a:gd name="connsiteX873" fmla="*/ 5755832 w 7467600"/>
              <a:gd name="connsiteY873" fmla="*/ 1383886 h 6858000"/>
              <a:gd name="connsiteX874" fmla="*/ 6014186 w 7467600"/>
              <a:gd name="connsiteY874" fmla="*/ 1279799 h 6858000"/>
              <a:gd name="connsiteX875" fmla="*/ 6901619 w 7467600"/>
              <a:gd name="connsiteY875" fmla="*/ 1047874 h 6858000"/>
              <a:gd name="connsiteX876" fmla="*/ 6931566 w 7467600"/>
              <a:gd name="connsiteY876" fmla="*/ 1062034 h 6858000"/>
              <a:gd name="connsiteX877" fmla="*/ 5790982 w 7467600"/>
              <a:gd name="connsiteY877" fmla="*/ 1561380 h 6858000"/>
              <a:gd name="connsiteX878" fmla="*/ 6188971 w 7467600"/>
              <a:gd name="connsiteY878" fmla="*/ 1755168 h 6858000"/>
              <a:gd name="connsiteX879" fmla="*/ 6202446 w 7467600"/>
              <a:gd name="connsiteY879" fmla="*/ 1752268 h 6858000"/>
              <a:gd name="connsiteX880" fmla="*/ 7179560 w 7467600"/>
              <a:gd name="connsiteY880" fmla="*/ 1467551 h 6858000"/>
              <a:gd name="connsiteX881" fmla="*/ 7158730 w 7467600"/>
              <a:gd name="connsiteY881" fmla="*/ 1507835 h 6858000"/>
              <a:gd name="connsiteX882" fmla="*/ 6326959 w 7467600"/>
              <a:gd name="connsiteY882" fmla="*/ 1817686 h 6858000"/>
              <a:gd name="connsiteX883" fmla="*/ 6537433 w 7467600"/>
              <a:gd name="connsiteY883" fmla="*/ 1907790 h 6858000"/>
              <a:gd name="connsiteX884" fmla="*/ 6550221 w 7467600"/>
              <a:gd name="connsiteY884" fmla="*/ 1910729 h 6858000"/>
              <a:gd name="connsiteX885" fmla="*/ 6964438 w 7467600"/>
              <a:gd name="connsiteY885" fmla="*/ 2209505 h 6858000"/>
              <a:gd name="connsiteX886" fmla="*/ 7367862 w 7467600"/>
              <a:gd name="connsiteY886" fmla="*/ 2806833 h 6858000"/>
              <a:gd name="connsiteX887" fmla="*/ 7364329 w 7467600"/>
              <a:gd name="connsiteY887" fmla="*/ 2826907 h 6858000"/>
              <a:gd name="connsiteX888" fmla="*/ 7290545 w 7467600"/>
              <a:gd name="connsiteY888" fmla="*/ 2850663 h 6858000"/>
              <a:gd name="connsiteX889" fmla="*/ 6472036 w 7467600"/>
              <a:gd name="connsiteY889" fmla="*/ 1959003 h 6858000"/>
              <a:gd name="connsiteX890" fmla="*/ 5792897 w 7467600"/>
              <a:gd name="connsiteY890" fmla="*/ 1647747 h 6858000"/>
              <a:gd name="connsiteX891" fmla="*/ 5842751 w 7467600"/>
              <a:gd name="connsiteY891" fmla="*/ 1816112 h 6858000"/>
              <a:gd name="connsiteX892" fmla="*/ 5847424 w 7467600"/>
              <a:gd name="connsiteY892" fmla="*/ 1815776 h 6858000"/>
              <a:gd name="connsiteX893" fmla="*/ 6399821 w 7467600"/>
              <a:gd name="connsiteY893" fmla="*/ 2344799 h 6858000"/>
              <a:gd name="connsiteX894" fmla="*/ 6323232 w 7467600"/>
              <a:gd name="connsiteY894" fmla="*/ 2389634 h 6858000"/>
              <a:gd name="connsiteX895" fmla="*/ 5942958 w 7467600"/>
              <a:gd name="connsiteY895" fmla="*/ 2077708 h 6858000"/>
              <a:gd name="connsiteX896" fmla="*/ 5921559 w 7467600"/>
              <a:gd name="connsiteY896" fmla="*/ 2378596 h 6858000"/>
              <a:gd name="connsiteX897" fmla="*/ 5817651 w 7467600"/>
              <a:gd name="connsiteY897" fmla="*/ 3023919 h 6858000"/>
              <a:gd name="connsiteX898" fmla="*/ 5729634 w 7467600"/>
              <a:gd name="connsiteY898" fmla="*/ 3051849 h 6858000"/>
              <a:gd name="connsiteX899" fmla="*/ 5611018 w 7467600"/>
              <a:gd name="connsiteY899" fmla="*/ 2316769 h 6858000"/>
              <a:gd name="connsiteX900" fmla="*/ 5687608 w 7467600"/>
              <a:gd name="connsiteY900" fmla="*/ 2039972 h 6858000"/>
              <a:gd name="connsiteX901" fmla="*/ 5657554 w 7467600"/>
              <a:gd name="connsiteY901" fmla="*/ 1576445 h 6858000"/>
              <a:gd name="connsiteX902" fmla="*/ 5150475 w 7467600"/>
              <a:gd name="connsiteY902" fmla="*/ 1274012 h 6858000"/>
              <a:gd name="connsiteX903" fmla="*/ 5349142 w 7467600"/>
              <a:gd name="connsiteY903" fmla="*/ 2204405 h 6858000"/>
              <a:gd name="connsiteX904" fmla="*/ 5262214 w 7467600"/>
              <a:gd name="connsiteY904" fmla="*/ 2233836 h 6858000"/>
              <a:gd name="connsiteX905" fmla="*/ 4981539 w 7467600"/>
              <a:gd name="connsiteY905" fmla="*/ 1542201 h 6858000"/>
              <a:gd name="connsiteX906" fmla="*/ 4958461 w 7467600"/>
              <a:gd name="connsiteY906" fmla="*/ 1136957 h 6858000"/>
              <a:gd name="connsiteX907" fmla="*/ 4655015 w 7467600"/>
              <a:gd name="connsiteY907" fmla="*/ 891426 h 6858000"/>
              <a:gd name="connsiteX908" fmla="*/ 4348002 w 7467600"/>
              <a:gd name="connsiteY908" fmla="*/ 2205895 h 6858000"/>
              <a:gd name="connsiteX909" fmla="*/ 4262250 w 7467600"/>
              <a:gd name="connsiteY909" fmla="*/ 2219972 h 6858000"/>
              <a:gd name="connsiteX910" fmla="*/ 4550611 w 7467600"/>
              <a:gd name="connsiteY910" fmla="*/ 817540 h 6858000"/>
              <a:gd name="connsiteX911" fmla="*/ 4564418 w 7467600"/>
              <a:gd name="connsiteY911" fmla="*/ 808293 h 6858000"/>
              <a:gd name="connsiteX912" fmla="*/ 4266388 w 7467600"/>
              <a:gd name="connsiteY912" fmla="*/ 500083 h 6858000"/>
              <a:gd name="connsiteX913" fmla="*/ 4032842 w 7467600"/>
              <a:gd name="connsiteY913" fmla="*/ 211809 h 6858000"/>
              <a:gd name="connsiteX914" fmla="*/ 3882765 w 7467600"/>
              <a:gd name="connsiteY914" fmla="*/ 0 h 6858000"/>
              <a:gd name="connsiteX915" fmla="*/ 3721337 w 7467600"/>
              <a:gd name="connsiteY915" fmla="*/ 0 h 6858000"/>
              <a:gd name="connsiteX916" fmla="*/ 3797544 w 7467600"/>
              <a:gd name="connsiteY916" fmla="*/ 0 h 6858000"/>
              <a:gd name="connsiteX917" fmla="*/ 3775734 w 7467600"/>
              <a:gd name="connsiteY917" fmla="*/ 95131 h 6858000"/>
              <a:gd name="connsiteX918" fmla="*/ 3724807 w 7467600"/>
              <a:gd name="connsiteY918" fmla="*/ 272257 h 6858000"/>
              <a:gd name="connsiteX919" fmla="*/ 3726844 w 7467600"/>
              <a:gd name="connsiteY919" fmla="*/ 282988 h 6858000"/>
              <a:gd name="connsiteX920" fmla="*/ 3742664 w 7467600"/>
              <a:gd name="connsiteY920" fmla="*/ 279918 h 6858000"/>
              <a:gd name="connsiteX921" fmla="*/ 4103910 w 7467600"/>
              <a:gd name="connsiteY921" fmla="*/ 1161917 h 6858000"/>
              <a:gd name="connsiteX922" fmla="*/ 4020269 w 7467600"/>
              <a:gd name="connsiteY922" fmla="*/ 1200406 h 6858000"/>
              <a:gd name="connsiteX923" fmla="*/ 3674882 w 7467600"/>
              <a:gd name="connsiteY923" fmla="*/ 488524 h 6858000"/>
              <a:gd name="connsiteX924" fmla="*/ 3132682 w 7467600"/>
              <a:gd name="connsiteY924" fmla="*/ 1072284 h 6858000"/>
              <a:gd name="connsiteX925" fmla="*/ 2716346 w 7467600"/>
              <a:gd name="connsiteY925" fmla="*/ 1276376 h 6858000"/>
              <a:gd name="connsiteX926" fmla="*/ 2716772 w 7467600"/>
              <a:gd name="connsiteY926" fmla="*/ 1255462 h 6858000"/>
              <a:gd name="connsiteX927" fmla="*/ 3471096 w 7467600"/>
              <a:gd name="connsiteY927" fmla="*/ 437072 h 6858000"/>
              <a:gd name="connsiteX928" fmla="*/ 3639057 w 7467600"/>
              <a:gd name="connsiteY928" fmla="*/ 286334 h 6858000"/>
              <a:gd name="connsiteX929" fmla="*/ 3640309 w 7467600"/>
              <a:gd name="connsiteY929" fmla="*/ 284664 h 6858000"/>
              <a:gd name="connsiteX930" fmla="*/ 3646022 w 7467600"/>
              <a:gd name="connsiteY930" fmla="*/ 276711 h 6858000"/>
              <a:gd name="connsiteX931" fmla="*/ 3707943 w 7467600"/>
              <a:gd name="connsiteY931" fmla="*/ 65958 h 6858000"/>
              <a:gd name="connsiteX932" fmla="*/ 3721337 w 7467600"/>
              <a:gd name="connsiteY932" fmla="*/ 0 h 6858000"/>
              <a:gd name="connsiteX933" fmla="*/ 2867960 w 7467600"/>
              <a:gd name="connsiteY933" fmla="*/ 0 h 6858000"/>
              <a:gd name="connsiteX934" fmla="*/ 2926351 w 7467600"/>
              <a:gd name="connsiteY934" fmla="*/ 0 h 6858000"/>
              <a:gd name="connsiteX935" fmla="*/ 2902823 w 7467600"/>
              <a:gd name="connsiteY935" fmla="*/ 262929 h 6858000"/>
              <a:gd name="connsiteX936" fmla="*/ 2940663 w 7467600"/>
              <a:gd name="connsiteY936" fmla="*/ 140884 h 6858000"/>
              <a:gd name="connsiteX937" fmla="*/ 2947039 w 7467600"/>
              <a:gd name="connsiteY937" fmla="*/ 122524 h 6858000"/>
              <a:gd name="connsiteX938" fmla="*/ 2984316 w 7467600"/>
              <a:gd name="connsiteY938" fmla="*/ 0 h 6858000"/>
              <a:gd name="connsiteX939" fmla="*/ 3016114 w 7467600"/>
              <a:gd name="connsiteY939" fmla="*/ 0 h 6858000"/>
              <a:gd name="connsiteX940" fmla="*/ 2979949 w 7467600"/>
              <a:gd name="connsiteY940" fmla="*/ 119274 h 6858000"/>
              <a:gd name="connsiteX941" fmla="*/ 3023879 w 7467600"/>
              <a:gd name="connsiteY941" fmla="*/ 0 h 6858000"/>
              <a:gd name="connsiteX942" fmla="*/ 3105400 w 7467600"/>
              <a:gd name="connsiteY942" fmla="*/ 0 h 6858000"/>
              <a:gd name="connsiteX943" fmla="*/ 3094669 w 7467600"/>
              <a:gd name="connsiteY943" fmla="*/ 30308 h 6858000"/>
              <a:gd name="connsiteX944" fmla="*/ 2901945 w 7467600"/>
              <a:gd name="connsiteY944" fmla="*/ 466538 h 6858000"/>
              <a:gd name="connsiteX945" fmla="*/ 2815209 w 7467600"/>
              <a:gd name="connsiteY945" fmla="*/ 497361 h 6858000"/>
              <a:gd name="connsiteX946" fmla="*/ 2844845 w 7467600"/>
              <a:gd name="connsiteY946" fmla="*/ 127638 h 6858000"/>
              <a:gd name="connsiteX947" fmla="*/ 2867960 w 7467600"/>
              <a:gd name="connsiteY947" fmla="*/ 0 h 6858000"/>
              <a:gd name="connsiteX948" fmla="*/ 1057230 w 7467600"/>
              <a:gd name="connsiteY948" fmla="*/ 0 h 6858000"/>
              <a:gd name="connsiteX949" fmla="*/ 1111003 w 7467600"/>
              <a:gd name="connsiteY949" fmla="*/ 0 h 6858000"/>
              <a:gd name="connsiteX950" fmla="*/ 1125553 w 7467600"/>
              <a:gd name="connsiteY950" fmla="*/ 52588 h 6858000"/>
              <a:gd name="connsiteX951" fmla="*/ 1304276 w 7467600"/>
              <a:gd name="connsiteY951" fmla="*/ 476275 h 6858000"/>
              <a:gd name="connsiteX952" fmla="*/ 1492066 w 7467600"/>
              <a:gd name="connsiteY952" fmla="*/ 886333 h 6858000"/>
              <a:gd name="connsiteX953" fmla="*/ 1423698 w 7467600"/>
              <a:gd name="connsiteY953" fmla="*/ 710817 h 6858000"/>
              <a:gd name="connsiteX954" fmla="*/ 1357609 w 7467600"/>
              <a:gd name="connsiteY954" fmla="*/ 532892 h 6858000"/>
              <a:gd name="connsiteX955" fmla="*/ 1309550 w 7467600"/>
              <a:gd name="connsiteY955" fmla="*/ 374031 h 6858000"/>
              <a:gd name="connsiteX956" fmla="*/ 1193673 w 7467600"/>
              <a:gd name="connsiteY956" fmla="*/ 49533 h 6858000"/>
              <a:gd name="connsiteX957" fmla="*/ 1164391 w 7467600"/>
              <a:gd name="connsiteY957" fmla="*/ 0 h 6858000"/>
              <a:gd name="connsiteX958" fmla="*/ 1200666 w 7467600"/>
              <a:gd name="connsiteY958" fmla="*/ 0 h 6858000"/>
              <a:gd name="connsiteX959" fmla="*/ 1223408 w 7467600"/>
              <a:gd name="connsiteY959" fmla="*/ 38996 h 6858000"/>
              <a:gd name="connsiteX960" fmla="*/ 1339635 w 7467600"/>
              <a:gd name="connsiteY960" fmla="*/ 365517 h 6858000"/>
              <a:gd name="connsiteX961" fmla="*/ 1387469 w 7467600"/>
              <a:gd name="connsiteY961" fmla="*/ 523079 h 6858000"/>
              <a:gd name="connsiteX962" fmla="*/ 1452685 w 7467600"/>
              <a:gd name="connsiteY962" fmla="*/ 699806 h 6858000"/>
              <a:gd name="connsiteX963" fmla="*/ 1492092 w 7467600"/>
              <a:gd name="connsiteY963" fmla="*/ 800424 h 6858000"/>
              <a:gd name="connsiteX964" fmla="*/ 1455302 w 7467600"/>
              <a:gd name="connsiteY964" fmla="*/ 632913 h 6858000"/>
              <a:gd name="connsiteX965" fmla="*/ 1222336 w 7467600"/>
              <a:gd name="connsiteY965" fmla="*/ 9480 h 6858000"/>
              <a:gd name="connsiteX966" fmla="*/ 1214634 w 7467600"/>
              <a:gd name="connsiteY966" fmla="*/ 0 h 6858000"/>
              <a:gd name="connsiteX967" fmla="*/ 1289827 w 7467600"/>
              <a:gd name="connsiteY967" fmla="*/ 0 h 6858000"/>
              <a:gd name="connsiteX968" fmla="*/ 1321076 w 7467600"/>
              <a:gd name="connsiteY968" fmla="*/ 59722 h 6858000"/>
              <a:gd name="connsiteX969" fmla="*/ 1512579 w 7467600"/>
              <a:gd name="connsiteY969" fmla="*/ 626441 h 6858000"/>
              <a:gd name="connsiteX970" fmla="*/ 1506076 w 7467600"/>
              <a:gd name="connsiteY970" fmla="*/ 1089289 h 6858000"/>
              <a:gd name="connsiteX971" fmla="*/ 1486346 w 7467600"/>
              <a:gd name="connsiteY971" fmla="*/ 1079919 h 6858000"/>
              <a:gd name="connsiteX972" fmla="*/ 1070511 w 7467600"/>
              <a:gd name="connsiteY972" fmla="*/ 48609 h 6858000"/>
              <a:gd name="connsiteX973" fmla="*/ 1057230 w 7467600"/>
              <a:gd name="connsiteY973" fmla="*/ 0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993" fmla="*/ 43151 w 7467600"/>
              <a:gd name="connsiteY99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43603 w 7467600"/>
              <a:gd name="connsiteY127" fmla="*/ 51497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1903353 w 7467600"/>
              <a:gd name="connsiteY137" fmla="*/ 5044827 h 6858000"/>
              <a:gd name="connsiteX138" fmla="*/ 1936931 w 7467600"/>
              <a:gd name="connsiteY138" fmla="*/ 5093954 h 6858000"/>
              <a:gd name="connsiteX139" fmla="*/ 2195868 w 7467600"/>
              <a:gd name="connsiteY139" fmla="*/ 5396574 h 6858000"/>
              <a:gd name="connsiteX140" fmla="*/ 2088852 w 7467600"/>
              <a:gd name="connsiteY140" fmla="*/ 5166123 h 6858000"/>
              <a:gd name="connsiteX141" fmla="*/ 1958241 w 7467600"/>
              <a:gd name="connsiteY141" fmla="*/ 5067955 h 6858000"/>
              <a:gd name="connsiteX142" fmla="*/ 1903353 w 7467600"/>
              <a:gd name="connsiteY142" fmla="*/ 5044827 h 6858000"/>
              <a:gd name="connsiteX143" fmla="*/ 1979378 w 7467600"/>
              <a:gd name="connsiteY143" fmla="*/ 4769504 h 6858000"/>
              <a:gd name="connsiteX144" fmla="*/ 2882120 w 7467600"/>
              <a:gd name="connsiteY144" fmla="*/ 5064547 h 6858000"/>
              <a:gd name="connsiteX145" fmla="*/ 2793103 w 7467600"/>
              <a:gd name="connsiteY145" fmla="*/ 5039699 h 6858000"/>
              <a:gd name="connsiteX146" fmla="*/ 2770041 w 7467600"/>
              <a:gd name="connsiteY146" fmla="*/ 5033634 h 6858000"/>
              <a:gd name="connsiteX147" fmla="*/ 1979378 w 7467600"/>
              <a:gd name="connsiteY147" fmla="*/ 4769504 h 6858000"/>
              <a:gd name="connsiteX148" fmla="*/ 1927410 w 7467600"/>
              <a:gd name="connsiteY148" fmla="*/ 4716164 h 6858000"/>
              <a:gd name="connsiteX149" fmla="*/ 1959587 w 7467600"/>
              <a:gd name="connsiteY149" fmla="*/ 4728849 h 6858000"/>
              <a:gd name="connsiteX150" fmla="*/ 2777707 w 7467600"/>
              <a:gd name="connsiteY150" fmla="*/ 5003991 h 6858000"/>
              <a:gd name="connsiteX151" fmla="*/ 2800768 w 7467600"/>
              <a:gd name="connsiteY151" fmla="*/ 5010056 h 6858000"/>
              <a:gd name="connsiteX152" fmla="*/ 2879408 w 7467600"/>
              <a:gd name="connsiteY152" fmla="*/ 5031590 h 6858000"/>
              <a:gd name="connsiteX153" fmla="*/ 2862295 w 7467600"/>
              <a:gd name="connsiteY153" fmla="*/ 5022958 h 6858000"/>
              <a:gd name="connsiteX154" fmla="*/ 2813343 w 7467600"/>
              <a:gd name="connsiteY154" fmla="*/ 4998369 h 6858000"/>
              <a:gd name="connsiteX155" fmla="*/ 2646245 w 7467600"/>
              <a:gd name="connsiteY155" fmla="*/ 4930999 h 6858000"/>
              <a:gd name="connsiteX156" fmla="*/ 1999243 w 7467600"/>
              <a:gd name="connsiteY156" fmla="*/ 4730524 h 6858000"/>
              <a:gd name="connsiteX157" fmla="*/ 1979527 w 7467600"/>
              <a:gd name="connsiteY157" fmla="*/ 4726651 h 6858000"/>
              <a:gd name="connsiteX158" fmla="*/ 1927410 w 7467600"/>
              <a:gd name="connsiteY158" fmla="*/ 4716164 h 6858000"/>
              <a:gd name="connsiteX159" fmla="*/ 1997014 w 7467600"/>
              <a:gd name="connsiteY159" fmla="*/ 4698007 h 6858000"/>
              <a:gd name="connsiteX160" fmla="*/ 2005458 w 7467600"/>
              <a:gd name="connsiteY160" fmla="*/ 4699540 h 6858000"/>
              <a:gd name="connsiteX161" fmla="*/ 2657186 w 7467600"/>
              <a:gd name="connsiteY161" fmla="*/ 4901687 h 6858000"/>
              <a:gd name="connsiteX162" fmla="*/ 2826662 w 7467600"/>
              <a:gd name="connsiteY162" fmla="*/ 4970362 h 6858000"/>
              <a:gd name="connsiteX163" fmla="*/ 2876100 w 7467600"/>
              <a:gd name="connsiteY163" fmla="*/ 4995397 h 6858000"/>
              <a:gd name="connsiteX164" fmla="*/ 3042600 w 7467600"/>
              <a:gd name="connsiteY164" fmla="*/ 5059532 h 6858000"/>
              <a:gd name="connsiteX165" fmla="*/ 1997014 w 7467600"/>
              <a:gd name="connsiteY165" fmla="*/ 4698007 h 6858000"/>
              <a:gd name="connsiteX166" fmla="*/ 2305292 w 7467600"/>
              <a:gd name="connsiteY166" fmla="*/ 4219492 h 6858000"/>
              <a:gd name="connsiteX167" fmla="*/ 3360922 w 7467600"/>
              <a:gd name="connsiteY167" fmla="*/ 4529373 h 6858000"/>
              <a:gd name="connsiteX168" fmla="*/ 3492420 w 7467600"/>
              <a:gd name="connsiteY168" fmla="*/ 4510145 h 6858000"/>
              <a:gd name="connsiteX169" fmla="*/ 3364086 w 7467600"/>
              <a:gd name="connsiteY169" fmla="*/ 4480340 h 6858000"/>
              <a:gd name="connsiteX170" fmla="*/ 3225818 w 7467600"/>
              <a:gd name="connsiteY170" fmla="*/ 4411822 h 6858000"/>
              <a:gd name="connsiteX171" fmla="*/ 3129696 w 7467600"/>
              <a:gd name="connsiteY171" fmla="*/ 4360704 h 6858000"/>
              <a:gd name="connsiteX172" fmla="*/ 2814545 w 7467600"/>
              <a:gd name="connsiteY172" fmla="*/ 4282955 h 6858000"/>
              <a:gd name="connsiteX173" fmla="*/ 2305292 w 7467600"/>
              <a:gd name="connsiteY173" fmla="*/ 4219492 h 6858000"/>
              <a:gd name="connsiteX174" fmla="*/ 2626982 w 7467600"/>
              <a:gd name="connsiteY174" fmla="*/ 4206450 h 6858000"/>
              <a:gd name="connsiteX175" fmla="*/ 2490617 w 7467600"/>
              <a:gd name="connsiteY175" fmla="*/ 4206951 h 6858000"/>
              <a:gd name="connsiteX176" fmla="*/ 2819869 w 7467600"/>
              <a:gd name="connsiteY176" fmla="*/ 4252936 h 6858000"/>
              <a:gd name="connsiteX177" fmla="*/ 3143018 w 7467600"/>
              <a:gd name="connsiteY177" fmla="*/ 4332698 h 6858000"/>
              <a:gd name="connsiteX178" fmla="*/ 3241520 w 7467600"/>
              <a:gd name="connsiteY178" fmla="*/ 4385112 h 6858000"/>
              <a:gd name="connsiteX179" fmla="*/ 3374575 w 7467600"/>
              <a:gd name="connsiteY179" fmla="*/ 4451517 h 6858000"/>
              <a:gd name="connsiteX180" fmla="*/ 3505221 w 7467600"/>
              <a:gd name="connsiteY180" fmla="*/ 4480757 h 6858000"/>
              <a:gd name="connsiteX181" fmla="*/ 2626982 w 7467600"/>
              <a:gd name="connsiteY181" fmla="*/ 4206450 h 6858000"/>
              <a:gd name="connsiteX182" fmla="*/ 1310106 w 7467600"/>
              <a:gd name="connsiteY182" fmla="*/ 3943217 h 6858000"/>
              <a:gd name="connsiteX183" fmla="*/ 854994 w 7467600"/>
              <a:gd name="connsiteY183" fmla="*/ 4399136 h 6858000"/>
              <a:gd name="connsiteX184" fmla="*/ 742462 w 7467600"/>
              <a:gd name="connsiteY184" fmla="*/ 4594648 h 6858000"/>
              <a:gd name="connsiteX185" fmla="*/ 820602 w 7467600"/>
              <a:gd name="connsiteY185" fmla="*/ 4485915 h 6858000"/>
              <a:gd name="connsiteX186" fmla="*/ 878295 w 7467600"/>
              <a:gd name="connsiteY186" fmla="*/ 4403594 h 6858000"/>
              <a:gd name="connsiteX187" fmla="*/ 1240607 w 7467600"/>
              <a:gd name="connsiteY187" fmla="*/ 4010401 h 6858000"/>
              <a:gd name="connsiteX188" fmla="*/ 1310106 w 7467600"/>
              <a:gd name="connsiteY188" fmla="*/ 3943217 h 6858000"/>
              <a:gd name="connsiteX189" fmla="*/ 1423113 w 7467600"/>
              <a:gd name="connsiteY189" fmla="*/ 3874565 h 6858000"/>
              <a:gd name="connsiteX190" fmla="*/ 1260565 w 7467600"/>
              <a:gd name="connsiteY190" fmla="*/ 4031982 h 6858000"/>
              <a:gd name="connsiteX191" fmla="*/ 901900 w 7467600"/>
              <a:gd name="connsiteY191" fmla="*/ 4421236 h 6858000"/>
              <a:gd name="connsiteX192" fmla="*/ 845044 w 7467600"/>
              <a:gd name="connsiteY192" fmla="*/ 4502436 h 6858000"/>
              <a:gd name="connsiteX193" fmla="*/ 685926 w 7467600"/>
              <a:gd name="connsiteY193" fmla="*/ 4703069 h 6858000"/>
              <a:gd name="connsiteX194" fmla="*/ 684248 w 7467600"/>
              <a:gd name="connsiteY194" fmla="*/ 4706721 h 6858000"/>
              <a:gd name="connsiteX195" fmla="*/ 1423113 w 7467600"/>
              <a:gd name="connsiteY195" fmla="*/ 3874565 h 6858000"/>
              <a:gd name="connsiteX196" fmla="*/ 3316479 w 7467600"/>
              <a:gd name="connsiteY196" fmla="*/ 3872136 h 6858000"/>
              <a:gd name="connsiteX197" fmla="*/ 3546806 w 7467600"/>
              <a:gd name="connsiteY197" fmla="*/ 4356139 h 6858000"/>
              <a:gd name="connsiteX198" fmla="*/ 3364433 w 7467600"/>
              <a:gd name="connsiteY198" fmla="*/ 3953121 h 6858000"/>
              <a:gd name="connsiteX199" fmla="*/ 3316479 w 7467600"/>
              <a:gd name="connsiteY199" fmla="*/ 3872136 h 6858000"/>
              <a:gd name="connsiteX200" fmla="*/ 3291335 w 7467600"/>
              <a:gd name="connsiteY200" fmla="*/ 3767420 h 6858000"/>
              <a:gd name="connsiteX201" fmla="*/ 3390805 w 7467600"/>
              <a:gd name="connsiteY201" fmla="*/ 3937163 h 6858000"/>
              <a:gd name="connsiteX202" fmla="*/ 3579062 w 7467600"/>
              <a:gd name="connsiteY202" fmla="*/ 4359040 h 6858000"/>
              <a:gd name="connsiteX203" fmla="*/ 3467355 w 7467600"/>
              <a:gd name="connsiteY203" fmla="*/ 3988130 h 6858000"/>
              <a:gd name="connsiteX204" fmla="*/ 3310753 w 7467600"/>
              <a:gd name="connsiteY204" fmla="*/ 3787140 h 6858000"/>
              <a:gd name="connsiteX205" fmla="*/ 3291335 w 7467600"/>
              <a:gd name="connsiteY205" fmla="*/ 3767420 h 6858000"/>
              <a:gd name="connsiteX206" fmla="*/ 1635889 w 7467600"/>
              <a:gd name="connsiteY206" fmla="*/ 3709494 h 6858000"/>
              <a:gd name="connsiteX207" fmla="*/ 1634800 w 7467600"/>
              <a:gd name="connsiteY207" fmla="*/ 3731111 h 6858000"/>
              <a:gd name="connsiteX208" fmla="*/ 1635889 w 7467600"/>
              <a:gd name="connsiteY208" fmla="*/ 3709494 h 6858000"/>
              <a:gd name="connsiteX209" fmla="*/ 1510397 w 7467600"/>
              <a:gd name="connsiteY209" fmla="*/ 3684705 h 6858000"/>
              <a:gd name="connsiteX210" fmla="*/ 1146550 w 7467600"/>
              <a:gd name="connsiteY210" fmla="*/ 3802012 h 6858000"/>
              <a:gd name="connsiteX211" fmla="*/ 698834 w 7467600"/>
              <a:gd name="connsiteY211" fmla="*/ 3952272 h 6858000"/>
              <a:gd name="connsiteX212" fmla="*/ 34256 w 7467600"/>
              <a:gd name="connsiteY212" fmla="*/ 4347603 h 6858000"/>
              <a:gd name="connsiteX213" fmla="*/ 527241 w 7467600"/>
              <a:gd name="connsiteY213" fmla="*/ 4065078 h 6858000"/>
              <a:gd name="connsiteX214" fmla="*/ 1510397 w 7467600"/>
              <a:gd name="connsiteY214" fmla="*/ 3684705 h 6858000"/>
              <a:gd name="connsiteX215" fmla="*/ 1313114 w 7467600"/>
              <a:gd name="connsiteY215" fmla="*/ 3655216 h 6858000"/>
              <a:gd name="connsiteX216" fmla="*/ 1109304 w 7467600"/>
              <a:gd name="connsiteY216" fmla="*/ 3669030 h 6858000"/>
              <a:gd name="connsiteX217" fmla="*/ 8129 w 7467600"/>
              <a:gd name="connsiteY217" fmla="*/ 4330519 h 6858000"/>
              <a:gd name="connsiteX218" fmla="*/ 687572 w 7467600"/>
              <a:gd name="connsiteY218" fmla="*/ 3925629 h 6858000"/>
              <a:gd name="connsiteX219" fmla="*/ 1138365 w 7467600"/>
              <a:gd name="connsiteY219" fmla="*/ 3774515 h 6858000"/>
              <a:gd name="connsiteX220" fmla="*/ 1505579 w 7467600"/>
              <a:gd name="connsiteY220" fmla="*/ 3655526 h 6858000"/>
              <a:gd name="connsiteX221" fmla="*/ 1313114 w 7467600"/>
              <a:gd name="connsiteY221" fmla="*/ 3655216 h 6858000"/>
              <a:gd name="connsiteX222" fmla="*/ 3655073 w 7467600"/>
              <a:gd name="connsiteY222" fmla="*/ 3650884 h 6858000"/>
              <a:gd name="connsiteX223" fmla="*/ 3989938 w 7467600"/>
              <a:gd name="connsiteY223" fmla="*/ 3991685 h 6858000"/>
              <a:gd name="connsiteX224" fmla="*/ 4393907 w 7467600"/>
              <a:gd name="connsiteY224" fmla="*/ 4261258 h 6858000"/>
              <a:gd name="connsiteX225" fmla="*/ 4648051 w 7467600"/>
              <a:gd name="connsiteY225" fmla="*/ 4374051 h 6858000"/>
              <a:gd name="connsiteX226" fmla="*/ 4383389 w 7467600"/>
              <a:gd name="connsiteY226" fmla="*/ 4184369 h 6858000"/>
              <a:gd name="connsiteX227" fmla="*/ 4165508 w 7467600"/>
              <a:gd name="connsiteY227" fmla="*/ 4035196 h 6858000"/>
              <a:gd name="connsiteX228" fmla="*/ 4068162 w 7467600"/>
              <a:gd name="connsiteY228" fmla="*/ 3953394 h 6858000"/>
              <a:gd name="connsiteX229" fmla="*/ 3981416 w 7467600"/>
              <a:gd name="connsiteY229" fmla="*/ 3880482 h 6858000"/>
              <a:gd name="connsiteX230" fmla="*/ 3800147 w 7467600"/>
              <a:gd name="connsiteY230" fmla="*/ 3749872 h 6858000"/>
              <a:gd name="connsiteX231" fmla="*/ 3655073 w 7467600"/>
              <a:gd name="connsiteY231" fmla="*/ 3650884 h 6858000"/>
              <a:gd name="connsiteX232" fmla="*/ 3670252 w 7467600"/>
              <a:gd name="connsiteY232" fmla="*/ 3622798 h 6858000"/>
              <a:gd name="connsiteX233" fmla="*/ 3817258 w 7467600"/>
              <a:gd name="connsiteY233" fmla="*/ 3723577 h 6858000"/>
              <a:gd name="connsiteX234" fmla="*/ 4000461 w 7467600"/>
              <a:gd name="connsiteY234" fmla="*/ 3855966 h 6858000"/>
              <a:gd name="connsiteX235" fmla="*/ 4088180 w 7467600"/>
              <a:gd name="connsiteY235" fmla="*/ 3929774 h 6858000"/>
              <a:gd name="connsiteX236" fmla="*/ 4184555 w 7467600"/>
              <a:gd name="connsiteY236" fmla="*/ 4010683 h 6858000"/>
              <a:gd name="connsiteX237" fmla="*/ 4399563 w 7467600"/>
              <a:gd name="connsiteY237" fmla="*/ 4158106 h 6858000"/>
              <a:gd name="connsiteX238" fmla="*/ 4684469 w 7467600"/>
              <a:gd name="connsiteY238" fmla="*/ 4364680 h 6858000"/>
              <a:gd name="connsiteX239" fmla="*/ 4690271 w 7467600"/>
              <a:gd name="connsiteY239" fmla="*/ 4370034 h 6858000"/>
              <a:gd name="connsiteX240" fmla="*/ 4136093 w 7467600"/>
              <a:gd name="connsiteY240" fmla="*/ 3858466 h 6858000"/>
              <a:gd name="connsiteX241" fmla="*/ 3670252 w 7467600"/>
              <a:gd name="connsiteY241" fmla="*/ 3622798 h 6858000"/>
              <a:gd name="connsiteX242" fmla="*/ 4440129 w 7467600"/>
              <a:gd name="connsiteY242" fmla="*/ 3448571 h 6858000"/>
              <a:gd name="connsiteX243" fmla="*/ 4856525 w 7467600"/>
              <a:gd name="connsiteY243" fmla="*/ 3915351 h 6858000"/>
              <a:gd name="connsiteX244" fmla="*/ 5059055 w 7467600"/>
              <a:gd name="connsiteY244" fmla="*/ 4108918 h 6858000"/>
              <a:gd name="connsiteX245" fmla="*/ 5290070 w 7467600"/>
              <a:gd name="connsiteY245" fmla="*/ 4263619 h 6858000"/>
              <a:gd name="connsiteX246" fmla="*/ 4834991 w 7467600"/>
              <a:gd name="connsiteY246" fmla="*/ 3830985 h 6858000"/>
              <a:gd name="connsiteX247" fmla="*/ 4440129 w 7467600"/>
              <a:gd name="connsiteY247" fmla="*/ 3448571 h 6858000"/>
              <a:gd name="connsiteX248" fmla="*/ 4441737 w 7467600"/>
              <a:gd name="connsiteY248" fmla="*/ 3399734 h 6858000"/>
              <a:gd name="connsiteX249" fmla="*/ 4431236 w 7467600"/>
              <a:gd name="connsiteY249" fmla="*/ 3400954 h 6858000"/>
              <a:gd name="connsiteX250" fmla="*/ 4557150 w 7467600"/>
              <a:gd name="connsiteY250" fmla="*/ 3510023 h 6858000"/>
              <a:gd name="connsiteX251" fmla="*/ 4856936 w 7467600"/>
              <a:gd name="connsiteY251" fmla="*/ 3809146 h 6858000"/>
              <a:gd name="connsiteX252" fmla="*/ 5111996 w 7467600"/>
              <a:gd name="connsiteY252" fmla="*/ 4065759 h 6858000"/>
              <a:gd name="connsiteX253" fmla="*/ 5388878 w 7467600"/>
              <a:gd name="connsiteY253" fmla="*/ 4300185 h 6858000"/>
              <a:gd name="connsiteX254" fmla="*/ 5425556 w 7467600"/>
              <a:gd name="connsiteY254" fmla="*/ 4308967 h 6858000"/>
              <a:gd name="connsiteX255" fmla="*/ 4943646 w 7467600"/>
              <a:gd name="connsiteY255" fmla="*/ 3822916 h 6858000"/>
              <a:gd name="connsiteX256" fmla="*/ 4594837 w 7467600"/>
              <a:gd name="connsiteY256" fmla="*/ 3532274 h 6858000"/>
              <a:gd name="connsiteX257" fmla="*/ 4441737 w 7467600"/>
              <a:gd name="connsiteY257" fmla="*/ 3399734 h 6858000"/>
              <a:gd name="connsiteX258" fmla="*/ 5425834 w 7467600"/>
              <a:gd name="connsiteY258" fmla="*/ 3162785 h 6858000"/>
              <a:gd name="connsiteX259" fmla="*/ 5401644 w 7467600"/>
              <a:gd name="connsiteY259" fmla="*/ 3617847 h 6858000"/>
              <a:gd name="connsiteX260" fmla="*/ 5467256 w 7467600"/>
              <a:gd name="connsiteY260" fmla="*/ 4175494 h 6858000"/>
              <a:gd name="connsiteX261" fmla="*/ 5448069 w 7467600"/>
              <a:gd name="connsiteY261" fmla="*/ 3567554 h 6858000"/>
              <a:gd name="connsiteX262" fmla="*/ 5425834 w 7467600"/>
              <a:gd name="connsiteY262" fmla="*/ 3162785 h 6858000"/>
              <a:gd name="connsiteX263" fmla="*/ 1318687 w 7467600"/>
              <a:gd name="connsiteY263" fmla="*/ 3113840 h 6858000"/>
              <a:gd name="connsiteX264" fmla="*/ 1066793 w 7467600"/>
              <a:gd name="connsiteY264" fmla="*/ 3212171 h 6858000"/>
              <a:gd name="connsiteX265" fmla="*/ 993319 w 7467600"/>
              <a:gd name="connsiteY265" fmla="*/ 3247648 h 6858000"/>
              <a:gd name="connsiteX266" fmla="*/ 853081 w 7467600"/>
              <a:gd name="connsiteY266" fmla="*/ 3312410 h 6858000"/>
              <a:gd name="connsiteX267" fmla="*/ 805957 w 7467600"/>
              <a:gd name="connsiteY267" fmla="*/ 3330443 h 6858000"/>
              <a:gd name="connsiteX268" fmla="*/ 1318687 w 7467600"/>
              <a:gd name="connsiteY268" fmla="*/ 3113840 h 6858000"/>
              <a:gd name="connsiteX269" fmla="*/ 5453702 w 7467600"/>
              <a:gd name="connsiteY269" fmla="*/ 3090882 h 6858000"/>
              <a:gd name="connsiteX270" fmla="*/ 5480135 w 7467600"/>
              <a:gd name="connsiteY270" fmla="*/ 3565802 h 6858000"/>
              <a:gd name="connsiteX271" fmla="*/ 5499023 w 7467600"/>
              <a:gd name="connsiteY271" fmla="*/ 4166310 h 6858000"/>
              <a:gd name="connsiteX272" fmla="*/ 5547022 w 7467600"/>
              <a:gd name="connsiteY272" fmla="*/ 3607838 h 6858000"/>
              <a:gd name="connsiteX273" fmla="*/ 5515964 w 7467600"/>
              <a:gd name="connsiteY273" fmla="*/ 3378541 h 6858000"/>
              <a:gd name="connsiteX274" fmla="*/ 5453702 w 7467600"/>
              <a:gd name="connsiteY274" fmla="*/ 3090882 h 6858000"/>
              <a:gd name="connsiteX275" fmla="*/ 1238695 w 7467600"/>
              <a:gd name="connsiteY275" fmla="*/ 3076820 h 6858000"/>
              <a:gd name="connsiteX276" fmla="*/ 716371 w 7467600"/>
              <a:gd name="connsiteY276" fmla="*/ 3293249 h 6858000"/>
              <a:gd name="connsiteX277" fmla="*/ 579522 w 7467600"/>
              <a:gd name="connsiteY277" fmla="*/ 3371759 h 6858000"/>
              <a:gd name="connsiteX278" fmla="*/ 600288 w 7467600"/>
              <a:gd name="connsiteY278" fmla="*/ 3365555 h 6858000"/>
              <a:gd name="connsiteX279" fmla="*/ 840692 w 7467600"/>
              <a:gd name="connsiteY279" fmla="*/ 3284921 h 6858000"/>
              <a:gd name="connsiteX280" fmla="*/ 979248 w 7467600"/>
              <a:gd name="connsiteY280" fmla="*/ 3221003 h 6858000"/>
              <a:gd name="connsiteX281" fmla="*/ 1053282 w 7467600"/>
              <a:gd name="connsiteY281" fmla="*/ 3185247 h 6858000"/>
              <a:gd name="connsiteX282" fmla="*/ 1320603 w 7467600"/>
              <a:gd name="connsiteY282" fmla="*/ 3081281 h 6858000"/>
              <a:gd name="connsiteX283" fmla="*/ 1238695 w 7467600"/>
              <a:gd name="connsiteY283" fmla="*/ 3076820 h 6858000"/>
              <a:gd name="connsiteX284" fmla="*/ 5425627 w 7467600"/>
              <a:gd name="connsiteY284" fmla="*/ 2954192 h 6858000"/>
              <a:gd name="connsiteX285" fmla="*/ 5470770 w 7467600"/>
              <a:gd name="connsiteY285" fmla="*/ 3005435 h 6858000"/>
              <a:gd name="connsiteX286" fmla="*/ 5519779 w 7467600"/>
              <a:gd name="connsiteY286" fmla="*/ 4359223 h 6858000"/>
              <a:gd name="connsiteX287" fmla="*/ 5520293 w 7467600"/>
              <a:gd name="connsiteY287" fmla="*/ 4360602 h 6858000"/>
              <a:gd name="connsiteX288" fmla="*/ 5767221 w 7467600"/>
              <a:gd name="connsiteY288" fmla="*/ 4665564 h 6858000"/>
              <a:gd name="connsiteX289" fmla="*/ 6937169 w 7467600"/>
              <a:gd name="connsiteY289" fmla="*/ 4815941 h 6858000"/>
              <a:gd name="connsiteX290" fmla="*/ 6953922 w 7467600"/>
              <a:gd name="connsiteY290" fmla="*/ 4890068 h 6858000"/>
              <a:gd name="connsiteX291" fmla="*/ 6071359 w 7467600"/>
              <a:gd name="connsiteY291" fmla="*/ 4770770 h 6858000"/>
              <a:gd name="connsiteX292" fmla="*/ 6038839 w 7467600"/>
              <a:gd name="connsiteY292" fmla="*/ 4764474 h 6858000"/>
              <a:gd name="connsiteX293" fmla="*/ 6038706 w 7467600"/>
              <a:gd name="connsiteY293" fmla="*/ 4763847 h 6858000"/>
              <a:gd name="connsiteX294" fmla="*/ 6037784 w 7467600"/>
              <a:gd name="connsiteY294" fmla="*/ 4764270 h 6858000"/>
              <a:gd name="connsiteX295" fmla="*/ 6038839 w 7467600"/>
              <a:gd name="connsiteY295" fmla="*/ 4764474 h 6858000"/>
              <a:gd name="connsiteX296" fmla="*/ 6040338 w 7467600"/>
              <a:gd name="connsiteY296" fmla="*/ 4771418 h 6858000"/>
              <a:gd name="connsiteX297" fmla="*/ 6024488 w 7467600"/>
              <a:gd name="connsiteY297" fmla="*/ 4809903 h 6858000"/>
              <a:gd name="connsiteX298" fmla="*/ 5599771 w 7467600"/>
              <a:gd name="connsiteY298" fmla="*/ 5509652 h 6858000"/>
              <a:gd name="connsiteX299" fmla="*/ 5548843 w 7467600"/>
              <a:gd name="connsiteY299" fmla="*/ 5563845 h 6858000"/>
              <a:gd name="connsiteX300" fmla="*/ 5940952 w 7467600"/>
              <a:gd name="connsiteY300" fmla="*/ 6250028 h 6858000"/>
              <a:gd name="connsiteX301" fmla="*/ 6043441 w 7467600"/>
              <a:gd name="connsiteY301" fmla="*/ 6665847 h 6858000"/>
              <a:gd name="connsiteX302" fmla="*/ 6093432 w 7467600"/>
              <a:gd name="connsiteY302" fmla="*/ 6858000 h 6858000"/>
              <a:gd name="connsiteX303" fmla="*/ 6034344 w 7467600"/>
              <a:gd name="connsiteY303" fmla="*/ 6858000 h 6858000"/>
              <a:gd name="connsiteX304" fmla="*/ 6026679 w 7467600"/>
              <a:gd name="connsiteY304" fmla="*/ 6836959 h 6858000"/>
              <a:gd name="connsiteX305" fmla="*/ 5800441 w 7467600"/>
              <a:gd name="connsiteY305" fmla="*/ 6335286 h 6858000"/>
              <a:gd name="connsiteX306" fmla="*/ 5526562 w 7467600"/>
              <a:gd name="connsiteY306" fmla="*/ 5705388 h 6858000"/>
              <a:gd name="connsiteX307" fmla="*/ 5519640 w 7467600"/>
              <a:gd name="connsiteY307" fmla="*/ 5683774 h 6858000"/>
              <a:gd name="connsiteX308" fmla="*/ 5844559 w 7467600"/>
              <a:gd name="connsiteY308" fmla="*/ 6553349 h 6858000"/>
              <a:gd name="connsiteX309" fmla="*/ 5975994 w 7467600"/>
              <a:gd name="connsiteY309" fmla="*/ 6858000 h 6858000"/>
              <a:gd name="connsiteX310" fmla="*/ 5898547 w 7467600"/>
              <a:gd name="connsiteY310" fmla="*/ 6858000 h 6858000"/>
              <a:gd name="connsiteX311" fmla="*/ 5682041 w 7467600"/>
              <a:gd name="connsiteY311" fmla="*/ 6355860 h 6858000"/>
              <a:gd name="connsiteX312" fmla="*/ 5461758 w 7467600"/>
              <a:gd name="connsiteY312" fmla="*/ 5820220 h 6858000"/>
              <a:gd name="connsiteX313" fmla="*/ 5237282 w 7467600"/>
              <a:gd name="connsiteY313" fmla="*/ 6579086 h 6858000"/>
              <a:gd name="connsiteX314" fmla="*/ 5115009 w 7467600"/>
              <a:gd name="connsiteY314" fmla="*/ 6858000 h 6858000"/>
              <a:gd name="connsiteX315" fmla="*/ 5028074 w 7467600"/>
              <a:gd name="connsiteY315" fmla="*/ 6858000 h 6858000"/>
              <a:gd name="connsiteX316" fmla="*/ 5079508 w 7467600"/>
              <a:gd name="connsiteY316" fmla="*/ 6749074 h 6858000"/>
              <a:gd name="connsiteX317" fmla="*/ 5371846 w 7467600"/>
              <a:gd name="connsiteY317" fmla="*/ 5924413 h 6858000"/>
              <a:gd name="connsiteX318" fmla="*/ 5270512 w 7467600"/>
              <a:gd name="connsiteY318" fmla="*/ 6138975 h 6858000"/>
              <a:gd name="connsiteX319" fmla="*/ 5062409 w 7467600"/>
              <a:gd name="connsiteY319" fmla="*/ 6653544 h 6858000"/>
              <a:gd name="connsiteX320" fmla="*/ 5036628 w 7467600"/>
              <a:gd name="connsiteY320" fmla="*/ 6754247 h 6858000"/>
              <a:gd name="connsiteX321" fmla="*/ 5009112 w 7467600"/>
              <a:gd name="connsiteY321" fmla="*/ 6858000 h 6858000"/>
              <a:gd name="connsiteX322" fmla="*/ 4976679 w 7467600"/>
              <a:gd name="connsiteY322" fmla="*/ 6858000 h 6858000"/>
              <a:gd name="connsiteX323" fmla="*/ 5006537 w 7467600"/>
              <a:gd name="connsiteY323" fmla="*/ 6747068 h 6858000"/>
              <a:gd name="connsiteX324" fmla="*/ 5032723 w 7467600"/>
              <a:gd name="connsiteY324" fmla="*/ 6644957 h 6858000"/>
              <a:gd name="connsiteX325" fmla="*/ 5242949 w 7467600"/>
              <a:gd name="connsiteY325" fmla="*/ 6125175 h 6858000"/>
              <a:gd name="connsiteX326" fmla="*/ 5286321 w 7467600"/>
              <a:gd name="connsiteY326" fmla="*/ 6033555 h 6858000"/>
              <a:gd name="connsiteX327" fmla="*/ 5008210 w 7467600"/>
              <a:gd name="connsiteY327" fmla="*/ 6649194 h 6858000"/>
              <a:gd name="connsiteX328" fmla="*/ 4986321 w 7467600"/>
              <a:gd name="connsiteY328" fmla="*/ 6765687 h 6858000"/>
              <a:gd name="connsiteX329" fmla="*/ 4973474 w 7467600"/>
              <a:gd name="connsiteY329" fmla="*/ 6858000 h 6858000"/>
              <a:gd name="connsiteX330" fmla="*/ 4907178 w 7467600"/>
              <a:gd name="connsiteY330" fmla="*/ 6858000 h 6858000"/>
              <a:gd name="connsiteX331" fmla="*/ 4910810 w 7467600"/>
              <a:gd name="connsiteY331" fmla="*/ 6829660 h 6858000"/>
              <a:gd name="connsiteX332" fmla="*/ 4987461 w 7467600"/>
              <a:gd name="connsiteY332" fmla="*/ 6432994 h 6858000"/>
              <a:gd name="connsiteX333" fmla="*/ 5179262 w 7467600"/>
              <a:gd name="connsiteY333" fmla="*/ 6035044 h 6858000"/>
              <a:gd name="connsiteX334" fmla="*/ 4689678 w 7467600"/>
              <a:gd name="connsiteY334" fmla="*/ 6440241 h 6858000"/>
              <a:gd name="connsiteX335" fmla="*/ 4477543 w 7467600"/>
              <a:gd name="connsiteY335" fmla="*/ 6674836 h 6858000"/>
              <a:gd name="connsiteX336" fmla="*/ 4329957 w 7467600"/>
              <a:gd name="connsiteY336" fmla="*/ 6858000 h 6858000"/>
              <a:gd name="connsiteX337" fmla="*/ 4218595 w 7467600"/>
              <a:gd name="connsiteY337" fmla="*/ 6858000 h 6858000"/>
              <a:gd name="connsiteX338" fmla="*/ 4368888 w 7467600"/>
              <a:gd name="connsiteY338" fmla="*/ 6668412 h 6858000"/>
              <a:gd name="connsiteX339" fmla="*/ 4563091 w 7467600"/>
              <a:gd name="connsiteY339" fmla="*/ 6442508 h 6858000"/>
              <a:gd name="connsiteX340" fmla="*/ 5387324 w 7467600"/>
              <a:gd name="connsiteY340" fmla="*/ 5705830 h 6858000"/>
              <a:gd name="connsiteX341" fmla="*/ 5073620 w 7467600"/>
              <a:gd name="connsiteY341" fmla="*/ 5955437 h 6858000"/>
              <a:gd name="connsiteX342" fmla="*/ 4689789 w 7467600"/>
              <a:gd name="connsiteY342" fmla="*/ 6268382 h 6858000"/>
              <a:gd name="connsiteX343" fmla="*/ 4418722 w 7467600"/>
              <a:gd name="connsiteY343" fmla="*/ 6570886 h 6858000"/>
              <a:gd name="connsiteX344" fmla="*/ 4214944 w 7467600"/>
              <a:gd name="connsiteY344" fmla="*/ 6858000 h 6858000"/>
              <a:gd name="connsiteX345" fmla="*/ 4177898 w 7467600"/>
              <a:gd name="connsiteY345" fmla="*/ 6858000 h 6858000"/>
              <a:gd name="connsiteX346" fmla="*/ 4391597 w 7467600"/>
              <a:gd name="connsiteY346" fmla="*/ 6556370 h 6858000"/>
              <a:gd name="connsiteX347" fmla="*/ 4668889 w 7467600"/>
              <a:gd name="connsiteY347" fmla="*/ 6246399 h 6858000"/>
              <a:gd name="connsiteX348" fmla="*/ 5055427 w 7467600"/>
              <a:gd name="connsiteY348" fmla="*/ 5931476 h 6858000"/>
              <a:gd name="connsiteX349" fmla="*/ 5371814 w 7467600"/>
              <a:gd name="connsiteY349" fmla="*/ 5678975 h 6858000"/>
              <a:gd name="connsiteX350" fmla="*/ 4987918 w 7467600"/>
              <a:gd name="connsiteY350" fmla="*/ 5838701 h 6858000"/>
              <a:gd name="connsiteX351" fmla="*/ 4317146 w 7467600"/>
              <a:gd name="connsiteY351" fmla="*/ 6587716 h 6858000"/>
              <a:gd name="connsiteX352" fmla="*/ 4171627 w 7467600"/>
              <a:gd name="connsiteY352" fmla="*/ 6858000 h 6858000"/>
              <a:gd name="connsiteX353" fmla="*/ 4081585 w 7467600"/>
              <a:gd name="connsiteY353" fmla="*/ 6858000 h 6858000"/>
              <a:gd name="connsiteX354" fmla="*/ 4238603 w 7467600"/>
              <a:gd name="connsiteY354" fmla="*/ 6559341 h 6858000"/>
              <a:gd name="connsiteX355" fmla="*/ 4778333 w 7467600"/>
              <a:gd name="connsiteY355" fmla="*/ 5873626 h 6858000"/>
              <a:gd name="connsiteX356" fmla="*/ 5414185 w 7467600"/>
              <a:gd name="connsiteY356" fmla="*/ 5573882 h 6858000"/>
              <a:gd name="connsiteX357" fmla="*/ 5959648 w 7467600"/>
              <a:gd name="connsiteY357" fmla="*/ 4760797 h 6858000"/>
              <a:gd name="connsiteX358" fmla="*/ 5355019 w 7467600"/>
              <a:gd name="connsiteY358" fmla="*/ 4734672 h 6858000"/>
              <a:gd name="connsiteX359" fmla="*/ 5083565 w 7467600"/>
              <a:gd name="connsiteY359" fmla="*/ 5179121 h 6858000"/>
              <a:gd name="connsiteX360" fmla="*/ 4713577 w 7467600"/>
              <a:gd name="connsiteY360" fmla="*/ 5616803 h 6858000"/>
              <a:gd name="connsiteX361" fmla="*/ 3989559 w 7467600"/>
              <a:gd name="connsiteY361" fmla="*/ 6145945 h 6858000"/>
              <a:gd name="connsiteX362" fmla="*/ 3939824 w 7467600"/>
              <a:gd name="connsiteY362" fmla="*/ 6066900 h 6858000"/>
              <a:gd name="connsiteX363" fmla="*/ 4584537 w 7467600"/>
              <a:gd name="connsiteY363" fmla="*/ 5324826 h 6858000"/>
              <a:gd name="connsiteX364" fmla="*/ 5037105 w 7467600"/>
              <a:gd name="connsiteY364" fmla="*/ 5088765 h 6858000"/>
              <a:gd name="connsiteX365" fmla="*/ 5039930 w 7467600"/>
              <a:gd name="connsiteY365" fmla="*/ 5089585 h 6858000"/>
              <a:gd name="connsiteX366" fmla="*/ 5263764 w 7467600"/>
              <a:gd name="connsiteY366" fmla="*/ 4735525 h 6858000"/>
              <a:gd name="connsiteX367" fmla="*/ 4086300 w 7467600"/>
              <a:gd name="connsiteY367" fmla="*/ 4884599 h 6858000"/>
              <a:gd name="connsiteX368" fmla="*/ 4085485 w 7467600"/>
              <a:gd name="connsiteY368" fmla="*/ 4899070 h 6858000"/>
              <a:gd name="connsiteX369" fmla="*/ 3871915 w 7467600"/>
              <a:gd name="connsiteY369" fmla="*/ 5253645 h 6858000"/>
              <a:gd name="connsiteX370" fmla="*/ 3799374 w 7467600"/>
              <a:gd name="connsiteY370" fmla="*/ 5466127 h 6858000"/>
              <a:gd name="connsiteX371" fmla="*/ 3498850 w 7467600"/>
              <a:gd name="connsiteY371" fmla="*/ 6661888 h 6858000"/>
              <a:gd name="connsiteX372" fmla="*/ 3399216 w 7467600"/>
              <a:gd name="connsiteY372" fmla="*/ 6858000 h 6858000"/>
              <a:gd name="connsiteX373" fmla="*/ 3303688 w 7467600"/>
              <a:gd name="connsiteY373" fmla="*/ 6858000 h 6858000"/>
              <a:gd name="connsiteX374" fmla="*/ 3391774 w 7467600"/>
              <a:gd name="connsiteY374" fmla="*/ 6697181 h 6858000"/>
              <a:gd name="connsiteX375" fmla="*/ 3735540 w 7467600"/>
              <a:gd name="connsiteY375" fmla="*/ 5546923 h 6858000"/>
              <a:gd name="connsiteX376" fmla="*/ 3729438 w 7467600"/>
              <a:gd name="connsiteY376" fmla="*/ 5569058 h 6858000"/>
              <a:gd name="connsiteX377" fmla="*/ 3707782 w 7467600"/>
              <a:gd name="connsiteY377" fmla="*/ 5644908 h 6858000"/>
              <a:gd name="connsiteX378" fmla="*/ 3583827 w 7467600"/>
              <a:gd name="connsiteY378" fmla="*/ 6039215 h 6858000"/>
              <a:gd name="connsiteX379" fmla="*/ 3547861 w 7467600"/>
              <a:gd name="connsiteY379" fmla="*/ 6129609 h 6858000"/>
              <a:gd name="connsiteX380" fmla="*/ 3490905 w 7467600"/>
              <a:gd name="connsiteY380" fmla="*/ 6277660 h 6858000"/>
              <a:gd name="connsiteX381" fmla="*/ 3455859 w 7467600"/>
              <a:gd name="connsiteY381" fmla="*/ 6391301 h 6858000"/>
              <a:gd name="connsiteX382" fmla="*/ 3429112 w 7467600"/>
              <a:gd name="connsiteY382" fmla="*/ 6479469 h 6858000"/>
              <a:gd name="connsiteX383" fmla="*/ 3304862 w 7467600"/>
              <a:gd name="connsiteY383" fmla="*/ 6796476 h 6858000"/>
              <a:gd name="connsiteX384" fmla="*/ 3276071 w 7467600"/>
              <a:gd name="connsiteY384" fmla="*/ 6858000 h 6858000"/>
              <a:gd name="connsiteX385" fmla="*/ 3240805 w 7467600"/>
              <a:gd name="connsiteY385" fmla="*/ 6858000 h 6858000"/>
              <a:gd name="connsiteX386" fmla="*/ 3275917 w 7467600"/>
              <a:gd name="connsiteY386" fmla="*/ 6783192 h 6858000"/>
              <a:gd name="connsiteX387" fmla="*/ 3399358 w 7467600"/>
              <a:gd name="connsiteY387" fmla="*/ 6469011 h 6858000"/>
              <a:gd name="connsiteX388" fmla="*/ 3425650 w 7467600"/>
              <a:gd name="connsiteY388" fmla="*/ 6381333 h 6858000"/>
              <a:gd name="connsiteX389" fmla="*/ 3460661 w 7467600"/>
              <a:gd name="connsiteY389" fmla="*/ 6266763 h 6858000"/>
              <a:gd name="connsiteX390" fmla="*/ 3518021 w 7467600"/>
              <a:gd name="connsiteY390" fmla="*/ 6117298 h 6858000"/>
              <a:gd name="connsiteX391" fmla="*/ 3554035 w 7467600"/>
              <a:gd name="connsiteY391" fmla="*/ 6027832 h 6858000"/>
              <a:gd name="connsiteX392" fmla="*/ 3677174 w 7467600"/>
              <a:gd name="connsiteY392" fmla="*/ 5636351 h 6858000"/>
              <a:gd name="connsiteX393" fmla="*/ 3698819 w 7467600"/>
              <a:gd name="connsiteY393" fmla="*/ 5560503 h 6858000"/>
              <a:gd name="connsiteX394" fmla="*/ 3702094 w 7467600"/>
              <a:gd name="connsiteY394" fmla="*/ 5549194 h 6858000"/>
              <a:gd name="connsiteX395" fmla="*/ 3398355 w 7467600"/>
              <a:gd name="connsiteY395" fmla="*/ 6094603 h 6858000"/>
              <a:gd name="connsiteX396" fmla="*/ 3193941 w 7467600"/>
              <a:gd name="connsiteY396" fmla="*/ 6798775 h 6858000"/>
              <a:gd name="connsiteX397" fmla="*/ 3184140 w 7467600"/>
              <a:gd name="connsiteY397" fmla="*/ 6858000 h 6858000"/>
              <a:gd name="connsiteX398" fmla="*/ 3099978 w 7467600"/>
              <a:gd name="connsiteY398" fmla="*/ 6858000 h 6858000"/>
              <a:gd name="connsiteX399" fmla="*/ 3101556 w 7467600"/>
              <a:gd name="connsiteY399" fmla="*/ 6843337 h 6858000"/>
              <a:gd name="connsiteX400" fmla="*/ 3370162 w 7467600"/>
              <a:gd name="connsiteY400" fmla="*/ 5785550 h 6858000"/>
              <a:gd name="connsiteX401" fmla="*/ 3746477 w 7467600"/>
              <a:gd name="connsiteY401" fmla="*/ 5377889 h 6858000"/>
              <a:gd name="connsiteX402" fmla="*/ 3863399 w 7467600"/>
              <a:gd name="connsiteY402" fmla="*/ 5087257 h 6858000"/>
              <a:gd name="connsiteX403" fmla="*/ 3968712 w 7467600"/>
              <a:gd name="connsiteY403" fmla="*/ 4913989 h 6858000"/>
              <a:gd name="connsiteX404" fmla="*/ 2792390 w 7467600"/>
              <a:gd name="connsiteY404" fmla="*/ 5382974 h 6858000"/>
              <a:gd name="connsiteX405" fmla="*/ 2714982 w 7467600"/>
              <a:gd name="connsiteY405" fmla="*/ 5427051 h 6858000"/>
              <a:gd name="connsiteX406" fmla="*/ 2813361 w 7467600"/>
              <a:gd name="connsiteY406" fmla="*/ 6023912 h 6858000"/>
              <a:gd name="connsiteX407" fmla="*/ 2688430 w 7467600"/>
              <a:gd name="connsiteY407" fmla="*/ 6801564 h 6858000"/>
              <a:gd name="connsiteX408" fmla="*/ 2629626 w 7467600"/>
              <a:gd name="connsiteY408" fmla="*/ 6763394 h 6858000"/>
              <a:gd name="connsiteX409" fmla="*/ 2565328 w 7467600"/>
              <a:gd name="connsiteY409" fmla="*/ 5516399 h 6858000"/>
              <a:gd name="connsiteX410" fmla="*/ 1922999 w 7467600"/>
              <a:gd name="connsiteY410" fmla="*/ 5980343 h 6858000"/>
              <a:gd name="connsiteX411" fmla="*/ 1950261 w 7467600"/>
              <a:gd name="connsiteY411" fmla="*/ 6405858 h 6858000"/>
              <a:gd name="connsiteX412" fmla="*/ 2365554 w 7467600"/>
              <a:gd name="connsiteY412" fmla="*/ 6759107 h 6858000"/>
              <a:gd name="connsiteX413" fmla="*/ 2424142 w 7467600"/>
              <a:gd name="connsiteY413" fmla="*/ 6858000 h 6858000"/>
              <a:gd name="connsiteX414" fmla="*/ 2395994 w 7467600"/>
              <a:gd name="connsiteY414" fmla="*/ 6858000 h 6858000"/>
              <a:gd name="connsiteX415" fmla="*/ 2392863 w 7467600"/>
              <a:gd name="connsiteY415" fmla="*/ 6852964 h 6858000"/>
              <a:gd name="connsiteX416" fmla="*/ 2017589 w 7467600"/>
              <a:gd name="connsiteY416" fmla="*/ 6493982 h 6858000"/>
              <a:gd name="connsiteX417" fmla="*/ 2147336 w 7467600"/>
              <a:gd name="connsiteY417" fmla="*/ 6594052 h 6858000"/>
              <a:gd name="connsiteX418" fmla="*/ 2207047 w 7467600"/>
              <a:gd name="connsiteY418" fmla="*/ 6654540 h 6858000"/>
              <a:gd name="connsiteX419" fmla="*/ 2299106 w 7467600"/>
              <a:gd name="connsiteY419" fmla="*/ 6778931 h 6858000"/>
              <a:gd name="connsiteX420" fmla="*/ 2314430 w 7467600"/>
              <a:gd name="connsiteY420" fmla="*/ 6801144 h 6858000"/>
              <a:gd name="connsiteX421" fmla="*/ 2352406 w 7467600"/>
              <a:gd name="connsiteY421" fmla="*/ 6858000 h 6858000"/>
              <a:gd name="connsiteX422" fmla="*/ 2314492 w 7467600"/>
              <a:gd name="connsiteY422" fmla="*/ 6858000 h 6858000"/>
              <a:gd name="connsiteX423" fmla="*/ 2288095 w 7467600"/>
              <a:gd name="connsiteY423" fmla="*/ 6818030 h 6858000"/>
              <a:gd name="connsiteX424" fmla="*/ 2272768 w 7467600"/>
              <a:gd name="connsiteY424" fmla="*/ 6795822 h 6858000"/>
              <a:gd name="connsiteX425" fmla="*/ 2182715 w 7467600"/>
              <a:gd name="connsiteY425" fmla="*/ 6675071 h 6858000"/>
              <a:gd name="connsiteX426" fmla="*/ 2032061 w 7467600"/>
              <a:gd name="connsiteY426" fmla="*/ 6541380 h 6858000"/>
              <a:gd name="connsiteX427" fmla="*/ 2257220 w 7467600"/>
              <a:gd name="connsiteY427" fmla="*/ 6826257 h 6858000"/>
              <a:gd name="connsiteX428" fmla="*/ 2281324 w 7467600"/>
              <a:gd name="connsiteY428" fmla="*/ 6858000 h 6858000"/>
              <a:gd name="connsiteX429" fmla="*/ 2242860 w 7467600"/>
              <a:gd name="connsiteY429" fmla="*/ 6858000 h 6858000"/>
              <a:gd name="connsiteX430" fmla="*/ 2232818 w 7467600"/>
              <a:gd name="connsiteY430" fmla="*/ 6844926 h 6858000"/>
              <a:gd name="connsiteX431" fmla="*/ 1990172 w 7467600"/>
              <a:gd name="connsiteY431" fmla="*/ 6542121 h 6858000"/>
              <a:gd name="connsiteX432" fmla="*/ 2124090 w 7467600"/>
              <a:gd name="connsiteY432" fmla="*/ 6761017 h 6858000"/>
              <a:gd name="connsiteX433" fmla="*/ 2200380 w 7467600"/>
              <a:gd name="connsiteY433" fmla="*/ 6858000 h 6858000"/>
              <a:gd name="connsiteX434" fmla="*/ 2147507 w 7467600"/>
              <a:gd name="connsiteY434" fmla="*/ 6858000 h 6858000"/>
              <a:gd name="connsiteX435" fmla="*/ 2070668 w 7467600"/>
              <a:gd name="connsiteY435" fmla="*/ 6761520 h 6858000"/>
              <a:gd name="connsiteX436" fmla="*/ 1975142 w 7467600"/>
              <a:gd name="connsiteY436" fmla="*/ 6585570 h 6858000"/>
              <a:gd name="connsiteX437" fmla="*/ 2050035 w 7467600"/>
              <a:gd name="connsiteY437" fmla="*/ 6813345 h 6858000"/>
              <a:gd name="connsiteX438" fmla="*/ 2063025 w 7467600"/>
              <a:gd name="connsiteY438" fmla="*/ 6858000 h 6858000"/>
              <a:gd name="connsiteX439" fmla="*/ 2021675 w 7467600"/>
              <a:gd name="connsiteY439" fmla="*/ 6858000 h 6858000"/>
              <a:gd name="connsiteX440" fmla="*/ 2019308 w 7467600"/>
              <a:gd name="connsiteY440" fmla="*/ 6847118 h 6858000"/>
              <a:gd name="connsiteX441" fmla="*/ 1938835 w 7467600"/>
              <a:gd name="connsiteY441" fmla="*/ 6551160 h 6858000"/>
              <a:gd name="connsiteX442" fmla="*/ 1953230 w 7467600"/>
              <a:gd name="connsiteY442" fmla="*/ 6759699 h 6858000"/>
              <a:gd name="connsiteX443" fmla="*/ 1956763 w 7467600"/>
              <a:gd name="connsiteY443" fmla="*/ 6778191 h 6858000"/>
              <a:gd name="connsiteX444" fmla="*/ 1967925 w 7467600"/>
              <a:gd name="connsiteY444" fmla="*/ 6858000 h 6858000"/>
              <a:gd name="connsiteX445" fmla="*/ 1936622 w 7467600"/>
              <a:gd name="connsiteY445" fmla="*/ 6858000 h 6858000"/>
              <a:gd name="connsiteX446" fmla="*/ 1926261 w 7467600"/>
              <a:gd name="connsiteY446" fmla="*/ 6784064 h 6858000"/>
              <a:gd name="connsiteX447" fmla="*/ 1922724 w 7467600"/>
              <a:gd name="connsiteY447" fmla="*/ 6765577 h 6858000"/>
              <a:gd name="connsiteX448" fmla="*/ 1904650 w 7467600"/>
              <a:gd name="connsiteY448" fmla="*/ 6639616 h 6858000"/>
              <a:gd name="connsiteX449" fmla="*/ 1885273 w 7467600"/>
              <a:gd name="connsiteY449" fmla="*/ 6858000 h 6858000"/>
              <a:gd name="connsiteX450" fmla="*/ 1854363 w 7467600"/>
              <a:gd name="connsiteY450" fmla="*/ 6858000 h 6858000"/>
              <a:gd name="connsiteX451" fmla="*/ 1880391 w 7467600"/>
              <a:gd name="connsiteY451" fmla="*/ 6603796 h 6858000"/>
              <a:gd name="connsiteX452" fmla="*/ 1818273 w 7467600"/>
              <a:gd name="connsiteY452" fmla="*/ 6715729 h 6858000"/>
              <a:gd name="connsiteX453" fmla="*/ 1794691 w 7467600"/>
              <a:gd name="connsiteY453" fmla="*/ 6843239 h 6858000"/>
              <a:gd name="connsiteX454" fmla="*/ 1794914 w 7467600"/>
              <a:gd name="connsiteY454" fmla="*/ 6858000 h 6858000"/>
              <a:gd name="connsiteX455" fmla="*/ 1746128 w 7467600"/>
              <a:gd name="connsiteY455" fmla="*/ 6858000 h 6858000"/>
              <a:gd name="connsiteX456" fmla="*/ 1753934 w 7467600"/>
              <a:gd name="connsiteY456" fmla="*/ 6724796 h 6858000"/>
              <a:gd name="connsiteX457" fmla="*/ 1792053 w 7467600"/>
              <a:gd name="connsiteY457" fmla="*/ 6572396 h 6858000"/>
              <a:gd name="connsiteX458" fmla="*/ 1862248 w 7467600"/>
              <a:gd name="connsiteY458" fmla="*/ 6266397 h 6858000"/>
              <a:gd name="connsiteX459" fmla="*/ 1862250 w 7467600"/>
              <a:gd name="connsiteY459" fmla="*/ 6033531 h 6858000"/>
              <a:gd name="connsiteX460" fmla="*/ 1211999 w 7467600"/>
              <a:gd name="connsiteY460" fmla="*/ 6683610 h 6858000"/>
              <a:gd name="connsiteX461" fmla="*/ 1213266 w 7467600"/>
              <a:gd name="connsiteY461" fmla="*/ 6691947 h 6858000"/>
              <a:gd name="connsiteX462" fmla="*/ 1203370 w 7467600"/>
              <a:gd name="connsiteY462" fmla="*/ 6850676 h 6858000"/>
              <a:gd name="connsiteX463" fmla="*/ 1203671 w 7467600"/>
              <a:gd name="connsiteY463" fmla="*/ 6858000 h 6858000"/>
              <a:gd name="connsiteX464" fmla="*/ 1143180 w 7467600"/>
              <a:gd name="connsiteY464" fmla="*/ 6858000 h 6858000"/>
              <a:gd name="connsiteX465" fmla="*/ 1142176 w 7467600"/>
              <a:gd name="connsiteY465" fmla="*/ 6766045 h 6858000"/>
              <a:gd name="connsiteX466" fmla="*/ 1067484 w 7467600"/>
              <a:gd name="connsiteY466" fmla="*/ 6858000 h 6858000"/>
              <a:gd name="connsiteX467" fmla="*/ 953928 w 7467600"/>
              <a:gd name="connsiteY467" fmla="*/ 6858000 h 6858000"/>
              <a:gd name="connsiteX468" fmla="*/ 959715 w 7467600"/>
              <a:gd name="connsiteY468" fmla="*/ 6850185 h 6858000"/>
              <a:gd name="connsiteX469" fmla="*/ 1483788 w 7467600"/>
              <a:gd name="connsiteY469" fmla="*/ 6259174 h 6858000"/>
              <a:gd name="connsiteX470" fmla="*/ 1100671 w 7467600"/>
              <a:gd name="connsiteY470" fmla="*/ 6252137 h 6858000"/>
              <a:gd name="connsiteX471" fmla="*/ 1090144 w 7467600"/>
              <a:gd name="connsiteY471" fmla="*/ 6256748 h 6858000"/>
              <a:gd name="connsiteX472" fmla="*/ 1095872 w 7467600"/>
              <a:gd name="connsiteY472" fmla="*/ 6271892 h 6858000"/>
              <a:gd name="connsiteX473" fmla="*/ 262785 w 7467600"/>
              <a:gd name="connsiteY473" fmla="*/ 6845450 h 6858000"/>
              <a:gd name="connsiteX474" fmla="*/ 209968 w 7467600"/>
              <a:gd name="connsiteY474" fmla="*/ 6770713 h 6858000"/>
              <a:gd name="connsiteX475" fmla="*/ 873460 w 7467600"/>
              <a:gd name="connsiteY475" fmla="*/ 6253768 h 6858000"/>
              <a:gd name="connsiteX476" fmla="*/ 192686 w 7467600"/>
              <a:gd name="connsiteY476" fmla="*/ 5849257 h 6858000"/>
              <a:gd name="connsiteX477" fmla="*/ 4696 w 7467600"/>
              <a:gd name="connsiteY477" fmla="*/ 5697668 h 6858000"/>
              <a:gd name="connsiteX478" fmla="*/ 0 w 7467600"/>
              <a:gd name="connsiteY478" fmla="*/ 5689984 h 6858000"/>
              <a:gd name="connsiteX479" fmla="*/ 0 w 7467600"/>
              <a:gd name="connsiteY479" fmla="*/ 5513472 h 6858000"/>
              <a:gd name="connsiteX480" fmla="*/ 174101 w 7467600"/>
              <a:gd name="connsiteY480" fmla="*/ 5620277 h 6858000"/>
              <a:gd name="connsiteX481" fmla="*/ 891800 w 7467600"/>
              <a:gd name="connsiteY481" fmla="*/ 6036935 h 6858000"/>
              <a:gd name="connsiteX482" fmla="*/ 1072219 w 7467600"/>
              <a:gd name="connsiteY482" fmla="*/ 6169443 h 6858000"/>
              <a:gd name="connsiteX483" fmla="*/ 1074117 w 7467600"/>
              <a:gd name="connsiteY483" fmla="*/ 6170301 h 6858000"/>
              <a:gd name="connsiteX484" fmla="*/ 1083114 w 7467600"/>
              <a:gd name="connsiteY484" fmla="*/ 6174131 h 6858000"/>
              <a:gd name="connsiteX485" fmla="*/ 1543010 w 7467600"/>
              <a:gd name="connsiteY485" fmla="*/ 6191140 h 6858000"/>
              <a:gd name="connsiteX486" fmla="*/ 1551080 w 7467600"/>
              <a:gd name="connsiteY486" fmla="*/ 6195006 h 6858000"/>
              <a:gd name="connsiteX487" fmla="*/ 2345443 w 7467600"/>
              <a:gd name="connsiteY487" fmla="*/ 5549882 h 6858000"/>
              <a:gd name="connsiteX488" fmla="*/ 1721499 w 7467600"/>
              <a:gd name="connsiteY488" fmla="*/ 5599969 h 6858000"/>
              <a:gd name="connsiteX489" fmla="*/ 767716 w 7467600"/>
              <a:gd name="connsiteY489" fmla="*/ 5472768 h 6858000"/>
              <a:gd name="connsiteX490" fmla="*/ 722147 w 7467600"/>
              <a:gd name="connsiteY490" fmla="*/ 5393091 h 6858000"/>
              <a:gd name="connsiteX491" fmla="*/ 1485552 w 7467600"/>
              <a:gd name="connsiteY491" fmla="*/ 5313202 h 6858000"/>
              <a:gd name="connsiteX492" fmla="*/ 2143004 w 7467600"/>
              <a:gd name="connsiteY492" fmla="*/ 5402420 h 6858000"/>
              <a:gd name="connsiteX493" fmla="*/ 1933391 w 7467600"/>
              <a:gd name="connsiteY493" fmla="*/ 5156971 h 6858000"/>
              <a:gd name="connsiteX494" fmla="*/ 1827118 w 7467600"/>
              <a:gd name="connsiteY494" fmla="*/ 4968410 h 6858000"/>
              <a:gd name="connsiteX495" fmla="*/ 1837349 w 7467600"/>
              <a:gd name="connsiteY495" fmla="*/ 4956357 h 6858000"/>
              <a:gd name="connsiteX496" fmla="*/ 2162835 w 7467600"/>
              <a:gd name="connsiteY496" fmla="*/ 5187853 h 6858000"/>
              <a:gd name="connsiteX497" fmla="*/ 2257167 w 7467600"/>
              <a:gd name="connsiteY497" fmla="*/ 5462123 h 6858000"/>
              <a:gd name="connsiteX498" fmla="*/ 2261598 w 7467600"/>
              <a:gd name="connsiteY498" fmla="*/ 5467998 h 6858000"/>
              <a:gd name="connsiteX499" fmla="*/ 2437177 w 7467600"/>
              <a:gd name="connsiteY499" fmla="*/ 5479608 h 6858000"/>
              <a:gd name="connsiteX500" fmla="*/ 2445247 w 7467600"/>
              <a:gd name="connsiteY500" fmla="*/ 5483476 h 6858000"/>
              <a:gd name="connsiteX501" fmla="*/ 2743626 w 7467600"/>
              <a:gd name="connsiteY501" fmla="*/ 5304819 h 6858000"/>
              <a:gd name="connsiteX502" fmla="*/ 3048102 w 7467600"/>
              <a:gd name="connsiteY502" fmla="*/ 5150595 h 6858000"/>
              <a:gd name="connsiteX503" fmla="*/ 1799414 w 7467600"/>
              <a:gd name="connsiteY503" fmla="*/ 4694732 h 6858000"/>
              <a:gd name="connsiteX504" fmla="*/ 1771735 w 7467600"/>
              <a:gd name="connsiteY504" fmla="*/ 4619929 h 6858000"/>
              <a:gd name="connsiteX505" fmla="*/ 3104273 w 7467600"/>
              <a:gd name="connsiteY505" fmla="*/ 5076159 h 6858000"/>
              <a:gd name="connsiteX506" fmla="*/ 3113245 w 7467600"/>
              <a:gd name="connsiteY506" fmla="*/ 5090705 h 6858000"/>
              <a:gd name="connsiteX507" fmla="*/ 3126294 w 7467600"/>
              <a:gd name="connsiteY507" fmla="*/ 5114400 h 6858000"/>
              <a:gd name="connsiteX508" fmla="*/ 3937433 w 7467600"/>
              <a:gd name="connsiteY508" fmla="*/ 4830473 h 6858000"/>
              <a:gd name="connsiteX509" fmla="*/ 3590475 w 7467600"/>
              <a:gd name="connsiteY509" fmla="*/ 4597974 h 6858000"/>
              <a:gd name="connsiteX510" fmla="*/ 3100264 w 7467600"/>
              <a:gd name="connsiteY510" fmla="*/ 4579845 h 6858000"/>
              <a:gd name="connsiteX511" fmla="*/ 2183576 w 7467600"/>
              <a:gd name="connsiteY511" fmla="*/ 4227150 h 6858000"/>
              <a:gd name="connsiteX512" fmla="*/ 2151029 w 7467600"/>
              <a:gd name="connsiteY512" fmla="*/ 4146947 h 6858000"/>
              <a:gd name="connsiteX513" fmla="*/ 3563434 w 7467600"/>
              <a:gd name="connsiteY513" fmla="*/ 4469115 h 6858000"/>
              <a:gd name="connsiteX514" fmla="*/ 3177952 w 7467600"/>
              <a:gd name="connsiteY514" fmla="*/ 3657386 h 6858000"/>
              <a:gd name="connsiteX515" fmla="*/ 3189263 w 7467600"/>
              <a:gd name="connsiteY515" fmla="*/ 3625726 h 6858000"/>
              <a:gd name="connsiteX516" fmla="*/ 3560912 w 7467600"/>
              <a:gd name="connsiteY516" fmla="*/ 4079863 h 6858000"/>
              <a:gd name="connsiteX517" fmla="*/ 3626636 w 7467600"/>
              <a:gd name="connsiteY517" fmla="*/ 4512230 h 6858000"/>
              <a:gd name="connsiteX518" fmla="*/ 3653088 w 7467600"/>
              <a:gd name="connsiteY518" fmla="*/ 4521417 h 6858000"/>
              <a:gd name="connsiteX519" fmla="*/ 3988128 w 7467600"/>
              <a:gd name="connsiteY519" fmla="*/ 4817267 h 6858000"/>
              <a:gd name="connsiteX520" fmla="*/ 4830582 w 7467600"/>
              <a:gd name="connsiteY520" fmla="*/ 4676000 h 6858000"/>
              <a:gd name="connsiteX521" fmla="*/ 4830100 w 7467600"/>
              <a:gd name="connsiteY521" fmla="*/ 4675554 h 6858000"/>
              <a:gd name="connsiteX522" fmla="*/ 4036318 w 7467600"/>
              <a:gd name="connsiteY522" fmla="*/ 4147013 h 6858000"/>
              <a:gd name="connsiteX523" fmla="*/ 3432098 w 7467600"/>
              <a:gd name="connsiteY523" fmla="*/ 3537312 h 6858000"/>
              <a:gd name="connsiteX524" fmla="*/ 3446761 w 7467600"/>
              <a:gd name="connsiteY524" fmla="*/ 3461278 h 6858000"/>
              <a:gd name="connsiteX525" fmla="*/ 4419733 w 7467600"/>
              <a:gd name="connsiteY525" fmla="*/ 3963555 h 6858000"/>
              <a:gd name="connsiteX526" fmla="*/ 4781371 w 7467600"/>
              <a:gd name="connsiteY526" fmla="*/ 4458604 h 6858000"/>
              <a:gd name="connsiteX527" fmla="*/ 4780440 w 7467600"/>
              <a:gd name="connsiteY527" fmla="*/ 4470290 h 6858000"/>
              <a:gd name="connsiteX528" fmla="*/ 4898954 w 7467600"/>
              <a:gd name="connsiteY528" fmla="*/ 4662092 h 6858000"/>
              <a:gd name="connsiteX529" fmla="*/ 4900699 w 7467600"/>
              <a:gd name="connsiteY529" fmla="*/ 4670867 h 6858000"/>
              <a:gd name="connsiteX530" fmla="*/ 5714511 w 7467600"/>
              <a:gd name="connsiteY530" fmla="*/ 4663483 h 6858000"/>
              <a:gd name="connsiteX531" fmla="*/ 5464793 w 7467600"/>
              <a:gd name="connsiteY531" fmla="*/ 4393556 h 6858000"/>
              <a:gd name="connsiteX532" fmla="*/ 5461897 w 7467600"/>
              <a:gd name="connsiteY532" fmla="*/ 4390879 h 6858000"/>
              <a:gd name="connsiteX533" fmla="*/ 4294126 w 7467600"/>
              <a:gd name="connsiteY533" fmla="*/ 3303048 h 6858000"/>
              <a:gd name="connsiteX534" fmla="*/ 4305321 w 7467600"/>
              <a:gd name="connsiteY534" fmla="*/ 3256953 h 6858000"/>
              <a:gd name="connsiteX535" fmla="*/ 4949299 w 7467600"/>
              <a:gd name="connsiteY535" fmla="*/ 3766336 h 6858000"/>
              <a:gd name="connsiteX536" fmla="*/ 5291452 w 7467600"/>
              <a:gd name="connsiteY536" fmla="*/ 4076801 h 6858000"/>
              <a:gd name="connsiteX537" fmla="*/ 5434998 w 7467600"/>
              <a:gd name="connsiteY537" fmla="*/ 4254100 h 6858000"/>
              <a:gd name="connsiteX538" fmla="*/ 5351015 w 7467600"/>
              <a:gd name="connsiteY538" fmla="*/ 3760989 h 6858000"/>
              <a:gd name="connsiteX539" fmla="*/ 5413780 w 7467600"/>
              <a:gd name="connsiteY539" fmla="*/ 2966265 h 6858000"/>
              <a:gd name="connsiteX540" fmla="*/ 5425627 w 7467600"/>
              <a:gd name="connsiteY540" fmla="*/ 2954192 h 6858000"/>
              <a:gd name="connsiteX541" fmla="*/ 6604735 w 7467600"/>
              <a:gd name="connsiteY541" fmla="*/ 2041381 h 6858000"/>
              <a:gd name="connsiteX542" fmla="*/ 7204487 w 7467600"/>
              <a:gd name="connsiteY542" fmla="*/ 2742112 h 6858000"/>
              <a:gd name="connsiteX543" fmla="*/ 7131592 w 7467600"/>
              <a:gd name="connsiteY543" fmla="*/ 2672096 h 6858000"/>
              <a:gd name="connsiteX544" fmla="*/ 6996344 w 7467600"/>
              <a:gd name="connsiteY544" fmla="*/ 2518310 h 6858000"/>
              <a:gd name="connsiteX545" fmla="*/ 6735495 w 7467600"/>
              <a:gd name="connsiteY545" fmla="*/ 2196890 h 6858000"/>
              <a:gd name="connsiteX546" fmla="*/ 6721901 w 7467600"/>
              <a:gd name="connsiteY546" fmla="*/ 2179274 h 6858000"/>
              <a:gd name="connsiteX547" fmla="*/ 6604735 w 7467600"/>
              <a:gd name="connsiteY547" fmla="*/ 2041381 h 6858000"/>
              <a:gd name="connsiteX548" fmla="*/ 6591670 w 7467600"/>
              <a:gd name="connsiteY548" fmla="*/ 1988277 h 6858000"/>
              <a:gd name="connsiteX549" fmla="*/ 6747349 w 7467600"/>
              <a:gd name="connsiteY549" fmla="*/ 2160069 h 6858000"/>
              <a:gd name="connsiteX550" fmla="*/ 6760943 w 7467600"/>
              <a:gd name="connsiteY550" fmla="*/ 2177686 h 6858000"/>
              <a:gd name="connsiteX551" fmla="*/ 7021065 w 7467600"/>
              <a:gd name="connsiteY551" fmla="*/ 2498102 h 6858000"/>
              <a:gd name="connsiteX552" fmla="*/ 7155223 w 7467600"/>
              <a:gd name="connsiteY552" fmla="*/ 2650386 h 6858000"/>
              <a:gd name="connsiteX553" fmla="*/ 7203167 w 7467600"/>
              <a:gd name="connsiteY553" fmla="*/ 2697288 h 6858000"/>
              <a:gd name="connsiteX554" fmla="*/ 6937703 w 7467600"/>
              <a:gd name="connsiteY554" fmla="*/ 2321981 h 6858000"/>
              <a:gd name="connsiteX555" fmla="*/ 6591670 w 7467600"/>
              <a:gd name="connsiteY555" fmla="*/ 1988277 h 6858000"/>
              <a:gd name="connsiteX556" fmla="*/ 5798671 w 7467600"/>
              <a:gd name="connsiteY556" fmla="*/ 1981601 h 6858000"/>
              <a:gd name="connsiteX557" fmla="*/ 5754709 w 7467600"/>
              <a:gd name="connsiteY557" fmla="*/ 2071454 h 6858000"/>
              <a:gd name="connsiteX558" fmla="*/ 5763044 w 7467600"/>
              <a:gd name="connsiteY558" fmla="*/ 2842206 h 6858000"/>
              <a:gd name="connsiteX559" fmla="*/ 5764974 w 7467600"/>
              <a:gd name="connsiteY559" fmla="*/ 2799609 h 6858000"/>
              <a:gd name="connsiteX560" fmla="*/ 5767665 w 7467600"/>
              <a:gd name="connsiteY560" fmla="*/ 2666409 h 6858000"/>
              <a:gd name="connsiteX561" fmla="*/ 5763055 w 7467600"/>
              <a:gd name="connsiteY561" fmla="*/ 2579705 h 6858000"/>
              <a:gd name="connsiteX562" fmla="*/ 5758079 w 7467600"/>
              <a:gd name="connsiteY562" fmla="*/ 2492508 h 6858000"/>
              <a:gd name="connsiteX563" fmla="*/ 5779325 w 7467600"/>
              <a:gd name="connsiteY563" fmla="*/ 2197069 h 6858000"/>
              <a:gd name="connsiteX564" fmla="*/ 5798671 w 7467600"/>
              <a:gd name="connsiteY564" fmla="*/ 1981601 h 6858000"/>
              <a:gd name="connsiteX565" fmla="*/ 5829202 w 7467600"/>
              <a:gd name="connsiteY565" fmla="*/ 1971679 h 6858000"/>
              <a:gd name="connsiteX566" fmla="*/ 5809558 w 7467600"/>
              <a:gd name="connsiteY566" fmla="*/ 2198043 h 6858000"/>
              <a:gd name="connsiteX567" fmla="*/ 5788653 w 7467600"/>
              <a:gd name="connsiteY567" fmla="*/ 2489430 h 6858000"/>
              <a:gd name="connsiteX568" fmla="*/ 5793439 w 7467600"/>
              <a:gd name="connsiteY568" fmla="*/ 2575235 h 6858000"/>
              <a:gd name="connsiteX569" fmla="*/ 5796837 w 7467600"/>
              <a:gd name="connsiteY569" fmla="*/ 2637633 h 6858000"/>
              <a:gd name="connsiteX570" fmla="*/ 5818614 w 7467600"/>
              <a:gd name="connsiteY570" fmla="*/ 2473055 h 6858000"/>
              <a:gd name="connsiteX571" fmla="*/ 5829202 w 7467600"/>
              <a:gd name="connsiteY571" fmla="*/ 1971679 h 6858000"/>
              <a:gd name="connsiteX572" fmla="*/ 5911389 w 7467600"/>
              <a:gd name="connsiteY572" fmla="*/ 1898371 h 6858000"/>
              <a:gd name="connsiteX573" fmla="*/ 6237627 w 7467600"/>
              <a:gd name="connsiteY573" fmla="*/ 2231921 h 6858000"/>
              <a:gd name="connsiteX574" fmla="*/ 5911389 w 7467600"/>
              <a:gd name="connsiteY574" fmla="*/ 1898371 h 6858000"/>
              <a:gd name="connsiteX575" fmla="*/ 6944437 w 7467600"/>
              <a:gd name="connsiteY575" fmla="*/ 1575402 h 6858000"/>
              <a:gd name="connsiteX576" fmla="*/ 6304730 w 7467600"/>
              <a:gd name="connsiteY576" fmla="*/ 1766654 h 6858000"/>
              <a:gd name="connsiteX577" fmla="*/ 6944437 w 7467600"/>
              <a:gd name="connsiteY577" fmla="*/ 1575402 h 6858000"/>
              <a:gd name="connsiteX578" fmla="*/ 7019523 w 7467600"/>
              <a:gd name="connsiteY578" fmla="*/ 1519450 h 6858000"/>
              <a:gd name="connsiteX579" fmla="*/ 6298091 w 7467600"/>
              <a:gd name="connsiteY579" fmla="*/ 1737122 h 6858000"/>
              <a:gd name="connsiteX580" fmla="*/ 7019523 w 7467600"/>
              <a:gd name="connsiteY580" fmla="*/ 1519450 h 6858000"/>
              <a:gd name="connsiteX581" fmla="*/ 2399523 w 7467600"/>
              <a:gd name="connsiteY581" fmla="*/ 1428234 h 6858000"/>
              <a:gd name="connsiteX582" fmla="*/ 2224982 w 7467600"/>
              <a:gd name="connsiteY582" fmla="*/ 1826201 h 6858000"/>
              <a:gd name="connsiteX583" fmla="*/ 2096099 w 7467600"/>
              <a:gd name="connsiteY583" fmla="*/ 2345900 h 6858000"/>
              <a:gd name="connsiteX584" fmla="*/ 2283317 w 7467600"/>
              <a:gd name="connsiteY584" fmla="*/ 1796925 h 6858000"/>
              <a:gd name="connsiteX585" fmla="*/ 2399523 w 7467600"/>
              <a:gd name="connsiteY585" fmla="*/ 1428234 h 6858000"/>
              <a:gd name="connsiteX586" fmla="*/ 2448558 w 7467600"/>
              <a:gd name="connsiteY586" fmla="*/ 1373435 h 6858000"/>
              <a:gd name="connsiteX587" fmla="*/ 2312521 w 7467600"/>
              <a:gd name="connsiteY587" fmla="*/ 1806140 h 6858000"/>
              <a:gd name="connsiteX588" fmla="*/ 2127533 w 7467600"/>
              <a:gd name="connsiteY588" fmla="*/ 2348380 h 6858000"/>
              <a:gd name="connsiteX589" fmla="*/ 2358080 w 7467600"/>
              <a:gd name="connsiteY589" fmla="*/ 1866134 h 6858000"/>
              <a:gd name="connsiteX590" fmla="*/ 2407436 w 7467600"/>
              <a:gd name="connsiteY590" fmla="*/ 1651070 h 6858000"/>
              <a:gd name="connsiteX591" fmla="*/ 2448558 w 7467600"/>
              <a:gd name="connsiteY591" fmla="*/ 1373435 h 6858000"/>
              <a:gd name="connsiteX592" fmla="*/ 278707 w 7467600"/>
              <a:gd name="connsiteY592" fmla="*/ 1352270 h 6858000"/>
              <a:gd name="connsiteX593" fmla="*/ 321570 w 7467600"/>
              <a:gd name="connsiteY593" fmla="*/ 1861610 h 6858000"/>
              <a:gd name="connsiteX594" fmla="*/ 294281 w 7467600"/>
              <a:gd name="connsiteY594" fmla="*/ 1440658 h 6858000"/>
              <a:gd name="connsiteX595" fmla="*/ 278707 w 7467600"/>
              <a:gd name="connsiteY595" fmla="*/ 1352270 h 6858000"/>
              <a:gd name="connsiteX596" fmla="*/ 1423821 w 7467600"/>
              <a:gd name="connsiteY596" fmla="*/ 1351958 h 6858000"/>
              <a:gd name="connsiteX597" fmla="*/ 1638521 w 7467600"/>
              <a:gd name="connsiteY597" fmla="*/ 1908470 h 6858000"/>
              <a:gd name="connsiteX598" fmla="*/ 1754199 w 7467600"/>
              <a:gd name="connsiteY598" fmla="*/ 2149284 h 6858000"/>
              <a:gd name="connsiteX599" fmla="*/ 1908359 w 7467600"/>
              <a:gd name="connsiteY599" fmla="*/ 2364988 h 6858000"/>
              <a:gd name="connsiteX600" fmla="*/ 1647661 w 7467600"/>
              <a:gd name="connsiteY600" fmla="*/ 1825945 h 6858000"/>
              <a:gd name="connsiteX601" fmla="*/ 1423821 w 7467600"/>
              <a:gd name="connsiteY601" fmla="*/ 1351958 h 6858000"/>
              <a:gd name="connsiteX602" fmla="*/ 1431890 w 7467600"/>
              <a:gd name="connsiteY602" fmla="*/ 1306475 h 6858000"/>
              <a:gd name="connsiteX603" fmla="*/ 1507597 w 7467600"/>
              <a:gd name="connsiteY603" fmla="*/ 1446132 h 6858000"/>
              <a:gd name="connsiteX604" fmla="*/ 1674586 w 7467600"/>
              <a:gd name="connsiteY604" fmla="*/ 1813832 h 6858000"/>
              <a:gd name="connsiteX605" fmla="*/ 1815950 w 7467600"/>
              <a:gd name="connsiteY605" fmla="*/ 2128564 h 6858000"/>
              <a:gd name="connsiteX606" fmla="*/ 1984242 w 7467600"/>
              <a:gd name="connsiteY606" fmla="*/ 2430829 h 6858000"/>
              <a:gd name="connsiteX607" fmla="*/ 2014023 w 7467600"/>
              <a:gd name="connsiteY607" fmla="*/ 2450995 h 6858000"/>
              <a:gd name="connsiteX608" fmla="*/ 1747337 w 7467600"/>
              <a:gd name="connsiteY608" fmla="*/ 1855264 h 6858000"/>
              <a:gd name="connsiteX609" fmla="*/ 1533749 w 7467600"/>
              <a:gd name="connsiteY609" fmla="*/ 1478656 h 6858000"/>
              <a:gd name="connsiteX610" fmla="*/ 1431890 w 7467600"/>
              <a:gd name="connsiteY610" fmla="*/ 1306475 h 6858000"/>
              <a:gd name="connsiteX611" fmla="*/ 5052692 w 7467600"/>
              <a:gd name="connsiteY611" fmla="*/ 1292994 h 6858000"/>
              <a:gd name="connsiteX612" fmla="*/ 5200661 w 7467600"/>
              <a:gd name="connsiteY612" fmla="*/ 1635186 h 6858000"/>
              <a:gd name="connsiteX613" fmla="*/ 5297138 w 7467600"/>
              <a:gd name="connsiteY613" fmla="*/ 1906351 h 6858000"/>
              <a:gd name="connsiteX614" fmla="*/ 5052692 w 7467600"/>
              <a:gd name="connsiteY614" fmla="*/ 1292994 h 6858000"/>
              <a:gd name="connsiteX615" fmla="*/ 5009948 w 7467600"/>
              <a:gd name="connsiteY615" fmla="*/ 1273619 h 6858000"/>
              <a:gd name="connsiteX616" fmla="*/ 5121777 w 7467600"/>
              <a:gd name="connsiteY616" fmla="*/ 1654213 h 6858000"/>
              <a:gd name="connsiteX617" fmla="*/ 5293545 w 7467600"/>
              <a:gd name="connsiteY617" fmla="*/ 2072247 h 6858000"/>
              <a:gd name="connsiteX618" fmla="*/ 5294042 w 7467600"/>
              <a:gd name="connsiteY618" fmla="*/ 2065019 h 6858000"/>
              <a:gd name="connsiteX619" fmla="*/ 5171936 w 7467600"/>
              <a:gd name="connsiteY619" fmla="*/ 1647613 h 6858000"/>
              <a:gd name="connsiteX620" fmla="*/ 5009948 w 7467600"/>
              <a:gd name="connsiteY620" fmla="*/ 1273619 h 6858000"/>
              <a:gd name="connsiteX621" fmla="*/ 655236 w 7467600"/>
              <a:gd name="connsiteY621" fmla="*/ 1268632 h 6858000"/>
              <a:gd name="connsiteX622" fmla="*/ 839521 w 7467600"/>
              <a:gd name="connsiteY622" fmla="*/ 1685315 h 6858000"/>
              <a:gd name="connsiteX623" fmla="*/ 1109416 w 7467600"/>
              <a:gd name="connsiteY623" fmla="*/ 2061663 h 6858000"/>
              <a:gd name="connsiteX624" fmla="*/ 1298300 w 7467600"/>
              <a:gd name="connsiteY624" fmla="*/ 2247742 h 6858000"/>
              <a:gd name="connsiteX625" fmla="*/ 1125871 w 7467600"/>
              <a:gd name="connsiteY625" fmla="*/ 1989513 h 6858000"/>
              <a:gd name="connsiteX626" fmla="*/ 981574 w 7467600"/>
              <a:gd name="connsiteY626" fmla="*/ 1783157 h 6858000"/>
              <a:gd name="connsiteX627" fmla="*/ 922198 w 7467600"/>
              <a:gd name="connsiteY627" fmla="*/ 1677437 h 6858000"/>
              <a:gd name="connsiteX628" fmla="*/ 869293 w 7467600"/>
              <a:gd name="connsiteY628" fmla="*/ 1583214 h 6858000"/>
              <a:gd name="connsiteX629" fmla="*/ 751431 w 7467600"/>
              <a:gd name="connsiteY629" fmla="*/ 1405731 h 6858000"/>
              <a:gd name="connsiteX630" fmla="*/ 655236 w 7467600"/>
              <a:gd name="connsiteY630" fmla="*/ 1268632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5905192 w 7467600"/>
              <a:gd name="connsiteY834" fmla="*/ 163079 h 6858000"/>
              <a:gd name="connsiteX835" fmla="*/ 5865655 w 7467600"/>
              <a:gd name="connsiteY835" fmla="*/ 171901 h 6858000"/>
              <a:gd name="connsiteX836" fmla="*/ 5259740 w 7467600"/>
              <a:gd name="connsiteY836" fmla="*/ 257013 h 6858000"/>
              <a:gd name="connsiteX837" fmla="*/ 5208466 w 7467600"/>
              <a:gd name="connsiteY837" fmla="*/ 257550 h 6858000"/>
              <a:gd name="connsiteX838" fmla="*/ 4980204 w 7467600"/>
              <a:gd name="connsiteY838" fmla="*/ 271903 h 6858000"/>
              <a:gd name="connsiteX839" fmla="*/ 5068068 w 7467600"/>
              <a:gd name="connsiteY839" fmla="*/ 282244 h 6858000"/>
              <a:gd name="connsiteX840" fmla="*/ 5153231 w 7467600"/>
              <a:gd name="connsiteY840" fmla="*/ 292240 h 6858000"/>
              <a:gd name="connsiteX841" fmla="*/ 5426491 w 7467600"/>
              <a:gd name="connsiteY841" fmla="*/ 281128 h 6858000"/>
              <a:gd name="connsiteX842" fmla="*/ 5731212 w 7467600"/>
              <a:gd name="connsiteY842" fmla="*/ 231951 h 6858000"/>
              <a:gd name="connsiteX843" fmla="*/ 5905192 w 7467600"/>
              <a:gd name="connsiteY843" fmla="*/ 163079 h 6858000"/>
              <a:gd name="connsiteX844" fmla="*/ 5944437 w 7467600"/>
              <a:gd name="connsiteY844" fmla="*/ 113829 h 6858000"/>
              <a:gd name="connsiteX845" fmla="*/ 5825032 w 7467600"/>
              <a:gd name="connsiteY845" fmla="*/ 146405 h 6858000"/>
              <a:gd name="connsiteX846" fmla="*/ 4955599 w 7467600"/>
              <a:gd name="connsiteY846" fmla="*/ 247008 h 6858000"/>
              <a:gd name="connsiteX847" fmla="*/ 5210104 w 7467600"/>
              <a:gd name="connsiteY847" fmla="*/ 228123 h 6858000"/>
              <a:gd name="connsiteX848" fmla="*/ 5261015 w 7467600"/>
              <a:gd name="connsiteY848" fmla="*/ 227087 h 6858000"/>
              <a:gd name="connsiteX849" fmla="*/ 5861181 w 7467600"/>
              <a:gd name="connsiteY849" fmla="*/ 143093 h 6858000"/>
              <a:gd name="connsiteX850" fmla="*/ 5961252 w 7467600"/>
              <a:gd name="connsiteY850" fmla="*/ 114820 h 6858000"/>
              <a:gd name="connsiteX851" fmla="*/ 5944437 w 7467600"/>
              <a:gd name="connsiteY851" fmla="*/ 113829 h 6858000"/>
              <a:gd name="connsiteX852" fmla="*/ 3882765 w 7467600"/>
              <a:gd name="connsiteY852" fmla="*/ 0 h 6858000"/>
              <a:gd name="connsiteX853" fmla="*/ 3995099 w 7467600"/>
              <a:gd name="connsiteY853" fmla="*/ 0 h 6858000"/>
              <a:gd name="connsiteX854" fmla="*/ 4163818 w 7467600"/>
              <a:gd name="connsiteY854" fmla="*/ 234104 h 6858000"/>
              <a:gd name="connsiteX855" fmla="*/ 4172099 w 7467600"/>
              <a:gd name="connsiteY855" fmla="*/ 234207 h 6858000"/>
              <a:gd name="connsiteX856" fmla="*/ 4784282 w 7467600"/>
              <a:gd name="connsiteY856" fmla="*/ 276561 h 6858000"/>
              <a:gd name="connsiteX857" fmla="*/ 4801687 w 7467600"/>
              <a:gd name="connsiteY857" fmla="*/ 267764 h 6858000"/>
              <a:gd name="connsiteX858" fmla="*/ 6082788 w 7467600"/>
              <a:gd name="connsiteY858" fmla="*/ 64119 h 6858000"/>
              <a:gd name="connsiteX859" fmla="*/ 6099442 w 7467600"/>
              <a:gd name="connsiteY859" fmla="*/ 82568 h 6858000"/>
              <a:gd name="connsiteX860" fmla="*/ 4804137 w 7467600"/>
              <a:gd name="connsiteY860" fmla="*/ 320931 h 6858000"/>
              <a:gd name="connsiteX861" fmla="*/ 4227047 w 7467600"/>
              <a:gd name="connsiteY861" fmla="*/ 313415 h 6858000"/>
              <a:gd name="connsiteX862" fmla="*/ 4346041 w 7467600"/>
              <a:gd name="connsiteY862" fmla="*/ 456086 h 6858000"/>
              <a:gd name="connsiteX863" fmla="*/ 4870967 w 7467600"/>
              <a:gd name="connsiteY863" fmla="*/ 963061 h 6858000"/>
              <a:gd name="connsiteX864" fmla="*/ 4889647 w 7467600"/>
              <a:gd name="connsiteY864" fmla="*/ 957147 h 6858000"/>
              <a:gd name="connsiteX865" fmla="*/ 5422504 w 7467600"/>
              <a:gd name="connsiteY865" fmla="*/ 805191 h 6858000"/>
              <a:gd name="connsiteX866" fmla="*/ 6087656 w 7467600"/>
              <a:gd name="connsiteY866" fmla="*/ 826703 h 6858000"/>
              <a:gd name="connsiteX867" fmla="*/ 6058717 w 7467600"/>
              <a:gd name="connsiteY867" fmla="*/ 865992 h 6858000"/>
              <a:gd name="connsiteX868" fmla="*/ 4974153 w 7467600"/>
              <a:gd name="connsiteY868" fmla="*/ 1045456 h 6858000"/>
              <a:gd name="connsiteX869" fmla="*/ 5627835 w 7467600"/>
              <a:gd name="connsiteY869" fmla="*/ 1472077 h 6858000"/>
              <a:gd name="connsiteX870" fmla="*/ 5629817 w 7467600"/>
              <a:gd name="connsiteY870" fmla="*/ 1471412 h 6858000"/>
              <a:gd name="connsiteX871" fmla="*/ 5634124 w 7467600"/>
              <a:gd name="connsiteY871" fmla="*/ 1470572 h 6858000"/>
              <a:gd name="connsiteX872" fmla="*/ 5755832 w 7467600"/>
              <a:gd name="connsiteY872" fmla="*/ 1383886 h 6858000"/>
              <a:gd name="connsiteX873" fmla="*/ 6014186 w 7467600"/>
              <a:gd name="connsiteY873" fmla="*/ 1279799 h 6858000"/>
              <a:gd name="connsiteX874" fmla="*/ 6901619 w 7467600"/>
              <a:gd name="connsiteY874" fmla="*/ 1047874 h 6858000"/>
              <a:gd name="connsiteX875" fmla="*/ 6931566 w 7467600"/>
              <a:gd name="connsiteY875" fmla="*/ 1062034 h 6858000"/>
              <a:gd name="connsiteX876" fmla="*/ 5790982 w 7467600"/>
              <a:gd name="connsiteY876" fmla="*/ 1561380 h 6858000"/>
              <a:gd name="connsiteX877" fmla="*/ 6188971 w 7467600"/>
              <a:gd name="connsiteY877" fmla="*/ 1755168 h 6858000"/>
              <a:gd name="connsiteX878" fmla="*/ 6202446 w 7467600"/>
              <a:gd name="connsiteY878" fmla="*/ 1752268 h 6858000"/>
              <a:gd name="connsiteX879" fmla="*/ 7179560 w 7467600"/>
              <a:gd name="connsiteY879" fmla="*/ 1467551 h 6858000"/>
              <a:gd name="connsiteX880" fmla="*/ 7158730 w 7467600"/>
              <a:gd name="connsiteY880" fmla="*/ 1507835 h 6858000"/>
              <a:gd name="connsiteX881" fmla="*/ 6326959 w 7467600"/>
              <a:gd name="connsiteY881" fmla="*/ 1817686 h 6858000"/>
              <a:gd name="connsiteX882" fmla="*/ 6537433 w 7467600"/>
              <a:gd name="connsiteY882" fmla="*/ 1907790 h 6858000"/>
              <a:gd name="connsiteX883" fmla="*/ 6550221 w 7467600"/>
              <a:gd name="connsiteY883" fmla="*/ 1910729 h 6858000"/>
              <a:gd name="connsiteX884" fmla="*/ 6964438 w 7467600"/>
              <a:gd name="connsiteY884" fmla="*/ 2209505 h 6858000"/>
              <a:gd name="connsiteX885" fmla="*/ 7367862 w 7467600"/>
              <a:gd name="connsiteY885" fmla="*/ 2806833 h 6858000"/>
              <a:gd name="connsiteX886" fmla="*/ 7364329 w 7467600"/>
              <a:gd name="connsiteY886" fmla="*/ 2826907 h 6858000"/>
              <a:gd name="connsiteX887" fmla="*/ 7290545 w 7467600"/>
              <a:gd name="connsiteY887" fmla="*/ 2850663 h 6858000"/>
              <a:gd name="connsiteX888" fmla="*/ 6472036 w 7467600"/>
              <a:gd name="connsiteY888" fmla="*/ 1959003 h 6858000"/>
              <a:gd name="connsiteX889" fmla="*/ 5792897 w 7467600"/>
              <a:gd name="connsiteY889" fmla="*/ 1647747 h 6858000"/>
              <a:gd name="connsiteX890" fmla="*/ 5842751 w 7467600"/>
              <a:gd name="connsiteY890" fmla="*/ 1816112 h 6858000"/>
              <a:gd name="connsiteX891" fmla="*/ 5847424 w 7467600"/>
              <a:gd name="connsiteY891" fmla="*/ 1815776 h 6858000"/>
              <a:gd name="connsiteX892" fmla="*/ 6399821 w 7467600"/>
              <a:gd name="connsiteY892" fmla="*/ 2344799 h 6858000"/>
              <a:gd name="connsiteX893" fmla="*/ 6323232 w 7467600"/>
              <a:gd name="connsiteY893" fmla="*/ 2389634 h 6858000"/>
              <a:gd name="connsiteX894" fmla="*/ 5942958 w 7467600"/>
              <a:gd name="connsiteY894" fmla="*/ 2077708 h 6858000"/>
              <a:gd name="connsiteX895" fmla="*/ 5921559 w 7467600"/>
              <a:gd name="connsiteY895" fmla="*/ 2378596 h 6858000"/>
              <a:gd name="connsiteX896" fmla="*/ 5817651 w 7467600"/>
              <a:gd name="connsiteY896" fmla="*/ 3023919 h 6858000"/>
              <a:gd name="connsiteX897" fmla="*/ 5729634 w 7467600"/>
              <a:gd name="connsiteY897" fmla="*/ 3051849 h 6858000"/>
              <a:gd name="connsiteX898" fmla="*/ 5611018 w 7467600"/>
              <a:gd name="connsiteY898" fmla="*/ 2316769 h 6858000"/>
              <a:gd name="connsiteX899" fmla="*/ 5687608 w 7467600"/>
              <a:gd name="connsiteY899" fmla="*/ 2039972 h 6858000"/>
              <a:gd name="connsiteX900" fmla="*/ 5657554 w 7467600"/>
              <a:gd name="connsiteY900" fmla="*/ 1576445 h 6858000"/>
              <a:gd name="connsiteX901" fmla="*/ 5150475 w 7467600"/>
              <a:gd name="connsiteY901" fmla="*/ 1274012 h 6858000"/>
              <a:gd name="connsiteX902" fmla="*/ 5349142 w 7467600"/>
              <a:gd name="connsiteY902" fmla="*/ 2204405 h 6858000"/>
              <a:gd name="connsiteX903" fmla="*/ 5262214 w 7467600"/>
              <a:gd name="connsiteY903" fmla="*/ 2233836 h 6858000"/>
              <a:gd name="connsiteX904" fmla="*/ 4981539 w 7467600"/>
              <a:gd name="connsiteY904" fmla="*/ 1542201 h 6858000"/>
              <a:gd name="connsiteX905" fmla="*/ 4958461 w 7467600"/>
              <a:gd name="connsiteY905" fmla="*/ 1136957 h 6858000"/>
              <a:gd name="connsiteX906" fmla="*/ 4655015 w 7467600"/>
              <a:gd name="connsiteY906" fmla="*/ 891426 h 6858000"/>
              <a:gd name="connsiteX907" fmla="*/ 4348002 w 7467600"/>
              <a:gd name="connsiteY907" fmla="*/ 2205895 h 6858000"/>
              <a:gd name="connsiteX908" fmla="*/ 4262250 w 7467600"/>
              <a:gd name="connsiteY908" fmla="*/ 2219972 h 6858000"/>
              <a:gd name="connsiteX909" fmla="*/ 4550611 w 7467600"/>
              <a:gd name="connsiteY909" fmla="*/ 817540 h 6858000"/>
              <a:gd name="connsiteX910" fmla="*/ 4564418 w 7467600"/>
              <a:gd name="connsiteY910" fmla="*/ 808293 h 6858000"/>
              <a:gd name="connsiteX911" fmla="*/ 4266388 w 7467600"/>
              <a:gd name="connsiteY911" fmla="*/ 500083 h 6858000"/>
              <a:gd name="connsiteX912" fmla="*/ 4032842 w 7467600"/>
              <a:gd name="connsiteY912" fmla="*/ 211809 h 6858000"/>
              <a:gd name="connsiteX913" fmla="*/ 3882765 w 7467600"/>
              <a:gd name="connsiteY913" fmla="*/ 0 h 6858000"/>
              <a:gd name="connsiteX914" fmla="*/ 3721337 w 7467600"/>
              <a:gd name="connsiteY914" fmla="*/ 0 h 6858000"/>
              <a:gd name="connsiteX915" fmla="*/ 3797544 w 7467600"/>
              <a:gd name="connsiteY915" fmla="*/ 0 h 6858000"/>
              <a:gd name="connsiteX916" fmla="*/ 3775734 w 7467600"/>
              <a:gd name="connsiteY916" fmla="*/ 95131 h 6858000"/>
              <a:gd name="connsiteX917" fmla="*/ 3724807 w 7467600"/>
              <a:gd name="connsiteY917" fmla="*/ 272257 h 6858000"/>
              <a:gd name="connsiteX918" fmla="*/ 3726844 w 7467600"/>
              <a:gd name="connsiteY918" fmla="*/ 282988 h 6858000"/>
              <a:gd name="connsiteX919" fmla="*/ 3742664 w 7467600"/>
              <a:gd name="connsiteY919" fmla="*/ 279918 h 6858000"/>
              <a:gd name="connsiteX920" fmla="*/ 4103910 w 7467600"/>
              <a:gd name="connsiteY920" fmla="*/ 1161917 h 6858000"/>
              <a:gd name="connsiteX921" fmla="*/ 4020269 w 7467600"/>
              <a:gd name="connsiteY921" fmla="*/ 1200406 h 6858000"/>
              <a:gd name="connsiteX922" fmla="*/ 3674882 w 7467600"/>
              <a:gd name="connsiteY922" fmla="*/ 488524 h 6858000"/>
              <a:gd name="connsiteX923" fmla="*/ 3132682 w 7467600"/>
              <a:gd name="connsiteY923" fmla="*/ 1072284 h 6858000"/>
              <a:gd name="connsiteX924" fmla="*/ 2716346 w 7467600"/>
              <a:gd name="connsiteY924" fmla="*/ 1276376 h 6858000"/>
              <a:gd name="connsiteX925" fmla="*/ 2716772 w 7467600"/>
              <a:gd name="connsiteY925" fmla="*/ 1255462 h 6858000"/>
              <a:gd name="connsiteX926" fmla="*/ 3471096 w 7467600"/>
              <a:gd name="connsiteY926" fmla="*/ 437072 h 6858000"/>
              <a:gd name="connsiteX927" fmla="*/ 3639057 w 7467600"/>
              <a:gd name="connsiteY927" fmla="*/ 286334 h 6858000"/>
              <a:gd name="connsiteX928" fmla="*/ 3640309 w 7467600"/>
              <a:gd name="connsiteY928" fmla="*/ 284664 h 6858000"/>
              <a:gd name="connsiteX929" fmla="*/ 3646022 w 7467600"/>
              <a:gd name="connsiteY929" fmla="*/ 276711 h 6858000"/>
              <a:gd name="connsiteX930" fmla="*/ 3707943 w 7467600"/>
              <a:gd name="connsiteY930" fmla="*/ 65958 h 6858000"/>
              <a:gd name="connsiteX931" fmla="*/ 3721337 w 7467600"/>
              <a:gd name="connsiteY931" fmla="*/ 0 h 6858000"/>
              <a:gd name="connsiteX932" fmla="*/ 2867960 w 7467600"/>
              <a:gd name="connsiteY932" fmla="*/ 0 h 6858000"/>
              <a:gd name="connsiteX933" fmla="*/ 2926351 w 7467600"/>
              <a:gd name="connsiteY933" fmla="*/ 0 h 6858000"/>
              <a:gd name="connsiteX934" fmla="*/ 2902823 w 7467600"/>
              <a:gd name="connsiteY934" fmla="*/ 262929 h 6858000"/>
              <a:gd name="connsiteX935" fmla="*/ 2940663 w 7467600"/>
              <a:gd name="connsiteY935" fmla="*/ 140884 h 6858000"/>
              <a:gd name="connsiteX936" fmla="*/ 2947039 w 7467600"/>
              <a:gd name="connsiteY936" fmla="*/ 122524 h 6858000"/>
              <a:gd name="connsiteX937" fmla="*/ 2984316 w 7467600"/>
              <a:gd name="connsiteY937" fmla="*/ 0 h 6858000"/>
              <a:gd name="connsiteX938" fmla="*/ 3016114 w 7467600"/>
              <a:gd name="connsiteY938" fmla="*/ 0 h 6858000"/>
              <a:gd name="connsiteX939" fmla="*/ 2979949 w 7467600"/>
              <a:gd name="connsiteY939" fmla="*/ 119274 h 6858000"/>
              <a:gd name="connsiteX940" fmla="*/ 3023879 w 7467600"/>
              <a:gd name="connsiteY940" fmla="*/ 0 h 6858000"/>
              <a:gd name="connsiteX941" fmla="*/ 3105400 w 7467600"/>
              <a:gd name="connsiteY941" fmla="*/ 0 h 6858000"/>
              <a:gd name="connsiteX942" fmla="*/ 3094669 w 7467600"/>
              <a:gd name="connsiteY942" fmla="*/ 30308 h 6858000"/>
              <a:gd name="connsiteX943" fmla="*/ 2901945 w 7467600"/>
              <a:gd name="connsiteY943" fmla="*/ 466538 h 6858000"/>
              <a:gd name="connsiteX944" fmla="*/ 2815209 w 7467600"/>
              <a:gd name="connsiteY944" fmla="*/ 497361 h 6858000"/>
              <a:gd name="connsiteX945" fmla="*/ 2844845 w 7467600"/>
              <a:gd name="connsiteY945" fmla="*/ 127638 h 6858000"/>
              <a:gd name="connsiteX946" fmla="*/ 2867960 w 7467600"/>
              <a:gd name="connsiteY946" fmla="*/ 0 h 6858000"/>
              <a:gd name="connsiteX947" fmla="*/ 1057230 w 7467600"/>
              <a:gd name="connsiteY947" fmla="*/ 0 h 6858000"/>
              <a:gd name="connsiteX948" fmla="*/ 1111003 w 7467600"/>
              <a:gd name="connsiteY948" fmla="*/ 0 h 6858000"/>
              <a:gd name="connsiteX949" fmla="*/ 1125553 w 7467600"/>
              <a:gd name="connsiteY949" fmla="*/ 52588 h 6858000"/>
              <a:gd name="connsiteX950" fmla="*/ 1304276 w 7467600"/>
              <a:gd name="connsiteY950" fmla="*/ 476275 h 6858000"/>
              <a:gd name="connsiteX951" fmla="*/ 1492066 w 7467600"/>
              <a:gd name="connsiteY951" fmla="*/ 886333 h 6858000"/>
              <a:gd name="connsiteX952" fmla="*/ 1423698 w 7467600"/>
              <a:gd name="connsiteY952" fmla="*/ 710817 h 6858000"/>
              <a:gd name="connsiteX953" fmla="*/ 1357609 w 7467600"/>
              <a:gd name="connsiteY953" fmla="*/ 532892 h 6858000"/>
              <a:gd name="connsiteX954" fmla="*/ 1309550 w 7467600"/>
              <a:gd name="connsiteY954" fmla="*/ 374031 h 6858000"/>
              <a:gd name="connsiteX955" fmla="*/ 1193673 w 7467600"/>
              <a:gd name="connsiteY955" fmla="*/ 49533 h 6858000"/>
              <a:gd name="connsiteX956" fmla="*/ 1164391 w 7467600"/>
              <a:gd name="connsiteY956" fmla="*/ 0 h 6858000"/>
              <a:gd name="connsiteX957" fmla="*/ 1200666 w 7467600"/>
              <a:gd name="connsiteY957" fmla="*/ 0 h 6858000"/>
              <a:gd name="connsiteX958" fmla="*/ 1223408 w 7467600"/>
              <a:gd name="connsiteY958" fmla="*/ 38996 h 6858000"/>
              <a:gd name="connsiteX959" fmla="*/ 1339635 w 7467600"/>
              <a:gd name="connsiteY959" fmla="*/ 365517 h 6858000"/>
              <a:gd name="connsiteX960" fmla="*/ 1387469 w 7467600"/>
              <a:gd name="connsiteY960" fmla="*/ 523079 h 6858000"/>
              <a:gd name="connsiteX961" fmla="*/ 1452685 w 7467600"/>
              <a:gd name="connsiteY961" fmla="*/ 699806 h 6858000"/>
              <a:gd name="connsiteX962" fmla="*/ 1492092 w 7467600"/>
              <a:gd name="connsiteY962" fmla="*/ 800424 h 6858000"/>
              <a:gd name="connsiteX963" fmla="*/ 1455302 w 7467600"/>
              <a:gd name="connsiteY963" fmla="*/ 632913 h 6858000"/>
              <a:gd name="connsiteX964" fmla="*/ 1222336 w 7467600"/>
              <a:gd name="connsiteY964" fmla="*/ 9480 h 6858000"/>
              <a:gd name="connsiteX965" fmla="*/ 1214634 w 7467600"/>
              <a:gd name="connsiteY965" fmla="*/ 0 h 6858000"/>
              <a:gd name="connsiteX966" fmla="*/ 1289827 w 7467600"/>
              <a:gd name="connsiteY966" fmla="*/ 0 h 6858000"/>
              <a:gd name="connsiteX967" fmla="*/ 1321076 w 7467600"/>
              <a:gd name="connsiteY967" fmla="*/ 59722 h 6858000"/>
              <a:gd name="connsiteX968" fmla="*/ 1512579 w 7467600"/>
              <a:gd name="connsiteY968" fmla="*/ 626441 h 6858000"/>
              <a:gd name="connsiteX969" fmla="*/ 1506076 w 7467600"/>
              <a:gd name="connsiteY969" fmla="*/ 1089289 h 6858000"/>
              <a:gd name="connsiteX970" fmla="*/ 1486346 w 7467600"/>
              <a:gd name="connsiteY970" fmla="*/ 1079919 h 6858000"/>
              <a:gd name="connsiteX971" fmla="*/ 1070511 w 7467600"/>
              <a:gd name="connsiteY971" fmla="*/ 48609 h 6858000"/>
              <a:gd name="connsiteX972" fmla="*/ 1057230 w 7467600"/>
              <a:gd name="connsiteY972" fmla="*/ 0 h 6858000"/>
              <a:gd name="connsiteX973" fmla="*/ 43151 w 7467600"/>
              <a:gd name="connsiteY973" fmla="*/ 0 h 6858000"/>
              <a:gd name="connsiteX974" fmla="*/ 95283 w 7467600"/>
              <a:gd name="connsiteY974" fmla="*/ 0 h 6858000"/>
              <a:gd name="connsiteX975" fmla="*/ 300708 w 7467600"/>
              <a:gd name="connsiteY975" fmla="*/ 154571 h 6858000"/>
              <a:gd name="connsiteX976" fmla="*/ 530414 w 7467600"/>
              <a:gd name="connsiteY976" fmla="*/ 354673 h 6858000"/>
              <a:gd name="connsiteX977" fmla="*/ 333785 w 7467600"/>
              <a:gd name="connsiteY977" fmla="*/ 161564 h 6858000"/>
              <a:gd name="connsiteX978" fmla="*/ 147005 w 7467600"/>
              <a:gd name="connsiteY978" fmla="*/ 0 h 6858000"/>
              <a:gd name="connsiteX979" fmla="*/ 272509 w 7467600"/>
              <a:gd name="connsiteY979" fmla="*/ 0 h 6858000"/>
              <a:gd name="connsiteX980" fmla="*/ 326276 w 7467600"/>
              <a:gd name="connsiteY980" fmla="*/ 45847 h 6858000"/>
              <a:gd name="connsiteX981" fmla="*/ 823759 w 7467600"/>
              <a:gd name="connsiteY981" fmla="*/ 574145 h 6858000"/>
              <a:gd name="connsiteX982" fmla="*/ 811254 w 7467600"/>
              <a:gd name="connsiteY982" fmla="*/ 665546 h 6858000"/>
              <a:gd name="connsiteX983" fmla="*/ 154042 w 7467600"/>
              <a:gd name="connsiteY983" fmla="*/ 261522 h 6858000"/>
              <a:gd name="connsiteX984" fmla="*/ 13550 w 7467600"/>
              <a:gd name="connsiteY984" fmla="*/ 158423 h 6858000"/>
              <a:gd name="connsiteX985" fmla="*/ 0 w 7467600"/>
              <a:gd name="connsiteY985" fmla="*/ 146618 h 6858000"/>
              <a:gd name="connsiteX986" fmla="*/ 0 w 7467600"/>
              <a:gd name="connsiteY986" fmla="*/ 59161 h 6858000"/>
              <a:gd name="connsiteX987" fmla="*/ 45427 w 7467600"/>
              <a:gd name="connsiteY987" fmla="*/ 101078 h 6858000"/>
              <a:gd name="connsiteX988" fmla="*/ 630103 w 7467600"/>
              <a:gd name="connsiteY988" fmla="*/ 485885 h 6858000"/>
              <a:gd name="connsiteX989" fmla="*/ 532040 w 7467600"/>
              <a:gd name="connsiteY989" fmla="*/ 399359 h 6858000"/>
              <a:gd name="connsiteX990" fmla="*/ 517618 w 7467600"/>
              <a:gd name="connsiteY990" fmla="*/ 385726 h 6858000"/>
              <a:gd name="connsiteX991" fmla="*/ 285074 w 7467600"/>
              <a:gd name="connsiteY991" fmla="*/ 182755 h 6858000"/>
              <a:gd name="connsiteX992" fmla="*/ 43151 w 7467600"/>
              <a:gd name="connsiteY99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1903353 w 7467600"/>
              <a:gd name="connsiteY136" fmla="*/ 5044827 h 6858000"/>
              <a:gd name="connsiteX137" fmla="*/ 1936931 w 7467600"/>
              <a:gd name="connsiteY137" fmla="*/ 5093954 h 6858000"/>
              <a:gd name="connsiteX138" fmla="*/ 2195868 w 7467600"/>
              <a:gd name="connsiteY138" fmla="*/ 5396574 h 6858000"/>
              <a:gd name="connsiteX139" fmla="*/ 2088852 w 7467600"/>
              <a:gd name="connsiteY139" fmla="*/ 5166123 h 6858000"/>
              <a:gd name="connsiteX140" fmla="*/ 1958241 w 7467600"/>
              <a:gd name="connsiteY140" fmla="*/ 5067955 h 6858000"/>
              <a:gd name="connsiteX141" fmla="*/ 1903353 w 7467600"/>
              <a:gd name="connsiteY141" fmla="*/ 5044827 h 6858000"/>
              <a:gd name="connsiteX142" fmla="*/ 1979378 w 7467600"/>
              <a:gd name="connsiteY142" fmla="*/ 4769504 h 6858000"/>
              <a:gd name="connsiteX143" fmla="*/ 2882120 w 7467600"/>
              <a:gd name="connsiteY143" fmla="*/ 5064547 h 6858000"/>
              <a:gd name="connsiteX144" fmla="*/ 2793103 w 7467600"/>
              <a:gd name="connsiteY144" fmla="*/ 5039699 h 6858000"/>
              <a:gd name="connsiteX145" fmla="*/ 2770041 w 7467600"/>
              <a:gd name="connsiteY145" fmla="*/ 5033634 h 6858000"/>
              <a:gd name="connsiteX146" fmla="*/ 1979378 w 7467600"/>
              <a:gd name="connsiteY146" fmla="*/ 4769504 h 6858000"/>
              <a:gd name="connsiteX147" fmla="*/ 1927410 w 7467600"/>
              <a:gd name="connsiteY147" fmla="*/ 4716164 h 6858000"/>
              <a:gd name="connsiteX148" fmla="*/ 1959587 w 7467600"/>
              <a:gd name="connsiteY148" fmla="*/ 4728849 h 6858000"/>
              <a:gd name="connsiteX149" fmla="*/ 2777707 w 7467600"/>
              <a:gd name="connsiteY149" fmla="*/ 5003991 h 6858000"/>
              <a:gd name="connsiteX150" fmla="*/ 2800768 w 7467600"/>
              <a:gd name="connsiteY150" fmla="*/ 5010056 h 6858000"/>
              <a:gd name="connsiteX151" fmla="*/ 2879408 w 7467600"/>
              <a:gd name="connsiteY151" fmla="*/ 5031590 h 6858000"/>
              <a:gd name="connsiteX152" fmla="*/ 2862295 w 7467600"/>
              <a:gd name="connsiteY152" fmla="*/ 5022958 h 6858000"/>
              <a:gd name="connsiteX153" fmla="*/ 2813343 w 7467600"/>
              <a:gd name="connsiteY153" fmla="*/ 4998369 h 6858000"/>
              <a:gd name="connsiteX154" fmla="*/ 2646245 w 7467600"/>
              <a:gd name="connsiteY154" fmla="*/ 4930999 h 6858000"/>
              <a:gd name="connsiteX155" fmla="*/ 1999243 w 7467600"/>
              <a:gd name="connsiteY155" fmla="*/ 4730524 h 6858000"/>
              <a:gd name="connsiteX156" fmla="*/ 1979527 w 7467600"/>
              <a:gd name="connsiteY156" fmla="*/ 4726651 h 6858000"/>
              <a:gd name="connsiteX157" fmla="*/ 1927410 w 7467600"/>
              <a:gd name="connsiteY157" fmla="*/ 4716164 h 6858000"/>
              <a:gd name="connsiteX158" fmla="*/ 1997014 w 7467600"/>
              <a:gd name="connsiteY158" fmla="*/ 4698007 h 6858000"/>
              <a:gd name="connsiteX159" fmla="*/ 2005458 w 7467600"/>
              <a:gd name="connsiteY159" fmla="*/ 4699540 h 6858000"/>
              <a:gd name="connsiteX160" fmla="*/ 2657186 w 7467600"/>
              <a:gd name="connsiteY160" fmla="*/ 4901687 h 6858000"/>
              <a:gd name="connsiteX161" fmla="*/ 2826662 w 7467600"/>
              <a:gd name="connsiteY161" fmla="*/ 4970362 h 6858000"/>
              <a:gd name="connsiteX162" fmla="*/ 2876100 w 7467600"/>
              <a:gd name="connsiteY162" fmla="*/ 4995397 h 6858000"/>
              <a:gd name="connsiteX163" fmla="*/ 3042600 w 7467600"/>
              <a:gd name="connsiteY163" fmla="*/ 5059532 h 6858000"/>
              <a:gd name="connsiteX164" fmla="*/ 1997014 w 7467600"/>
              <a:gd name="connsiteY164" fmla="*/ 4698007 h 6858000"/>
              <a:gd name="connsiteX165" fmla="*/ 2305292 w 7467600"/>
              <a:gd name="connsiteY165" fmla="*/ 4219492 h 6858000"/>
              <a:gd name="connsiteX166" fmla="*/ 3360922 w 7467600"/>
              <a:gd name="connsiteY166" fmla="*/ 4529373 h 6858000"/>
              <a:gd name="connsiteX167" fmla="*/ 3492420 w 7467600"/>
              <a:gd name="connsiteY167" fmla="*/ 4510145 h 6858000"/>
              <a:gd name="connsiteX168" fmla="*/ 3364086 w 7467600"/>
              <a:gd name="connsiteY168" fmla="*/ 4480340 h 6858000"/>
              <a:gd name="connsiteX169" fmla="*/ 3225818 w 7467600"/>
              <a:gd name="connsiteY169" fmla="*/ 4411822 h 6858000"/>
              <a:gd name="connsiteX170" fmla="*/ 3129696 w 7467600"/>
              <a:gd name="connsiteY170" fmla="*/ 4360704 h 6858000"/>
              <a:gd name="connsiteX171" fmla="*/ 2814545 w 7467600"/>
              <a:gd name="connsiteY171" fmla="*/ 4282955 h 6858000"/>
              <a:gd name="connsiteX172" fmla="*/ 2305292 w 7467600"/>
              <a:gd name="connsiteY172" fmla="*/ 4219492 h 6858000"/>
              <a:gd name="connsiteX173" fmla="*/ 2626982 w 7467600"/>
              <a:gd name="connsiteY173" fmla="*/ 4206450 h 6858000"/>
              <a:gd name="connsiteX174" fmla="*/ 2490617 w 7467600"/>
              <a:gd name="connsiteY174" fmla="*/ 4206951 h 6858000"/>
              <a:gd name="connsiteX175" fmla="*/ 2819869 w 7467600"/>
              <a:gd name="connsiteY175" fmla="*/ 4252936 h 6858000"/>
              <a:gd name="connsiteX176" fmla="*/ 3143018 w 7467600"/>
              <a:gd name="connsiteY176" fmla="*/ 4332698 h 6858000"/>
              <a:gd name="connsiteX177" fmla="*/ 3241520 w 7467600"/>
              <a:gd name="connsiteY177" fmla="*/ 4385112 h 6858000"/>
              <a:gd name="connsiteX178" fmla="*/ 3374575 w 7467600"/>
              <a:gd name="connsiteY178" fmla="*/ 4451517 h 6858000"/>
              <a:gd name="connsiteX179" fmla="*/ 3505221 w 7467600"/>
              <a:gd name="connsiteY179" fmla="*/ 4480757 h 6858000"/>
              <a:gd name="connsiteX180" fmla="*/ 2626982 w 7467600"/>
              <a:gd name="connsiteY180" fmla="*/ 4206450 h 6858000"/>
              <a:gd name="connsiteX181" fmla="*/ 1310106 w 7467600"/>
              <a:gd name="connsiteY181" fmla="*/ 3943217 h 6858000"/>
              <a:gd name="connsiteX182" fmla="*/ 854994 w 7467600"/>
              <a:gd name="connsiteY182" fmla="*/ 4399136 h 6858000"/>
              <a:gd name="connsiteX183" fmla="*/ 742462 w 7467600"/>
              <a:gd name="connsiteY183" fmla="*/ 4594648 h 6858000"/>
              <a:gd name="connsiteX184" fmla="*/ 820602 w 7467600"/>
              <a:gd name="connsiteY184" fmla="*/ 4485915 h 6858000"/>
              <a:gd name="connsiteX185" fmla="*/ 878295 w 7467600"/>
              <a:gd name="connsiteY185" fmla="*/ 4403594 h 6858000"/>
              <a:gd name="connsiteX186" fmla="*/ 1240607 w 7467600"/>
              <a:gd name="connsiteY186" fmla="*/ 4010401 h 6858000"/>
              <a:gd name="connsiteX187" fmla="*/ 1310106 w 7467600"/>
              <a:gd name="connsiteY187" fmla="*/ 3943217 h 6858000"/>
              <a:gd name="connsiteX188" fmla="*/ 1423113 w 7467600"/>
              <a:gd name="connsiteY188" fmla="*/ 3874565 h 6858000"/>
              <a:gd name="connsiteX189" fmla="*/ 1260565 w 7467600"/>
              <a:gd name="connsiteY189" fmla="*/ 4031982 h 6858000"/>
              <a:gd name="connsiteX190" fmla="*/ 901900 w 7467600"/>
              <a:gd name="connsiteY190" fmla="*/ 4421236 h 6858000"/>
              <a:gd name="connsiteX191" fmla="*/ 845044 w 7467600"/>
              <a:gd name="connsiteY191" fmla="*/ 4502436 h 6858000"/>
              <a:gd name="connsiteX192" fmla="*/ 685926 w 7467600"/>
              <a:gd name="connsiteY192" fmla="*/ 4703069 h 6858000"/>
              <a:gd name="connsiteX193" fmla="*/ 684248 w 7467600"/>
              <a:gd name="connsiteY193" fmla="*/ 4706721 h 6858000"/>
              <a:gd name="connsiteX194" fmla="*/ 1423113 w 7467600"/>
              <a:gd name="connsiteY194" fmla="*/ 3874565 h 6858000"/>
              <a:gd name="connsiteX195" fmla="*/ 3316479 w 7467600"/>
              <a:gd name="connsiteY195" fmla="*/ 3872136 h 6858000"/>
              <a:gd name="connsiteX196" fmla="*/ 3546806 w 7467600"/>
              <a:gd name="connsiteY196" fmla="*/ 4356139 h 6858000"/>
              <a:gd name="connsiteX197" fmla="*/ 3364433 w 7467600"/>
              <a:gd name="connsiteY197" fmla="*/ 3953121 h 6858000"/>
              <a:gd name="connsiteX198" fmla="*/ 3316479 w 7467600"/>
              <a:gd name="connsiteY198" fmla="*/ 3872136 h 6858000"/>
              <a:gd name="connsiteX199" fmla="*/ 3291335 w 7467600"/>
              <a:gd name="connsiteY199" fmla="*/ 3767420 h 6858000"/>
              <a:gd name="connsiteX200" fmla="*/ 3390805 w 7467600"/>
              <a:gd name="connsiteY200" fmla="*/ 3937163 h 6858000"/>
              <a:gd name="connsiteX201" fmla="*/ 3579062 w 7467600"/>
              <a:gd name="connsiteY201" fmla="*/ 4359040 h 6858000"/>
              <a:gd name="connsiteX202" fmla="*/ 3467355 w 7467600"/>
              <a:gd name="connsiteY202" fmla="*/ 3988130 h 6858000"/>
              <a:gd name="connsiteX203" fmla="*/ 3310753 w 7467600"/>
              <a:gd name="connsiteY203" fmla="*/ 3787140 h 6858000"/>
              <a:gd name="connsiteX204" fmla="*/ 3291335 w 7467600"/>
              <a:gd name="connsiteY204" fmla="*/ 3767420 h 6858000"/>
              <a:gd name="connsiteX205" fmla="*/ 1635889 w 7467600"/>
              <a:gd name="connsiteY205" fmla="*/ 3709494 h 6858000"/>
              <a:gd name="connsiteX206" fmla="*/ 1634800 w 7467600"/>
              <a:gd name="connsiteY206" fmla="*/ 3731111 h 6858000"/>
              <a:gd name="connsiteX207" fmla="*/ 1635889 w 7467600"/>
              <a:gd name="connsiteY207" fmla="*/ 3709494 h 6858000"/>
              <a:gd name="connsiteX208" fmla="*/ 1510397 w 7467600"/>
              <a:gd name="connsiteY208" fmla="*/ 3684705 h 6858000"/>
              <a:gd name="connsiteX209" fmla="*/ 1146550 w 7467600"/>
              <a:gd name="connsiteY209" fmla="*/ 3802012 h 6858000"/>
              <a:gd name="connsiteX210" fmla="*/ 698834 w 7467600"/>
              <a:gd name="connsiteY210" fmla="*/ 3952272 h 6858000"/>
              <a:gd name="connsiteX211" fmla="*/ 34256 w 7467600"/>
              <a:gd name="connsiteY211" fmla="*/ 4347603 h 6858000"/>
              <a:gd name="connsiteX212" fmla="*/ 527241 w 7467600"/>
              <a:gd name="connsiteY212" fmla="*/ 4065078 h 6858000"/>
              <a:gd name="connsiteX213" fmla="*/ 1510397 w 7467600"/>
              <a:gd name="connsiteY213" fmla="*/ 3684705 h 6858000"/>
              <a:gd name="connsiteX214" fmla="*/ 1313114 w 7467600"/>
              <a:gd name="connsiteY214" fmla="*/ 3655216 h 6858000"/>
              <a:gd name="connsiteX215" fmla="*/ 1109304 w 7467600"/>
              <a:gd name="connsiteY215" fmla="*/ 3669030 h 6858000"/>
              <a:gd name="connsiteX216" fmla="*/ 8129 w 7467600"/>
              <a:gd name="connsiteY216" fmla="*/ 4330519 h 6858000"/>
              <a:gd name="connsiteX217" fmla="*/ 687572 w 7467600"/>
              <a:gd name="connsiteY217" fmla="*/ 3925629 h 6858000"/>
              <a:gd name="connsiteX218" fmla="*/ 1138365 w 7467600"/>
              <a:gd name="connsiteY218" fmla="*/ 3774515 h 6858000"/>
              <a:gd name="connsiteX219" fmla="*/ 1505579 w 7467600"/>
              <a:gd name="connsiteY219" fmla="*/ 3655526 h 6858000"/>
              <a:gd name="connsiteX220" fmla="*/ 1313114 w 7467600"/>
              <a:gd name="connsiteY220" fmla="*/ 3655216 h 6858000"/>
              <a:gd name="connsiteX221" fmla="*/ 3655073 w 7467600"/>
              <a:gd name="connsiteY221" fmla="*/ 3650884 h 6858000"/>
              <a:gd name="connsiteX222" fmla="*/ 3989938 w 7467600"/>
              <a:gd name="connsiteY222" fmla="*/ 3991685 h 6858000"/>
              <a:gd name="connsiteX223" fmla="*/ 4393907 w 7467600"/>
              <a:gd name="connsiteY223" fmla="*/ 4261258 h 6858000"/>
              <a:gd name="connsiteX224" fmla="*/ 4648051 w 7467600"/>
              <a:gd name="connsiteY224" fmla="*/ 4374051 h 6858000"/>
              <a:gd name="connsiteX225" fmla="*/ 4383389 w 7467600"/>
              <a:gd name="connsiteY225" fmla="*/ 4184369 h 6858000"/>
              <a:gd name="connsiteX226" fmla="*/ 4165508 w 7467600"/>
              <a:gd name="connsiteY226" fmla="*/ 4035196 h 6858000"/>
              <a:gd name="connsiteX227" fmla="*/ 4068162 w 7467600"/>
              <a:gd name="connsiteY227" fmla="*/ 3953394 h 6858000"/>
              <a:gd name="connsiteX228" fmla="*/ 3981416 w 7467600"/>
              <a:gd name="connsiteY228" fmla="*/ 3880482 h 6858000"/>
              <a:gd name="connsiteX229" fmla="*/ 3800147 w 7467600"/>
              <a:gd name="connsiteY229" fmla="*/ 3749872 h 6858000"/>
              <a:gd name="connsiteX230" fmla="*/ 3655073 w 7467600"/>
              <a:gd name="connsiteY230" fmla="*/ 3650884 h 6858000"/>
              <a:gd name="connsiteX231" fmla="*/ 3670252 w 7467600"/>
              <a:gd name="connsiteY231" fmla="*/ 3622798 h 6858000"/>
              <a:gd name="connsiteX232" fmla="*/ 3817258 w 7467600"/>
              <a:gd name="connsiteY232" fmla="*/ 3723577 h 6858000"/>
              <a:gd name="connsiteX233" fmla="*/ 4000461 w 7467600"/>
              <a:gd name="connsiteY233" fmla="*/ 3855966 h 6858000"/>
              <a:gd name="connsiteX234" fmla="*/ 4088180 w 7467600"/>
              <a:gd name="connsiteY234" fmla="*/ 3929774 h 6858000"/>
              <a:gd name="connsiteX235" fmla="*/ 4184555 w 7467600"/>
              <a:gd name="connsiteY235" fmla="*/ 4010683 h 6858000"/>
              <a:gd name="connsiteX236" fmla="*/ 4399563 w 7467600"/>
              <a:gd name="connsiteY236" fmla="*/ 4158106 h 6858000"/>
              <a:gd name="connsiteX237" fmla="*/ 4684469 w 7467600"/>
              <a:gd name="connsiteY237" fmla="*/ 4364680 h 6858000"/>
              <a:gd name="connsiteX238" fmla="*/ 4690271 w 7467600"/>
              <a:gd name="connsiteY238" fmla="*/ 4370034 h 6858000"/>
              <a:gd name="connsiteX239" fmla="*/ 4136093 w 7467600"/>
              <a:gd name="connsiteY239" fmla="*/ 3858466 h 6858000"/>
              <a:gd name="connsiteX240" fmla="*/ 3670252 w 7467600"/>
              <a:gd name="connsiteY240" fmla="*/ 3622798 h 6858000"/>
              <a:gd name="connsiteX241" fmla="*/ 4440129 w 7467600"/>
              <a:gd name="connsiteY241" fmla="*/ 3448571 h 6858000"/>
              <a:gd name="connsiteX242" fmla="*/ 4856525 w 7467600"/>
              <a:gd name="connsiteY242" fmla="*/ 3915351 h 6858000"/>
              <a:gd name="connsiteX243" fmla="*/ 5059055 w 7467600"/>
              <a:gd name="connsiteY243" fmla="*/ 4108918 h 6858000"/>
              <a:gd name="connsiteX244" fmla="*/ 5290070 w 7467600"/>
              <a:gd name="connsiteY244" fmla="*/ 4263619 h 6858000"/>
              <a:gd name="connsiteX245" fmla="*/ 4834991 w 7467600"/>
              <a:gd name="connsiteY245" fmla="*/ 3830985 h 6858000"/>
              <a:gd name="connsiteX246" fmla="*/ 4440129 w 7467600"/>
              <a:gd name="connsiteY246" fmla="*/ 3448571 h 6858000"/>
              <a:gd name="connsiteX247" fmla="*/ 4441737 w 7467600"/>
              <a:gd name="connsiteY247" fmla="*/ 3399734 h 6858000"/>
              <a:gd name="connsiteX248" fmla="*/ 4431236 w 7467600"/>
              <a:gd name="connsiteY248" fmla="*/ 3400954 h 6858000"/>
              <a:gd name="connsiteX249" fmla="*/ 4557150 w 7467600"/>
              <a:gd name="connsiteY249" fmla="*/ 3510023 h 6858000"/>
              <a:gd name="connsiteX250" fmla="*/ 4856936 w 7467600"/>
              <a:gd name="connsiteY250" fmla="*/ 3809146 h 6858000"/>
              <a:gd name="connsiteX251" fmla="*/ 5111996 w 7467600"/>
              <a:gd name="connsiteY251" fmla="*/ 4065759 h 6858000"/>
              <a:gd name="connsiteX252" fmla="*/ 5388878 w 7467600"/>
              <a:gd name="connsiteY252" fmla="*/ 4300185 h 6858000"/>
              <a:gd name="connsiteX253" fmla="*/ 5425556 w 7467600"/>
              <a:gd name="connsiteY253" fmla="*/ 4308967 h 6858000"/>
              <a:gd name="connsiteX254" fmla="*/ 4943646 w 7467600"/>
              <a:gd name="connsiteY254" fmla="*/ 3822916 h 6858000"/>
              <a:gd name="connsiteX255" fmla="*/ 4594837 w 7467600"/>
              <a:gd name="connsiteY255" fmla="*/ 3532274 h 6858000"/>
              <a:gd name="connsiteX256" fmla="*/ 4441737 w 7467600"/>
              <a:gd name="connsiteY256" fmla="*/ 3399734 h 6858000"/>
              <a:gd name="connsiteX257" fmla="*/ 5425834 w 7467600"/>
              <a:gd name="connsiteY257" fmla="*/ 3162785 h 6858000"/>
              <a:gd name="connsiteX258" fmla="*/ 5401644 w 7467600"/>
              <a:gd name="connsiteY258" fmla="*/ 3617847 h 6858000"/>
              <a:gd name="connsiteX259" fmla="*/ 5467256 w 7467600"/>
              <a:gd name="connsiteY259" fmla="*/ 4175494 h 6858000"/>
              <a:gd name="connsiteX260" fmla="*/ 5448069 w 7467600"/>
              <a:gd name="connsiteY260" fmla="*/ 3567554 h 6858000"/>
              <a:gd name="connsiteX261" fmla="*/ 5425834 w 7467600"/>
              <a:gd name="connsiteY261" fmla="*/ 3162785 h 6858000"/>
              <a:gd name="connsiteX262" fmla="*/ 1318687 w 7467600"/>
              <a:gd name="connsiteY262" fmla="*/ 3113840 h 6858000"/>
              <a:gd name="connsiteX263" fmla="*/ 1066793 w 7467600"/>
              <a:gd name="connsiteY263" fmla="*/ 3212171 h 6858000"/>
              <a:gd name="connsiteX264" fmla="*/ 993319 w 7467600"/>
              <a:gd name="connsiteY264" fmla="*/ 3247648 h 6858000"/>
              <a:gd name="connsiteX265" fmla="*/ 853081 w 7467600"/>
              <a:gd name="connsiteY265" fmla="*/ 3312410 h 6858000"/>
              <a:gd name="connsiteX266" fmla="*/ 805957 w 7467600"/>
              <a:gd name="connsiteY266" fmla="*/ 3330443 h 6858000"/>
              <a:gd name="connsiteX267" fmla="*/ 1318687 w 7467600"/>
              <a:gd name="connsiteY267" fmla="*/ 3113840 h 6858000"/>
              <a:gd name="connsiteX268" fmla="*/ 5453702 w 7467600"/>
              <a:gd name="connsiteY268" fmla="*/ 3090882 h 6858000"/>
              <a:gd name="connsiteX269" fmla="*/ 5480135 w 7467600"/>
              <a:gd name="connsiteY269" fmla="*/ 3565802 h 6858000"/>
              <a:gd name="connsiteX270" fmla="*/ 5499023 w 7467600"/>
              <a:gd name="connsiteY270" fmla="*/ 4166310 h 6858000"/>
              <a:gd name="connsiteX271" fmla="*/ 5547022 w 7467600"/>
              <a:gd name="connsiteY271" fmla="*/ 3607838 h 6858000"/>
              <a:gd name="connsiteX272" fmla="*/ 5515964 w 7467600"/>
              <a:gd name="connsiteY272" fmla="*/ 3378541 h 6858000"/>
              <a:gd name="connsiteX273" fmla="*/ 5453702 w 7467600"/>
              <a:gd name="connsiteY273" fmla="*/ 3090882 h 6858000"/>
              <a:gd name="connsiteX274" fmla="*/ 1238695 w 7467600"/>
              <a:gd name="connsiteY274" fmla="*/ 3076820 h 6858000"/>
              <a:gd name="connsiteX275" fmla="*/ 716371 w 7467600"/>
              <a:gd name="connsiteY275" fmla="*/ 3293249 h 6858000"/>
              <a:gd name="connsiteX276" fmla="*/ 579522 w 7467600"/>
              <a:gd name="connsiteY276" fmla="*/ 3371759 h 6858000"/>
              <a:gd name="connsiteX277" fmla="*/ 600288 w 7467600"/>
              <a:gd name="connsiteY277" fmla="*/ 3365555 h 6858000"/>
              <a:gd name="connsiteX278" fmla="*/ 840692 w 7467600"/>
              <a:gd name="connsiteY278" fmla="*/ 3284921 h 6858000"/>
              <a:gd name="connsiteX279" fmla="*/ 979248 w 7467600"/>
              <a:gd name="connsiteY279" fmla="*/ 3221003 h 6858000"/>
              <a:gd name="connsiteX280" fmla="*/ 1053282 w 7467600"/>
              <a:gd name="connsiteY280" fmla="*/ 3185247 h 6858000"/>
              <a:gd name="connsiteX281" fmla="*/ 1320603 w 7467600"/>
              <a:gd name="connsiteY281" fmla="*/ 3081281 h 6858000"/>
              <a:gd name="connsiteX282" fmla="*/ 1238695 w 7467600"/>
              <a:gd name="connsiteY282" fmla="*/ 3076820 h 6858000"/>
              <a:gd name="connsiteX283" fmla="*/ 5425627 w 7467600"/>
              <a:gd name="connsiteY283" fmla="*/ 2954192 h 6858000"/>
              <a:gd name="connsiteX284" fmla="*/ 5470770 w 7467600"/>
              <a:gd name="connsiteY284" fmla="*/ 3005435 h 6858000"/>
              <a:gd name="connsiteX285" fmla="*/ 5519779 w 7467600"/>
              <a:gd name="connsiteY285" fmla="*/ 4359223 h 6858000"/>
              <a:gd name="connsiteX286" fmla="*/ 5520293 w 7467600"/>
              <a:gd name="connsiteY286" fmla="*/ 4360602 h 6858000"/>
              <a:gd name="connsiteX287" fmla="*/ 5767221 w 7467600"/>
              <a:gd name="connsiteY287" fmla="*/ 4665564 h 6858000"/>
              <a:gd name="connsiteX288" fmla="*/ 6937169 w 7467600"/>
              <a:gd name="connsiteY288" fmla="*/ 4815941 h 6858000"/>
              <a:gd name="connsiteX289" fmla="*/ 6953922 w 7467600"/>
              <a:gd name="connsiteY289" fmla="*/ 4890068 h 6858000"/>
              <a:gd name="connsiteX290" fmla="*/ 6071359 w 7467600"/>
              <a:gd name="connsiteY290" fmla="*/ 4770770 h 6858000"/>
              <a:gd name="connsiteX291" fmla="*/ 6038839 w 7467600"/>
              <a:gd name="connsiteY291" fmla="*/ 4764474 h 6858000"/>
              <a:gd name="connsiteX292" fmla="*/ 6038706 w 7467600"/>
              <a:gd name="connsiteY292" fmla="*/ 4763847 h 6858000"/>
              <a:gd name="connsiteX293" fmla="*/ 6037784 w 7467600"/>
              <a:gd name="connsiteY293" fmla="*/ 4764270 h 6858000"/>
              <a:gd name="connsiteX294" fmla="*/ 6038839 w 7467600"/>
              <a:gd name="connsiteY294" fmla="*/ 4764474 h 6858000"/>
              <a:gd name="connsiteX295" fmla="*/ 6040338 w 7467600"/>
              <a:gd name="connsiteY295" fmla="*/ 4771418 h 6858000"/>
              <a:gd name="connsiteX296" fmla="*/ 6024488 w 7467600"/>
              <a:gd name="connsiteY296" fmla="*/ 4809903 h 6858000"/>
              <a:gd name="connsiteX297" fmla="*/ 5599771 w 7467600"/>
              <a:gd name="connsiteY297" fmla="*/ 5509652 h 6858000"/>
              <a:gd name="connsiteX298" fmla="*/ 5548843 w 7467600"/>
              <a:gd name="connsiteY298" fmla="*/ 5563845 h 6858000"/>
              <a:gd name="connsiteX299" fmla="*/ 5940952 w 7467600"/>
              <a:gd name="connsiteY299" fmla="*/ 6250028 h 6858000"/>
              <a:gd name="connsiteX300" fmla="*/ 6043441 w 7467600"/>
              <a:gd name="connsiteY300" fmla="*/ 6665847 h 6858000"/>
              <a:gd name="connsiteX301" fmla="*/ 6093432 w 7467600"/>
              <a:gd name="connsiteY301" fmla="*/ 6858000 h 6858000"/>
              <a:gd name="connsiteX302" fmla="*/ 6034344 w 7467600"/>
              <a:gd name="connsiteY302" fmla="*/ 6858000 h 6858000"/>
              <a:gd name="connsiteX303" fmla="*/ 6026679 w 7467600"/>
              <a:gd name="connsiteY303" fmla="*/ 6836959 h 6858000"/>
              <a:gd name="connsiteX304" fmla="*/ 5800441 w 7467600"/>
              <a:gd name="connsiteY304" fmla="*/ 6335286 h 6858000"/>
              <a:gd name="connsiteX305" fmla="*/ 5526562 w 7467600"/>
              <a:gd name="connsiteY305" fmla="*/ 5705388 h 6858000"/>
              <a:gd name="connsiteX306" fmla="*/ 5519640 w 7467600"/>
              <a:gd name="connsiteY306" fmla="*/ 5683774 h 6858000"/>
              <a:gd name="connsiteX307" fmla="*/ 5844559 w 7467600"/>
              <a:gd name="connsiteY307" fmla="*/ 6553349 h 6858000"/>
              <a:gd name="connsiteX308" fmla="*/ 5975994 w 7467600"/>
              <a:gd name="connsiteY308" fmla="*/ 6858000 h 6858000"/>
              <a:gd name="connsiteX309" fmla="*/ 5898547 w 7467600"/>
              <a:gd name="connsiteY309" fmla="*/ 6858000 h 6858000"/>
              <a:gd name="connsiteX310" fmla="*/ 5682041 w 7467600"/>
              <a:gd name="connsiteY310" fmla="*/ 6355860 h 6858000"/>
              <a:gd name="connsiteX311" fmla="*/ 5461758 w 7467600"/>
              <a:gd name="connsiteY311" fmla="*/ 5820220 h 6858000"/>
              <a:gd name="connsiteX312" fmla="*/ 5237282 w 7467600"/>
              <a:gd name="connsiteY312" fmla="*/ 6579086 h 6858000"/>
              <a:gd name="connsiteX313" fmla="*/ 5115009 w 7467600"/>
              <a:gd name="connsiteY313" fmla="*/ 6858000 h 6858000"/>
              <a:gd name="connsiteX314" fmla="*/ 5028074 w 7467600"/>
              <a:gd name="connsiteY314" fmla="*/ 6858000 h 6858000"/>
              <a:gd name="connsiteX315" fmla="*/ 5079508 w 7467600"/>
              <a:gd name="connsiteY315" fmla="*/ 6749074 h 6858000"/>
              <a:gd name="connsiteX316" fmla="*/ 5371846 w 7467600"/>
              <a:gd name="connsiteY316" fmla="*/ 5924413 h 6858000"/>
              <a:gd name="connsiteX317" fmla="*/ 5270512 w 7467600"/>
              <a:gd name="connsiteY317" fmla="*/ 6138975 h 6858000"/>
              <a:gd name="connsiteX318" fmla="*/ 5062409 w 7467600"/>
              <a:gd name="connsiteY318" fmla="*/ 6653544 h 6858000"/>
              <a:gd name="connsiteX319" fmla="*/ 5036628 w 7467600"/>
              <a:gd name="connsiteY319" fmla="*/ 6754247 h 6858000"/>
              <a:gd name="connsiteX320" fmla="*/ 5009112 w 7467600"/>
              <a:gd name="connsiteY320" fmla="*/ 6858000 h 6858000"/>
              <a:gd name="connsiteX321" fmla="*/ 4976679 w 7467600"/>
              <a:gd name="connsiteY321" fmla="*/ 6858000 h 6858000"/>
              <a:gd name="connsiteX322" fmla="*/ 5006537 w 7467600"/>
              <a:gd name="connsiteY322" fmla="*/ 6747068 h 6858000"/>
              <a:gd name="connsiteX323" fmla="*/ 5032723 w 7467600"/>
              <a:gd name="connsiteY323" fmla="*/ 6644957 h 6858000"/>
              <a:gd name="connsiteX324" fmla="*/ 5242949 w 7467600"/>
              <a:gd name="connsiteY324" fmla="*/ 6125175 h 6858000"/>
              <a:gd name="connsiteX325" fmla="*/ 5286321 w 7467600"/>
              <a:gd name="connsiteY325" fmla="*/ 6033555 h 6858000"/>
              <a:gd name="connsiteX326" fmla="*/ 5008210 w 7467600"/>
              <a:gd name="connsiteY326" fmla="*/ 6649194 h 6858000"/>
              <a:gd name="connsiteX327" fmla="*/ 4986321 w 7467600"/>
              <a:gd name="connsiteY327" fmla="*/ 6765687 h 6858000"/>
              <a:gd name="connsiteX328" fmla="*/ 4973474 w 7467600"/>
              <a:gd name="connsiteY328" fmla="*/ 6858000 h 6858000"/>
              <a:gd name="connsiteX329" fmla="*/ 4907178 w 7467600"/>
              <a:gd name="connsiteY329" fmla="*/ 6858000 h 6858000"/>
              <a:gd name="connsiteX330" fmla="*/ 4910810 w 7467600"/>
              <a:gd name="connsiteY330" fmla="*/ 6829660 h 6858000"/>
              <a:gd name="connsiteX331" fmla="*/ 4987461 w 7467600"/>
              <a:gd name="connsiteY331" fmla="*/ 6432994 h 6858000"/>
              <a:gd name="connsiteX332" fmla="*/ 5179262 w 7467600"/>
              <a:gd name="connsiteY332" fmla="*/ 6035044 h 6858000"/>
              <a:gd name="connsiteX333" fmla="*/ 4689678 w 7467600"/>
              <a:gd name="connsiteY333" fmla="*/ 6440241 h 6858000"/>
              <a:gd name="connsiteX334" fmla="*/ 4477543 w 7467600"/>
              <a:gd name="connsiteY334" fmla="*/ 6674836 h 6858000"/>
              <a:gd name="connsiteX335" fmla="*/ 4329957 w 7467600"/>
              <a:gd name="connsiteY335" fmla="*/ 6858000 h 6858000"/>
              <a:gd name="connsiteX336" fmla="*/ 4218595 w 7467600"/>
              <a:gd name="connsiteY336" fmla="*/ 6858000 h 6858000"/>
              <a:gd name="connsiteX337" fmla="*/ 4368888 w 7467600"/>
              <a:gd name="connsiteY337" fmla="*/ 6668412 h 6858000"/>
              <a:gd name="connsiteX338" fmla="*/ 4563091 w 7467600"/>
              <a:gd name="connsiteY338" fmla="*/ 6442508 h 6858000"/>
              <a:gd name="connsiteX339" fmla="*/ 5387324 w 7467600"/>
              <a:gd name="connsiteY339" fmla="*/ 5705830 h 6858000"/>
              <a:gd name="connsiteX340" fmla="*/ 5073620 w 7467600"/>
              <a:gd name="connsiteY340" fmla="*/ 5955437 h 6858000"/>
              <a:gd name="connsiteX341" fmla="*/ 4689789 w 7467600"/>
              <a:gd name="connsiteY341" fmla="*/ 6268382 h 6858000"/>
              <a:gd name="connsiteX342" fmla="*/ 4418722 w 7467600"/>
              <a:gd name="connsiteY342" fmla="*/ 6570886 h 6858000"/>
              <a:gd name="connsiteX343" fmla="*/ 4214944 w 7467600"/>
              <a:gd name="connsiteY343" fmla="*/ 6858000 h 6858000"/>
              <a:gd name="connsiteX344" fmla="*/ 4177898 w 7467600"/>
              <a:gd name="connsiteY344" fmla="*/ 6858000 h 6858000"/>
              <a:gd name="connsiteX345" fmla="*/ 4391597 w 7467600"/>
              <a:gd name="connsiteY345" fmla="*/ 6556370 h 6858000"/>
              <a:gd name="connsiteX346" fmla="*/ 4668889 w 7467600"/>
              <a:gd name="connsiteY346" fmla="*/ 6246399 h 6858000"/>
              <a:gd name="connsiteX347" fmla="*/ 5055427 w 7467600"/>
              <a:gd name="connsiteY347" fmla="*/ 5931476 h 6858000"/>
              <a:gd name="connsiteX348" fmla="*/ 5371814 w 7467600"/>
              <a:gd name="connsiteY348" fmla="*/ 5678975 h 6858000"/>
              <a:gd name="connsiteX349" fmla="*/ 4987918 w 7467600"/>
              <a:gd name="connsiteY349" fmla="*/ 5838701 h 6858000"/>
              <a:gd name="connsiteX350" fmla="*/ 4317146 w 7467600"/>
              <a:gd name="connsiteY350" fmla="*/ 6587716 h 6858000"/>
              <a:gd name="connsiteX351" fmla="*/ 4171627 w 7467600"/>
              <a:gd name="connsiteY351" fmla="*/ 6858000 h 6858000"/>
              <a:gd name="connsiteX352" fmla="*/ 4081585 w 7467600"/>
              <a:gd name="connsiteY352" fmla="*/ 6858000 h 6858000"/>
              <a:gd name="connsiteX353" fmla="*/ 4238603 w 7467600"/>
              <a:gd name="connsiteY353" fmla="*/ 6559341 h 6858000"/>
              <a:gd name="connsiteX354" fmla="*/ 4778333 w 7467600"/>
              <a:gd name="connsiteY354" fmla="*/ 5873626 h 6858000"/>
              <a:gd name="connsiteX355" fmla="*/ 5414185 w 7467600"/>
              <a:gd name="connsiteY355" fmla="*/ 5573882 h 6858000"/>
              <a:gd name="connsiteX356" fmla="*/ 5959648 w 7467600"/>
              <a:gd name="connsiteY356" fmla="*/ 4760797 h 6858000"/>
              <a:gd name="connsiteX357" fmla="*/ 5355019 w 7467600"/>
              <a:gd name="connsiteY357" fmla="*/ 4734672 h 6858000"/>
              <a:gd name="connsiteX358" fmla="*/ 5083565 w 7467600"/>
              <a:gd name="connsiteY358" fmla="*/ 5179121 h 6858000"/>
              <a:gd name="connsiteX359" fmla="*/ 4713577 w 7467600"/>
              <a:gd name="connsiteY359" fmla="*/ 5616803 h 6858000"/>
              <a:gd name="connsiteX360" fmla="*/ 3989559 w 7467600"/>
              <a:gd name="connsiteY360" fmla="*/ 6145945 h 6858000"/>
              <a:gd name="connsiteX361" fmla="*/ 3939824 w 7467600"/>
              <a:gd name="connsiteY361" fmla="*/ 6066900 h 6858000"/>
              <a:gd name="connsiteX362" fmla="*/ 4584537 w 7467600"/>
              <a:gd name="connsiteY362" fmla="*/ 5324826 h 6858000"/>
              <a:gd name="connsiteX363" fmla="*/ 5037105 w 7467600"/>
              <a:gd name="connsiteY363" fmla="*/ 5088765 h 6858000"/>
              <a:gd name="connsiteX364" fmla="*/ 5039930 w 7467600"/>
              <a:gd name="connsiteY364" fmla="*/ 5089585 h 6858000"/>
              <a:gd name="connsiteX365" fmla="*/ 5263764 w 7467600"/>
              <a:gd name="connsiteY365" fmla="*/ 4735525 h 6858000"/>
              <a:gd name="connsiteX366" fmla="*/ 4086300 w 7467600"/>
              <a:gd name="connsiteY366" fmla="*/ 4884599 h 6858000"/>
              <a:gd name="connsiteX367" fmla="*/ 4085485 w 7467600"/>
              <a:gd name="connsiteY367" fmla="*/ 4899070 h 6858000"/>
              <a:gd name="connsiteX368" fmla="*/ 3871915 w 7467600"/>
              <a:gd name="connsiteY368" fmla="*/ 5253645 h 6858000"/>
              <a:gd name="connsiteX369" fmla="*/ 3799374 w 7467600"/>
              <a:gd name="connsiteY369" fmla="*/ 5466127 h 6858000"/>
              <a:gd name="connsiteX370" fmla="*/ 3498850 w 7467600"/>
              <a:gd name="connsiteY370" fmla="*/ 6661888 h 6858000"/>
              <a:gd name="connsiteX371" fmla="*/ 3399216 w 7467600"/>
              <a:gd name="connsiteY371" fmla="*/ 6858000 h 6858000"/>
              <a:gd name="connsiteX372" fmla="*/ 3303688 w 7467600"/>
              <a:gd name="connsiteY372" fmla="*/ 6858000 h 6858000"/>
              <a:gd name="connsiteX373" fmla="*/ 3391774 w 7467600"/>
              <a:gd name="connsiteY373" fmla="*/ 6697181 h 6858000"/>
              <a:gd name="connsiteX374" fmla="*/ 3735540 w 7467600"/>
              <a:gd name="connsiteY374" fmla="*/ 5546923 h 6858000"/>
              <a:gd name="connsiteX375" fmla="*/ 3729438 w 7467600"/>
              <a:gd name="connsiteY375" fmla="*/ 5569058 h 6858000"/>
              <a:gd name="connsiteX376" fmla="*/ 3707782 w 7467600"/>
              <a:gd name="connsiteY376" fmla="*/ 5644908 h 6858000"/>
              <a:gd name="connsiteX377" fmla="*/ 3583827 w 7467600"/>
              <a:gd name="connsiteY377" fmla="*/ 6039215 h 6858000"/>
              <a:gd name="connsiteX378" fmla="*/ 3547861 w 7467600"/>
              <a:gd name="connsiteY378" fmla="*/ 6129609 h 6858000"/>
              <a:gd name="connsiteX379" fmla="*/ 3490905 w 7467600"/>
              <a:gd name="connsiteY379" fmla="*/ 6277660 h 6858000"/>
              <a:gd name="connsiteX380" fmla="*/ 3455859 w 7467600"/>
              <a:gd name="connsiteY380" fmla="*/ 6391301 h 6858000"/>
              <a:gd name="connsiteX381" fmla="*/ 3429112 w 7467600"/>
              <a:gd name="connsiteY381" fmla="*/ 6479469 h 6858000"/>
              <a:gd name="connsiteX382" fmla="*/ 3304862 w 7467600"/>
              <a:gd name="connsiteY382" fmla="*/ 6796476 h 6858000"/>
              <a:gd name="connsiteX383" fmla="*/ 3276071 w 7467600"/>
              <a:gd name="connsiteY383" fmla="*/ 6858000 h 6858000"/>
              <a:gd name="connsiteX384" fmla="*/ 3240805 w 7467600"/>
              <a:gd name="connsiteY384" fmla="*/ 6858000 h 6858000"/>
              <a:gd name="connsiteX385" fmla="*/ 3275917 w 7467600"/>
              <a:gd name="connsiteY385" fmla="*/ 6783192 h 6858000"/>
              <a:gd name="connsiteX386" fmla="*/ 3399358 w 7467600"/>
              <a:gd name="connsiteY386" fmla="*/ 6469011 h 6858000"/>
              <a:gd name="connsiteX387" fmla="*/ 3425650 w 7467600"/>
              <a:gd name="connsiteY387" fmla="*/ 6381333 h 6858000"/>
              <a:gd name="connsiteX388" fmla="*/ 3460661 w 7467600"/>
              <a:gd name="connsiteY388" fmla="*/ 6266763 h 6858000"/>
              <a:gd name="connsiteX389" fmla="*/ 3518021 w 7467600"/>
              <a:gd name="connsiteY389" fmla="*/ 6117298 h 6858000"/>
              <a:gd name="connsiteX390" fmla="*/ 3554035 w 7467600"/>
              <a:gd name="connsiteY390" fmla="*/ 6027832 h 6858000"/>
              <a:gd name="connsiteX391" fmla="*/ 3677174 w 7467600"/>
              <a:gd name="connsiteY391" fmla="*/ 5636351 h 6858000"/>
              <a:gd name="connsiteX392" fmla="*/ 3698819 w 7467600"/>
              <a:gd name="connsiteY392" fmla="*/ 5560503 h 6858000"/>
              <a:gd name="connsiteX393" fmla="*/ 3702094 w 7467600"/>
              <a:gd name="connsiteY393" fmla="*/ 5549194 h 6858000"/>
              <a:gd name="connsiteX394" fmla="*/ 3398355 w 7467600"/>
              <a:gd name="connsiteY394" fmla="*/ 6094603 h 6858000"/>
              <a:gd name="connsiteX395" fmla="*/ 3193941 w 7467600"/>
              <a:gd name="connsiteY395" fmla="*/ 6798775 h 6858000"/>
              <a:gd name="connsiteX396" fmla="*/ 3184140 w 7467600"/>
              <a:gd name="connsiteY396" fmla="*/ 6858000 h 6858000"/>
              <a:gd name="connsiteX397" fmla="*/ 3099978 w 7467600"/>
              <a:gd name="connsiteY397" fmla="*/ 6858000 h 6858000"/>
              <a:gd name="connsiteX398" fmla="*/ 3101556 w 7467600"/>
              <a:gd name="connsiteY398" fmla="*/ 6843337 h 6858000"/>
              <a:gd name="connsiteX399" fmla="*/ 3370162 w 7467600"/>
              <a:gd name="connsiteY399" fmla="*/ 5785550 h 6858000"/>
              <a:gd name="connsiteX400" fmla="*/ 3746477 w 7467600"/>
              <a:gd name="connsiteY400" fmla="*/ 5377889 h 6858000"/>
              <a:gd name="connsiteX401" fmla="*/ 3863399 w 7467600"/>
              <a:gd name="connsiteY401" fmla="*/ 5087257 h 6858000"/>
              <a:gd name="connsiteX402" fmla="*/ 3968712 w 7467600"/>
              <a:gd name="connsiteY402" fmla="*/ 4913989 h 6858000"/>
              <a:gd name="connsiteX403" fmla="*/ 2792390 w 7467600"/>
              <a:gd name="connsiteY403" fmla="*/ 5382974 h 6858000"/>
              <a:gd name="connsiteX404" fmla="*/ 2714982 w 7467600"/>
              <a:gd name="connsiteY404" fmla="*/ 5427051 h 6858000"/>
              <a:gd name="connsiteX405" fmla="*/ 2813361 w 7467600"/>
              <a:gd name="connsiteY405" fmla="*/ 6023912 h 6858000"/>
              <a:gd name="connsiteX406" fmla="*/ 2688430 w 7467600"/>
              <a:gd name="connsiteY406" fmla="*/ 6801564 h 6858000"/>
              <a:gd name="connsiteX407" fmla="*/ 2629626 w 7467600"/>
              <a:gd name="connsiteY407" fmla="*/ 6763394 h 6858000"/>
              <a:gd name="connsiteX408" fmla="*/ 2565328 w 7467600"/>
              <a:gd name="connsiteY408" fmla="*/ 5516399 h 6858000"/>
              <a:gd name="connsiteX409" fmla="*/ 1922999 w 7467600"/>
              <a:gd name="connsiteY409" fmla="*/ 5980343 h 6858000"/>
              <a:gd name="connsiteX410" fmla="*/ 1950261 w 7467600"/>
              <a:gd name="connsiteY410" fmla="*/ 6405858 h 6858000"/>
              <a:gd name="connsiteX411" fmla="*/ 2365554 w 7467600"/>
              <a:gd name="connsiteY411" fmla="*/ 6759107 h 6858000"/>
              <a:gd name="connsiteX412" fmla="*/ 2424142 w 7467600"/>
              <a:gd name="connsiteY412" fmla="*/ 6858000 h 6858000"/>
              <a:gd name="connsiteX413" fmla="*/ 2395994 w 7467600"/>
              <a:gd name="connsiteY413" fmla="*/ 6858000 h 6858000"/>
              <a:gd name="connsiteX414" fmla="*/ 2392863 w 7467600"/>
              <a:gd name="connsiteY414" fmla="*/ 6852964 h 6858000"/>
              <a:gd name="connsiteX415" fmla="*/ 2017589 w 7467600"/>
              <a:gd name="connsiteY415" fmla="*/ 6493982 h 6858000"/>
              <a:gd name="connsiteX416" fmla="*/ 2147336 w 7467600"/>
              <a:gd name="connsiteY416" fmla="*/ 6594052 h 6858000"/>
              <a:gd name="connsiteX417" fmla="*/ 2207047 w 7467600"/>
              <a:gd name="connsiteY417" fmla="*/ 6654540 h 6858000"/>
              <a:gd name="connsiteX418" fmla="*/ 2299106 w 7467600"/>
              <a:gd name="connsiteY418" fmla="*/ 6778931 h 6858000"/>
              <a:gd name="connsiteX419" fmla="*/ 2314430 w 7467600"/>
              <a:gd name="connsiteY419" fmla="*/ 6801144 h 6858000"/>
              <a:gd name="connsiteX420" fmla="*/ 2352406 w 7467600"/>
              <a:gd name="connsiteY420" fmla="*/ 6858000 h 6858000"/>
              <a:gd name="connsiteX421" fmla="*/ 2314492 w 7467600"/>
              <a:gd name="connsiteY421" fmla="*/ 6858000 h 6858000"/>
              <a:gd name="connsiteX422" fmla="*/ 2288095 w 7467600"/>
              <a:gd name="connsiteY422" fmla="*/ 6818030 h 6858000"/>
              <a:gd name="connsiteX423" fmla="*/ 2272768 w 7467600"/>
              <a:gd name="connsiteY423" fmla="*/ 6795822 h 6858000"/>
              <a:gd name="connsiteX424" fmla="*/ 2182715 w 7467600"/>
              <a:gd name="connsiteY424" fmla="*/ 6675071 h 6858000"/>
              <a:gd name="connsiteX425" fmla="*/ 2032061 w 7467600"/>
              <a:gd name="connsiteY425" fmla="*/ 6541380 h 6858000"/>
              <a:gd name="connsiteX426" fmla="*/ 2257220 w 7467600"/>
              <a:gd name="connsiteY426" fmla="*/ 6826257 h 6858000"/>
              <a:gd name="connsiteX427" fmla="*/ 2281324 w 7467600"/>
              <a:gd name="connsiteY427" fmla="*/ 6858000 h 6858000"/>
              <a:gd name="connsiteX428" fmla="*/ 2242860 w 7467600"/>
              <a:gd name="connsiteY428" fmla="*/ 6858000 h 6858000"/>
              <a:gd name="connsiteX429" fmla="*/ 2232818 w 7467600"/>
              <a:gd name="connsiteY429" fmla="*/ 6844926 h 6858000"/>
              <a:gd name="connsiteX430" fmla="*/ 1990172 w 7467600"/>
              <a:gd name="connsiteY430" fmla="*/ 6542121 h 6858000"/>
              <a:gd name="connsiteX431" fmla="*/ 2124090 w 7467600"/>
              <a:gd name="connsiteY431" fmla="*/ 6761017 h 6858000"/>
              <a:gd name="connsiteX432" fmla="*/ 2200380 w 7467600"/>
              <a:gd name="connsiteY432" fmla="*/ 6858000 h 6858000"/>
              <a:gd name="connsiteX433" fmla="*/ 2147507 w 7467600"/>
              <a:gd name="connsiteY433" fmla="*/ 6858000 h 6858000"/>
              <a:gd name="connsiteX434" fmla="*/ 2070668 w 7467600"/>
              <a:gd name="connsiteY434" fmla="*/ 6761520 h 6858000"/>
              <a:gd name="connsiteX435" fmla="*/ 1975142 w 7467600"/>
              <a:gd name="connsiteY435" fmla="*/ 6585570 h 6858000"/>
              <a:gd name="connsiteX436" fmla="*/ 2050035 w 7467600"/>
              <a:gd name="connsiteY436" fmla="*/ 6813345 h 6858000"/>
              <a:gd name="connsiteX437" fmla="*/ 2063025 w 7467600"/>
              <a:gd name="connsiteY437" fmla="*/ 6858000 h 6858000"/>
              <a:gd name="connsiteX438" fmla="*/ 2021675 w 7467600"/>
              <a:gd name="connsiteY438" fmla="*/ 6858000 h 6858000"/>
              <a:gd name="connsiteX439" fmla="*/ 2019308 w 7467600"/>
              <a:gd name="connsiteY439" fmla="*/ 6847118 h 6858000"/>
              <a:gd name="connsiteX440" fmla="*/ 1938835 w 7467600"/>
              <a:gd name="connsiteY440" fmla="*/ 6551160 h 6858000"/>
              <a:gd name="connsiteX441" fmla="*/ 1953230 w 7467600"/>
              <a:gd name="connsiteY441" fmla="*/ 6759699 h 6858000"/>
              <a:gd name="connsiteX442" fmla="*/ 1956763 w 7467600"/>
              <a:gd name="connsiteY442" fmla="*/ 6778191 h 6858000"/>
              <a:gd name="connsiteX443" fmla="*/ 1967925 w 7467600"/>
              <a:gd name="connsiteY443" fmla="*/ 6858000 h 6858000"/>
              <a:gd name="connsiteX444" fmla="*/ 1936622 w 7467600"/>
              <a:gd name="connsiteY444" fmla="*/ 6858000 h 6858000"/>
              <a:gd name="connsiteX445" fmla="*/ 1926261 w 7467600"/>
              <a:gd name="connsiteY445" fmla="*/ 6784064 h 6858000"/>
              <a:gd name="connsiteX446" fmla="*/ 1922724 w 7467600"/>
              <a:gd name="connsiteY446" fmla="*/ 6765577 h 6858000"/>
              <a:gd name="connsiteX447" fmla="*/ 1904650 w 7467600"/>
              <a:gd name="connsiteY447" fmla="*/ 6639616 h 6858000"/>
              <a:gd name="connsiteX448" fmla="*/ 1885273 w 7467600"/>
              <a:gd name="connsiteY448" fmla="*/ 6858000 h 6858000"/>
              <a:gd name="connsiteX449" fmla="*/ 1854363 w 7467600"/>
              <a:gd name="connsiteY449" fmla="*/ 6858000 h 6858000"/>
              <a:gd name="connsiteX450" fmla="*/ 1880391 w 7467600"/>
              <a:gd name="connsiteY450" fmla="*/ 6603796 h 6858000"/>
              <a:gd name="connsiteX451" fmla="*/ 1818273 w 7467600"/>
              <a:gd name="connsiteY451" fmla="*/ 6715729 h 6858000"/>
              <a:gd name="connsiteX452" fmla="*/ 1794691 w 7467600"/>
              <a:gd name="connsiteY452" fmla="*/ 6843239 h 6858000"/>
              <a:gd name="connsiteX453" fmla="*/ 1794914 w 7467600"/>
              <a:gd name="connsiteY453" fmla="*/ 6858000 h 6858000"/>
              <a:gd name="connsiteX454" fmla="*/ 1746128 w 7467600"/>
              <a:gd name="connsiteY454" fmla="*/ 6858000 h 6858000"/>
              <a:gd name="connsiteX455" fmla="*/ 1753934 w 7467600"/>
              <a:gd name="connsiteY455" fmla="*/ 6724796 h 6858000"/>
              <a:gd name="connsiteX456" fmla="*/ 1792053 w 7467600"/>
              <a:gd name="connsiteY456" fmla="*/ 6572396 h 6858000"/>
              <a:gd name="connsiteX457" fmla="*/ 1862248 w 7467600"/>
              <a:gd name="connsiteY457" fmla="*/ 6266397 h 6858000"/>
              <a:gd name="connsiteX458" fmla="*/ 1862250 w 7467600"/>
              <a:gd name="connsiteY458" fmla="*/ 6033531 h 6858000"/>
              <a:gd name="connsiteX459" fmla="*/ 1211999 w 7467600"/>
              <a:gd name="connsiteY459" fmla="*/ 6683610 h 6858000"/>
              <a:gd name="connsiteX460" fmla="*/ 1213266 w 7467600"/>
              <a:gd name="connsiteY460" fmla="*/ 6691947 h 6858000"/>
              <a:gd name="connsiteX461" fmla="*/ 1203370 w 7467600"/>
              <a:gd name="connsiteY461" fmla="*/ 6850676 h 6858000"/>
              <a:gd name="connsiteX462" fmla="*/ 1203671 w 7467600"/>
              <a:gd name="connsiteY462" fmla="*/ 6858000 h 6858000"/>
              <a:gd name="connsiteX463" fmla="*/ 1143180 w 7467600"/>
              <a:gd name="connsiteY463" fmla="*/ 6858000 h 6858000"/>
              <a:gd name="connsiteX464" fmla="*/ 1142176 w 7467600"/>
              <a:gd name="connsiteY464" fmla="*/ 6766045 h 6858000"/>
              <a:gd name="connsiteX465" fmla="*/ 1067484 w 7467600"/>
              <a:gd name="connsiteY465" fmla="*/ 6858000 h 6858000"/>
              <a:gd name="connsiteX466" fmla="*/ 953928 w 7467600"/>
              <a:gd name="connsiteY466" fmla="*/ 6858000 h 6858000"/>
              <a:gd name="connsiteX467" fmla="*/ 959715 w 7467600"/>
              <a:gd name="connsiteY467" fmla="*/ 6850185 h 6858000"/>
              <a:gd name="connsiteX468" fmla="*/ 1483788 w 7467600"/>
              <a:gd name="connsiteY468" fmla="*/ 6259174 h 6858000"/>
              <a:gd name="connsiteX469" fmla="*/ 1100671 w 7467600"/>
              <a:gd name="connsiteY469" fmla="*/ 6252137 h 6858000"/>
              <a:gd name="connsiteX470" fmla="*/ 1090144 w 7467600"/>
              <a:gd name="connsiteY470" fmla="*/ 6256748 h 6858000"/>
              <a:gd name="connsiteX471" fmla="*/ 1095872 w 7467600"/>
              <a:gd name="connsiteY471" fmla="*/ 6271892 h 6858000"/>
              <a:gd name="connsiteX472" fmla="*/ 262785 w 7467600"/>
              <a:gd name="connsiteY472" fmla="*/ 6845450 h 6858000"/>
              <a:gd name="connsiteX473" fmla="*/ 209968 w 7467600"/>
              <a:gd name="connsiteY473" fmla="*/ 6770713 h 6858000"/>
              <a:gd name="connsiteX474" fmla="*/ 873460 w 7467600"/>
              <a:gd name="connsiteY474" fmla="*/ 6253768 h 6858000"/>
              <a:gd name="connsiteX475" fmla="*/ 192686 w 7467600"/>
              <a:gd name="connsiteY475" fmla="*/ 5849257 h 6858000"/>
              <a:gd name="connsiteX476" fmla="*/ 4696 w 7467600"/>
              <a:gd name="connsiteY476" fmla="*/ 5697668 h 6858000"/>
              <a:gd name="connsiteX477" fmla="*/ 0 w 7467600"/>
              <a:gd name="connsiteY477" fmla="*/ 5689984 h 6858000"/>
              <a:gd name="connsiteX478" fmla="*/ 0 w 7467600"/>
              <a:gd name="connsiteY478" fmla="*/ 5513472 h 6858000"/>
              <a:gd name="connsiteX479" fmla="*/ 174101 w 7467600"/>
              <a:gd name="connsiteY479" fmla="*/ 5620277 h 6858000"/>
              <a:gd name="connsiteX480" fmla="*/ 891800 w 7467600"/>
              <a:gd name="connsiteY480" fmla="*/ 6036935 h 6858000"/>
              <a:gd name="connsiteX481" fmla="*/ 1072219 w 7467600"/>
              <a:gd name="connsiteY481" fmla="*/ 6169443 h 6858000"/>
              <a:gd name="connsiteX482" fmla="*/ 1074117 w 7467600"/>
              <a:gd name="connsiteY482" fmla="*/ 6170301 h 6858000"/>
              <a:gd name="connsiteX483" fmla="*/ 1083114 w 7467600"/>
              <a:gd name="connsiteY483" fmla="*/ 6174131 h 6858000"/>
              <a:gd name="connsiteX484" fmla="*/ 1543010 w 7467600"/>
              <a:gd name="connsiteY484" fmla="*/ 6191140 h 6858000"/>
              <a:gd name="connsiteX485" fmla="*/ 1551080 w 7467600"/>
              <a:gd name="connsiteY485" fmla="*/ 6195006 h 6858000"/>
              <a:gd name="connsiteX486" fmla="*/ 2345443 w 7467600"/>
              <a:gd name="connsiteY486" fmla="*/ 5549882 h 6858000"/>
              <a:gd name="connsiteX487" fmla="*/ 1721499 w 7467600"/>
              <a:gd name="connsiteY487" fmla="*/ 5599969 h 6858000"/>
              <a:gd name="connsiteX488" fmla="*/ 767716 w 7467600"/>
              <a:gd name="connsiteY488" fmla="*/ 5472768 h 6858000"/>
              <a:gd name="connsiteX489" fmla="*/ 722147 w 7467600"/>
              <a:gd name="connsiteY489" fmla="*/ 5393091 h 6858000"/>
              <a:gd name="connsiteX490" fmla="*/ 1485552 w 7467600"/>
              <a:gd name="connsiteY490" fmla="*/ 5313202 h 6858000"/>
              <a:gd name="connsiteX491" fmla="*/ 2143004 w 7467600"/>
              <a:gd name="connsiteY491" fmla="*/ 5402420 h 6858000"/>
              <a:gd name="connsiteX492" fmla="*/ 1933391 w 7467600"/>
              <a:gd name="connsiteY492" fmla="*/ 5156971 h 6858000"/>
              <a:gd name="connsiteX493" fmla="*/ 1827118 w 7467600"/>
              <a:gd name="connsiteY493" fmla="*/ 4968410 h 6858000"/>
              <a:gd name="connsiteX494" fmla="*/ 1837349 w 7467600"/>
              <a:gd name="connsiteY494" fmla="*/ 4956357 h 6858000"/>
              <a:gd name="connsiteX495" fmla="*/ 2162835 w 7467600"/>
              <a:gd name="connsiteY495" fmla="*/ 5187853 h 6858000"/>
              <a:gd name="connsiteX496" fmla="*/ 2257167 w 7467600"/>
              <a:gd name="connsiteY496" fmla="*/ 5462123 h 6858000"/>
              <a:gd name="connsiteX497" fmla="*/ 2261598 w 7467600"/>
              <a:gd name="connsiteY497" fmla="*/ 5467998 h 6858000"/>
              <a:gd name="connsiteX498" fmla="*/ 2437177 w 7467600"/>
              <a:gd name="connsiteY498" fmla="*/ 5479608 h 6858000"/>
              <a:gd name="connsiteX499" fmla="*/ 2445247 w 7467600"/>
              <a:gd name="connsiteY499" fmla="*/ 5483476 h 6858000"/>
              <a:gd name="connsiteX500" fmla="*/ 2743626 w 7467600"/>
              <a:gd name="connsiteY500" fmla="*/ 5304819 h 6858000"/>
              <a:gd name="connsiteX501" fmla="*/ 3048102 w 7467600"/>
              <a:gd name="connsiteY501" fmla="*/ 5150595 h 6858000"/>
              <a:gd name="connsiteX502" fmla="*/ 1799414 w 7467600"/>
              <a:gd name="connsiteY502" fmla="*/ 4694732 h 6858000"/>
              <a:gd name="connsiteX503" fmla="*/ 1771735 w 7467600"/>
              <a:gd name="connsiteY503" fmla="*/ 4619929 h 6858000"/>
              <a:gd name="connsiteX504" fmla="*/ 3104273 w 7467600"/>
              <a:gd name="connsiteY504" fmla="*/ 5076159 h 6858000"/>
              <a:gd name="connsiteX505" fmla="*/ 3113245 w 7467600"/>
              <a:gd name="connsiteY505" fmla="*/ 5090705 h 6858000"/>
              <a:gd name="connsiteX506" fmla="*/ 3126294 w 7467600"/>
              <a:gd name="connsiteY506" fmla="*/ 5114400 h 6858000"/>
              <a:gd name="connsiteX507" fmla="*/ 3937433 w 7467600"/>
              <a:gd name="connsiteY507" fmla="*/ 4830473 h 6858000"/>
              <a:gd name="connsiteX508" fmla="*/ 3590475 w 7467600"/>
              <a:gd name="connsiteY508" fmla="*/ 4597974 h 6858000"/>
              <a:gd name="connsiteX509" fmla="*/ 3100264 w 7467600"/>
              <a:gd name="connsiteY509" fmla="*/ 4579845 h 6858000"/>
              <a:gd name="connsiteX510" fmla="*/ 2183576 w 7467600"/>
              <a:gd name="connsiteY510" fmla="*/ 4227150 h 6858000"/>
              <a:gd name="connsiteX511" fmla="*/ 2151029 w 7467600"/>
              <a:gd name="connsiteY511" fmla="*/ 4146947 h 6858000"/>
              <a:gd name="connsiteX512" fmla="*/ 3563434 w 7467600"/>
              <a:gd name="connsiteY512" fmla="*/ 4469115 h 6858000"/>
              <a:gd name="connsiteX513" fmla="*/ 3177952 w 7467600"/>
              <a:gd name="connsiteY513" fmla="*/ 3657386 h 6858000"/>
              <a:gd name="connsiteX514" fmla="*/ 3189263 w 7467600"/>
              <a:gd name="connsiteY514" fmla="*/ 3625726 h 6858000"/>
              <a:gd name="connsiteX515" fmla="*/ 3560912 w 7467600"/>
              <a:gd name="connsiteY515" fmla="*/ 4079863 h 6858000"/>
              <a:gd name="connsiteX516" fmla="*/ 3626636 w 7467600"/>
              <a:gd name="connsiteY516" fmla="*/ 4512230 h 6858000"/>
              <a:gd name="connsiteX517" fmla="*/ 3653088 w 7467600"/>
              <a:gd name="connsiteY517" fmla="*/ 4521417 h 6858000"/>
              <a:gd name="connsiteX518" fmla="*/ 3988128 w 7467600"/>
              <a:gd name="connsiteY518" fmla="*/ 4817267 h 6858000"/>
              <a:gd name="connsiteX519" fmla="*/ 4830582 w 7467600"/>
              <a:gd name="connsiteY519" fmla="*/ 4676000 h 6858000"/>
              <a:gd name="connsiteX520" fmla="*/ 4830100 w 7467600"/>
              <a:gd name="connsiteY520" fmla="*/ 4675554 h 6858000"/>
              <a:gd name="connsiteX521" fmla="*/ 4036318 w 7467600"/>
              <a:gd name="connsiteY521" fmla="*/ 4147013 h 6858000"/>
              <a:gd name="connsiteX522" fmla="*/ 3432098 w 7467600"/>
              <a:gd name="connsiteY522" fmla="*/ 3537312 h 6858000"/>
              <a:gd name="connsiteX523" fmla="*/ 3446761 w 7467600"/>
              <a:gd name="connsiteY523" fmla="*/ 3461278 h 6858000"/>
              <a:gd name="connsiteX524" fmla="*/ 4419733 w 7467600"/>
              <a:gd name="connsiteY524" fmla="*/ 3963555 h 6858000"/>
              <a:gd name="connsiteX525" fmla="*/ 4781371 w 7467600"/>
              <a:gd name="connsiteY525" fmla="*/ 4458604 h 6858000"/>
              <a:gd name="connsiteX526" fmla="*/ 4780440 w 7467600"/>
              <a:gd name="connsiteY526" fmla="*/ 4470290 h 6858000"/>
              <a:gd name="connsiteX527" fmla="*/ 4898954 w 7467600"/>
              <a:gd name="connsiteY527" fmla="*/ 4662092 h 6858000"/>
              <a:gd name="connsiteX528" fmla="*/ 4900699 w 7467600"/>
              <a:gd name="connsiteY528" fmla="*/ 4670867 h 6858000"/>
              <a:gd name="connsiteX529" fmla="*/ 5714511 w 7467600"/>
              <a:gd name="connsiteY529" fmla="*/ 4663483 h 6858000"/>
              <a:gd name="connsiteX530" fmla="*/ 5464793 w 7467600"/>
              <a:gd name="connsiteY530" fmla="*/ 4393556 h 6858000"/>
              <a:gd name="connsiteX531" fmla="*/ 5461897 w 7467600"/>
              <a:gd name="connsiteY531" fmla="*/ 4390879 h 6858000"/>
              <a:gd name="connsiteX532" fmla="*/ 4294126 w 7467600"/>
              <a:gd name="connsiteY532" fmla="*/ 3303048 h 6858000"/>
              <a:gd name="connsiteX533" fmla="*/ 4305321 w 7467600"/>
              <a:gd name="connsiteY533" fmla="*/ 3256953 h 6858000"/>
              <a:gd name="connsiteX534" fmla="*/ 4949299 w 7467600"/>
              <a:gd name="connsiteY534" fmla="*/ 3766336 h 6858000"/>
              <a:gd name="connsiteX535" fmla="*/ 5291452 w 7467600"/>
              <a:gd name="connsiteY535" fmla="*/ 4076801 h 6858000"/>
              <a:gd name="connsiteX536" fmla="*/ 5434998 w 7467600"/>
              <a:gd name="connsiteY536" fmla="*/ 4254100 h 6858000"/>
              <a:gd name="connsiteX537" fmla="*/ 5351015 w 7467600"/>
              <a:gd name="connsiteY537" fmla="*/ 3760989 h 6858000"/>
              <a:gd name="connsiteX538" fmla="*/ 5413780 w 7467600"/>
              <a:gd name="connsiteY538" fmla="*/ 2966265 h 6858000"/>
              <a:gd name="connsiteX539" fmla="*/ 5425627 w 7467600"/>
              <a:gd name="connsiteY539" fmla="*/ 2954192 h 6858000"/>
              <a:gd name="connsiteX540" fmla="*/ 6604735 w 7467600"/>
              <a:gd name="connsiteY540" fmla="*/ 2041381 h 6858000"/>
              <a:gd name="connsiteX541" fmla="*/ 7204487 w 7467600"/>
              <a:gd name="connsiteY541" fmla="*/ 2742112 h 6858000"/>
              <a:gd name="connsiteX542" fmla="*/ 7131592 w 7467600"/>
              <a:gd name="connsiteY542" fmla="*/ 2672096 h 6858000"/>
              <a:gd name="connsiteX543" fmla="*/ 6996344 w 7467600"/>
              <a:gd name="connsiteY543" fmla="*/ 2518310 h 6858000"/>
              <a:gd name="connsiteX544" fmla="*/ 6735495 w 7467600"/>
              <a:gd name="connsiteY544" fmla="*/ 2196890 h 6858000"/>
              <a:gd name="connsiteX545" fmla="*/ 6721901 w 7467600"/>
              <a:gd name="connsiteY545" fmla="*/ 2179274 h 6858000"/>
              <a:gd name="connsiteX546" fmla="*/ 6604735 w 7467600"/>
              <a:gd name="connsiteY546" fmla="*/ 2041381 h 6858000"/>
              <a:gd name="connsiteX547" fmla="*/ 6591670 w 7467600"/>
              <a:gd name="connsiteY547" fmla="*/ 1988277 h 6858000"/>
              <a:gd name="connsiteX548" fmla="*/ 6747349 w 7467600"/>
              <a:gd name="connsiteY548" fmla="*/ 2160069 h 6858000"/>
              <a:gd name="connsiteX549" fmla="*/ 6760943 w 7467600"/>
              <a:gd name="connsiteY549" fmla="*/ 2177686 h 6858000"/>
              <a:gd name="connsiteX550" fmla="*/ 7021065 w 7467600"/>
              <a:gd name="connsiteY550" fmla="*/ 2498102 h 6858000"/>
              <a:gd name="connsiteX551" fmla="*/ 7155223 w 7467600"/>
              <a:gd name="connsiteY551" fmla="*/ 2650386 h 6858000"/>
              <a:gd name="connsiteX552" fmla="*/ 7203167 w 7467600"/>
              <a:gd name="connsiteY552" fmla="*/ 2697288 h 6858000"/>
              <a:gd name="connsiteX553" fmla="*/ 6937703 w 7467600"/>
              <a:gd name="connsiteY553" fmla="*/ 2321981 h 6858000"/>
              <a:gd name="connsiteX554" fmla="*/ 6591670 w 7467600"/>
              <a:gd name="connsiteY554" fmla="*/ 1988277 h 6858000"/>
              <a:gd name="connsiteX555" fmla="*/ 5798671 w 7467600"/>
              <a:gd name="connsiteY555" fmla="*/ 1981601 h 6858000"/>
              <a:gd name="connsiteX556" fmla="*/ 5754709 w 7467600"/>
              <a:gd name="connsiteY556" fmla="*/ 2071454 h 6858000"/>
              <a:gd name="connsiteX557" fmla="*/ 5763044 w 7467600"/>
              <a:gd name="connsiteY557" fmla="*/ 2842206 h 6858000"/>
              <a:gd name="connsiteX558" fmla="*/ 5764974 w 7467600"/>
              <a:gd name="connsiteY558" fmla="*/ 2799609 h 6858000"/>
              <a:gd name="connsiteX559" fmla="*/ 5767665 w 7467600"/>
              <a:gd name="connsiteY559" fmla="*/ 2666409 h 6858000"/>
              <a:gd name="connsiteX560" fmla="*/ 5763055 w 7467600"/>
              <a:gd name="connsiteY560" fmla="*/ 2579705 h 6858000"/>
              <a:gd name="connsiteX561" fmla="*/ 5758079 w 7467600"/>
              <a:gd name="connsiteY561" fmla="*/ 2492508 h 6858000"/>
              <a:gd name="connsiteX562" fmla="*/ 5779325 w 7467600"/>
              <a:gd name="connsiteY562" fmla="*/ 2197069 h 6858000"/>
              <a:gd name="connsiteX563" fmla="*/ 5798671 w 7467600"/>
              <a:gd name="connsiteY563" fmla="*/ 1981601 h 6858000"/>
              <a:gd name="connsiteX564" fmla="*/ 5829202 w 7467600"/>
              <a:gd name="connsiteY564" fmla="*/ 1971679 h 6858000"/>
              <a:gd name="connsiteX565" fmla="*/ 5809558 w 7467600"/>
              <a:gd name="connsiteY565" fmla="*/ 2198043 h 6858000"/>
              <a:gd name="connsiteX566" fmla="*/ 5788653 w 7467600"/>
              <a:gd name="connsiteY566" fmla="*/ 2489430 h 6858000"/>
              <a:gd name="connsiteX567" fmla="*/ 5793439 w 7467600"/>
              <a:gd name="connsiteY567" fmla="*/ 2575235 h 6858000"/>
              <a:gd name="connsiteX568" fmla="*/ 5796837 w 7467600"/>
              <a:gd name="connsiteY568" fmla="*/ 2637633 h 6858000"/>
              <a:gd name="connsiteX569" fmla="*/ 5818614 w 7467600"/>
              <a:gd name="connsiteY569" fmla="*/ 2473055 h 6858000"/>
              <a:gd name="connsiteX570" fmla="*/ 5829202 w 7467600"/>
              <a:gd name="connsiteY570" fmla="*/ 1971679 h 6858000"/>
              <a:gd name="connsiteX571" fmla="*/ 5911389 w 7467600"/>
              <a:gd name="connsiteY571" fmla="*/ 1898371 h 6858000"/>
              <a:gd name="connsiteX572" fmla="*/ 6237627 w 7467600"/>
              <a:gd name="connsiteY572" fmla="*/ 2231921 h 6858000"/>
              <a:gd name="connsiteX573" fmla="*/ 5911389 w 7467600"/>
              <a:gd name="connsiteY573" fmla="*/ 1898371 h 6858000"/>
              <a:gd name="connsiteX574" fmla="*/ 6944437 w 7467600"/>
              <a:gd name="connsiteY574" fmla="*/ 1575402 h 6858000"/>
              <a:gd name="connsiteX575" fmla="*/ 6304730 w 7467600"/>
              <a:gd name="connsiteY575" fmla="*/ 1766654 h 6858000"/>
              <a:gd name="connsiteX576" fmla="*/ 6944437 w 7467600"/>
              <a:gd name="connsiteY576" fmla="*/ 1575402 h 6858000"/>
              <a:gd name="connsiteX577" fmla="*/ 7019523 w 7467600"/>
              <a:gd name="connsiteY577" fmla="*/ 1519450 h 6858000"/>
              <a:gd name="connsiteX578" fmla="*/ 6298091 w 7467600"/>
              <a:gd name="connsiteY578" fmla="*/ 1737122 h 6858000"/>
              <a:gd name="connsiteX579" fmla="*/ 7019523 w 7467600"/>
              <a:gd name="connsiteY579" fmla="*/ 1519450 h 6858000"/>
              <a:gd name="connsiteX580" fmla="*/ 2399523 w 7467600"/>
              <a:gd name="connsiteY580" fmla="*/ 1428234 h 6858000"/>
              <a:gd name="connsiteX581" fmla="*/ 2224982 w 7467600"/>
              <a:gd name="connsiteY581" fmla="*/ 1826201 h 6858000"/>
              <a:gd name="connsiteX582" fmla="*/ 2096099 w 7467600"/>
              <a:gd name="connsiteY582" fmla="*/ 2345900 h 6858000"/>
              <a:gd name="connsiteX583" fmla="*/ 2283317 w 7467600"/>
              <a:gd name="connsiteY583" fmla="*/ 1796925 h 6858000"/>
              <a:gd name="connsiteX584" fmla="*/ 2399523 w 7467600"/>
              <a:gd name="connsiteY584" fmla="*/ 1428234 h 6858000"/>
              <a:gd name="connsiteX585" fmla="*/ 2448558 w 7467600"/>
              <a:gd name="connsiteY585" fmla="*/ 1373435 h 6858000"/>
              <a:gd name="connsiteX586" fmla="*/ 2312521 w 7467600"/>
              <a:gd name="connsiteY586" fmla="*/ 1806140 h 6858000"/>
              <a:gd name="connsiteX587" fmla="*/ 2127533 w 7467600"/>
              <a:gd name="connsiteY587" fmla="*/ 2348380 h 6858000"/>
              <a:gd name="connsiteX588" fmla="*/ 2358080 w 7467600"/>
              <a:gd name="connsiteY588" fmla="*/ 1866134 h 6858000"/>
              <a:gd name="connsiteX589" fmla="*/ 2407436 w 7467600"/>
              <a:gd name="connsiteY589" fmla="*/ 1651070 h 6858000"/>
              <a:gd name="connsiteX590" fmla="*/ 2448558 w 7467600"/>
              <a:gd name="connsiteY590" fmla="*/ 1373435 h 6858000"/>
              <a:gd name="connsiteX591" fmla="*/ 278707 w 7467600"/>
              <a:gd name="connsiteY591" fmla="*/ 1352270 h 6858000"/>
              <a:gd name="connsiteX592" fmla="*/ 321570 w 7467600"/>
              <a:gd name="connsiteY592" fmla="*/ 1861610 h 6858000"/>
              <a:gd name="connsiteX593" fmla="*/ 294281 w 7467600"/>
              <a:gd name="connsiteY593" fmla="*/ 1440658 h 6858000"/>
              <a:gd name="connsiteX594" fmla="*/ 278707 w 7467600"/>
              <a:gd name="connsiteY594" fmla="*/ 1352270 h 6858000"/>
              <a:gd name="connsiteX595" fmla="*/ 1423821 w 7467600"/>
              <a:gd name="connsiteY595" fmla="*/ 1351958 h 6858000"/>
              <a:gd name="connsiteX596" fmla="*/ 1638521 w 7467600"/>
              <a:gd name="connsiteY596" fmla="*/ 1908470 h 6858000"/>
              <a:gd name="connsiteX597" fmla="*/ 1754199 w 7467600"/>
              <a:gd name="connsiteY597" fmla="*/ 2149284 h 6858000"/>
              <a:gd name="connsiteX598" fmla="*/ 1908359 w 7467600"/>
              <a:gd name="connsiteY598" fmla="*/ 2364988 h 6858000"/>
              <a:gd name="connsiteX599" fmla="*/ 1647661 w 7467600"/>
              <a:gd name="connsiteY599" fmla="*/ 1825945 h 6858000"/>
              <a:gd name="connsiteX600" fmla="*/ 1423821 w 7467600"/>
              <a:gd name="connsiteY600" fmla="*/ 1351958 h 6858000"/>
              <a:gd name="connsiteX601" fmla="*/ 1431890 w 7467600"/>
              <a:gd name="connsiteY601" fmla="*/ 1306475 h 6858000"/>
              <a:gd name="connsiteX602" fmla="*/ 1507597 w 7467600"/>
              <a:gd name="connsiteY602" fmla="*/ 1446132 h 6858000"/>
              <a:gd name="connsiteX603" fmla="*/ 1674586 w 7467600"/>
              <a:gd name="connsiteY603" fmla="*/ 1813832 h 6858000"/>
              <a:gd name="connsiteX604" fmla="*/ 1815950 w 7467600"/>
              <a:gd name="connsiteY604" fmla="*/ 2128564 h 6858000"/>
              <a:gd name="connsiteX605" fmla="*/ 1984242 w 7467600"/>
              <a:gd name="connsiteY605" fmla="*/ 2430829 h 6858000"/>
              <a:gd name="connsiteX606" fmla="*/ 2014023 w 7467600"/>
              <a:gd name="connsiteY606" fmla="*/ 2450995 h 6858000"/>
              <a:gd name="connsiteX607" fmla="*/ 1747337 w 7467600"/>
              <a:gd name="connsiteY607" fmla="*/ 1855264 h 6858000"/>
              <a:gd name="connsiteX608" fmla="*/ 1533749 w 7467600"/>
              <a:gd name="connsiteY608" fmla="*/ 1478656 h 6858000"/>
              <a:gd name="connsiteX609" fmla="*/ 1431890 w 7467600"/>
              <a:gd name="connsiteY609" fmla="*/ 1306475 h 6858000"/>
              <a:gd name="connsiteX610" fmla="*/ 5052692 w 7467600"/>
              <a:gd name="connsiteY610" fmla="*/ 1292994 h 6858000"/>
              <a:gd name="connsiteX611" fmla="*/ 5200661 w 7467600"/>
              <a:gd name="connsiteY611" fmla="*/ 1635186 h 6858000"/>
              <a:gd name="connsiteX612" fmla="*/ 5297138 w 7467600"/>
              <a:gd name="connsiteY612" fmla="*/ 1906351 h 6858000"/>
              <a:gd name="connsiteX613" fmla="*/ 5052692 w 7467600"/>
              <a:gd name="connsiteY613" fmla="*/ 1292994 h 6858000"/>
              <a:gd name="connsiteX614" fmla="*/ 5009948 w 7467600"/>
              <a:gd name="connsiteY614" fmla="*/ 1273619 h 6858000"/>
              <a:gd name="connsiteX615" fmla="*/ 5121777 w 7467600"/>
              <a:gd name="connsiteY615" fmla="*/ 1654213 h 6858000"/>
              <a:gd name="connsiteX616" fmla="*/ 5293545 w 7467600"/>
              <a:gd name="connsiteY616" fmla="*/ 2072247 h 6858000"/>
              <a:gd name="connsiteX617" fmla="*/ 5294042 w 7467600"/>
              <a:gd name="connsiteY617" fmla="*/ 2065019 h 6858000"/>
              <a:gd name="connsiteX618" fmla="*/ 5171936 w 7467600"/>
              <a:gd name="connsiteY618" fmla="*/ 1647613 h 6858000"/>
              <a:gd name="connsiteX619" fmla="*/ 5009948 w 7467600"/>
              <a:gd name="connsiteY619" fmla="*/ 1273619 h 6858000"/>
              <a:gd name="connsiteX620" fmla="*/ 655236 w 7467600"/>
              <a:gd name="connsiteY620" fmla="*/ 1268632 h 6858000"/>
              <a:gd name="connsiteX621" fmla="*/ 839521 w 7467600"/>
              <a:gd name="connsiteY621" fmla="*/ 1685315 h 6858000"/>
              <a:gd name="connsiteX622" fmla="*/ 1109416 w 7467600"/>
              <a:gd name="connsiteY622" fmla="*/ 2061663 h 6858000"/>
              <a:gd name="connsiteX623" fmla="*/ 1298300 w 7467600"/>
              <a:gd name="connsiteY623" fmla="*/ 2247742 h 6858000"/>
              <a:gd name="connsiteX624" fmla="*/ 1125871 w 7467600"/>
              <a:gd name="connsiteY624" fmla="*/ 1989513 h 6858000"/>
              <a:gd name="connsiteX625" fmla="*/ 981574 w 7467600"/>
              <a:gd name="connsiteY625" fmla="*/ 1783157 h 6858000"/>
              <a:gd name="connsiteX626" fmla="*/ 922198 w 7467600"/>
              <a:gd name="connsiteY626" fmla="*/ 1677437 h 6858000"/>
              <a:gd name="connsiteX627" fmla="*/ 869293 w 7467600"/>
              <a:gd name="connsiteY627" fmla="*/ 1583214 h 6858000"/>
              <a:gd name="connsiteX628" fmla="*/ 751431 w 7467600"/>
              <a:gd name="connsiteY628" fmla="*/ 1405731 h 6858000"/>
              <a:gd name="connsiteX629" fmla="*/ 655236 w 7467600"/>
              <a:gd name="connsiteY629" fmla="*/ 1268632 h 6858000"/>
              <a:gd name="connsiteX630" fmla="*/ 6516292 w 7467600"/>
              <a:gd name="connsiteY630" fmla="*/ 1263064 h 6858000"/>
              <a:gd name="connsiteX631" fmla="*/ 5736320 w 7467600"/>
              <a:gd name="connsiteY631" fmla="*/ 1501803 h 6858000"/>
              <a:gd name="connsiteX632" fmla="*/ 6516292 w 7467600"/>
              <a:gd name="connsiteY632" fmla="*/ 1263064 h 6858000"/>
              <a:gd name="connsiteX633" fmla="*/ 291466 w 7467600"/>
              <a:gd name="connsiteY633" fmla="*/ 1250369 h 6858000"/>
              <a:gd name="connsiteX634" fmla="*/ 323180 w 7467600"/>
              <a:gd name="connsiteY634" fmla="*/ 1435283 h 6858000"/>
              <a:gd name="connsiteX635" fmla="*/ 349381 w 7467600"/>
              <a:gd name="connsiteY635" fmla="*/ 1875041 h 6858000"/>
              <a:gd name="connsiteX636" fmla="*/ 374363 w 7467600"/>
              <a:gd name="connsiteY636" fmla="*/ 1506494 h 6858000"/>
              <a:gd name="connsiteX637" fmla="*/ 302168 w 7467600"/>
              <a:gd name="connsiteY637" fmla="*/ 1274495 h 6858000"/>
              <a:gd name="connsiteX638" fmla="*/ 291466 w 7467600"/>
              <a:gd name="connsiteY638" fmla="*/ 1250369 h 6858000"/>
              <a:gd name="connsiteX639" fmla="*/ 678222 w 7467600"/>
              <a:gd name="connsiteY639" fmla="*/ 1248670 h 6858000"/>
              <a:gd name="connsiteX640" fmla="*/ 775536 w 7467600"/>
              <a:gd name="connsiteY640" fmla="*/ 1388015 h 6858000"/>
              <a:gd name="connsiteX641" fmla="*/ 894529 w 7467600"/>
              <a:gd name="connsiteY641" fmla="*/ 1567739 h 6858000"/>
              <a:gd name="connsiteX642" fmla="*/ 948000 w 7467600"/>
              <a:gd name="connsiteY642" fmla="*/ 1663088 h 6858000"/>
              <a:gd name="connsiteX643" fmla="*/ 1006812 w 7467600"/>
              <a:gd name="connsiteY643" fmla="*/ 1767683 h 6858000"/>
              <a:gd name="connsiteX644" fmla="*/ 1149133 w 7467600"/>
              <a:gd name="connsiteY644" fmla="*/ 1971513 h 6858000"/>
              <a:gd name="connsiteX645" fmla="*/ 1333952 w 7467600"/>
              <a:gd name="connsiteY645" fmla="*/ 2251620 h 6858000"/>
              <a:gd name="connsiteX646" fmla="*/ 1337329 w 7467600"/>
              <a:gd name="connsiteY646" fmla="*/ 2258350 h 6858000"/>
              <a:gd name="connsiteX647" fmla="*/ 1014726 w 7467600"/>
              <a:gd name="connsiteY647" fmla="*/ 1615556 h 6858000"/>
              <a:gd name="connsiteX648" fmla="*/ 678222 w 7467600"/>
              <a:gd name="connsiteY648" fmla="*/ 1248670 h 6858000"/>
              <a:gd name="connsiteX649" fmla="*/ 6691602 w 7467600"/>
              <a:gd name="connsiteY649" fmla="*/ 1140573 h 6858000"/>
              <a:gd name="connsiteX650" fmla="*/ 6571100 w 7467600"/>
              <a:gd name="connsiteY650" fmla="*/ 1183662 h 6858000"/>
              <a:gd name="connsiteX651" fmla="*/ 6241687 w 7467600"/>
              <a:gd name="connsiteY651" fmla="*/ 1257600 h 6858000"/>
              <a:gd name="connsiteX652" fmla="*/ 5693009 w 7467600"/>
              <a:gd name="connsiteY652" fmla="*/ 1478256 h 6858000"/>
              <a:gd name="connsiteX653" fmla="*/ 6548420 w 7467600"/>
              <a:gd name="connsiteY653" fmla="*/ 1214599 h 6858000"/>
              <a:gd name="connsiteX654" fmla="*/ 6605473 w 7467600"/>
              <a:gd name="connsiteY654" fmla="*/ 1184686 h 6858000"/>
              <a:gd name="connsiteX655" fmla="*/ 6691602 w 7467600"/>
              <a:gd name="connsiteY655" fmla="*/ 1140573 h 6858000"/>
              <a:gd name="connsiteX656" fmla="*/ 4002475 w 7467600"/>
              <a:gd name="connsiteY656" fmla="*/ 1037802 h 6858000"/>
              <a:gd name="connsiteX657" fmla="*/ 4000324 w 7467600"/>
              <a:gd name="connsiteY657" fmla="*/ 1039362 h 6858000"/>
              <a:gd name="connsiteX658" fmla="*/ 4002862 w 7467600"/>
              <a:gd name="connsiteY658" fmla="*/ 1042866 h 6858000"/>
              <a:gd name="connsiteX659" fmla="*/ 4002475 w 7467600"/>
              <a:gd name="connsiteY659" fmla="*/ 1037802 h 6858000"/>
              <a:gd name="connsiteX660" fmla="*/ 506322 w 7467600"/>
              <a:gd name="connsiteY660" fmla="*/ 1020997 h 6858000"/>
              <a:gd name="connsiteX661" fmla="*/ 533068 w 7467600"/>
              <a:gd name="connsiteY661" fmla="*/ 1029409 h 6858000"/>
              <a:gd name="connsiteX662" fmla="*/ 1232525 w 7467600"/>
              <a:gd name="connsiteY662" fmla="*/ 1804675 h 6858000"/>
              <a:gd name="connsiteX663" fmla="*/ 1388858 w 7467600"/>
              <a:gd name="connsiteY663" fmla="*/ 2368011 h 6858000"/>
              <a:gd name="connsiteX664" fmla="*/ 1384098 w 7467600"/>
              <a:gd name="connsiteY664" fmla="*/ 2378125 h 6858000"/>
              <a:gd name="connsiteX665" fmla="*/ 1425393 w 7467600"/>
              <a:gd name="connsiteY665" fmla="*/ 2589124 h 6858000"/>
              <a:gd name="connsiteX666" fmla="*/ 1424001 w 7467600"/>
              <a:gd name="connsiteY666" fmla="*/ 2597541 h 6858000"/>
              <a:gd name="connsiteX667" fmla="*/ 2152729 w 7467600"/>
              <a:gd name="connsiteY667" fmla="*/ 2864487 h 6858000"/>
              <a:gd name="connsiteX668" fmla="*/ 2020609 w 7467600"/>
              <a:gd name="connsiteY668" fmla="*/ 2539671 h 6858000"/>
              <a:gd name="connsiteX669" fmla="*/ 2018920 w 7467600"/>
              <a:gd name="connsiteY669" fmla="*/ 2536309 h 6858000"/>
              <a:gd name="connsiteX670" fmla="*/ 1342441 w 7467600"/>
              <a:gd name="connsiteY670" fmla="*/ 1173017 h 6858000"/>
              <a:gd name="connsiteX671" fmla="*/ 1367925 w 7467600"/>
              <a:gd name="connsiteY671" fmla="*/ 1135648 h 6858000"/>
              <a:gd name="connsiteX672" fmla="*/ 1771401 w 7467600"/>
              <a:gd name="connsiteY672" fmla="*/ 1806673 h 6858000"/>
              <a:gd name="connsiteX673" fmla="*/ 1972385 w 7467600"/>
              <a:gd name="connsiteY673" fmla="*/ 2198735 h 6858000"/>
              <a:gd name="connsiteX674" fmla="*/ 2040892 w 7467600"/>
              <a:gd name="connsiteY674" fmla="*/ 2405205 h 6858000"/>
              <a:gd name="connsiteX675" fmla="*/ 2131689 w 7467600"/>
              <a:gd name="connsiteY675" fmla="*/ 1936926 h 6858000"/>
              <a:gd name="connsiteX676" fmla="*/ 2454820 w 7467600"/>
              <a:gd name="connsiteY676" fmla="*/ 1248808 h 6858000"/>
              <a:gd name="connsiteX677" fmla="*/ 2492512 w 7467600"/>
              <a:gd name="connsiteY677" fmla="*/ 1302920 h 6858000"/>
              <a:gd name="connsiteX678" fmla="*/ 2081216 w 7467600"/>
              <a:gd name="connsiteY678" fmla="*/ 2527513 h 6858000"/>
              <a:gd name="connsiteX679" fmla="*/ 2081211 w 7467600"/>
              <a:gd name="connsiteY679" fmla="*/ 2528916 h 6858000"/>
              <a:gd name="connsiteX680" fmla="*/ 2199067 w 7467600"/>
              <a:gd name="connsiteY680" fmla="*/ 2884061 h 6858000"/>
              <a:gd name="connsiteX681" fmla="*/ 3192586 w 7467600"/>
              <a:gd name="connsiteY681" fmla="*/ 3411496 h 6858000"/>
              <a:gd name="connsiteX682" fmla="*/ 3182620 w 7467600"/>
              <a:gd name="connsiteY682" fmla="*/ 3483279 h 6858000"/>
              <a:gd name="connsiteX683" fmla="*/ 2435119 w 7467600"/>
              <a:gd name="connsiteY683" fmla="*/ 3080173 h 6858000"/>
              <a:gd name="connsiteX684" fmla="*/ 2410152 w 7467600"/>
              <a:gd name="connsiteY684" fmla="*/ 3063751 h 6858000"/>
              <a:gd name="connsiteX685" fmla="*/ 2408099 w 7467600"/>
              <a:gd name="connsiteY685" fmla="*/ 3064403 h 6858000"/>
              <a:gd name="connsiteX686" fmla="*/ 2407218 w 7467600"/>
              <a:gd name="connsiteY686" fmla="*/ 3070324 h 6858000"/>
              <a:gd name="connsiteX687" fmla="*/ 2380138 w 7467600"/>
              <a:gd name="connsiteY687" fmla="*/ 3099341 h 6858000"/>
              <a:gd name="connsiteX688" fmla="*/ 1765923 w 7467600"/>
              <a:gd name="connsiteY688" fmla="*/ 3581043 h 6858000"/>
              <a:gd name="connsiteX689" fmla="*/ 1702258 w 7467600"/>
              <a:gd name="connsiteY689" fmla="*/ 3612286 h 6858000"/>
              <a:gd name="connsiteX690" fmla="*/ 1538370 w 7467600"/>
              <a:gd name="connsiteY690" fmla="*/ 3811804 h 6858000"/>
              <a:gd name="connsiteX691" fmla="*/ 542867 w 7467600"/>
              <a:gd name="connsiteY691" fmla="*/ 4944092 h 6858000"/>
              <a:gd name="connsiteX692" fmla="*/ 515800 w 7467600"/>
              <a:gd name="connsiteY692" fmla="*/ 4862180 h 6858000"/>
              <a:gd name="connsiteX693" fmla="*/ 909145 w 7467600"/>
              <a:gd name="connsiteY693" fmla="*/ 4199225 h 6858000"/>
              <a:gd name="connsiteX694" fmla="*/ 1214067 w 7467600"/>
              <a:gd name="connsiteY694" fmla="*/ 3908561 h 6858000"/>
              <a:gd name="connsiteX695" fmla="*/ 640967 w 7467600"/>
              <a:gd name="connsiteY695" fmla="*/ 4105601 h 6858000"/>
              <a:gd name="connsiteX696" fmla="*/ 112563 w 7467600"/>
              <a:gd name="connsiteY696" fmla="*/ 4396952 h 6858000"/>
              <a:gd name="connsiteX697" fmla="*/ 0 w 7467600"/>
              <a:gd name="connsiteY697" fmla="*/ 4466006 h 6858000"/>
              <a:gd name="connsiteX698" fmla="*/ 0 w 7467600"/>
              <a:gd name="connsiteY698" fmla="*/ 4233763 h 6858000"/>
              <a:gd name="connsiteX699" fmla="*/ 36881 w 7467600"/>
              <a:gd name="connsiteY699" fmla="*/ 4200118 h 6858000"/>
              <a:gd name="connsiteX700" fmla="*/ 910534 w 7467600"/>
              <a:gd name="connsiteY700" fmla="*/ 3629753 h 6858000"/>
              <a:gd name="connsiteX701" fmla="*/ 1578717 w 7467600"/>
              <a:gd name="connsiteY701" fmla="*/ 3575982 h 6858000"/>
              <a:gd name="connsiteX702" fmla="*/ 2338780 w 7467600"/>
              <a:gd name="connsiteY702" fmla="*/ 3033725 h 6858000"/>
              <a:gd name="connsiteX703" fmla="*/ 1807991 w 7467600"/>
              <a:gd name="connsiteY703" fmla="*/ 2807184 h 6858000"/>
              <a:gd name="connsiteX704" fmla="*/ 1416358 w 7467600"/>
              <a:gd name="connsiteY704" fmla="*/ 3112571 h 6858000"/>
              <a:gd name="connsiteX705" fmla="*/ 939066 w 7467600"/>
              <a:gd name="connsiteY705" fmla="*/ 3378798 h 6858000"/>
              <a:gd name="connsiteX706" fmla="*/ 115099 w 7467600"/>
              <a:gd name="connsiteY706" fmla="*/ 3607650 h 6858000"/>
              <a:gd name="connsiteX707" fmla="*/ 97284 w 7467600"/>
              <a:gd name="connsiteY707" fmla="*/ 3520393 h 6858000"/>
              <a:gd name="connsiteX708" fmla="*/ 922050 w 7467600"/>
              <a:gd name="connsiteY708" fmla="*/ 3074867 h 6858000"/>
              <a:gd name="connsiteX709" fmla="*/ 1405265 w 7467600"/>
              <a:gd name="connsiteY709" fmla="*/ 3016319 h 6858000"/>
              <a:gd name="connsiteX710" fmla="*/ 1407512 w 7467600"/>
              <a:gd name="connsiteY710" fmla="*/ 3018001 h 6858000"/>
              <a:gd name="connsiteX711" fmla="*/ 1726266 w 7467600"/>
              <a:gd name="connsiteY711" fmla="*/ 2777274 h 6858000"/>
              <a:gd name="connsiteX712" fmla="*/ 625390 w 7467600"/>
              <a:gd name="connsiteY712" fmla="*/ 2514541 h 6858000"/>
              <a:gd name="connsiteX713" fmla="*/ 619799 w 7467600"/>
              <a:gd name="connsiteY713" fmla="*/ 2527180 h 6858000"/>
              <a:gd name="connsiteX714" fmla="*/ 310030 w 7467600"/>
              <a:gd name="connsiteY714" fmla="*/ 2771818 h 6858000"/>
              <a:gd name="connsiteX715" fmla="*/ 173877 w 7467600"/>
              <a:gd name="connsiteY715" fmla="*/ 2937056 h 6858000"/>
              <a:gd name="connsiteX716" fmla="*/ 77889 w 7467600"/>
              <a:gd name="connsiteY716" fmla="*/ 3138440 h 6858000"/>
              <a:gd name="connsiteX717" fmla="*/ 0 w 7467600"/>
              <a:gd name="connsiteY717" fmla="*/ 3271395 h 6858000"/>
              <a:gd name="connsiteX718" fmla="*/ 0 w 7467600"/>
              <a:gd name="connsiteY718" fmla="*/ 3153002 h 6858000"/>
              <a:gd name="connsiteX719" fmla="*/ 2386 w 7467600"/>
              <a:gd name="connsiteY719" fmla="*/ 3149203 h 6858000"/>
              <a:gd name="connsiteX720" fmla="*/ 89753 w 7467600"/>
              <a:gd name="connsiteY720" fmla="*/ 2987702 h 6858000"/>
              <a:gd name="connsiteX721" fmla="*/ 76869 w 7467600"/>
              <a:gd name="connsiteY721" fmla="*/ 3005404 h 6858000"/>
              <a:gd name="connsiteX722" fmla="*/ 32049 w 7467600"/>
              <a:gd name="connsiteY722" fmla="*/ 3065814 h 6858000"/>
              <a:gd name="connsiteX723" fmla="*/ 0 w 7467600"/>
              <a:gd name="connsiteY723" fmla="*/ 3108744 h 6858000"/>
              <a:gd name="connsiteX724" fmla="*/ 0 w 7467600"/>
              <a:gd name="connsiteY724" fmla="*/ 3058059 h 6858000"/>
              <a:gd name="connsiteX725" fmla="*/ 7610 w 7467600"/>
              <a:gd name="connsiteY725" fmla="*/ 3047889 h 6858000"/>
              <a:gd name="connsiteX726" fmla="*/ 52419 w 7467600"/>
              <a:gd name="connsiteY726" fmla="*/ 2987479 h 6858000"/>
              <a:gd name="connsiteX727" fmla="*/ 59142 w 7467600"/>
              <a:gd name="connsiteY727" fmla="*/ 2978488 h 6858000"/>
              <a:gd name="connsiteX728" fmla="*/ 0 w 7467600"/>
              <a:gd name="connsiteY728" fmla="*/ 3015334 h 6858000"/>
              <a:gd name="connsiteX729" fmla="*/ 0 w 7467600"/>
              <a:gd name="connsiteY729" fmla="*/ 2914286 h 6858000"/>
              <a:gd name="connsiteX730" fmla="*/ 36383 w 7467600"/>
              <a:gd name="connsiteY730" fmla="*/ 2901128 h 6858000"/>
              <a:gd name="connsiteX731" fmla="*/ 156329 w 7467600"/>
              <a:gd name="connsiteY731" fmla="*/ 2840533 h 6858000"/>
              <a:gd name="connsiteX732" fmla="*/ 358355 w 7467600"/>
              <a:gd name="connsiteY732" fmla="*/ 2620471 h 6858000"/>
              <a:gd name="connsiteX733" fmla="*/ 510577 w 7467600"/>
              <a:gd name="connsiteY733" fmla="*/ 2501244 h 6858000"/>
              <a:gd name="connsiteX734" fmla="*/ 211967 w 7467600"/>
              <a:gd name="connsiteY734" fmla="*/ 2479171 h 6858000"/>
              <a:gd name="connsiteX735" fmla="*/ 0 w 7467600"/>
              <a:gd name="connsiteY735" fmla="*/ 2476398 h 6858000"/>
              <a:gd name="connsiteX736" fmla="*/ 0 w 7467600"/>
              <a:gd name="connsiteY736" fmla="*/ 2389189 h 6858000"/>
              <a:gd name="connsiteX737" fmla="*/ 103062 w 7467600"/>
              <a:gd name="connsiteY737" fmla="*/ 2389518 h 6858000"/>
              <a:gd name="connsiteX738" fmla="*/ 510734 w 7467600"/>
              <a:gd name="connsiteY738" fmla="*/ 2416201 h 6858000"/>
              <a:gd name="connsiteX739" fmla="*/ 279257 w 7467600"/>
              <a:gd name="connsiteY739" fmla="*/ 2092102 h 6858000"/>
              <a:gd name="connsiteX740" fmla="*/ 65265 w 7467600"/>
              <a:gd name="connsiteY740" fmla="*/ 2006049 h 6858000"/>
              <a:gd name="connsiteX741" fmla="*/ 0 w 7467600"/>
              <a:gd name="connsiteY741" fmla="*/ 1982532 h 6858000"/>
              <a:gd name="connsiteX742" fmla="*/ 0 w 7467600"/>
              <a:gd name="connsiteY742" fmla="*/ 1912789 h 6858000"/>
              <a:gd name="connsiteX743" fmla="*/ 97460 w 7467600"/>
              <a:gd name="connsiteY743" fmla="*/ 1953725 h 6858000"/>
              <a:gd name="connsiteX744" fmla="*/ 221272 w 7467600"/>
              <a:gd name="connsiteY744" fmla="*/ 1980766 h 6858000"/>
              <a:gd name="connsiteX745" fmla="*/ 116765 w 7467600"/>
              <a:gd name="connsiteY745" fmla="*/ 1911033 h 6858000"/>
              <a:gd name="connsiteX746" fmla="*/ 16405 w 7467600"/>
              <a:gd name="connsiteY746" fmla="*/ 1803412 h 6858000"/>
              <a:gd name="connsiteX747" fmla="*/ 0 w 7467600"/>
              <a:gd name="connsiteY747" fmla="*/ 1784777 h 6858000"/>
              <a:gd name="connsiteX748" fmla="*/ 0 w 7467600"/>
              <a:gd name="connsiteY748" fmla="*/ 1740082 h 6858000"/>
              <a:gd name="connsiteX749" fmla="*/ 39394 w 7467600"/>
              <a:gd name="connsiteY749" fmla="*/ 1784856 h 6858000"/>
              <a:gd name="connsiteX750" fmla="*/ 135813 w 7467600"/>
              <a:gd name="connsiteY750" fmla="*/ 1888838 h 6858000"/>
              <a:gd name="connsiteX751" fmla="*/ 242575 w 7467600"/>
              <a:gd name="connsiteY751" fmla="*/ 1958841 h 6858000"/>
              <a:gd name="connsiteX752" fmla="*/ 82197 w 7467600"/>
              <a:gd name="connsiteY752" fmla="*/ 1754826 h 6858000"/>
              <a:gd name="connsiteX753" fmla="*/ 0 w 7467600"/>
              <a:gd name="connsiteY753" fmla="*/ 1679650 h 6858000"/>
              <a:gd name="connsiteX754" fmla="*/ 0 w 7467600"/>
              <a:gd name="connsiteY754" fmla="*/ 1602463 h 6858000"/>
              <a:gd name="connsiteX755" fmla="*/ 84689 w 7467600"/>
              <a:gd name="connsiteY755" fmla="*/ 1677442 h 6858000"/>
              <a:gd name="connsiteX756" fmla="*/ 298437 w 7467600"/>
              <a:gd name="connsiteY756" fmla="*/ 1968019 h 6858000"/>
              <a:gd name="connsiteX757" fmla="*/ 227269 w 7467600"/>
              <a:gd name="connsiteY757" fmla="*/ 1114064 h 6858000"/>
              <a:gd name="connsiteX758" fmla="*/ 248003 w 7467600"/>
              <a:gd name="connsiteY758" fmla="*/ 1089613 h 6858000"/>
              <a:gd name="connsiteX759" fmla="*/ 427020 w 7467600"/>
              <a:gd name="connsiteY759" fmla="*/ 1619803 h 6858000"/>
              <a:gd name="connsiteX760" fmla="*/ 340345 w 7467600"/>
              <a:gd name="connsiteY760" fmla="*/ 2027739 h 6858000"/>
              <a:gd name="connsiteX761" fmla="*/ 360865 w 7467600"/>
              <a:gd name="connsiteY761" fmla="*/ 2044827 h 6858000"/>
              <a:gd name="connsiteX762" fmla="*/ 560414 w 7467600"/>
              <a:gd name="connsiteY762" fmla="*/ 2421457 h 6858000"/>
              <a:gd name="connsiteX763" fmla="*/ 1359703 w 7467600"/>
              <a:gd name="connsiteY763" fmla="*/ 2578554 h 6858000"/>
              <a:gd name="connsiteX764" fmla="*/ 1359422 w 7467600"/>
              <a:gd name="connsiteY764" fmla="*/ 2577994 h 6858000"/>
              <a:gd name="connsiteX765" fmla="*/ 828701 w 7467600"/>
              <a:gd name="connsiteY765" fmla="*/ 1839520 h 6858000"/>
              <a:gd name="connsiteX766" fmla="*/ 494427 w 7467600"/>
              <a:gd name="connsiteY766" fmla="*/ 1092333 h 6858000"/>
              <a:gd name="connsiteX767" fmla="*/ 506322 w 7467600"/>
              <a:gd name="connsiteY767" fmla="*/ 1020997 h 6858000"/>
              <a:gd name="connsiteX768" fmla="*/ 4570198 w 7467600"/>
              <a:gd name="connsiteY768" fmla="*/ 978081 h 6858000"/>
              <a:gd name="connsiteX769" fmla="*/ 4523691 w 7467600"/>
              <a:gd name="connsiteY769" fmla="*/ 1127776 h 6858000"/>
              <a:gd name="connsiteX770" fmla="*/ 4509875 w 7467600"/>
              <a:gd name="connsiteY770" fmla="*/ 1167552 h 6858000"/>
              <a:gd name="connsiteX771" fmla="*/ 4478168 w 7467600"/>
              <a:gd name="connsiteY771" fmla="*/ 1260735 h 6858000"/>
              <a:gd name="connsiteX772" fmla="*/ 4409309 w 7467600"/>
              <a:gd name="connsiteY772" fmla="*/ 1666996 h 6858000"/>
              <a:gd name="connsiteX773" fmla="*/ 4370031 w 7467600"/>
              <a:gd name="connsiteY773" fmla="*/ 1955666 h 6858000"/>
              <a:gd name="connsiteX774" fmla="*/ 4570198 w 7467600"/>
              <a:gd name="connsiteY774" fmla="*/ 978081 h 6858000"/>
              <a:gd name="connsiteX775" fmla="*/ 4557898 w 7467600"/>
              <a:gd name="connsiteY775" fmla="*/ 900011 h 6858000"/>
              <a:gd name="connsiteX776" fmla="*/ 4344840 w 7467600"/>
              <a:gd name="connsiteY776" fmla="*/ 1922038 h 6858000"/>
              <a:gd name="connsiteX777" fmla="*/ 4378710 w 7467600"/>
              <a:gd name="connsiteY777" fmla="*/ 1665516 h 6858000"/>
              <a:gd name="connsiteX778" fmla="*/ 4448798 w 7467600"/>
              <a:gd name="connsiteY778" fmla="*/ 1253024 h 6858000"/>
              <a:gd name="connsiteX779" fmla="*/ 4480315 w 7467600"/>
              <a:gd name="connsiteY779" fmla="*/ 1158454 h 6858000"/>
              <a:gd name="connsiteX780" fmla="*/ 4494133 w 7467600"/>
              <a:gd name="connsiteY780" fmla="*/ 1118676 h 6858000"/>
              <a:gd name="connsiteX781" fmla="*/ 4557898 w 7467600"/>
              <a:gd name="connsiteY781" fmla="*/ 900011 h 6858000"/>
              <a:gd name="connsiteX782" fmla="*/ 5870151 w 7467600"/>
              <a:gd name="connsiteY782" fmla="*/ 898890 h 6858000"/>
              <a:gd name="connsiteX783" fmla="*/ 5861335 w 7467600"/>
              <a:gd name="connsiteY783" fmla="*/ 899177 h 6858000"/>
              <a:gd name="connsiteX784" fmla="*/ 5843702 w 7467600"/>
              <a:gd name="connsiteY784" fmla="*/ 899748 h 6858000"/>
              <a:gd name="connsiteX785" fmla="*/ 5651107 w 7467600"/>
              <a:gd name="connsiteY785" fmla="*/ 920306 h 6858000"/>
              <a:gd name="connsiteX786" fmla="*/ 5459407 w 7467600"/>
              <a:gd name="connsiteY786" fmla="*/ 940975 h 6858000"/>
              <a:gd name="connsiteX787" fmla="*/ 5374846 w 7467600"/>
              <a:gd name="connsiteY787" fmla="*/ 941988 h 6858000"/>
              <a:gd name="connsiteX788" fmla="*/ 5256105 w 7467600"/>
              <a:gd name="connsiteY788" fmla="*/ 945632 h 6858000"/>
              <a:gd name="connsiteX789" fmla="*/ 5107071 w 7467600"/>
              <a:gd name="connsiteY789" fmla="*/ 969720 h 6858000"/>
              <a:gd name="connsiteX790" fmla="*/ 4998681 w 7467600"/>
              <a:gd name="connsiteY790" fmla="*/ 988771 h 6858000"/>
              <a:gd name="connsiteX791" fmla="*/ 5870151 w 7467600"/>
              <a:gd name="connsiteY791" fmla="*/ 898890 h 6858000"/>
              <a:gd name="connsiteX792" fmla="*/ 5504425 w 7467600"/>
              <a:gd name="connsiteY792" fmla="*/ 848067 h 6858000"/>
              <a:gd name="connsiteX793" fmla="*/ 4968849 w 7467600"/>
              <a:gd name="connsiteY793" fmla="*/ 962318 h 6858000"/>
              <a:gd name="connsiteX794" fmla="*/ 5104039 w 7467600"/>
              <a:gd name="connsiteY794" fmla="*/ 940634 h 6858000"/>
              <a:gd name="connsiteX795" fmla="*/ 5256311 w 7467600"/>
              <a:gd name="connsiteY795" fmla="*/ 916490 h 6858000"/>
              <a:gd name="connsiteX796" fmla="*/ 5377381 w 7467600"/>
              <a:gd name="connsiteY796" fmla="*/ 912671 h 6858000"/>
              <a:gd name="connsiteX797" fmla="*/ 5460148 w 7467600"/>
              <a:gd name="connsiteY797" fmla="*/ 911442 h 6858000"/>
              <a:gd name="connsiteX798" fmla="*/ 5648971 w 7467600"/>
              <a:gd name="connsiteY798" fmla="*/ 891331 h 6858000"/>
              <a:gd name="connsiteX799" fmla="*/ 5844807 w 7467600"/>
              <a:gd name="connsiteY799" fmla="*/ 870718 h 6858000"/>
              <a:gd name="connsiteX800" fmla="*/ 5862975 w 7467600"/>
              <a:gd name="connsiteY800" fmla="*/ 869756 h 6858000"/>
              <a:gd name="connsiteX801" fmla="*/ 5920887 w 7467600"/>
              <a:gd name="connsiteY801" fmla="*/ 865929 h 6858000"/>
              <a:gd name="connsiteX802" fmla="*/ 5504425 w 7467600"/>
              <a:gd name="connsiteY802" fmla="*/ 848067 h 6858000"/>
              <a:gd name="connsiteX803" fmla="*/ 3607114 w 7467600"/>
              <a:gd name="connsiteY803" fmla="*/ 467441 h 6858000"/>
              <a:gd name="connsiteX804" fmla="*/ 3296242 w 7467600"/>
              <a:gd name="connsiteY804" fmla="*/ 807991 h 6858000"/>
              <a:gd name="connsiteX805" fmla="*/ 3174674 w 7467600"/>
              <a:gd name="connsiteY805" fmla="*/ 919759 h 6858000"/>
              <a:gd name="connsiteX806" fmla="*/ 3042978 w 7467600"/>
              <a:gd name="connsiteY806" fmla="*/ 1054894 h 6858000"/>
              <a:gd name="connsiteX807" fmla="*/ 2968914 w 7467600"/>
              <a:gd name="connsiteY807" fmla="*/ 1133756 h 6858000"/>
              <a:gd name="connsiteX808" fmla="*/ 3103823 w 7467600"/>
              <a:gd name="connsiteY808" fmla="*/ 1026814 h 6858000"/>
              <a:gd name="connsiteX809" fmla="*/ 3607114 w 7467600"/>
              <a:gd name="connsiteY809" fmla="*/ 467441 h 6858000"/>
              <a:gd name="connsiteX810" fmla="*/ 3744487 w 7467600"/>
              <a:gd name="connsiteY810" fmla="*/ 383136 h 6858000"/>
              <a:gd name="connsiteX811" fmla="*/ 3970213 w 7467600"/>
              <a:gd name="connsiteY811" fmla="*/ 995559 h 6858000"/>
              <a:gd name="connsiteX812" fmla="*/ 3744487 w 7467600"/>
              <a:gd name="connsiteY812" fmla="*/ 383136 h 6858000"/>
              <a:gd name="connsiteX813" fmla="*/ 3624562 w 7467600"/>
              <a:gd name="connsiteY813" fmla="*/ 367041 h 6858000"/>
              <a:gd name="connsiteX814" fmla="*/ 3489712 w 7467600"/>
              <a:gd name="connsiteY814" fmla="*/ 485386 h 6858000"/>
              <a:gd name="connsiteX815" fmla="*/ 3182994 w 7467600"/>
              <a:gd name="connsiteY815" fmla="*/ 828265 h 6858000"/>
              <a:gd name="connsiteX816" fmla="*/ 2892114 w 7467600"/>
              <a:gd name="connsiteY816" fmla="*/ 1172635 h 6858000"/>
              <a:gd name="connsiteX817" fmla="*/ 3021459 w 7467600"/>
              <a:gd name="connsiteY817" fmla="*/ 1035385 h 6858000"/>
              <a:gd name="connsiteX818" fmla="*/ 3153873 w 7467600"/>
              <a:gd name="connsiteY818" fmla="*/ 898971 h 6858000"/>
              <a:gd name="connsiteX819" fmla="*/ 3276511 w 7467600"/>
              <a:gd name="connsiteY819" fmla="*/ 786423 h 6858000"/>
              <a:gd name="connsiteX820" fmla="*/ 3584154 w 7467600"/>
              <a:gd name="connsiteY820" fmla="*/ 448218 h 6858000"/>
              <a:gd name="connsiteX821" fmla="*/ 3624562 w 7467600"/>
              <a:gd name="connsiteY821" fmla="*/ 367041 h 6858000"/>
              <a:gd name="connsiteX822" fmla="*/ 3766672 w 7467600"/>
              <a:gd name="connsiteY822" fmla="*/ 359429 h 6858000"/>
              <a:gd name="connsiteX823" fmla="*/ 3996338 w 7467600"/>
              <a:gd name="connsiteY823" fmla="*/ 968237 h 6858000"/>
              <a:gd name="connsiteX824" fmla="*/ 3766672 w 7467600"/>
              <a:gd name="connsiteY824" fmla="*/ 359429 h 6858000"/>
              <a:gd name="connsiteX825" fmla="*/ 5805386 w 7467600"/>
              <a:gd name="connsiteY825" fmla="*/ 239240 h 6858000"/>
              <a:gd name="connsiteX826" fmla="*/ 5736947 w 7467600"/>
              <a:gd name="connsiteY826" fmla="*/ 261367 h 6858000"/>
              <a:gd name="connsiteX827" fmla="*/ 5427012 w 7467600"/>
              <a:gd name="connsiteY827" fmla="*/ 311272 h 6858000"/>
              <a:gd name="connsiteX828" fmla="*/ 5147818 w 7467600"/>
              <a:gd name="connsiteY828" fmla="*/ 322112 h 6858000"/>
              <a:gd name="connsiteX829" fmla="*/ 5060854 w 7467600"/>
              <a:gd name="connsiteY829" fmla="*/ 311882 h 6858000"/>
              <a:gd name="connsiteX830" fmla="*/ 4945989 w 7467600"/>
              <a:gd name="connsiteY830" fmla="*/ 300516 h 6858000"/>
              <a:gd name="connsiteX831" fmla="*/ 5410479 w 7467600"/>
              <a:gd name="connsiteY831" fmla="*/ 348434 h 6858000"/>
              <a:gd name="connsiteX832" fmla="*/ 5805386 w 7467600"/>
              <a:gd name="connsiteY832" fmla="*/ 239240 h 6858000"/>
              <a:gd name="connsiteX833" fmla="*/ 5905192 w 7467600"/>
              <a:gd name="connsiteY833" fmla="*/ 163079 h 6858000"/>
              <a:gd name="connsiteX834" fmla="*/ 5865655 w 7467600"/>
              <a:gd name="connsiteY834" fmla="*/ 171901 h 6858000"/>
              <a:gd name="connsiteX835" fmla="*/ 5259740 w 7467600"/>
              <a:gd name="connsiteY835" fmla="*/ 257013 h 6858000"/>
              <a:gd name="connsiteX836" fmla="*/ 5208466 w 7467600"/>
              <a:gd name="connsiteY836" fmla="*/ 257550 h 6858000"/>
              <a:gd name="connsiteX837" fmla="*/ 4980204 w 7467600"/>
              <a:gd name="connsiteY837" fmla="*/ 271903 h 6858000"/>
              <a:gd name="connsiteX838" fmla="*/ 5068068 w 7467600"/>
              <a:gd name="connsiteY838" fmla="*/ 282244 h 6858000"/>
              <a:gd name="connsiteX839" fmla="*/ 5153231 w 7467600"/>
              <a:gd name="connsiteY839" fmla="*/ 292240 h 6858000"/>
              <a:gd name="connsiteX840" fmla="*/ 5426491 w 7467600"/>
              <a:gd name="connsiteY840" fmla="*/ 281128 h 6858000"/>
              <a:gd name="connsiteX841" fmla="*/ 5731212 w 7467600"/>
              <a:gd name="connsiteY841" fmla="*/ 231951 h 6858000"/>
              <a:gd name="connsiteX842" fmla="*/ 5905192 w 7467600"/>
              <a:gd name="connsiteY842" fmla="*/ 163079 h 6858000"/>
              <a:gd name="connsiteX843" fmla="*/ 5944437 w 7467600"/>
              <a:gd name="connsiteY843" fmla="*/ 113829 h 6858000"/>
              <a:gd name="connsiteX844" fmla="*/ 5825032 w 7467600"/>
              <a:gd name="connsiteY844" fmla="*/ 146405 h 6858000"/>
              <a:gd name="connsiteX845" fmla="*/ 4955599 w 7467600"/>
              <a:gd name="connsiteY845" fmla="*/ 247008 h 6858000"/>
              <a:gd name="connsiteX846" fmla="*/ 5210104 w 7467600"/>
              <a:gd name="connsiteY846" fmla="*/ 228123 h 6858000"/>
              <a:gd name="connsiteX847" fmla="*/ 5261015 w 7467600"/>
              <a:gd name="connsiteY847" fmla="*/ 227087 h 6858000"/>
              <a:gd name="connsiteX848" fmla="*/ 5861181 w 7467600"/>
              <a:gd name="connsiteY848" fmla="*/ 143093 h 6858000"/>
              <a:gd name="connsiteX849" fmla="*/ 5961252 w 7467600"/>
              <a:gd name="connsiteY849" fmla="*/ 114820 h 6858000"/>
              <a:gd name="connsiteX850" fmla="*/ 5944437 w 7467600"/>
              <a:gd name="connsiteY850" fmla="*/ 113829 h 6858000"/>
              <a:gd name="connsiteX851" fmla="*/ 3882765 w 7467600"/>
              <a:gd name="connsiteY851" fmla="*/ 0 h 6858000"/>
              <a:gd name="connsiteX852" fmla="*/ 3995099 w 7467600"/>
              <a:gd name="connsiteY852" fmla="*/ 0 h 6858000"/>
              <a:gd name="connsiteX853" fmla="*/ 4163818 w 7467600"/>
              <a:gd name="connsiteY853" fmla="*/ 234104 h 6858000"/>
              <a:gd name="connsiteX854" fmla="*/ 4172099 w 7467600"/>
              <a:gd name="connsiteY854" fmla="*/ 234207 h 6858000"/>
              <a:gd name="connsiteX855" fmla="*/ 4784282 w 7467600"/>
              <a:gd name="connsiteY855" fmla="*/ 276561 h 6858000"/>
              <a:gd name="connsiteX856" fmla="*/ 4801687 w 7467600"/>
              <a:gd name="connsiteY856" fmla="*/ 267764 h 6858000"/>
              <a:gd name="connsiteX857" fmla="*/ 6082788 w 7467600"/>
              <a:gd name="connsiteY857" fmla="*/ 64119 h 6858000"/>
              <a:gd name="connsiteX858" fmla="*/ 6099442 w 7467600"/>
              <a:gd name="connsiteY858" fmla="*/ 82568 h 6858000"/>
              <a:gd name="connsiteX859" fmla="*/ 4804137 w 7467600"/>
              <a:gd name="connsiteY859" fmla="*/ 320931 h 6858000"/>
              <a:gd name="connsiteX860" fmla="*/ 4227047 w 7467600"/>
              <a:gd name="connsiteY860" fmla="*/ 313415 h 6858000"/>
              <a:gd name="connsiteX861" fmla="*/ 4346041 w 7467600"/>
              <a:gd name="connsiteY861" fmla="*/ 456086 h 6858000"/>
              <a:gd name="connsiteX862" fmla="*/ 4870967 w 7467600"/>
              <a:gd name="connsiteY862" fmla="*/ 963061 h 6858000"/>
              <a:gd name="connsiteX863" fmla="*/ 4889647 w 7467600"/>
              <a:gd name="connsiteY863" fmla="*/ 957147 h 6858000"/>
              <a:gd name="connsiteX864" fmla="*/ 5422504 w 7467600"/>
              <a:gd name="connsiteY864" fmla="*/ 805191 h 6858000"/>
              <a:gd name="connsiteX865" fmla="*/ 6087656 w 7467600"/>
              <a:gd name="connsiteY865" fmla="*/ 826703 h 6858000"/>
              <a:gd name="connsiteX866" fmla="*/ 6058717 w 7467600"/>
              <a:gd name="connsiteY866" fmla="*/ 865992 h 6858000"/>
              <a:gd name="connsiteX867" fmla="*/ 4974153 w 7467600"/>
              <a:gd name="connsiteY867" fmla="*/ 1045456 h 6858000"/>
              <a:gd name="connsiteX868" fmla="*/ 5627835 w 7467600"/>
              <a:gd name="connsiteY868" fmla="*/ 1472077 h 6858000"/>
              <a:gd name="connsiteX869" fmla="*/ 5629817 w 7467600"/>
              <a:gd name="connsiteY869" fmla="*/ 1471412 h 6858000"/>
              <a:gd name="connsiteX870" fmla="*/ 5634124 w 7467600"/>
              <a:gd name="connsiteY870" fmla="*/ 1470572 h 6858000"/>
              <a:gd name="connsiteX871" fmla="*/ 5755832 w 7467600"/>
              <a:gd name="connsiteY871" fmla="*/ 1383886 h 6858000"/>
              <a:gd name="connsiteX872" fmla="*/ 6014186 w 7467600"/>
              <a:gd name="connsiteY872" fmla="*/ 1279799 h 6858000"/>
              <a:gd name="connsiteX873" fmla="*/ 6901619 w 7467600"/>
              <a:gd name="connsiteY873" fmla="*/ 1047874 h 6858000"/>
              <a:gd name="connsiteX874" fmla="*/ 6931566 w 7467600"/>
              <a:gd name="connsiteY874" fmla="*/ 1062034 h 6858000"/>
              <a:gd name="connsiteX875" fmla="*/ 5790982 w 7467600"/>
              <a:gd name="connsiteY875" fmla="*/ 1561380 h 6858000"/>
              <a:gd name="connsiteX876" fmla="*/ 6188971 w 7467600"/>
              <a:gd name="connsiteY876" fmla="*/ 1755168 h 6858000"/>
              <a:gd name="connsiteX877" fmla="*/ 6202446 w 7467600"/>
              <a:gd name="connsiteY877" fmla="*/ 1752268 h 6858000"/>
              <a:gd name="connsiteX878" fmla="*/ 7179560 w 7467600"/>
              <a:gd name="connsiteY878" fmla="*/ 1467551 h 6858000"/>
              <a:gd name="connsiteX879" fmla="*/ 7158730 w 7467600"/>
              <a:gd name="connsiteY879" fmla="*/ 1507835 h 6858000"/>
              <a:gd name="connsiteX880" fmla="*/ 6326959 w 7467600"/>
              <a:gd name="connsiteY880" fmla="*/ 1817686 h 6858000"/>
              <a:gd name="connsiteX881" fmla="*/ 6537433 w 7467600"/>
              <a:gd name="connsiteY881" fmla="*/ 1907790 h 6858000"/>
              <a:gd name="connsiteX882" fmla="*/ 6550221 w 7467600"/>
              <a:gd name="connsiteY882" fmla="*/ 1910729 h 6858000"/>
              <a:gd name="connsiteX883" fmla="*/ 6964438 w 7467600"/>
              <a:gd name="connsiteY883" fmla="*/ 2209505 h 6858000"/>
              <a:gd name="connsiteX884" fmla="*/ 7367862 w 7467600"/>
              <a:gd name="connsiteY884" fmla="*/ 2806833 h 6858000"/>
              <a:gd name="connsiteX885" fmla="*/ 7364329 w 7467600"/>
              <a:gd name="connsiteY885" fmla="*/ 2826907 h 6858000"/>
              <a:gd name="connsiteX886" fmla="*/ 7290545 w 7467600"/>
              <a:gd name="connsiteY886" fmla="*/ 2850663 h 6858000"/>
              <a:gd name="connsiteX887" fmla="*/ 6472036 w 7467600"/>
              <a:gd name="connsiteY887" fmla="*/ 1959003 h 6858000"/>
              <a:gd name="connsiteX888" fmla="*/ 5792897 w 7467600"/>
              <a:gd name="connsiteY888" fmla="*/ 1647747 h 6858000"/>
              <a:gd name="connsiteX889" fmla="*/ 5842751 w 7467600"/>
              <a:gd name="connsiteY889" fmla="*/ 1816112 h 6858000"/>
              <a:gd name="connsiteX890" fmla="*/ 5847424 w 7467600"/>
              <a:gd name="connsiteY890" fmla="*/ 1815776 h 6858000"/>
              <a:gd name="connsiteX891" fmla="*/ 6399821 w 7467600"/>
              <a:gd name="connsiteY891" fmla="*/ 2344799 h 6858000"/>
              <a:gd name="connsiteX892" fmla="*/ 6323232 w 7467600"/>
              <a:gd name="connsiteY892" fmla="*/ 2389634 h 6858000"/>
              <a:gd name="connsiteX893" fmla="*/ 5942958 w 7467600"/>
              <a:gd name="connsiteY893" fmla="*/ 2077708 h 6858000"/>
              <a:gd name="connsiteX894" fmla="*/ 5921559 w 7467600"/>
              <a:gd name="connsiteY894" fmla="*/ 2378596 h 6858000"/>
              <a:gd name="connsiteX895" fmla="*/ 5817651 w 7467600"/>
              <a:gd name="connsiteY895" fmla="*/ 3023919 h 6858000"/>
              <a:gd name="connsiteX896" fmla="*/ 5729634 w 7467600"/>
              <a:gd name="connsiteY896" fmla="*/ 3051849 h 6858000"/>
              <a:gd name="connsiteX897" fmla="*/ 5611018 w 7467600"/>
              <a:gd name="connsiteY897" fmla="*/ 2316769 h 6858000"/>
              <a:gd name="connsiteX898" fmla="*/ 5687608 w 7467600"/>
              <a:gd name="connsiteY898" fmla="*/ 2039972 h 6858000"/>
              <a:gd name="connsiteX899" fmla="*/ 5657554 w 7467600"/>
              <a:gd name="connsiteY899" fmla="*/ 1576445 h 6858000"/>
              <a:gd name="connsiteX900" fmla="*/ 5150475 w 7467600"/>
              <a:gd name="connsiteY900" fmla="*/ 1274012 h 6858000"/>
              <a:gd name="connsiteX901" fmla="*/ 5349142 w 7467600"/>
              <a:gd name="connsiteY901" fmla="*/ 2204405 h 6858000"/>
              <a:gd name="connsiteX902" fmla="*/ 5262214 w 7467600"/>
              <a:gd name="connsiteY902" fmla="*/ 2233836 h 6858000"/>
              <a:gd name="connsiteX903" fmla="*/ 4981539 w 7467600"/>
              <a:gd name="connsiteY903" fmla="*/ 1542201 h 6858000"/>
              <a:gd name="connsiteX904" fmla="*/ 4958461 w 7467600"/>
              <a:gd name="connsiteY904" fmla="*/ 1136957 h 6858000"/>
              <a:gd name="connsiteX905" fmla="*/ 4655015 w 7467600"/>
              <a:gd name="connsiteY905" fmla="*/ 891426 h 6858000"/>
              <a:gd name="connsiteX906" fmla="*/ 4348002 w 7467600"/>
              <a:gd name="connsiteY906" fmla="*/ 2205895 h 6858000"/>
              <a:gd name="connsiteX907" fmla="*/ 4262250 w 7467600"/>
              <a:gd name="connsiteY907" fmla="*/ 2219972 h 6858000"/>
              <a:gd name="connsiteX908" fmla="*/ 4550611 w 7467600"/>
              <a:gd name="connsiteY908" fmla="*/ 817540 h 6858000"/>
              <a:gd name="connsiteX909" fmla="*/ 4564418 w 7467600"/>
              <a:gd name="connsiteY909" fmla="*/ 808293 h 6858000"/>
              <a:gd name="connsiteX910" fmla="*/ 4266388 w 7467600"/>
              <a:gd name="connsiteY910" fmla="*/ 500083 h 6858000"/>
              <a:gd name="connsiteX911" fmla="*/ 4032842 w 7467600"/>
              <a:gd name="connsiteY911" fmla="*/ 211809 h 6858000"/>
              <a:gd name="connsiteX912" fmla="*/ 3882765 w 7467600"/>
              <a:gd name="connsiteY912" fmla="*/ 0 h 6858000"/>
              <a:gd name="connsiteX913" fmla="*/ 3721337 w 7467600"/>
              <a:gd name="connsiteY913" fmla="*/ 0 h 6858000"/>
              <a:gd name="connsiteX914" fmla="*/ 3797544 w 7467600"/>
              <a:gd name="connsiteY914" fmla="*/ 0 h 6858000"/>
              <a:gd name="connsiteX915" fmla="*/ 3775734 w 7467600"/>
              <a:gd name="connsiteY915" fmla="*/ 95131 h 6858000"/>
              <a:gd name="connsiteX916" fmla="*/ 3724807 w 7467600"/>
              <a:gd name="connsiteY916" fmla="*/ 272257 h 6858000"/>
              <a:gd name="connsiteX917" fmla="*/ 3726844 w 7467600"/>
              <a:gd name="connsiteY917" fmla="*/ 282988 h 6858000"/>
              <a:gd name="connsiteX918" fmla="*/ 3742664 w 7467600"/>
              <a:gd name="connsiteY918" fmla="*/ 279918 h 6858000"/>
              <a:gd name="connsiteX919" fmla="*/ 4103910 w 7467600"/>
              <a:gd name="connsiteY919" fmla="*/ 1161917 h 6858000"/>
              <a:gd name="connsiteX920" fmla="*/ 4020269 w 7467600"/>
              <a:gd name="connsiteY920" fmla="*/ 1200406 h 6858000"/>
              <a:gd name="connsiteX921" fmla="*/ 3674882 w 7467600"/>
              <a:gd name="connsiteY921" fmla="*/ 488524 h 6858000"/>
              <a:gd name="connsiteX922" fmla="*/ 3132682 w 7467600"/>
              <a:gd name="connsiteY922" fmla="*/ 1072284 h 6858000"/>
              <a:gd name="connsiteX923" fmla="*/ 2716346 w 7467600"/>
              <a:gd name="connsiteY923" fmla="*/ 1276376 h 6858000"/>
              <a:gd name="connsiteX924" fmla="*/ 2716772 w 7467600"/>
              <a:gd name="connsiteY924" fmla="*/ 1255462 h 6858000"/>
              <a:gd name="connsiteX925" fmla="*/ 3471096 w 7467600"/>
              <a:gd name="connsiteY925" fmla="*/ 437072 h 6858000"/>
              <a:gd name="connsiteX926" fmla="*/ 3639057 w 7467600"/>
              <a:gd name="connsiteY926" fmla="*/ 286334 h 6858000"/>
              <a:gd name="connsiteX927" fmla="*/ 3640309 w 7467600"/>
              <a:gd name="connsiteY927" fmla="*/ 284664 h 6858000"/>
              <a:gd name="connsiteX928" fmla="*/ 3646022 w 7467600"/>
              <a:gd name="connsiteY928" fmla="*/ 276711 h 6858000"/>
              <a:gd name="connsiteX929" fmla="*/ 3707943 w 7467600"/>
              <a:gd name="connsiteY929" fmla="*/ 65958 h 6858000"/>
              <a:gd name="connsiteX930" fmla="*/ 3721337 w 7467600"/>
              <a:gd name="connsiteY930" fmla="*/ 0 h 6858000"/>
              <a:gd name="connsiteX931" fmla="*/ 2867960 w 7467600"/>
              <a:gd name="connsiteY931" fmla="*/ 0 h 6858000"/>
              <a:gd name="connsiteX932" fmla="*/ 2926351 w 7467600"/>
              <a:gd name="connsiteY932" fmla="*/ 0 h 6858000"/>
              <a:gd name="connsiteX933" fmla="*/ 2902823 w 7467600"/>
              <a:gd name="connsiteY933" fmla="*/ 262929 h 6858000"/>
              <a:gd name="connsiteX934" fmla="*/ 2940663 w 7467600"/>
              <a:gd name="connsiteY934" fmla="*/ 140884 h 6858000"/>
              <a:gd name="connsiteX935" fmla="*/ 2947039 w 7467600"/>
              <a:gd name="connsiteY935" fmla="*/ 122524 h 6858000"/>
              <a:gd name="connsiteX936" fmla="*/ 2984316 w 7467600"/>
              <a:gd name="connsiteY936" fmla="*/ 0 h 6858000"/>
              <a:gd name="connsiteX937" fmla="*/ 3016114 w 7467600"/>
              <a:gd name="connsiteY937" fmla="*/ 0 h 6858000"/>
              <a:gd name="connsiteX938" fmla="*/ 2979949 w 7467600"/>
              <a:gd name="connsiteY938" fmla="*/ 119274 h 6858000"/>
              <a:gd name="connsiteX939" fmla="*/ 3023879 w 7467600"/>
              <a:gd name="connsiteY939" fmla="*/ 0 h 6858000"/>
              <a:gd name="connsiteX940" fmla="*/ 3105400 w 7467600"/>
              <a:gd name="connsiteY940" fmla="*/ 0 h 6858000"/>
              <a:gd name="connsiteX941" fmla="*/ 3094669 w 7467600"/>
              <a:gd name="connsiteY941" fmla="*/ 30308 h 6858000"/>
              <a:gd name="connsiteX942" fmla="*/ 2901945 w 7467600"/>
              <a:gd name="connsiteY942" fmla="*/ 466538 h 6858000"/>
              <a:gd name="connsiteX943" fmla="*/ 2815209 w 7467600"/>
              <a:gd name="connsiteY943" fmla="*/ 497361 h 6858000"/>
              <a:gd name="connsiteX944" fmla="*/ 2844845 w 7467600"/>
              <a:gd name="connsiteY944" fmla="*/ 127638 h 6858000"/>
              <a:gd name="connsiteX945" fmla="*/ 2867960 w 7467600"/>
              <a:gd name="connsiteY945" fmla="*/ 0 h 6858000"/>
              <a:gd name="connsiteX946" fmla="*/ 1057230 w 7467600"/>
              <a:gd name="connsiteY946" fmla="*/ 0 h 6858000"/>
              <a:gd name="connsiteX947" fmla="*/ 1111003 w 7467600"/>
              <a:gd name="connsiteY947" fmla="*/ 0 h 6858000"/>
              <a:gd name="connsiteX948" fmla="*/ 1125553 w 7467600"/>
              <a:gd name="connsiteY948" fmla="*/ 52588 h 6858000"/>
              <a:gd name="connsiteX949" fmla="*/ 1304276 w 7467600"/>
              <a:gd name="connsiteY949" fmla="*/ 476275 h 6858000"/>
              <a:gd name="connsiteX950" fmla="*/ 1492066 w 7467600"/>
              <a:gd name="connsiteY950" fmla="*/ 886333 h 6858000"/>
              <a:gd name="connsiteX951" fmla="*/ 1423698 w 7467600"/>
              <a:gd name="connsiteY951" fmla="*/ 710817 h 6858000"/>
              <a:gd name="connsiteX952" fmla="*/ 1357609 w 7467600"/>
              <a:gd name="connsiteY952" fmla="*/ 532892 h 6858000"/>
              <a:gd name="connsiteX953" fmla="*/ 1309550 w 7467600"/>
              <a:gd name="connsiteY953" fmla="*/ 374031 h 6858000"/>
              <a:gd name="connsiteX954" fmla="*/ 1193673 w 7467600"/>
              <a:gd name="connsiteY954" fmla="*/ 49533 h 6858000"/>
              <a:gd name="connsiteX955" fmla="*/ 1164391 w 7467600"/>
              <a:gd name="connsiteY955" fmla="*/ 0 h 6858000"/>
              <a:gd name="connsiteX956" fmla="*/ 1200666 w 7467600"/>
              <a:gd name="connsiteY956" fmla="*/ 0 h 6858000"/>
              <a:gd name="connsiteX957" fmla="*/ 1223408 w 7467600"/>
              <a:gd name="connsiteY957" fmla="*/ 38996 h 6858000"/>
              <a:gd name="connsiteX958" fmla="*/ 1339635 w 7467600"/>
              <a:gd name="connsiteY958" fmla="*/ 365517 h 6858000"/>
              <a:gd name="connsiteX959" fmla="*/ 1387469 w 7467600"/>
              <a:gd name="connsiteY959" fmla="*/ 523079 h 6858000"/>
              <a:gd name="connsiteX960" fmla="*/ 1452685 w 7467600"/>
              <a:gd name="connsiteY960" fmla="*/ 699806 h 6858000"/>
              <a:gd name="connsiteX961" fmla="*/ 1492092 w 7467600"/>
              <a:gd name="connsiteY961" fmla="*/ 800424 h 6858000"/>
              <a:gd name="connsiteX962" fmla="*/ 1455302 w 7467600"/>
              <a:gd name="connsiteY962" fmla="*/ 632913 h 6858000"/>
              <a:gd name="connsiteX963" fmla="*/ 1222336 w 7467600"/>
              <a:gd name="connsiteY963" fmla="*/ 9480 h 6858000"/>
              <a:gd name="connsiteX964" fmla="*/ 1214634 w 7467600"/>
              <a:gd name="connsiteY964" fmla="*/ 0 h 6858000"/>
              <a:gd name="connsiteX965" fmla="*/ 1289827 w 7467600"/>
              <a:gd name="connsiteY965" fmla="*/ 0 h 6858000"/>
              <a:gd name="connsiteX966" fmla="*/ 1321076 w 7467600"/>
              <a:gd name="connsiteY966" fmla="*/ 59722 h 6858000"/>
              <a:gd name="connsiteX967" fmla="*/ 1512579 w 7467600"/>
              <a:gd name="connsiteY967" fmla="*/ 626441 h 6858000"/>
              <a:gd name="connsiteX968" fmla="*/ 1506076 w 7467600"/>
              <a:gd name="connsiteY968" fmla="*/ 1089289 h 6858000"/>
              <a:gd name="connsiteX969" fmla="*/ 1486346 w 7467600"/>
              <a:gd name="connsiteY969" fmla="*/ 1079919 h 6858000"/>
              <a:gd name="connsiteX970" fmla="*/ 1070511 w 7467600"/>
              <a:gd name="connsiteY970" fmla="*/ 48609 h 6858000"/>
              <a:gd name="connsiteX971" fmla="*/ 1057230 w 7467600"/>
              <a:gd name="connsiteY971" fmla="*/ 0 h 6858000"/>
              <a:gd name="connsiteX972" fmla="*/ 43151 w 7467600"/>
              <a:gd name="connsiteY972" fmla="*/ 0 h 6858000"/>
              <a:gd name="connsiteX973" fmla="*/ 95283 w 7467600"/>
              <a:gd name="connsiteY973" fmla="*/ 0 h 6858000"/>
              <a:gd name="connsiteX974" fmla="*/ 300708 w 7467600"/>
              <a:gd name="connsiteY974" fmla="*/ 154571 h 6858000"/>
              <a:gd name="connsiteX975" fmla="*/ 530414 w 7467600"/>
              <a:gd name="connsiteY975" fmla="*/ 354673 h 6858000"/>
              <a:gd name="connsiteX976" fmla="*/ 333785 w 7467600"/>
              <a:gd name="connsiteY976" fmla="*/ 161564 h 6858000"/>
              <a:gd name="connsiteX977" fmla="*/ 147005 w 7467600"/>
              <a:gd name="connsiteY977" fmla="*/ 0 h 6858000"/>
              <a:gd name="connsiteX978" fmla="*/ 272509 w 7467600"/>
              <a:gd name="connsiteY978" fmla="*/ 0 h 6858000"/>
              <a:gd name="connsiteX979" fmla="*/ 326276 w 7467600"/>
              <a:gd name="connsiteY979" fmla="*/ 45847 h 6858000"/>
              <a:gd name="connsiteX980" fmla="*/ 823759 w 7467600"/>
              <a:gd name="connsiteY980" fmla="*/ 574145 h 6858000"/>
              <a:gd name="connsiteX981" fmla="*/ 811254 w 7467600"/>
              <a:gd name="connsiteY981" fmla="*/ 665546 h 6858000"/>
              <a:gd name="connsiteX982" fmla="*/ 154042 w 7467600"/>
              <a:gd name="connsiteY982" fmla="*/ 261522 h 6858000"/>
              <a:gd name="connsiteX983" fmla="*/ 13550 w 7467600"/>
              <a:gd name="connsiteY983" fmla="*/ 158423 h 6858000"/>
              <a:gd name="connsiteX984" fmla="*/ 0 w 7467600"/>
              <a:gd name="connsiteY984" fmla="*/ 146618 h 6858000"/>
              <a:gd name="connsiteX985" fmla="*/ 0 w 7467600"/>
              <a:gd name="connsiteY985" fmla="*/ 59161 h 6858000"/>
              <a:gd name="connsiteX986" fmla="*/ 45427 w 7467600"/>
              <a:gd name="connsiteY986" fmla="*/ 101078 h 6858000"/>
              <a:gd name="connsiteX987" fmla="*/ 630103 w 7467600"/>
              <a:gd name="connsiteY987" fmla="*/ 485885 h 6858000"/>
              <a:gd name="connsiteX988" fmla="*/ 532040 w 7467600"/>
              <a:gd name="connsiteY988" fmla="*/ 399359 h 6858000"/>
              <a:gd name="connsiteX989" fmla="*/ 517618 w 7467600"/>
              <a:gd name="connsiteY989" fmla="*/ 385726 h 6858000"/>
              <a:gd name="connsiteX990" fmla="*/ 285074 w 7467600"/>
              <a:gd name="connsiteY990" fmla="*/ 182755 h 6858000"/>
              <a:gd name="connsiteX991" fmla="*/ 43151 w 7467600"/>
              <a:gd name="connsiteY99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12201 w 7467600"/>
              <a:gd name="connsiteY134" fmla="*/ 5128278 h 6858000"/>
              <a:gd name="connsiteX135" fmla="*/ 1903353 w 7467600"/>
              <a:gd name="connsiteY135" fmla="*/ 5044827 h 6858000"/>
              <a:gd name="connsiteX136" fmla="*/ 1936931 w 7467600"/>
              <a:gd name="connsiteY136" fmla="*/ 5093954 h 6858000"/>
              <a:gd name="connsiteX137" fmla="*/ 2195868 w 7467600"/>
              <a:gd name="connsiteY137" fmla="*/ 5396574 h 6858000"/>
              <a:gd name="connsiteX138" fmla="*/ 2088852 w 7467600"/>
              <a:gd name="connsiteY138" fmla="*/ 5166123 h 6858000"/>
              <a:gd name="connsiteX139" fmla="*/ 1958241 w 7467600"/>
              <a:gd name="connsiteY139" fmla="*/ 5067955 h 6858000"/>
              <a:gd name="connsiteX140" fmla="*/ 1903353 w 7467600"/>
              <a:gd name="connsiteY140" fmla="*/ 5044827 h 6858000"/>
              <a:gd name="connsiteX141" fmla="*/ 1979378 w 7467600"/>
              <a:gd name="connsiteY141" fmla="*/ 4769504 h 6858000"/>
              <a:gd name="connsiteX142" fmla="*/ 2882120 w 7467600"/>
              <a:gd name="connsiteY142" fmla="*/ 5064547 h 6858000"/>
              <a:gd name="connsiteX143" fmla="*/ 2793103 w 7467600"/>
              <a:gd name="connsiteY143" fmla="*/ 5039699 h 6858000"/>
              <a:gd name="connsiteX144" fmla="*/ 2770041 w 7467600"/>
              <a:gd name="connsiteY144" fmla="*/ 5033634 h 6858000"/>
              <a:gd name="connsiteX145" fmla="*/ 1979378 w 7467600"/>
              <a:gd name="connsiteY145" fmla="*/ 4769504 h 6858000"/>
              <a:gd name="connsiteX146" fmla="*/ 1927410 w 7467600"/>
              <a:gd name="connsiteY146" fmla="*/ 4716164 h 6858000"/>
              <a:gd name="connsiteX147" fmla="*/ 1959587 w 7467600"/>
              <a:gd name="connsiteY147" fmla="*/ 4728849 h 6858000"/>
              <a:gd name="connsiteX148" fmla="*/ 2777707 w 7467600"/>
              <a:gd name="connsiteY148" fmla="*/ 5003991 h 6858000"/>
              <a:gd name="connsiteX149" fmla="*/ 2800768 w 7467600"/>
              <a:gd name="connsiteY149" fmla="*/ 5010056 h 6858000"/>
              <a:gd name="connsiteX150" fmla="*/ 2879408 w 7467600"/>
              <a:gd name="connsiteY150" fmla="*/ 5031590 h 6858000"/>
              <a:gd name="connsiteX151" fmla="*/ 2862295 w 7467600"/>
              <a:gd name="connsiteY151" fmla="*/ 5022958 h 6858000"/>
              <a:gd name="connsiteX152" fmla="*/ 2813343 w 7467600"/>
              <a:gd name="connsiteY152" fmla="*/ 4998369 h 6858000"/>
              <a:gd name="connsiteX153" fmla="*/ 2646245 w 7467600"/>
              <a:gd name="connsiteY153" fmla="*/ 4930999 h 6858000"/>
              <a:gd name="connsiteX154" fmla="*/ 1999243 w 7467600"/>
              <a:gd name="connsiteY154" fmla="*/ 4730524 h 6858000"/>
              <a:gd name="connsiteX155" fmla="*/ 1979527 w 7467600"/>
              <a:gd name="connsiteY155" fmla="*/ 4726651 h 6858000"/>
              <a:gd name="connsiteX156" fmla="*/ 1927410 w 7467600"/>
              <a:gd name="connsiteY156" fmla="*/ 4716164 h 6858000"/>
              <a:gd name="connsiteX157" fmla="*/ 1997014 w 7467600"/>
              <a:gd name="connsiteY157" fmla="*/ 4698007 h 6858000"/>
              <a:gd name="connsiteX158" fmla="*/ 2005458 w 7467600"/>
              <a:gd name="connsiteY158" fmla="*/ 4699540 h 6858000"/>
              <a:gd name="connsiteX159" fmla="*/ 2657186 w 7467600"/>
              <a:gd name="connsiteY159" fmla="*/ 4901687 h 6858000"/>
              <a:gd name="connsiteX160" fmla="*/ 2826662 w 7467600"/>
              <a:gd name="connsiteY160" fmla="*/ 4970362 h 6858000"/>
              <a:gd name="connsiteX161" fmla="*/ 2876100 w 7467600"/>
              <a:gd name="connsiteY161" fmla="*/ 4995397 h 6858000"/>
              <a:gd name="connsiteX162" fmla="*/ 3042600 w 7467600"/>
              <a:gd name="connsiteY162" fmla="*/ 5059532 h 6858000"/>
              <a:gd name="connsiteX163" fmla="*/ 1997014 w 7467600"/>
              <a:gd name="connsiteY163" fmla="*/ 4698007 h 6858000"/>
              <a:gd name="connsiteX164" fmla="*/ 2305292 w 7467600"/>
              <a:gd name="connsiteY164" fmla="*/ 4219492 h 6858000"/>
              <a:gd name="connsiteX165" fmla="*/ 3360922 w 7467600"/>
              <a:gd name="connsiteY165" fmla="*/ 4529373 h 6858000"/>
              <a:gd name="connsiteX166" fmla="*/ 3492420 w 7467600"/>
              <a:gd name="connsiteY166" fmla="*/ 4510145 h 6858000"/>
              <a:gd name="connsiteX167" fmla="*/ 3364086 w 7467600"/>
              <a:gd name="connsiteY167" fmla="*/ 4480340 h 6858000"/>
              <a:gd name="connsiteX168" fmla="*/ 3225818 w 7467600"/>
              <a:gd name="connsiteY168" fmla="*/ 4411822 h 6858000"/>
              <a:gd name="connsiteX169" fmla="*/ 3129696 w 7467600"/>
              <a:gd name="connsiteY169" fmla="*/ 4360704 h 6858000"/>
              <a:gd name="connsiteX170" fmla="*/ 2814545 w 7467600"/>
              <a:gd name="connsiteY170" fmla="*/ 4282955 h 6858000"/>
              <a:gd name="connsiteX171" fmla="*/ 2305292 w 7467600"/>
              <a:gd name="connsiteY171" fmla="*/ 4219492 h 6858000"/>
              <a:gd name="connsiteX172" fmla="*/ 2626982 w 7467600"/>
              <a:gd name="connsiteY172" fmla="*/ 4206450 h 6858000"/>
              <a:gd name="connsiteX173" fmla="*/ 2490617 w 7467600"/>
              <a:gd name="connsiteY173" fmla="*/ 4206951 h 6858000"/>
              <a:gd name="connsiteX174" fmla="*/ 2819869 w 7467600"/>
              <a:gd name="connsiteY174" fmla="*/ 4252936 h 6858000"/>
              <a:gd name="connsiteX175" fmla="*/ 3143018 w 7467600"/>
              <a:gd name="connsiteY175" fmla="*/ 4332698 h 6858000"/>
              <a:gd name="connsiteX176" fmla="*/ 3241520 w 7467600"/>
              <a:gd name="connsiteY176" fmla="*/ 4385112 h 6858000"/>
              <a:gd name="connsiteX177" fmla="*/ 3374575 w 7467600"/>
              <a:gd name="connsiteY177" fmla="*/ 4451517 h 6858000"/>
              <a:gd name="connsiteX178" fmla="*/ 3505221 w 7467600"/>
              <a:gd name="connsiteY178" fmla="*/ 4480757 h 6858000"/>
              <a:gd name="connsiteX179" fmla="*/ 2626982 w 7467600"/>
              <a:gd name="connsiteY179" fmla="*/ 4206450 h 6858000"/>
              <a:gd name="connsiteX180" fmla="*/ 1310106 w 7467600"/>
              <a:gd name="connsiteY180" fmla="*/ 3943217 h 6858000"/>
              <a:gd name="connsiteX181" fmla="*/ 854994 w 7467600"/>
              <a:gd name="connsiteY181" fmla="*/ 4399136 h 6858000"/>
              <a:gd name="connsiteX182" fmla="*/ 742462 w 7467600"/>
              <a:gd name="connsiteY182" fmla="*/ 4594648 h 6858000"/>
              <a:gd name="connsiteX183" fmla="*/ 820602 w 7467600"/>
              <a:gd name="connsiteY183" fmla="*/ 4485915 h 6858000"/>
              <a:gd name="connsiteX184" fmla="*/ 878295 w 7467600"/>
              <a:gd name="connsiteY184" fmla="*/ 4403594 h 6858000"/>
              <a:gd name="connsiteX185" fmla="*/ 1240607 w 7467600"/>
              <a:gd name="connsiteY185" fmla="*/ 4010401 h 6858000"/>
              <a:gd name="connsiteX186" fmla="*/ 1310106 w 7467600"/>
              <a:gd name="connsiteY186" fmla="*/ 3943217 h 6858000"/>
              <a:gd name="connsiteX187" fmla="*/ 1423113 w 7467600"/>
              <a:gd name="connsiteY187" fmla="*/ 3874565 h 6858000"/>
              <a:gd name="connsiteX188" fmla="*/ 1260565 w 7467600"/>
              <a:gd name="connsiteY188" fmla="*/ 4031982 h 6858000"/>
              <a:gd name="connsiteX189" fmla="*/ 901900 w 7467600"/>
              <a:gd name="connsiteY189" fmla="*/ 4421236 h 6858000"/>
              <a:gd name="connsiteX190" fmla="*/ 845044 w 7467600"/>
              <a:gd name="connsiteY190" fmla="*/ 4502436 h 6858000"/>
              <a:gd name="connsiteX191" fmla="*/ 685926 w 7467600"/>
              <a:gd name="connsiteY191" fmla="*/ 4703069 h 6858000"/>
              <a:gd name="connsiteX192" fmla="*/ 684248 w 7467600"/>
              <a:gd name="connsiteY192" fmla="*/ 4706721 h 6858000"/>
              <a:gd name="connsiteX193" fmla="*/ 1423113 w 7467600"/>
              <a:gd name="connsiteY193" fmla="*/ 3874565 h 6858000"/>
              <a:gd name="connsiteX194" fmla="*/ 3316479 w 7467600"/>
              <a:gd name="connsiteY194" fmla="*/ 3872136 h 6858000"/>
              <a:gd name="connsiteX195" fmla="*/ 3546806 w 7467600"/>
              <a:gd name="connsiteY195" fmla="*/ 4356139 h 6858000"/>
              <a:gd name="connsiteX196" fmla="*/ 3364433 w 7467600"/>
              <a:gd name="connsiteY196" fmla="*/ 3953121 h 6858000"/>
              <a:gd name="connsiteX197" fmla="*/ 3316479 w 7467600"/>
              <a:gd name="connsiteY197" fmla="*/ 3872136 h 6858000"/>
              <a:gd name="connsiteX198" fmla="*/ 3291335 w 7467600"/>
              <a:gd name="connsiteY198" fmla="*/ 3767420 h 6858000"/>
              <a:gd name="connsiteX199" fmla="*/ 3390805 w 7467600"/>
              <a:gd name="connsiteY199" fmla="*/ 3937163 h 6858000"/>
              <a:gd name="connsiteX200" fmla="*/ 3579062 w 7467600"/>
              <a:gd name="connsiteY200" fmla="*/ 4359040 h 6858000"/>
              <a:gd name="connsiteX201" fmla="*/ 3467355 w 7467600"/>
              <a:gd name="connsiteY201" fmla="*/ 3988130 h 6858000"/>
              <a:gd name="connsiteX202" fmla="*/ 3310753 w 7467600"/>
              <a:gd name="connsiteY202" fmla="*/ 3787140 h 6858000"/>
              <a:gd name="connsiteX203" fmla="*/ 3291335 w 7467600"/>
              <a:gd name="connsiteY203" fmla="*/ 3767420 h 6858000"/>
              <a:gd name="connsiteX204" fmla="*/ 1635889 w 7467600"/>
              <a:gd name="connsiteY204" fmla="*/ 3709494 h 6858000"/>
              <a:gd name="connsiteX205" fmla="*/ 1634800 w 7467600"/>
              <a:gd name="connsiteY205" fmla="*/ 3731111 h 6858000"/>
              <a:gd name="connsiteX206" fmla="*/ 1635889 w 7467600"/>
              <a:gd name="connsiteY206" fmla="*/ 3709494 h 6858000"/>
              <a:gd name="connsiteX207" fmla="*/ 1510397 w 7467600"/>
              <a:gd name="connsiteY207" fmla="*/ 3684705 h 6858000"/>
              <a:gd name="connsiteX208" fmla="*/ 1146550 w 7467600"/>
              <a:gd name="connsiteY208" fmla="*/ 3802012 h 6858000"/>
              <a:gd name="connsiteX209" fmla="*/ 698834 w 7467600"/>
              <a:gd name="connsiteY209" fmla="*/ 3952272 h 6858000"/>
              <a:gd name="connsiteX210" fmla="*/ 34256 w 7467600"/>
              <a:gd name="connsiteY210" fmla="*/ 4347603 h 6858000"/>
              <a:gd name="connsiteX211" fmla="*/ 527241 w 7467600"/>
              <a:gd name="connsiteY211" fmla="*/ 4065078 h 6858000"/>
              <a:gd name="connsiteX212" fmla="*/ 1510397 w 7467600"/>
              <a:gd name="connsiteY212" fmla="*/ 3684705 h 6858000"/>
              <a:gd name="connsiteX213" fmla="*/ 1313114 w 7467600"/>
              <a:gd name="connsiteY213" fmla="*/ 3655216 h 6858000"/>
              <a:gd name="connsiteX214" fmla="*/ 1109304 w 7467600"/>
              <a:gd name="connsiteY214" fmla="*/ 3669030 h 6858000"/>
              <a:gd name="connsiteX215" fmla="*/ 8129 w 7467600"/>
              <a:gd name="connsiteY215" fmla="*/ 4330519 h 6858000"/>
              <a:gd name="connsiteX216" fmla="*/ 687572 w 7467600"/>
              <a:gd name="connsiteY216" fmla="*/ 3925629 h 6858000"/>
              <a:gd name="connsiteX217" fmla="*/ 1138365 w 7467600"/>
              <a:gd name="connsiteY217" fmla="*/ 3774515 h 6858000"/>
              <a:gd name="connsiteX218" fmla="*/ 1505579 w 7467600"/>
              <a:gd name="connsiteY218" fmla="*/ 3655526 h 6858000"/>
              <a:gd name="connsiteX219" fmla="*/ 1313114 w 7467600"/>
              <a:gd name="connsiteY219" fmla="*/ 3655216 h 6858000"/>
              <a:gd name="connsiteX220" fmla="*/ 3655073 w 7467600"/>
              <a:gd name="connsiteY220" fmla="*/ 3650884 h 6858000"/>
              <a:gd name="connsiteX221" fmla="*/ 3989938 w 7467600"/>
              <a:gd name="connsiteY221" fmla="*/ 3991685 h 6858000"/>
              <a:gd name="connsiteX222" fmla="*/ 4393907 w 7467600"/>
              <a:gd name="connsiteY222" fmla="*/ 4261258 h 6858000"/>
              <a:gd name="connsiteX223" fmla="*/ 4648051 w 7467600"/>
              <a:gd name="connsiteY223" fmla="*/ 4374051 h 6858000"/>
              <a:gd name="connsiteX224" fmla="*/ 4383389 w 7467600"/>
              <a:gd name="connsiteY224" fmla="*/ 4184369 h 6858000"/>
              <a:gd name="connsiteX225" fmla="*/ 4165508 w 7467600"/>
              <a:gd name="connsiteY225" fmla="*/ 4035196 h 6858000"/>
              <a:gd name="connsiteX226" fmla="*/ 4068162 w 7467600"/>
              <a:gd name="connsiteY226" fmla="*/ 3953394 h 6858000"/>
              <a:gd name="connsiteX227" fmla="*/ 3981416 w 7467600"/>
              <a:gd name="connsiteY227" fmla="*/ 3880482 h 6858000"/>
              <a:gd name="connsiteX228" fmla="*/ 3800147 w 7467600"/>
              <a:gd name="connsiteY228" fmla="*/ 3749872 h 6858000"/>
              <a:gd name="connsiteX229" fmla="*/ 3655073 w 7467600"/>
              <a:gd name="connsiteY229" fmla="*/ 3650884 h 6858000"/>
              <a:gd name="connsiteX230" fmla="*/ 3670252 w 7467600"/>
              <a:gd name="connsiteY230" fmla="*/ 3622798 h 6858000"/>
              <a:gd name="connsiteX231" fmla="*/ 3817258 w 7467600"/>
              <a:gd name="connsiteY231" fmla="*/ 3723577 h 6858000"/>
              <a:gd name="connsiteX232" fmla="*/ 4000461 w 7467600"/>
              <a:gd name="connsiteY232" fmla="*/ 3855966 h 6858000"/>
              <a:gd name="connsiteX233" fmla="*/ 4088180 w 7467600"/>
              <a:gd name="connsiteY233" fmla="*/ 3929774 h 6858000"/>
              <a:gd name="connsiteX234" fmla="*/ 4184555 w 7467600"/>
              <a:gd name="connsiteY234" fmla="*/ 4010683 h 6858000"/>
              <a:gd name="connsiteX235" fmla="*/ 4399563 w 7467600"/>
              <a:gd name="connsiteY235" fmla="*/ 4158106 h 6858000"/>
              <a:gd name="connsiteX236" fmla="*/ 4684469 w 7467600"/>
              <a:gd name="connsiteY236" fmla="*/ 4364680 h 6858000"/>
              <a:gd name="connsiteX237" fmla="*/ 4690271 w 7467600"/>
              <a:gd name="connsiteY237" fmla="*/ 4370034 h 6858000"/>
              <a:gd name="connsiteX238" fmla="*/ 4136093 w 7467600"/>
              <a:gd name="connsiteY238" fmla="*/ 3858466 h 6858000"/>
              <a:gd name="connsiteX239" fmla="*/ 3670252 w 7467600"/>
              <a:gd name="connsiteY239" fmla="*/ 3622798 h 6858000"/>
              <a:gd name="connsiteX240" fmla="*/ 4440129 w 7467600"/>
              <a:gd name="connsiteY240" fmla="*/ 3448571 h 6858000"/>
              <a:gd name="connsiteX241" fmla="*/ 4856525 w 7467600"/>
              <a:gd name="connsiteY241" fmla="*/ 3915351 h 6858000"/>
              <a:gd name="connsiteX242" fmla="*/ 5059055 w 7467600"/>
              <a:gd name="connsiteY242" fmla="*/ 4108918 h 6858000"/>
              <a:gd name="connsiteX243" fmla="*/ 5290070 w 7467600"/>
              <a:gd name="connsiteY243" fmla="*/ 4263619 h 6858000"/>
              <a:gd name="connsiteX244" fmla="*/ 4834991 w 7467600"/>
              <a:gd name="connsiteY244" fmla="*/ 3830985 h 6858000"/>
              <a:gd name="connsiteX245" fmla="*/ 4440129 w 7467600"/>
              <a:gd name="connsiteY245" fmla="*/ 3448571 h 6858000"/>
              <a:gd name="connsiteX246" fmla="*/ 4441737 w 7467600"/>
              <a:gd name="connsiteY246" fmla="*/ 3399734 h 6858000"/>
              <a:gd name="connsiteX247" fmla="*/ 4431236 w 7467600"/>
              <a:gd name="connsiteY247" fmla="*/ 3400954 h 6858000"/>
              <a:gd name="connsiteX248" fmla="*/ 4557150 w 7467600"/>
              <a:gd name="connsiteY248" fmla="*/ 3510023 h 6858000"/>
              <a:gd name="connsiteX249" fmla="*/ 4856936 w 7467600"/>
              <a:gd name="connsiteY249" fmla="*/ 3809146 h 6858000"/>
              <a:gd name="connsiteX250" fmla="*/ 5111996 w 7467600"/>
              <a:gd name="connsiteY250" fmla="*/ 4065759 h 6858000"/>
              <a:gd name="connsiteX251" fmla="*/ 5388878 w 7467600"/>
              <a:gd name="connsiteY251" fmla="*/ 4300185 h 6858000"/>
              <a:gd name="connsiteX252" fmla="*/ 5425556 w 7467600"/>
              <a:gd name="connsiteY252" fmla="*/ 4308967 h 6858000"/>
              <a:gd name="connsiteX253" fmla="*/ 4943646 w 7467600"/>
              <a:gd name="connsiteY253" fmla="*/ 3822916 h 6858000"/>
              <a:gd name="connsiteX254" fmla="*/ 4594837 w 7467600"/>
              <a:gd name="connsiteY254" fmla="*/ 3532274 h 6858000"/>
              <a:gd name="connsiteX255" fmla="*/ 4441737 w 7467600"/>
              <a:gd name="connsiteY255" fmla="*/ 3399734 h 6858000"/>
              <a:gd name="connsiteX256" fmla="*/ 5425834 w 7467600"/>
              <a:gd name="connsiteY256" fmla="*/ 3162785 h 6858000"/>
              <a:gd name="connsiteX257" fmla="*/ 5401644 w 7467600"/>
              <a:gd name="connsiteY257" fmla="*/ 3617847 h 6858000"/>
              <a:gd name="connsiteX258" fmla="*/ 5467256 w 7467600"/>
              <a:gd name="connsiteY258" fmla="*/ 4175494 h 6858000"/>
              <a:gd name="connsiteX259" fmla="*/ 5448069 w 7467600"/>
              <a:gd name="connsiteY259" fmla="*/ 3567554 h 6858000"/>
              <a:gd name="connsiteX260" fmla="*/ 5425834 w 7467600"/>
              <a:gd name="connsiteY260" fmla="*/ 3162785 h 6858000"/>
              <a:gd name="connsiteX261" fmla="*/ 1318687 w 7467600"/>
              <a:gd name="connsiteY261" fmla="*/ 3113840 h 6858000"/>
              <a:gd name="connsiteX262" fmla="*/ 1066793 w 7467600"/>
              <a:gd name="connsiteY262" fmla="*/ 3212171 h 6858000"/>
              <a:gd name="connsiteX263" fmla="*/ 993319 w 7467600"/>
              <a:gd name="connsiteY263" fmla="*/ 3247648 h 6858000"/>
              <a:gd name="connsiteX264" fmla="*/ 853081 w 7467600"/>
              <a:gd name="connsiteY264" fmla="*/ 3312410 h 6858000"/>
              <a:gd name="connsiteX265" fmla="*/ 805957 w 7467600"/>
              <a:gd name="connsiteY265" fmla="*/ 3330443 h 6858000"/>
              <a:gd name="connsiteX266" fmla="*/ 1318687 w 7467600"/>
              <a:gd name="connsiteY266" fmla="*/ 3113840 h 6858000"/>
              <a:gd name="connsiteX267" fmla="*/ 5453702 w 7467600"/>
              <a:gd name="connsiteY267" fmla="*/ 3090882 h 6858000"/>
              <a:gd name="connsiteX268" fmla="*/ 5480135 w 7467600"/>
              <a:gd name="connsiteY268" fmla="*/ 3565802 h 6858000"/>
              <a:gd name="connsiteX269" fmla="*/ 5499023 w 7467600"/>
              <a:gd name="connsiteY269" fmla="*/ 4166310 h 6858000"/>
              <a:gd name="connsiteX270" fmla="*/ 5547022 w 7467600"/>
              <a:gd name="connsiteY270" fmla="*/ 3607838 h 6858000"/>
              <a:gd name="connsiteX271" fmla="*/ 5515964 w 7467600"/>
              <a:gd name="connsiteY271" fmla="*/ 3378541 h 6858000"/>
              <a:gd name="connsiteX272" fmla="*/ 5453702 w 7467600"/>
              <a:gd name="connsiteY272" fmla="*/ 3090882 h 6858000"/>
              <a:gd name="connsiteX273" fmla="*/ 1238695 w 7467600"/>
              <a:gd name="connsiteY273" fmla="*/ 3076820 h 6858000"/>
              <a:gd name="connsiteX274" fmla="*/ 716371 w 7467600"/>
              <a:gd name="connsiteY274" fmla="*/ 3293249 h 6858000"/>
              <a:gd name="connsiteX275" fmla="*/ 579522 w 7467600"/>
              <a:gd name="connsiteY275" fmla="*/ 3371759 h 6858000"/>
              <a:gd name="connsiteX276" fmla="*/ 600288 w 7467600"/>
              <a:gd name="connsiteY276" fmla="*/ 3365555 h 6858000"/>
              <a:gd name="connsiteX277" fmla="*/ 840692 w 7467600"/>
              <a:gd name="connsiteY277" fmla="*/ 3284921 h 6858000"/>
              <a:gd name="connsiteX278" fmla="*/ 979248 w 7467600"/>
              <a:gd name="connsiteY278" fmla="*/ 3221003 h 6858000"/>
              <a:gd name="connsiteX279" fmla="*/ 1053282 w 7467600"/>
              <a:gd name="connsiteY279" fmla="*/ 3185247 h 6858000"/>
              <a:gd name="connsiteX280" fmla="*/ 1320603 w 7467600"/>
              <a:gd name="connsiteY280" fmla="*/ 3081281 h 6858000"/>
              <a:gd name="connsiteX281" fmla="*/ 1238695 w 7467600"/>
              <a:gd name="connsiteY281" fmla="*/ 3076820 h 6858000"/>
              <a:gd name="connsiteX282" fmla="*/ 5425627 w 7467600"/>
              <a:gd name="connsiteY282" fmla="*/ 2954192 h 6858000"/>
              <a:gd name="connsiteX283" fmla="*/ 5470770 w 7467600"/>
              <a:gd name="connsiteY283" fmla="*/ 3005435 h 6858000"/>
              <a:gd name="connsiteX284" fmla="*/ 5519779 w 7467600"/>
              <a:gd name="connsiteY284" fmla="*/ 4359223 h 6858000"/>
              <a:gd name="connsiteX285" fmla="*/ 5520293 w 7467600"/>
              <a:gd name="connsiteY285" fmla="*/ 4360602 h 6858000"/>
              <a:gd name="connsiteX286" fmla="*/ 5767221 w 7467600"/>
              <a:gd name="connsiteY286" fmla="*/ 4665564 h 6858000"/>
              <a:gd name="connsiteX287" fmla="*/ 6937169 w 7467600"/>
              <a:gd name="connsiteY287" fmla="*/ 4815941 h 6858000"/>
              <a:gd name="connsiteX288" fmla="*/ 6953922 w 7467600"/>
              <a:gd name="connsiteY288" fmla="*/ 4890068 h 6858000"/>
              <a:gd name="connsiteX289" fmla="*/ 6071359 w 7467600"/>
              <a:gd name="connsiteY289" fmla="*/ 4770770 h 6858000"/>
              <a:gd name="connsiteX290" fmla="*/ 6038839 w 7467600"/>
              <a:gd name="connsiteY290" fmla="*/ 4764474 h 6858000"/>
              <a:gd name="connsiteX291" fmla="*/ 6038706 w 7467600"/>
              <a:gd name="connsiteY291" fmla="*/ 4763847 h 6858000"/>
              <a:gd name="connsiteX292" fmla="*/ 6037784 w 7467600"/>
              <a:gd name="connsiteY292" fmla="*/ 4764270 h 6858000"/>
              <a:gd name="connsiteX293" fmla="*/ 6038839 w 7467600"/>
              <a:gd name="connsiteY293" fmla="*/ 4764474 h 6858000"/>
              <a:gd name="connsiteX294" fmla="*/ 6040338 w 7467600"/>
              <a:gd name="connsiteY294" fmla="*/ 4771418 h 6858000"/>
              <a:gd name="connsiteX295" fmla="*/ 6024488 w 7467600"/>
              <a:gd name="connsiteY295" fmla="*/ 4809903 h 6858000"/>
              <a:gd name="connsiteX296" fmla="*/ 5599771 w 7467600"/>
              <a:gd name="connsiteY296" fmla="*/ 5509652 h 6858000"/>
              <a:gd name="connsiteX297" fmla="*/ 5548843 w 7467600"/>
              <a:gd name="connsiteY297" fmla="*/ 5563845 h 6858000"/>
              <a:gd name="connsiteX298" fmla="*/ 5940952 w 7467600"/>
              <a:gd name="connsiteY298" fmla="*/ 6250028 h 6858000"/>
              <a:gd name="connsiteX299" fmla="*/ 6043441 w 7467600"/>
              <a:gd name="connsiteY299" fmla="*/ 6665847 h 6858000"/>
              <a:gd name="connsiteX300" fmla="*/ 6093432 w 7467600"/>
              <a:gd name="connsiteY300" fmla="*/ 6858000 h 6858000"/>
              <a:gd name="connsiteX301" fmla="*/ 6034344 w 7467600"/>
              <a:gd name="connsiteY301" fmla="*/ 6858000 h 6858000"/>
              <a:gd name="connsiteX302" fmla="*/ 6026679 w 7467600"/>
              <a:gd name="connsiteY302" fmla="*/ 6836959 h 6858000"/>
              <a:gd name="connsiteX303" fmla="*/ 5800441 w 7467600"/>
              <a:gd name="connsiteY303" fmla="*/ 6335286 h 6858000"/>
              <a:gd name="connsiteX304" fmla="*/ 5526562 w 7467600"/>
              <a:gd name="connsiteY304" fmla="*/ 5705388 h 6858000"/>
              <a:gd name="connsiteX305" fmla="*/ 5519640 w 7467600"/>
              <a:gd name="connsiteY305" fmla="*/ 5683774 h 6858000"/>
              <a:gd name="connsiteX306" fmla="*/ 5844559 w 7467600"/>
              <a:gd name="connsiteY306" fmla="*/ 6553349 h 6858000"/>
              <a:gd name="connsiteX307" fmla="*/ 5975994 w 7467600"/>
              <a:gd name="connsiteY307" fmla="*/ 6858000 h 6858000"/>
              <a:gd name="connsiteX308" fmla="*/ 5898547 w 7467600"/>
              <a:gd name="connsiteY308" fmla="*/ 6858000 h 6858000"/>
              <a:gd name="connsiteX309" fmla="*/ 5682041 w 7467600"/>
              <a:gd name="connsiteY309" fmla="*/ 6355860 h 6858000"/>
              <a:gd name="connsiteX310" fmla="*/ 5461758 w 7467600"/>
              <a:gd name="connsiteY310" fmla="*/ 5820220 h 6858000"/>
              <a:gd name="connsiteX311" fmla="*/ 5237282 w 7467600"/>
              <a:gd name="connsiteY311" fmla="*/ 6579086 h 6858000"/>
              <a:gd name="connsiteX312" fmla="*/ 5115009 w 7467600"/>
              <a:gd name="connsiteY312" fmla="*/ 6858000 h 6858000"/>
              <a:gd name="connsiteX313" fmla="*/ 5028074 w 7467600"/>
              <a:gd name="connsiteY313" fmla="*/ 6858000 h 6858000"/>
              <a:gd name="connsiteX314" fmla="*/ 5079508 w 7467600"/>
              <a:gd name="connsiteY314" fmla="*/ 6749074 h 6858000"/>
              <a:gd name="connsiteX315" fmla="*/ 5371846 w 7467600"/>
              <a:gd name="connsiteY315" fmla="*/ 5924413 h 6858000"/>
              <a:gd name="connsiteX316" fmla="*/ 5270512 w 7467600"/>
              <a:gd name="connsiteY316" fmla="*/ 6138975 h 6858000"/>
              <a:gd name="connsiteX317" fmla="*/ 5062409 w 7467600"/>
              <a:gd name="connsiteY317" fmla="*/ 6653544 h 6858000"/>
              <a:gd name="connsiteX318" fmla="*/ 5036628 w 7467600"/>
              <a:gd name="connsiteY318" fmla="*/ 6754247 h 6858000"/>
              <a:gd name="connsiteX319" fmla="*/ 5009112 w 7467600"/>
              <a:gd name="connsiteY319" fmla="*/ 6858000 h 6858000"/>
              <a:gd name="connsiteX320" fmla="*/ 4976679 w 7467600"/>
              <a:gd name="connsiteY320" fmla="*/ 6858000 h 6858000"/>
              <a:gd name="connsiteX321" fmla="*/ 5006537 w 7467600"/>
              <a:gd name="connsiteY321" fmla="*/ 6747068 h 6858000"/>
              <a:gd name="connsiteX322" fmla="*/ 5032723 w 7467600"/>
              <a:gd name="connsiteY322" fmla="*/ 6644957 h 6858000"/>
              <a:gd name="connsiteX323" fmla="*/ 5242949 w 7467600"/>
              <a:gd name="connsiteY323" fmla="*/ 6125175 h 6858000"/>
              <a:gd name="connsiteX324" fmla="*/ 5286321 w 7467600"/>
              <a:gd name="connsiteY324" fmla="*/ 6033555 h 6858000"/>
              <a:gd name="connsiteX325" fmla="*/ 5008210 w 7467600"/>
              <a:gd name="connsiteY325" fmla="*/ 6649194 h 6858000"/>
              <a:gd name="connsiteX326" fmla="*/ 4986321 w 7467600"/>
              <a:gd name="connsiteY326" fmla="*/ 6765687 h 6858000"/>
              <a:gd name="connsiteX327" fmla="*/ 4973474 w 7467600"/>
              <a:gd name="connsiteY327" fmla="*/ 6858000 h 6858000"/>
              <a:gd name="connsiteX328" fmla="*/ 4907178 w 7467600"/>
              <a:gd name="connsiteY328" fmla="*/ 6858000 h 6858000"/>
              <a:gd name="connsiteX329" fmla="*/ 4910810 w 7467600"/>
              <a:gd name="connsiteY329" fmla="*/ 6829660 h 6858000"/>
              <a:gd name="connsiteX330" fmla="*/ 4987461 w 7467600"/>
              <a:gd name="connsiteY330" fmla="*/ 6432994 h 6858000"/>
              <a:gd name="connsiteX331" fmla="*/ 5179262 w 7467600"/>
              <a:gd name="connsiteY331" fmla="*/ 6035044 h 6858000"/>
              <a:gd name="connsiteX332" fmla="*/ 4689678 w 7467600"/>
              <a:gd name="connsiteY332" fmla="*/ 6440241 h 6858000"/>
              <a:gd name="connsiteX333" fmla="*/ 4477543 w 7467600"/>
              <a:gd name="connsiteY333" fmla="*/ 6674836 h 6858000"/>
              <a:gd name="connsiteX334" fmla="*/ 4329957 w 7467600"/>
              <a:gd name="connsiteY334" fmla="*/ 6858000 h 6858000"/>
              <a:gd name="connsiteX335" fmla="*/ 4218595 w 7467600"/>
              <a:gd name="connsiteY335" fmla="*/ 6858000 h 6858000"/>
              <a:gd name="connsiteX336" fmla="*/ 4368888 w 7467600"/>
              <a:gd name="connsiteY336" fmla="*/ 6668412 h 6858000"/>
              <a:gd name="connsiteX337" fmla="*/ 4563091 w 7467600"/>
              <a:gd name="connsiteY337" fmla="*/ 6442508 h 6858000"/>
              <a:gd name="connsiteX338" fmla="*/ 5387324 w 7467600"/>
              <a:gd name="connsiteY338" fmla="*/ 5705830 h 6858000"/>
              <a:gd name="connsiteX339" fmla="*/ 5073620 w 7467600"/>
              <a:gd name="connsiteY339" fmla="*/ 5955437 h 6858000"/>
              <a:gd name="connsiteX340" fmla="*/ 4689789 w 7467600"/>
              <a:gd name="connsiteY340" fmla="*/ 6268382 h 6858000"/>
              <a:gd name="connsiteX341" fmla="*/ 4418722 w 7467600"/>
              <a:gd name="connsiteY341" fmla="*/ 6570886 h 6858000"/>
              <a:gd name="connsiteX342" fmla="*/ 4214944 w 7467600"/>
              <a:gd name="connsiteY342" fmla="*/ 6858000 h 6858000"/>
              <a:gd name="connsiteX343" fmla="*/ 4177898 w 7467600"/>
              <a:gd name="connsiteY343" fmla="*/ 6858000 h 6858000"/>
              <a:gd name="connsiteX344" fmla="*/ 4391597 w 7467600"/>
              <a:gd name="connsiteY344" fmla="*/ 6556370 h 6858000"/>
              <a:gd name="connsiteX345" fmla="*/ 4668889 w 7467600"/>
              <a:gd name="connsiteY345" fmla="*/ 6246399 h 6858000"/>
              <a:gd name="connsiteX346" fmla="*/ 5055427 w 7467600"/>
              <a:gd name="connsiteY346" fmla="*/ 5931476 h 6858000"/>
              <a:gd name="connsiteX347" fmla="*/ 5371814 w 7467600"/>
              <a:gd name="connsiteY347" fmla="*/ 5678975 h 6858000"/>
              <a:gd name="connsiteX348" fmla="*/ 4987918 w 7467600"/>
              <a:gd name="connsiteY348" fmla="*/ 5838701 h 6858000"/>
              <a:gd name="connsiteX349" fmla="*/ 4317146 w 7467600"/>
              <a:gd name="connsiteY349" fmla="*/ 6587716 h 6858000"/>
              <a:gd name="connsiteX350" fmla="*/ 4171627 w 7467600"/>
              <a:gd name="connsiteY350" fmla="*/ 6858000 h 6858000"/>
              <a:gd name="connsiteX351" fmla="*/ 4081585 w 7467600"/>
              <a:gd name="connsiteY351" fmla="*/ 6858000 h 6858000"/>
              <a:gd name="connsiteX352" fmla="*/ 4238603 w 7467600"/>
              <a:gd name="connsiteY352" fmla="*/ 6559341 h 6858000"/>
              <a:gd name="connsiteX353" fmla="*/ 4778333 w 7467600"/>
              <a:gd name="connsiteY353" fmla="*/ 5873626 h 6858000"/>
              <a:gd name="connsiteX354" fmla="*/ 5414185 w 7467600"/>
              <a:gd name="connsiteY354" fmla="*/ 5573882 h 6858000"/>
              <a:gd name="connsiteX355" fmla="*/ 5959648 w 7467600"/>
              <a:gd name="connsiteY355" fmla="*/ 4760797 h 6858000"/>
              <a:gd name="connsiteX356" fmla="*/ 5355019 w 7467600"/>
              <a:gd name="connsiteY356" fmla="*/ 4734672 h 6858000"/>
              <a:gd name="connsiteX357" fmla="*/ 5083565 w 7467600"/>
              <a:gd name="connsiteY357" fmla="*/ 5179121 h 6858000"/>
              <a:gd name="connsiteX358" fmla="*/ 4713577 w 7467600"/>
              <a:gd name="connsiteY358" fmla="*/ 5616803 h 6858000"/>
              <a:gd name="connsiteX359" fmla="*/ 3989559 w 7467600"/>
              <a:gd name="connsiteY359" fmla="*/ 6145945 h 6858000"/>
              <a:gd name="connsiteX360" fmla="*/ 3939824 w 7467600"/>
              <a:gd name="connsiteY360" fmla="*/ 6066900 h 6858000"/>
              <a:gd name="connsiteX361" fmla="*/ 4584537 w 7467600"/>
              <a:gd name="connsiteY361" fmla="*/ 5324826 h 6858000"/>
              <a:gd name="connsiteX362" fmla="*/ 5037105 w 7467600"/>
              <a:gd name="connsiteY362" fmla="*/ 5088765 h 6858000"/>
              <a:gd name="connsiteX363" fmla="*/ 5039930 w 7467600"/>
              <a:gd name="connsiteY363" fmla="*/ 5089585 h 6858000"/>
              <a:gd name="connsiteX364" fmla="*/ 5263764 w 7467600"/>
              <a:gd name="connsiteY364" fmla="*/ 4735525 h 6858000"/>
              <a:gd name="connsiteX365" fmla="*/ 4086300 w 7467600"/>
              <a:gd name="connsiteY365" fmla="*/ 4884599 h 6858000"/>
              <a:gd name="connsiteX366" fmla="*/ 4085485 w 7467600"/>
              <a:gd name="connsiteY366" fmla="*/ 4899070 h 6858000"/>
              <a:gd name="connsiteX367" fmla="*/ 3871915 w 7467600"/>
              <a:gd name="connsiteY367" fmla="*/ 5253645 h 6858000"/>
              <a:gd name="connsiteX368" fmla="*/ 3799374 w 7467600"/>
              <a:gd name="connsiteY368" fmla="*/ 5466127 h 6858000"/>
              <a:gd name="connsiteX369" fmla="*/ 3498850 w 7467600"/>
              <a:gd name="connsiteY369" fmla="*/ 6661888 h 6858000"/>
              <a:gd name="connsiteX370" fmla="*/ 3399216 w 7467600"/>
              <a:gd name="connsiteY370" fmla="*/ 6858000 h 6858000"/>
              <a:gd name="connsiteX371" fmla="*/ 3303688 w 7467600"/>
              <a:gd name="connsiteY371" fmla="*/ 6858000 h 6858000"/>
              <a:gd name="connsiteX372" fmla="*/ 3391774 w 7467600"/>
              <a:gd name="connsiteY372" fmla="*/ 6697181 h 6858000"/>
              <a:gd name="connsiteX373" fmla="*/ 3735540 w 7467600"/>
              <a:gd name="connsiteY373" fmla="*/ 5546923 h 6858000"/>
              <a:gd name="connsiteX374" fmla="*/ 3729438 w 7467600"/>
              <a:gd name="connsiteY374" fmla="*/ 5569058 h 6858000"/>
              <a:gd name="connsiteX375" fmla="*/ 3707782 w 7467600"/>
              <a:gd name="connsiteY375" fmla="*/ 5644908 h 6858000"/>
              <a:gd name="connsiteX376" fmla="*/ 3583827 w 7467600"/>
              <a:gd name="connsiteY376" fmla="*/ 6039215 h 6858000"/>
              <a:gd name="connsiteX377" fmla="*/ 3547861 w 7467600"/>
              <a:gd name="connsiteY377" fmla="*/ 6129609 h 6858000"/>
              <a:gd name="connsiteX378" fmla="*/ 3490905 w 7467600"/>
              <a:gd name="connsiteY378" fmla="*/ 6277660 h 6858000"/>
              <a:gd name="connsiteX379" fmla="*/ 3455859 w 7467600"/>
              <a:gd name="connsiteY379" fmla="*/ 6391301 h 6858000"/>
              <a:gd name="connsiteX380" fmla="*/ 3429112 w 7467600"/>
              <a:gd name="connsiteY380" fmla="*/ 6479469 h 6858000"/>
              <a:gd name="connsiteX381" fmla="*/ 3304862 w 7467600"/>
              <a:gd name="connsiteY381" fmla="*/ 6796476 h 6858000"/>
              <a:gd name="connsiteX382" fmla="*/ 3276071 w 7467600"/>
              <a:gd name="connsiteY382" fmla="*/ 6858000 h 6858000"/>
              <a:gd name="connsiteX383" fmla="*/ 3240805 w 7467600"/>
              <a:gd name="connsiteY383" fmla="*/ 6858000 h 6858000"/>
              <a:gd name="connsiteX384" fmla="*/ 3275917 w 7467600"/>
              <a:gd name="connsiteY384" fmla="*/ 6783192 h 6858000"/>
              <a:gd name="connsiteX385" fmla="*/ 3399358 w 7467600"/>
              <a:gd name="connsiteY385" fmla="*/ 6469011 h 6858000"/>
              <a:gd name="connsiteX386" fmla="*/ 3425650 w 7467600"/>
              <a:gd name="connsiteY386" fmla="*/ 6381333 h 6858000"/>
              <a:gd name="connsiteX387" fmla="*/ 3460661 w 7467600"/>
              <a:gd name="connsiteY387" fmla="*/ 6266763 h 6858000"/>
              <a:gd name="connsiteX388" fmla="*/ 3518021 w 7467600"/>
              <a:gd name="connsiteY388" fmla="*/ 6117298 h 6858000"/>
              <a:gd name="connsiteX389" fmla="*/ 3554035 w 7467600"/>
              <a:gd name="connsiteY389" fmla="*/ 6027832 h 6858000"/>
              <a:gd name="connsiteX390" fmla="*/ 3677174 w 7467600"/>
              <a:gd name="connsiteY390" fmla="*/ 5636351 h 6858000"/>
              <a:gd name="connsiteX391" fmla="*/ 3698819 w 7467600"/>
              <a:gd name="connsiteY391" fmla="*/ 5560503 h 6858000"/>
              <a:gd name="connsiteX392" fmla="*/ 3702094 w 7467600"/>
              <a:gd name="connsiteY392" fmla="*/ 5549194 h 6858000"/>
              <a:gd name="connsiteX393" fmla="*/ 3398355 w 7467600"/>
              <a:gd name="connsiteY393" fmla="*/ 6094603 h 6858000"/>
              <a:gd name="connsiteX394" fmla="*/ 3193941 w 7467600"/>
              <a:gd name="connsiteY394" fmla="*/ 6798775 h 6858000"/>
              <a:gd name="connsiteX395" fmla="*/ 3184140 w 7467600"/>
              <a:gd name="connsiteY395" fmla="*/ 6858000 h 6858000"/>
              <a:gd name="connsiteX396" fmla="*/ 3099978 w 7467600"/>
              <a:gd name="connsiteY396" fmla="*/ 6858000 h 6858000"/>
              <a:gd name="connsiteX397" fmla="*/ 3101556 w 7467600"/>
              <a:gd name="connsiteY397" fmla="*/ 6843337 h 6858000"/>
              <a:gd name="connsiteX398" fmla="*/ 3370162 w 7467600"/>
              <a:gd name="connsiteY398" fmla="*/ 5785550 h 6858000"/>
              <a:gd name="connsiteX399" fmla="*/ 3746477 w 7467600"/>
              <a:gd name="connsiteY399" fmla="*/ 5377889 h 6858000"/>
              <a:gd name="connsiteX400" fmla="*/ 3863399 w 7467600"/>
              <a:gd name="connsiteY400" fmla="*/ 5087257 h 6858000"/>
              <a:gd name="connsiteX401" fmla="*/ 3968712 w 7467600"/>
              <a:gd name="connsiteY401" fmla="*/ 4913989 h 6858000"/>
              <a:gd name="connsiteX402" fmla="*/ 2792390 w 7467600"/>
              <a:gd name="connsiteY402" fmla="*/ 5382974 h 6858000"/>
              <a:gd name="connsiteX403" fmla="*/ 2714982 w 7467600"/>
              <a:gd name="connsiteY403" fmla="*/ 5427051 h 6858000"/>
              <a:gd name="connsiteX404" fmla="*/ 2813361 w 7467600"/>
              <a:gd name="connsiteY404" fmla="*/ 6023912 h 6858000"/>
              <a:gd name="connsiteX405" fmla="*/ 2688430 w 7467600"/>
              <a:gd name="connsiteY405" fmla="*/ 6801564 h 6858000"/>
              <a:gd name="connsiteX406" fmla="*/ 2629626 w 7467600"/>
              <a:gd name="connsiteY406" fmla="*/ 6763394 h 6858000"/>
              <a:gd name="connsiteX407" fmla="*/ 2565328 w 7467600"/>
              <a:gd name="connsiteY407" fmla="*/ 5516399 h 6858000"/>
              <a:gd name="connsiteX408" fmla="*/ 1922999 w 7467600"/>
              <a:gd name="connsiteY408" fmla="*/ 5980343 h 6858000"/>
              <a:gd name="connsiteX409" fmla="*/ 1950261 w 7467600"/>
              <a:gd name="connsiteY409" fmla="*/ 6405858 h 6858000"/>
              <a:gd name="connsiteX410" fmla="*/ 2365554 w 7467600"/>
              <a:gd name="connsiteY410" fmla="*/ 6759107 h 6858000"/>
              <a:gd name="connsiteX411" fmla="*/ 2424142 w 7467600"/>
              <a:gd name="connsiteY411" fmla="*/ 6858000 h 6858000"/>
              <a:gd name="connsiteX412" fmla="*/ 2395994 w 7467600"/>
              <a:gd name="connsiteY412" fmla="*/ 6858000 h 6858000"/>
              <a:gd name="connsiteX413" fmla="*/ 2392863 w 7467600"/>
              <a:gd name="connsiteY413" fmla="*/ 6852964 h 6858000"/>
              <a:gd name="connsiteX414" fmla="*/ 2017589 w 7467600"/>
              <a:gd name="connsiteY414" fmla="*/ 6493982 h 6858000"/>
              <a:gd name="connsiteX415" fmla="*/ 2147336 w 7467600"/>
              <a:gd name="connsiteY415" fmla="*/ 6594052 h 6858000"/>
              <a:gd name="connsiteX416" fmla="*/ 2207047 w 7467600"/>
              <a:gd name="connsiteY416" fmla="*/ 6654540 h 6858000"/>
              <a:gd name="connsiteX417" fmla="*/ 2299106 w 7467600"/>
              <a:gd name="connsiteY417" fmla="*/ 6778931 h 6858000"/>
              <a:gd name="connsiteX418" fmla="*/ 2314430 w 7467600"/>
              <a:gd name="connsiteY418" fmla="*/ 6801144 h 6858000"/>
              <a:gd name="connsiteX419" fmla="*/ 2352406 w 7467600"/>
              <a:gd name="connsiteY419" fmla="*/ 6858000 h 6858000"/>
              <a:gd name="connsiteX420" fmla="*/ 2314492 w 7467600"/>
              <a:gd name="connsiteY420" fmla="*/ 6858000 h 6858000"/>
              <a:gd name="connsiteX421" fmla="*/ 2288095 w 7467600"/>
              <a:gd name="connsiteY421" fmla="*/ 6818030 h 6858000"/>
              <a:gd name="connsiteX422" fmla="*/ 2272768 w 7467600"/>
              <a:gd name="connsiteY422" fmla="*/ 6795822 h 6858000"/>
              <a:gd name="connsiteX423" fmla="*/ 2182715 w 7467600"/>
              <a:gd name="connsiteY423" fmla="*/ 6675071 h 6858000"/>
              <a:gd name="connsiteX424" fmla="*/ 2032061 w 7467600"/>
              <a:gd name="connsiteY424" fmla="*/ 6541380 h 6858000"/>
              <a:gd name="connsiteX425" fmla="*/ 2257220 w 7467600"/>
              <a:gd name="connsiteY425" fmla="*/ 6826257 h 6858000"/>
              <a:gd name="connsiteX426" fmla="*/ 2281324 w 7467600"/>
              <a:gd name="connsiteY426" fmla="*/ 6858000 h 6858000"/>
              <a:gd name="connsiteX427" fmla="*/ 2242860 w 7467600"/>
              <a:gd name="connsiteY427" fmla="*/ 6858000 h 6858000"/>
              <a:gd name="connsiteX428" fmla="*/ 2232818 w 7467600"/>
              <a:gd name="connsiteY428" fmla="*/ 6844926 h 6858000"/>
              <a:gd name="connsiteX429" fmla="*/ 1990172 w 7467600"/>
              <a:gd name="connsiteY429" fmla="*/ 6542121 h 6858000"/>
              <a:gd name="connsiteX430" fmla="*/ 2124090 w 7467600"/>
              <a:gd name="connsiteY430" fmla="*/ 6761017 h 6858000"/>
              <a:gd name="connsiteX431" fmla="*/ 2200380 w 7467600"/>
              <a:gd name="connsiteY431" fmla="*/ 6858000 h 6858000"/>
              <a:gd name="connsiteX432" fmla="*/ 2147507 w 7467600"/>
              <a:gd name="connsiteY432" fmla="*/ 6858000 h 6858000"/>
              <a:gd name="connsiteX433" fmla="*/ 2070668 w 7467600"/>
              <a:gd name="connsiteY433" fmla="*/ 6761520 h 6858000"/>
              <a:gd name="connsiteX434" fmla="*/ 1975142 w 7467600"/>
              <a:gd name="connsiteY434" fmla="*/ 6585570 h 6858000"/>
              <a:gd name="connsiteX435" fmla="*/ 2050035 w 7467600"/>
              <a:gd name="connsiteY435" fmla="*/ 6813345 h 6858000"/>
              <a:gd name="connsiteX436" fmla="*/ 2063025 w 7467600"/>
              <a:gd name="connsiteY436" fmla="*/ 6858000 h 6858000"/>
              <a:gd name="connsiteX437" fmla="*/ 2021675 w 7467600"/>
              <a:gd name="connsiteY437" fmla="*/ 6858000 h 6858000"/>
              <a:gd name="connsiteX438" fmla="*/ 2019308 w 7467600"/>
              <a:gd name="connsiteY438" fmla="*/ 6847118 h 6858000"/>
              <a:gd name="connsiteX439" fmla="*/ 1938835 w 7467600"/>
              <a:gd name="connsiteY439" fmla="*/ 6551160 h 6858000"/>
              <a:gd name="connsiteX440" fmla="*/ 1953230 w 7467600"/>
              <a:gd name="connsiteY440" fmla="*/ 6759699 h 6858000"/>
              <a:gd name="connsiteX441" fmla="*/ 1956763 w 7467600"/>
              <a:gd name="connsiteY441" fmla="*/ 6778191 h 6858000"/>
              <a:gd name="connsiteX442" fmla="*/ 1967925 w 7467600"/>
              <a:gd name="connsiteY442" fmla="*/ 6858000 h 6858000"/>
              <a:gd name="connsiteX443" fmla="*/ 1936622 w 7467600"/>
              <a:gd name="connsiteY443" fmla="*/ 6858000 h 6858000"/>
              <a:gd name="connsiteX444" fmla="*/ 1926261 w 7467600"/>
              <a:gd name="connsiteY444" fmla="*/ 6784064 h 6858000"/>
              <a:gd name="connsiteX445" fmla="*/ 1922724 w 7467600"/>
              <a:gd name="connsiteY445" fmla="*/ 6765577 h 6858000"/>
              <a:gd name="connsiteX446" fmla="*/ 1904650 w 7467600"/>
              <a:gd name="connsiteY446" fmla="*/ 6639616 h 6858000"/>
              <a:gd name="connsiteX447" fmla="*/ 1885273 w 7467600"/>
              <a:gd name="connsiteY447" fmla="*/ 6858000 h 6858000"/>
              <a:gd name="connsiteX448" fmla="*/ 1854363 w 7467600"/>
              <a:gd name="connsiteY448" fmla="*/ 6858000 h 6858000"/>
              <a:gd name="connsiteX449" fmla="*/ 1880391 w 7467600"/>
              <a:gd name="connsiteY449" fmla="*/ 6603796 h 6858000"/>
              <a:gd name="connsiteX450" fmla="*/ 1818273 w 7467600"/>
              <a:gd name="connsiteY450" fmla="*/ 6715729 h 6858000"/>
              <a:gd name="connsiteX451" fmla="*/ 1794691 w 7467600"/>
              <a:gd name="connsiteY451" fmla="*/ 6843239 h 6858000"/>
              <a:gd name="connsiteX452" fmla="*/ 1794914 w 7467600"/>
              <a:gd name="connsiteY452" fmla="*/ 6858000 h 6858000"/>
              <a:gd name="connsiteX453" fmla="*/ 1746128 w 7467600"/>
              <a:gd name="connsiteY453" fmla="*/ 6858000 h 6858000"/>
              <a:gd name="connsiteX454" fmla="*/ 1753934 w 7467600"/>
              <a:gd name="connsiteY454" fmla="*/ 6724796 h 6858000"/>
              <a:gd name="connsiteX455" fmla="*/ 1792053 w 7467600"/>
              <a:gd name="connsiteY455" fmla="*/ 6572396 h 6858000"/>
              <a:gd name="connsiteX456" fmla="*/ 1862248 w 7467600"/>
              <a:gd name="connsiteY456" fmla="*/ 6266397 h 6858000"/>
              <a:gd name="connsiteX457" fmla="*/ 1862250 w 7467600"/>
              <a:gd name="connsiteY457" fmla="*/ 6033531 h 6858000"/>
              <a:gd name="connsiteX458" fmla="*/ 1211999 w 7467600"/>
              <a:gd name="connsiteY458" fmla="*/ 6683610 h 6858000"/>
              <a:gd name="connsiteX459" fmla="*/ 1213266 w 7467600"/>
              <a:gd name="connsiteY459" fmla="*/ 6691947 h 6858000"/>
              <a:gd name="connsiteX460" fmla="*/ 1203370 w 7467600"/>
              <a:gd name="connsiteY460" fmla="*/ 6850676 h 6858000"/>
              <a:gd name="connsiteX461" fmla="*/ 1203671 w 7467600"/>
              <a:gd name="connsiteY461" fmla="*/ 6858000 h 6858000"/>
              <a:gd name="connsiteX462" fmla="*/ 1143180 w 7467600"/>
              <a:gd name="connsiteY462" fmla="*/ 6858000 h 6858000"/>
              <a:gd name="connsiteX463" fmla="*/ 1142176 w 7467600"/>
              <a:gd name="connsiteY463" fmla="*/ 6766045 h 6858000"/>
              <a:gd name="connsiteX464" fmla="*/ 1067484 w 7467600"/>
              <a:gd name="connsiteY464" fmla="*/ 6858000 h 6858000"/>
              <a:gd name="connsiteX465" fmla="*/ 953928 w 7467600"/>
              <a:gd name="connsiteY465" fmla="*/ 6858000 h 6858000"/>
              <a:gd name="connsiteX466" fmla="*/ 959715 w 7467600"/>
              <a:gd name="connsiteY466" fmla="*/ 6850185 h 6858000"/>
              <a:gd name="connsiteX467" fmla="*/ 1483788 w 7467600"/>
              <a:gd name="connsiteY467" fmla="*/ 6259174 h 6858000"/>
              <a:gd name="connsiteX468" fmla="*/ 1100671 w 7467600"/>
              <a:gd name="connsiteY468" fmla="*/ 6252137 h 6858000"/>
              <a:gd name="connsiteX469" fmla="*/ 1090144 w 7467600"/>
              <a:gd name="connsiteY469" fmla="*/ 6256748 h 6858000"/>
              <a:gd name="connsiteX470" fmla="*/ 1095872 w 7467600"/>
              <a:gd name="connsiteY470" fmla="*/ 6271892 h 6858000"/>
              <a:gd name="connsiteX471" fmla="*/ 262785 w 7467600"/>
              <a:gd name="connsiteY471" fmla="*/ 6845450 h 6858000"/>
              <a:gd name="connsiteX472" fmla="*/ 209968 w 7467600"/>
              <a:gd name="connsiteY472" fmla="*/ 6770713 h 6858000"/>
              <a:gd name="connsiteX473" fmla="*/ 873460 w 7467600"/>
              <a:gd name="connsiteY473" fmla="*/ 6253768 h 6858000"/>
              <a:gd name="connsiteX474" fmla="*/ 192686 w 7467600"/>
              <a:gd name="connsiteY474" fmla="*/ 5849257 h 6858000"/>
              <a:gd name="connsiteX475" fmla="*/ 4696 w 7467600"/>
              <a:gd name="connsiteY475" fmla="*/ 5697668 h 6858000"/>
              <a:gd name="connsiteX476" fmla="*/ 0 w 7467600"/>
              <a:gd name="connsiteY476" fmla="*/ 5689984 h 6858000"/>
              <a:gd name="connsiteX477" fmla="*/ 0 w 7467600"/>
              <a:gd name="connsiteY477" fmla="*/ 5513472 h 6858000"/>
              <a:gd name="connsiteX478" fmla="*/ 174101 w 7467600"/>
              <a:gd name="connsiteY478" fmla="*/ 5620277 h 6858000"/>
              <a:gd name="connsiteX479" fmla="*/ 891800 w 7467600"/>
              <a:gd name="connsiteY479" fmla="*/ 6036935 h 6858000"/>
              <a:gd name="connsiteX480" fmla="*/ 1072219 w 7467600"/>
              <a:gd name="connsiteY480" fmla="*/ 6169443 h 6858000"/>
              <a:gd name="connsiteX481" fmla="*/ 1074117 w 7467600"/>
              <a:gd name="connsiteY481" fmla="*/ 6170301 h 6858000"/>
              <a:gd name="connsiteX482" fmla="*/ 1083114 w 7467600"/>
              <a:gd name="connsiteY482" fmla="*/ 6174131 h 6858000"/>
              <a:gd name="connsiteX483" fmla="*/ 1543010 w 7467600"/>
              <a:gd name="connsiteY483" fmla="*/ 6191140 h 6858000"/>
              <a:gd name="connsiteX484" fmla="*/ 1551080 w 7467600"/>
              <a:gd name="connsiteY484" fmla="*/ 6195006 h 6858000"/>
              <a:gd name="connsiteX485" fmla="*/ 2345443 w 7467600"/>
              <a:gd name="connsiteY485" fmla="*/ 5549882 h 6858000"/>
              <a:gd name="connsiteX486" fmla="*/ 1721499 w 7467600"/>
              <a:gd name="connsiteY486" fmla="*/ 5599969 h 6858000"/>
              <a:gd name="connsiteX487" fmla="*/ 767716 w 7467600"/>
              <a:gd name="connsiteY487" fmla="*/ 5472768 h 6858000"/>
              <a:gd name="connsiteX488" fmla="*/ 722147 w 7467600"/>
              <a:gd name="connsiteY488" fmla="*/ 5393091 h 6858000"/>
              <a:gd name="connsiteX489" fmla="*/ 1485552 w 7467600"/>
              <a:gd name="connsiteY489" fmla="*/ 5313202 h 6858000"/>
              <a:gd name="connsiteX490" fmla="*/ 2143004 w 7467600"/>
              <a:gd name="connsiteY490" fmla="*/ 5402420 h 6858000"/>
              <a:gd name="connsiteX491" fmla="*/ 1933391 w 7467600"/>
              <a:gd name="connsiteY491" fmla="*/ 5156971 h 6858000"/>
              <a:gd name="connsiteX492" fmla="*/ 1827118 w 7467600"/>
              <a:gd name="connsiteY492" fmla="*/ 4968410 h 6858000"/>
              <a:gd name="connsiteX493" fmla="*/ 1837349 w 7467600"/>
              <a:gd name="connsiteY493" fmla="*/ 4956357 h 6858000"/>
              <a:gd name="connsiteX494" fmla="*/ 2162835 w 7467600"/>
              <a:gd name="connsiteY494" fmla="*/ 5187853 h 6858000"/>
              <a:gd name="connsiteX495" fmla="*/ 2257167 w 7467600"/>
              <a:gd name="connsiteY495" fmla="*/ 5462123 h 6858000"/>
              <a:gd name="connsiteX496" fmla="*/ 2261598 w 7467600"/>
              <a:gd name="connsiteY496" fmla="*/ 5467998 h 6858000"/>
              <a:gd name="connsiteX497" fmla="*/ 2437177 w 7467600"/>
              <a:gd name="connsiteY497" fmla="*/ 5479608 h 6858000"/>
              <a:gd name="connsiteX498" fmla="*/ 2445247 w 7467600"/>
              <a:gd name="connsiteY498" fmla="*/ 5483476 h 6858000"/>
              <a:gd name="connsiteX499" fmla="*/ 2743626 w 7467600"/>
              <a:gd name="connsiteY499" fmla="*/ 5304819 h 6858000"/>
              <a:gd name="connsiteX500" fmla="*/ 3048102 w 7467600"/>
              <a:gd name="connsiteY500" fmla="*/ 5150595 h 6858000"/>
              <a:gd name="connsiteX501" fmla="*/ 1799414 w 7467600"/>
              <a:gd name="connsiteY501" fmla="*/ 4694732 h 6858000"/>
              <a:gd name="connsiteX502" fmla="*/ 1771735 w 7467600"/>
              <a:gd name="connsiteY502" fmla="*/ 4619929 h 6858000"/>
              <a:gd name="connsiteX503" fmla="*/ 3104273 w 7467600"/>
              <a:gd name="connsiteY503" fmla="*/ 5076159 h 6858000"/>
              <a:gd name="connsiteX504" fmla="*/ 3113245 w 7467600"/>
              <a:gd name="connsiteY504" fmla="*/ 5090705 h 6858000"/>
              <a:gd name="connsiteX505" fmla="*/ 3126294 w 7467600"/>
              <a:gd name="connsiteY505" fmla="*/ 5114400 h 6858000"/>
              <a:gd name="connsiteX506" fmla="*/ 3937433 w 7467600"/>
              <a:gd name="connsiteY506" fmla="*/ 4830473 h 6858000"/>
              <a:gd name="connsiteX507" fmla="*/ 3590475 w 7467600"/>
              <a:gd name="connsiteY507" fmla="*/ 4597974 h 6858000"/>
              <a:gd name="connsiteX508" fmla="*/ 3100264 w 7467600"/>
              <a:gd name="connsiteY508" fmla="*/ 4579845 h 6858000"/>
              <a:gd name="connsiteX509" fmla="*/ 2183576 w 7467600"/>
              <a:gd name="connsiteY509" fmla="*/ 4227150 h 6858000"/>
              <a:gd name="connsiteX510" fmla="*/ 2151029 w 7467600"/>
              <a:gd name="connsiteY510" fmla="*/ 4146947 h 6858000"/>
              <a:gd name="connsiteX511" fmla="*/ 3563434 w 7467600"/>
              <a:gd name="connsiteY511" fmla="*/ 4469115 h 6858000"/>
              <a:gd name="connsiteX512" fmla="*/ 3177952 w 7467600"/>
              <a:gd name="connsiteY512" fmla="*/ 3657386 h 6858000"/>
              <a:gd name="connsiteX513" fmla="*/ 3189263 w 7467600"/>
              <a:gd name="connsiteY513" fmla="*/ 3625726 h 6858000"/>
              <a:gd name="connsiteX514" fmla="*/ 3560912 w 7467600"/>
              <a:gd name="connsiteY514" fmla="*/ 4079863 h 6858000"/>
              <a:gd name="connsiteX515" fmla="*/ 3626636 w 7467600"/>
              <a:gd name="connsiteY515" fmla="*/ 4512230 h 6858000"/>
              <a:gd name="connsiteX516" fmla="*/ 3653088 w 7467600"/>
              <a:gd name="connsiteY516" fmla="*/ 4521417 h 6858000"/>
              <a:gd name="connsiteX517" fmla="*/ 3988128 w 7467600"/>
              <a:gd name="connsiteY517" fmla="*/ 4817267 h 6858000"/>
              <a:gd name="connsiteX518" fmla="*/ 4830582 w 7467600"/>
              <a:gd name="connsiteY518" fmla="*/ 4676000 h 6858000"/>
              <a:gd name="connsiteX519" fmla="*/ 4830100 w 7467600"/>
              <a:gd name="connsiteY519" fmla="*/ 4675554 h 6858000"/>
              <a:gd name="connsiteX520" fmla="*/ 4036318 w 7467600"/>
              <a:gd name="connsiteY520" fmla="*/ 4147013 h 6858000"/>
              <a:gd name="connsiteX521" fmla="*/ 3432098 w 7467600"/>
              <a:gd name="connsiteY521" fmla="*/ 3537312 h 6858000"/>
              <a:gd name="connsiteX522" fmla="*/ 3446761 w 7467600"/>
              <a:gd name="connsiteY522" fmla="*/ 3461278 h 6858000"/>
              <a:gd name="connsiteX523" fmla="*/ 4419733 w 7467600"/>
              <a:gd name="connsiteY523" fmla="*/ 3963555 h 6858000"/>
              <a:gd name="connsiteX524" fmla="*/ 4781371 w 7467600"/>
              <a:gd name="connsiteY524" fmla="*/ 4458604 h 6858000"/>
              <a:gd name="connsiteX525" fmla="*/ 4780440 w 7467600"/>
              <a:gd name="connsiteY525" fmla="*/ 4470290 h 6858000"/>
              <a:gd name="connsiteX526" fmla="*/ 4898954 w 7467600"/>
              <a:gd name="connsiteY526" fmla="*/ 4662092 h 6858000"/>
              <a:gd name="connsiteX527" fmla="*/ 4900699 w 7467600"/>
              <a:gd name="connsiteY527" fmla="*/ 4670867 h 6858000"/>
              <a:gd name="connsiteX528" fmla="*/ 5714511 w 7467600"/>
              <a:gd name="connsiteY528" fmla="*/ 4663483 h 6858000"/>
              <a:gd name="connsiteX529" fmla="*/ 5464793 w 7467600"/>
              <a:gd name="connsiteY529" fmla="*/ 4393556 h 6858000"/>
              <a:gd name="connsiteX530" fmla="*/ 5461897 w 7467600"/>
              <a:gd name="connsiteY530" fmla="*/ 4390879 h 6858000"/>
              <a:gd name="connsiteX531" fmla="*/ 4294126 w 7467600"/>
              <a:gd name="connsiteY531" fmla="*/ 3303048 h 6858000"/>
              <a:gd name="connsiteX532" fmla="*/ 4305321 w 7467600"/>
              <a:gd name="connsiteY532" fmla="*/ 3256953 h 6858000"/>
              <a:gd name="connsiteX533" fmla="*/ 4949299 w 7467600"/>
              <a:gd name="connsiteY533" fmla="*/ 3766336 h 6858000"/>
              <a:gd name="connsiteX534" fmla="*/ 5291452 w 7467600"/>
              <a:gd name="connsiteY534" fmla="*/ 4076801 h 6858000"/>
              <a:gd name="connsiteX535" fmla="*/ 5434998 w 7467600"/>
              <a:gd name="connsiteY535" fmla="*/ 4254100 h 6858000"/>
              <a:gd name="connsiteX536" fmla="*/ 5351015 w 7467600"/>
              <a:gd name="connsiteY536" fmla="*/ 3760989 h 6858000"/>
              <a:gd name="connsiteX537" fmla="*/ 5413780 w 7467600"/>
              <a:gd name="connsiteY537" fmla="*/ 2966265 h 6858000"/>
              <a:gd name="connsiteX538" fmla="*/ 5425627 w 7467600"/>
              <a:gd name="connsiteY538" fmla="*/ 2954192 h 6858000"/>
              <a:gd name="connsiteX539" fmla="*/ 6604735 w 7467600"/>
              <a:gd name="connsiteY539" fmla="*/ 2041381 h 6858000"/>
              <a:gd name="connsiteX540" fmla="*/ 7204487 w 7467600"/>
              <a:gd name="connsiteY540" fmla="*/ 2742112 h 6858000"/>
              <a:gd name="connsiteX541" fmla="*/ 7131592 w 7467600"/>
              <a:gd name="connsiteY541" fmla="*/ 2672096 h 6858000"/>
              <a:gd name="connsiteX542" fmla="*/ 6996344 w 7467600"/>
              <a:gd name="connsiteY542" fmla="*/ 2518310 h 6858000"/>
              <a:gd name="connsiteX543" fmla="*/ 6735495 w 7467600"/>
              <a:gd name="connsiteY543" fmla="*/ 2196890 h 6858000"/>
              <a:gd name="connsiteX544" fmla="*/ 6721901 w 7467600"/>
              <a:gd name="connsiteY544" fmla="*/ 2179274 h 6858000"/>
              <a:gd name="connsiteX545" fmla="*/ 6604735 w 7467600"/>
              <a:gd name="connsiteY545" fmla="*/ 2041381 h 6858000"/>
              <a:gd name="connsiteX546" fmla="*/ 6591670 w 7467600"/>
              <a:gd name="connsiteY546" fmla="*/ 1988277 h 6858000"/>
              <a:gd name="connsiteX547" fmla="*/ 6747349 w 7467600"/>
              <a:gd name="connsiteY547" fmla="*/ 2160069 h 6858000"/>
              <a:gd name="connsiteX548" fmla="*/ 6760943 w 7467600"/>
              <a:gd name="connsiteY548" fmla="*/ 2177686 h 6858000"/>
              <a:gd name="connsiteX549" fmla="*/ 7021065 w 7467600"/>
              <a:gd name="connsiteY549" fmla="*/ 2498102 h 6858000"/>
              <a:gd name="connsiteX550" fmla="*/ 7155223 w 7467600"/>
              <a:gd name="connsiteY550" fmla="*/ 2650386 h 6858000"/>
              <a:gd name="connsiteX551" fmla="*/ 7203167 w 7467600"/>
              <a:gd name="connsiteY551" fmla="*/ 2697288 h 6858000"/>
              <a:gd name="connsiteX552" fmla="*/ 6937703 w 7467600"/>
              <a:gd name="connsiteY552" fmla="*/ 2321981 h 6858000"/>
              <a:gd name="connsiteX553" fmla="*/ 6591670 w 7467600"/>
              <a:gd name="connsiteY553" fmla="*/ 1988277 h 6858000"/>
              <a:gd name="connsiteX554" fmla="*/ 5798671 w 7467600"/>
              <a:gd name="connsiteY554" fmla="*/ 1981601 h 6858000"/>
              <a:gd name="connsiteX555" fmla="*/ 5754709 w 7467600"/>
              <a:gd name="connsiteY555" fmla="*/ 2071454 h 6858000"/>
              <a:gd name="connsiteX556" fmla="*/ 5763044 w 7467600"/>
              <a:gd name="connsiteY556" fmla="*/ 2842206 h 6858000"/>
              <a:gd name="connsiteX557" fmla="*/ 5764974 w 7467600"/>
              <a:gd name="connsiteY557" fmla="*/ 2799609 h 6858000"/>
              <a:gd name="connsiteX558" fmla="*/ 5767665 w 7467600"/>
              <a:gd name="connsiteY558" fmla="*/ 2666409 h 6858000"/>
              <a:gd name="connsiteX559" fmla="*/ 5763055 w 7467600"/>
              <a:gd name="connsiteY559" fmla="*/ 2579705 h 6858000"/>
              <a:gd name="connsiteX560" fmla="*/ 5758079 w 7467600"/>
              <a:gd name="connsiteY560" fmla="*/ 2492508 h 6858000"/>
              <a:gd name="connsiteX561" fmla="*/ 5779325 w 7467600"/>
              <a:gd name="connsiteY561" fmla="*/ 2197069 h 6858000"/>
              <a:gd name="connsiteX562" fmla="*/ 5798671 w 7467600"/>
              <a:gd name="connsiteY562" fmla="*/ 1981601 h 6858000"/>
              <a:gd name="connsiteX563" fmla="*/ 5829202 w 7467600"/>
              <a:gd name="connsiteY563" fmla="*/ 1971679 h 6858000"/>
              <a:gd name="connsiteX564" fmla="*/ 5809558 w 7467600"/>
              <a:gd name="connsiteY564" fmla="*/ 2198043 h 6858000"/>
              <a:gd name="connsiteX565" fmla="*/ 5788653 w 7467600"/>
              <a:gd name="connsiteY565" fmla="*/ 2489430 h 6858000"/>
              <a:gd name="connsiteX566" fmla="*/ 5793439 w 7467600"/>
              <a:gd name="connsiteY566" fmla="*/ 2575235 h 6858000"/>
              <a:gd name="connsiteX567" fmla="*/ 5796837 w 7467600"/>
              <a:gd name="connsiteY567" fmla="*/ 2637633 h 6858000"/>
              <a:gd name="connsiteX568" fmla="*/ 5818614 w 7467600"/>
              <a:gd name="connsiteY568" fmla="*/ 2473055 h 6858000"/>
              <a:gd name="connsiteX569" fmla="*/ 5829202 w 7467600"/>
              <a:gd name="connsiteY569" fmla="*/ 1971679 h 6858000"/>
              <a:gd name="connsiteX570" fmla="*/ 5911389 w 7467600"/>
              <a:gd name="connsiteY570" fmla="*/ 1898371 h 6858000"/>
              <a:gd name="connsiteX571" fmla="*/ 6237627 w 7467600"/>
              <a:gd name="connsiteY571" fmla="*/ 2231921 h 6858000"/>
              <a:gd name="connsiteX572" fmla="*/ 5911389 w 7467600"/>
              <a:gd name="connsiteY572" fmla="*/ 1898371 h 6858000"/>
              <a:gd name="connsiteX573" fmla="*/ 6944437 w 7467600"/>
              <a:gd name="connsiteY573" fmla="*/ 1575402 h 6858000"/>
              <a:gd name="connsiteX574" fmla="*/ 6304730 w 7467600"/>
              <a:gd name="connsiteY574" fmla="*/ 1766654 h 6858000"/>
              <a:gd name="connsiteX575" fmla="*/ 6944437 w 7467600"/>
              <a:gd name="connsiteY575" fmla="*/ 1575402 h 6858000"/>
              <a:gd name="connsiteX576" fmla="*/ 7019523 w 7467600"/>
              <a:gd name="connsiteY576" fmla="*/ 1519450 h 6858000"/>
              <a:gd name="connsiteX577" fmla="*/ 6298091 w 7467600"/>
              <a:gd name="connsiteY577" fmla="*/ 1737122 h 6858000"/>
              <a:gd name="connsiteX578" fmla="*/ 7019523 w 7467600"/>
              <a:gd name="connsiteY578" fmla="*/ 1519450 h 6858000"/>
              <a:gd name="connsiteX579" fmla="*/ 2399523 w 7467600"/>
              <a:gd name="connsiteY579" fmla="*/ 1428234 h 6858000"/>
              <a:gd name="connsiteX580" fmla="*/ 2224982 w 7467600"/>
              <a:gd name="connsiteY580" fmla="*/ 1826201 h 6858000"/>
              <a:gd name="connsiteX581" fmla="*/ 2096099 w 7467600"/>
              <a:gd name="connsiteY581" fmla="*/ 2345900 h 6858000"/>
              <a:gd name="connsiteX582" fmla="*/ 2283317 w 7467600"/>
              <a:gd name="connsiteY582" fmla="*/ 1796925 h 6858000"/>
              <a:gd name="connsiteX583" fmla="*/ 2399523 w 7467600"/>
              <a:gd name="connsiteY583" fmla="*/ 1428234 h 6858000"/>
              <a:gd name="connsiteX584" fmla="*/ 2448558 w 7467600"/>
              <a:gd name="connsiteY584" fmla="*/ 1373435 h 6858000"/>
              <a:gd name="connsiteX585" fmla="*/ 2312521 w 7467600"/>
              <a:gd name="connsiteY585" fmla="*/ 1806140 h 6858000"/>
              <a:gd name="connsiteX586" fmla="*/ 2127533 w 7467600"/>
              <a:gd name="connsiteY586" fmla="*/ 2348380 h 6858000"/>
              <a:gd name="connsiteX587" fmla="*/ 2358080 w 7467600"/>
              <a:gd name="connsiteY587" fmla="*/ 1866134 h 6858000"/>
              <a:gd name="connsiteX588" fmla="*/ 2407436 w 7467600"/>
              <a:gd name="connsiteY588" fmla="*/ 1651070 h 6858000"/>
              <a:gd name="connsiteX589" fmla="*/ 2448558 w 7467600"/>
              <a:gd name="connsiteY589" fmla="*/ 1373435 h 6858000"/>
              <a:gd name="connsiteX590" fmla="*/ 278707 w 7467600"/>
              <a:gd name="connsiteY590" fmla="*/ 1352270 h 6858000"/>
              <a:gd name="connsiteX591" fmla="*/ 321570 w 7467600"/>
              <a:gd name="connsiteY591" fmla="*/ 1861610 h 6858000"/>
              <a:gd name="connsiteX592" fmla="*/ 294281 w 7467600"/>
              <a:gd name="connsiteY592" fmla="*/ 1440658 h 6858000"/>
              <a:gd name="connsiteX593" fmla="*/ 278707 w 7467600"/>
              <a:gd name="connsiteY593" fmla="*/ 1352270 h 6858000"/>
              <a:gd name="connsiteX594" fmla="*/ 1423821 w 7467600"/>
              <a:gd name="connsiteY594" fmla="*/ 1351958 h 6858000"/>
              <a:gd name="connsiteX595" fmla="*/ 1638521 w 7467600"/>
              <a:gd name="connsiteY595" fmla="*/ 1908470 h 6858000"/>
              <a:gd name="connsiteX596" fmla="*/ 1754199 w 7467600"/>
              <a:gd name="connsiteY596" fmla="*/ 2149284 h 6858000"/>
              <a:gd name="connsiteX597" fmla="*/ 1908359 w 7467600"/>
              <a:gd name="connsiteY597" fmla="*/ 2364988 h 6858000"/>
              <a:gd name="connsiteX598" fmla="*/ 1647661 w 7467600"/>
              <a:gd name="connsiteY598" fmla="*/ 1825945 h 6858000"/>
              <a:gd name="connsiteX599" fmla="*/ 1423821 w 7467600"/>
              <a:gd name="connsiteY599" fmla="*/ 1351958 h 6858000"/>
              <a:gd name="connsiteX600" fmla="*/ 1431890 w 7467600"/>
              <a:gd name="connsiteY600" fmla="*/ 1306475 h 6858000"/>
              <a:gd name="connsiteX601" fmla="*/ 1507597 w 7467600"/>
              <a:gd name="connsiteY601" fmla="*/ 1446132 h 6858000"/>
              <a:gd name="connsiteX602" fmla="*/ 1674586 w 7467600"/>
              <a:gd name="connsiteY602" fmla="*/ 1813832 h 6858000"/>
              <a:gd name="connsiteX603" fmla="*/ 1815950 w 7467600"/>
              <a:gd name="connsiteY603" fmla="*/ 2128564 h 6858000"/>
              <a:gd name="connsiteX604" fmla="*/ 1984242 w 7467600"/>
              <a:gd name="connsiteY604" fmla="*/ 2430829 h 6858000"/>
              <a:gd name="connsiteX605" fmla="*/ 2014023 w 7467600"/>
              <a:gd name="connsiteY605" fmla="*/ 2450995 h 6858000"/>
              <a:gd name="connsiteX606" fmla="*/ 1747337 w 7467600"/>
              <a:gd name="connsiteY606" fmla="*/ 1855264 h 6858000"/>
              <a:gd name="connsiteX607" fmla="*/ 1533749 w 7467600"/>
              <a:gd name="connsiteY607" fmla="*/ 1478656 h 6858000"/>
              <a:gd name="connsiteX608" fmla="*/ 1431890 w 7467600"/>
              <a:gd name="connsiteY608" fmla="*/ 1306475 h 6858000"/>
              <a:gd name="connsiteX609" fmla="*/ 5052692 w 7467600"/>
              <a:gd name="connsiteY609" fmla="*/ 1292994 h 6858000"/>
              <a:gd name="connsiteX610" fmla="*/ 5200661 w 7467600"/>
              <a:gd name="connsiteY610" fmla="*/ 1635186 h 6858000"/>
              <a:gd name="connsiteX611" fmla="*/ 5297138 w 7467600"/>
              <a:gd name="connsiteY611" fmla="*/ 1906351 h 6858000"/>
              <a:gd name="connsiteX612" fmla="*/ 5052692 w 7467600"/>
              <a:gd name="connsiteY612" fmla="*/ 1292994 h 6858000"/>
              <a:gd name="connsiteX613" fmla="*/ 5009948 w 7467600"/>
              <a:gd name="connsiteY613" fmla="*/ 1273619 h 6858000"/>
              <a:gd name="connsiteX614" fmla="*/ 5121777 w 7467600"/>
              <a:gd name="connsiteY614" fmla="*/ 1654213 h 6858000"/>
              <a:gd name="connsiteX615" fmla="*/ 5293545 w 7467600"/>
              <a:gd name="connsiteY615" fmla="*/ 2072247 h 6858000"/>
              <a:gd name="connsiteX616" fmla="*/ 5294042 w 7467600"/>
              <a:gd name="connsiteY616" fmla="*/ 2065019 h 6858000"/>
              <a:gd name="connsiteX617" fmla="*/ 5171936 w 7467600"/>
              <a:gd name="connsiteY617" fmla="*/ 1647613 h 6858000"/>
              <a:gd name="connsiteX618" fmla="*/ 5009948 w 7467600"/>
              <a:gd name="connsiteY618" fmla="*/ 1273619 h 6858000"/>
              <a:gd name="connsiteX619" fmla="*/ 655236 w 7467600"/>
              <a:gd name="connsiteY619" fmla="*/ 1268632 h 6858000"/>
              <a:gd name="connsiteX620" fmla="*/ 839521 w 7467600"/>
              <a:gd name="connsiteY620" fmla="*/ 1685315 h 6858000"/>
              <a:gd name="connsiteX621" fmla="*/ 1109416 w 7467600"/>
              <a:gd name="connsiteY621" fmla="*/ 2061663 h 6858000"/>
              <a:gd name="connsiteX622" fmla="*/ 1298300 w 7467600"/>
              <a:gd name="connsiteY622" fmla="*/ 2247742 h 6858000"/>
              <a:gd name="connsiteX623" fmla="*/ 1125871 w 7467600"/>
              <a:gd name="connsiteY623" fmla="*/ 1989513 h 6858000"/>
              <a:gd name="connsiteX624" fmla="*/ 981574 w 7467600"/>
              <a:gd name="connsiteY624" fmla="*/ 1783157 h 6858000"/>
              <a:gd name="connsiteX625" fmla="*/ 922198 w 7467600"/>
              <a:gd name="connsiteY625" fmla="*/ 1677437 h 6858000"/>
              <a:gd name="connsiteX626" fmla="*/ 869293 w 7467600"/>
              <a:gd name="connsiteY626" fmla="*/ 1583214 h 6858000"/>
              <a:gd name="connsiteX627" fmla="*/ 751431 w 7467600"/>
              <a:gd name="connsiteY627" fmla="*/ 1405731 h 6858000"/>
              <a:gd name="connsiteX628" fmla="*/ 655236 w 7467600"/>
              <a:gd name="connsiteY628" fmla="*/ 1268632 h 6858000"/>
              <a:gd name="connsiteX629" fmla="*/ 6516292 w 7467600"/>
              <a:gd name="connsiteY629" fmla="*/ 1263064 h 6858000"/>
              <a:gd name="connsiteX630" fmla="*/ 5736320 w 7467600"/>
              <a:gd name="connsiteY630" fmla="*/ 1501803 h 6858000"/>
              <a:gd name="connsiteX631" fmla="*/ 6516292 w 7467600"/>
              <a:gd name="connsiteY631" fmla="*/ 1263064 h 6858000"/>
              <a:gd name="connsiteX632" fmla="*/ 291466 w 7467600"/>
              <a:gd name="connsiteY632" fmla="*/ 1250369 h 6858000"/>
              <a:gd name="connsiteX633" fmla="*/ 323180 w 7467600"/>
              <a:gd name="connsiteY633" fmla="*/ 1435283 h 6858000"/>
              <a:gd name="connsiteX634" fmla="*/ 349381 w 7467600"/>
              <a:gd name="connsiteY634" fmla="*/ 1875041 h 6858000"/>
              <a:gd name="connsiteX635" fmla="*/ 374363 w 7467600"/>
              <a:gd name="connsiteY635" fmla="*/ 1506494 h 6858000"/>
              <a:gd name="connsiteX636" fmla="*/ 302168 w 7467600"/>
              <a:gd name="connsiteY636" fmla="*/ 1274495 h 6858000"/>
              <a:gd name="connsiteX637" fmla="*/ 291466 w 7467600"/>
              <a:gd name="connsiteY637" fmla="*/ 1250369 h 6858000"/>
              <a:gd name="connsiteX638" fmla="*/ 678222 w 7467600"/>
              <a:gd name="connsiteY638" fmla="*/ 1248670 h 6858000"/>
              <a:gd name="connsiteX639" fmla="*/ 775536 w 7467600"/>
              <a:gd name="connsiteY639" fmla="*/ 1388015 h 6858000"/>
              <a:gd name="connsiteX640" fmla="*/ 894529 w 7467600"/>
              <a:gd name="connsiteY640" fmla="*/ 1567739 h 6858000"/>
              <a:gd name="connsiteX641" fmla="*/ 948000 w 7467600"/>
              <a:gd name="connsiteY641" fmla="*/ 1663088 h 6858000"/>
              <a:gd name="connsiteX642" fmla="*/ 1006812 w 7467600"/>
              <a:gd name="connsiteY642" fmla="*/ 1767683 h 6858000"/>
              <a:gd name="connsiteX643" fmla="*/ 1149133 w 7467600"/>
              <a:gd name="connsiteY643" fmla="*/ 1971513 h 6858000"/>
              <a:gd name="connsiteX644" fmla="*/ 1333952 w 7467600"/>
              <a:gd name="connsiteY644" fmla="*/ 2251620 h 6858000"/>
              <a:gd name="connsiteX645" fmla="*/ 1337329 w 7467600"/>
              <a:gd name="connsiteY645" fmla="*/ 2258350 h 6858000"/>
              <a:gd name="connsiteX646" fmla="*/ 1014726 w 7467600"/>
              <a:gd name="connsiteY646" fmla="*/ 1615556 h 6858000"/>
              <a:gd name="connsiteX647" fmla="*/ 678222 w 7467600"/>
              <a:gd name="connsiteY647" fmla="*/ 1248670 h 6858000"/>
              <a:gd name="connsiteX648" fmla="*/ 6691602 w 7467600"/>
              <a:gd name="connsiteY648" fmla="*/ 1140573 h 6858000"/>
              <a:gd name="connsiteX649" fmla="*/ 6571100 w 7467600"/>
              <a:gd name="connsiteY649" fmla="*/ 1183662 h 6858000"/>
              <a:gd name="connsiteX650" fmla="*/ 6241687 w 7467600"/>
              <a:gd name="connsiteY650" fmla="*/ 1257600 h 6858000"/>
              <a:gd name="connsiteX651" fmla="*/ 5693009 w 7467600"/>
              <a:gd name="connsiteY651" fmla="*/ 1478256 h 6858000"/>
              <a:gd name="connsiteX652" fmla="*/ 6548420 w 7467600"/>
              <a:gd name="connsiteY652" fmla="*/ 1214599 h 6858000"/>
              <a:gd name="connsiteX653" fmla="*/ 6605473 w 7467600"/>
              <a:gd name="connsiteY653" fmla="*/ 1184686 h 6858000"/>
              <a:gd name="connsiteX654" fmla="*/ 6691602 w 7467600"/>
              <a:gd name="connsiteY654" fmla="*/ 1140573 h 6858000"/>
              <a:gd name="connsiteX655" fmla="*/ 4002475 w 7467600"/>
              <a:gd name="connsiteY655" fmla="*/ 1037802 h 6858000"/>
              <a:gd name="connsiteX656" fmla="*/ 4000324 w 7467600"/>
              <a:gd name="connsiteY656" fmla="*/ 1039362 h 6858000"/>
              <a:gd name="connsiteX657" fmla="*/ 4002862 w 7467600"/>
              <a:gd name="connsiteY657" fmla="*/ 1042866 h 6858000"/>
              <a:gd name="connsiteX658" fmla="*/ 4002475 w 7467600"/>
              <a:gd name="connsiteY658" fmla="*/ 1037802 h 6858000"/>
              <a:gd name="connsiteX659" fmla="*/ 506322 w 7467600"/>
              <a:gd name="connsiteY659" fmla="*/ 1020997 h 6858000"/>
              <a:gd name="connsiteX660" fmla="*/ 533068 w 7467600"/>
              <a:gd name="connsiteY660" fmla="*/ 1029409 h 6858000"/>
              <a:gd name="connsiteX661" fmla="*/ 1232525 w 7467600"/>
              <a:gd name="connsiteY661" fmla="*/ 1804675 h 6858000"/>
              <a:gd name="connsiteX662" fmla="*/ 1388858 w 7467600"/>
              <a:gd name="connsiteY662" fmla="*/ 2368011 h 6858000"/>
              <a:gd name="connsiteX663" fmla="*/ 1384098 w 7467600"/>
              <a:gd name="connsiteY663" fmla="*/ 2378125 h 6858000"/>
              <a:gd name="connsiteX664" fmla="*/ 1425393 w 7467600"/>
              <a:gd name="connsiteY664" fmla="*/ 2589124 h 6858000"/>
              <a:gd name="connsiteX665" fmla="*/ 1424001 w 7467600"/>
              <a:gd name="connsiteY665" fmla="*/ 2597541 h 6858000"/>
              <a:gd name="connsiteX666" fmla="*/ 2152729 w 7467600"/>
              <a:gd name="connsiteY666" fmla="*/ 2864487 h 6858000"/>
              <a:gd name="connsiteX667" fmla="*/ 2020609 w 7467600"/>
              <a:gd name="connsiteY667" fmla="*/ 2539671 h 6858000"/>
              <a:gd name="connsiteX668" fmla="*/ 2018920 w 7467600"/>
              <a:gd name="connsiteY668" fmla="*/ 2536309 h 6858000"/>
              <a:gd name="connsiteX669" fmla="*/ 1342441 w 7467600"/>
              <a:gd name="connsiteY669" fmla="*/ 1173017 h 6858000"/>
              <a:gd name="connsiteX670" fmla="*/ 1367925 w 7467600"/>
              <a:gd name="connsiteY670" fmla="*/ 1135648 h 6858000"/>
              <a:gd name="connsiteX671" fmla="*/ 1771401 w 7467600"/>
              <a:gd name="connsiteY671" fmla="*/ 1806673 h 6858000"/>
              <a:gd name="connsiteX672" fmla="*/ 1972385 w 7467600"/>
              <a:gd name="connsiteY672" fmla="*/ 2198735 h 6858000"/>
              <a:gd name="connsiteX673" fmla="*/ 2040892 w 7467600"/>
              <a:gd name="connsiteY673" fmla="*/ 2405205 h 6858000"/>
              <a:gd name="connsiteX674" fmla="*/ 2131689 w 7467600"/>
              <a:gd name="connsiteY674" fmla="*/ 1936926 h 6858000"/>
              <a:gd name="connsiteX675" fmla="*/ 2454820 w 7467600"/>
              <a:gd name="connsiteY675" fmla="*/ 1248808 h 6858000"/>
              <a:gd name="connsiteX676" fmla="*/ 2492512 w 7467600"/>
              <a:gd name="connsiteY676" fmla="*/ 1302920 h 6858000"/>
              <a:gd name="connsiteX677" fmla="*/ 2081216 w 7467600"/>
              <a:gd name="connsiteY677" fmla="*/ 2527513 h 6858000"/>
              <a:gd name="connsiteX678" fmla="*/ 2081211 w 7467600"/>
              <a:gd name="connsiteY678" fmla="*/ 2528916 h 6858000"/>
              <a:gd name="connsiteX679" fmla="*/ 2199067 w 7467600"/>
              <a:gd name="connsiteY679" fmla="*/ 2884061 h 6858000"/>
              <a:gd name="connsiteX680" fmla="*/ 3192586 w 7467600"/>
              <a:gd name="connsiteY680" fmla="*/ 3411496 h 6858000"/>
              <a:gd name="connsiteX681" fmla="*/ 3182620 w 7467600"/>
              <a:gd name="connsiteY681" fmla="*/ 3483279 h 6858000"/>
              <a:gd name="connsiteX682" fmla="*/ 2435119 w 7467600"/>
              <a:gd name="connsiteY682" fmla="*/ 3080173 h 6858000"/>
              <a:gd name="connsiteX683" fmla="*/ 2410152 w 7467600"/>
              <a:gd name="connsiteY683" fmla="*/ 3063751 h 6858000"/>
              <a:gd name="connsiteX684" fmla="*/ 2408099 w 7467600"/>
              <a:gd name="connsiteY684" fmla="*/ 3064403 h 6858000"/>
              <a:gd name="connsiteX685" fmla="*/ 2407218 w 7467600"/>
              <a:gd name="connsiteY685" fmla="*/ 3070324 h 6858000"/>
              <a:gd name="connsiteX686" fmla="*/ 2380138 w 7467600"/>
              <a:gd name="connsiteY686" fmla="*/ 3099341 h 6858000"/>
              <a:gd name="connsiteX687" fmla="*/ 1765923 w 7467600"/>
              <a:gd name="connsiteY687" fmla="*/ 3581043 h 6858000"/>
              <a:gd name="connsiteX688" fmla="*/ 1702258 w 7467600"/>
              <a:gd name="connsiteY688" fmla="*/ 3612286 h 6858000"/>
              <a:gd name="connsiteX689" fmla="*/ 1538370 w 7467600"/>
              <a:gd name="connsiteY689" fmla="*/ 3811804 h 6858000"/>
              <a:gd name="connsiteX690" fmla="*/ 542867 w 7467600"/>
              <a:gd name="connsiteY690" fmla="*/ 4944092 h 6858000"/>
              <a:gd name="connsiteX691" fmla="*/ 515800 w 7467600"/>
              <a:gd name="connsiteY691" fmla="*/ 4862180 h 6858000"/>
              <a:gd name="connsiteX692" fmla="*/ 909145 w 7467600"/>
              <a:gd name="connsiteY692" fmla="*/ 4199225 h 6858000"/>
              <a:gd name="connsiteX693" fmla="*/ 1214067 w 7467600"/>
              <a:gd name="connsiteY693" fmla="*/ 3908561 h 6858000"/>
              <a:gd name="connsiteX694" fmla="*/ 640967 w 7467600"/>
              <a:gd name="connsiteY694" fmla="*/ 4105601 h 6858000"/>
              <a:gd name="connsiteX695" fmla="*/ 112563 w 7467600"/>
              <a:gd name="connsiteY695" fmla="*/ 4396952 h 6858000"/>
              <a:gd name="connsiteX696" fmla="*/ 0 w 7467600"/>
              <a:gd name="connsiteY696" fmla="*/ 4466006 h 6858000"/>
              <a:gd name="connsiteX697" fmla="*/ 0 w 7467600"/>
              <a:gd name="connsiteY697" fmla="*/ 4233763 h 6858000"/>
              <a:gd name="connsiteX698" fmla="*/ 36881 w 7467600"/>
              <a:gd name="connsiteY698" fmla="*/ 4200118 h 6858000"/>
              <a:gd name="connsiteX699" fmla="*/ 910534 w 7467600"/>
              <a:gd name="connsiteY699" fmla="*/ 3629753 h 6858000"/>
              <a:gd name="connsiteX700" fmla="*/ 1578717 w 7467600"/>
              <a:gd name="connsiteY700" fmla="*/ 3575982 h 6858000"/>
              <a:gd name="connsiteX701" fmla="*/ 2338780 w 7467600"/>
              <a:gd name="connsiteY701" fmla="*/ 3033725 h 6858000"/>
              <a:gd name="connsiteX702" fmla="*/ 1807991 w 7467600"/>
              <a:gd name="connsiteY702" fmla="*/ 2807184 h 6858000"/>
              <a:gd name="connsiteX703" fmla="*/ 1416358 w 7467600"/>
              <a:gd name="connsiteY703" fmla="*/ 3112571 h 6858000"/>
              <a:gd name="connsiteX704" fmla="*/ 939066 w 7467600"/>
              <a:gd name="connsiteY704" fmla="*/ 3378798 h 6858000"/>
              <a:gd name="connsiteX705" fmla="*/ 115099 w 7467600"/>
              <a:gd name="connsiteY705" fmla="*/ 3607650 h 6858000"/>
              <a:gd name="connsiteX706" fmla="*/ 97284 w 7467600"/>
              <a:gd name="connsiteY706" fmla="*/ 3520393 h 6858000"/>
              <a:gd name="connsiteX707" fmla="*/ 922050 w 7467600"/>
              <a:gd name="connsiteY707" fmla="*/ 3074867 h 6858000"/>
              <a:gd name="connsiteX708" fmla="*/ 1405265 w 7467600"/>
              <a:gd name="connsiteY708" fmla="*/ 3016319 h 6858000"/>
              <a:gd name="connsiteX709" fmla="*/ 1407512 w 7467600"/>
              <a:gd name="connsiteY709" fmla="*/ 3018001 h 6858000"/>
              <a:gd name="connsiteX710" fmla="*/ 1726266 w 7467600"/>
              <a:gd name="connsiteY710" fmla="*/ 2777274 h 6858000"/>
              <a:gd name="connsiteX711" fmla="*/ 625390 w 7467600"/>
              <a:gd name="connsiteY711" fmla="*/ 2514541 h 6858000"/>
              <a:gd name="connsiteX712" fmla="*/ 619799 w 7467600"/>
              <a:gd name="connsiteY712" fmla="*/ 2527180 h 6858000"/>
              <a:gd name="connsiteX713" fmla="*/ 310030 w 7467600"/>
              <a:gd name="connsiteY713" fmla="*/ 2771818 h 6858000"/>
              <a:gd name="connsiteX714" fmla="*/ 173877 w 7467600"/>
              <a:gd name="connsiteY714" fmla="*/ 2937056 h 6858000"/>
              <a:gd name="connsiteX715" fmla="*/ 77889 w 7467600"/>
              <a:gd name="connsiteY715" fmla="*/ 3138440 h 6858000"/>
              <a:gd name="connsiteX716" fmla="*/ 0 w 7467600"/>
              <a:gd name="connsiteY716" fmla="*/ 3271395 h 6858000"/>
              <a:gd name="connsiteX717" fmla="*/ 0 w 7467600"/>
              <a:gd name="connsiteY717" fmla="*/ 3153002 h 6858000"/>
              <a:gd name="connsiteX718" fmla="*/ 2386 w 7467600"/>
              <a:gd name="connsiteY718" fmla="*/ 3149203 h 6858000"/>
              <a:gd name="connsiteX719" fmla="*/ 89753 w 7467600"/>
              <a:gd name="connsiteY719" fmla="*/ 2987702 h 6858000"/>
              <a:gd name="connsiteX720" fmla="*/ 76869 w 7467600"/>
              <a:gd name="connsiteY720" fmla="*/ 3005404 h 6858000"/>
              <a:gd name="connsiteX721" fmla="*/ 32049 w 7467600"/>
              <a:gd name="connsiteY721" fmla="*/ 3065814 h 6858000"/>
              <a:gd name="connsiteX722" fmla="*/ 0 w 7467600"/>
              <a:gd name="connsiteY722" fmla="*/ 3108744 h 6858000"/>
              <a:gd name="connsiteX723" fmla="*/ 0 w 7467600"/>
              <a:gd name="connsiteY723" fmla="*/ 3058059 h 6858000"/>
              <a:gd name="connsiteX724" fmla="*/ 7610 w 7467600"/>
              <a:gd name="connsiteY724" fmla="*/ 3047889 h 6858000"/>
              <a:gd name="connsiteX725" fmla="*/ 52419 w 7467600"/>
              <a:gd name="connsiteY725" fmla="*/ 2987479 h 6858000"/>
              <a:gd name="connsiteX726" fmla="*/ 59142 w 7467600"/>
              <a:gd name="connsiteY726" fmla="*/ 2978488 h 6858000"/>
              <a:gd name="connsiteX727" fmla="*/ 0 w 7467600"/>
              <a:gd name="connsiteY727" fmla="*/ 3015334 h 6858000"/>
              <a:gd name="connsiteX728" fmla="*/ 0 w 7467600"/>
              <a:gd name="connsiteY728" fmla="*/ 2914286 h 6858000"/>
              <a:gd name="connsiteX729" fmla="*/ 36383 w 7467600"/>
              <a:gd name="connsiteY729" fmla="*/ 2901128 h 6858000"/>
              <a:gd name="connsiteX730" fmla="*/ 156329 w 7467600"/>
              <a:gd name="connsiteY730" fmla="*/ 2840533 h 6858000"/>
              <a:gd name="connsiteX731" fmla="*/ 358355 w 7467600"/>
              <a:gd name="connsiteY731" fmla="*/ 2620471 h 6858000"/>
              <a:gd name="connsiteX732" fmla="*/ 510577 w 7467600"/>
              <a:gd name="connsiteY732" fmla="*/ 2501244 h 6858000"/>
              <a:gd name="connsiteX733" fmla="*/ 211967 w 7467600"/>
              <a:gd name="connsiteY733" fmla="*/ 2479171 h 6858000"/>
              <a:gd name="connsiteX734" fmla="*/ 0 w 7467600"/>
              <a:gd name="connsiteY734" fmla="*/ 2476398 h 6858000"/>
              <a:gd name="connsiteX735" fmla="*/ 0 w 7467600"/>
              <a:gd name="connsiteY735" fmla="*/ 2389189 h 6858000"/>
              <a:gd name="connsiteX736" fmla="*/ 103062 w 7467600"/>
              <a:gd name="connsiteY736" fmla="*/ 2389518 h 6858000"/>
              <a:gd name="connsiteX737" fmla="*/ 510734 w 7467600"/>
              <a:gd name="connsiteY737" fmla="*/ 2416201 h 6858000"/>
              <a:gd name="connsiteX738" fmla="*/ 279257 w 7467600"/>
              <a:gd name="connsiteY738" fmla="*/ 2092102 h 6858000"/>
              <a:gd name="connsiteX739" fmla="*/ 65265 w 7467600"/>
              <a:gd name="connsiteY739" fmla="*/ 2006049 h 6858000"/>
              <a:gd name="connsiteX740" fmla="*/ 0 w 7467600"/>
              <a:gd name="connsiteY740" fmla="*/ 1982532 h 6858000"/>
              <a:gd name="connsiteX741" fmla="*/ 0 w 7467600"/>
              <a:gd name="connsiteY741" fmla="*/ 1912789 h 6858000"/>
              <a:gd name="connsiteX742" fmla="*/ 97460 w 7467600"/>
              <a:gd name="connsiteY742" fmla="*/ 1953725 h 6858000"/>
              <a:gd name="connsiteX743" fmla="*/ 221272 w 7467600"/>
              <a:gd name="connsiteY743" fmla="*/ 1980766 h 6858000"/>
              <a:gd name="connsiteX744" fmla="*/ 116765 w 7467600"/>
              <a:gd name="connsiteY744" fmla="*/ 1911033 h 6858000"/>
              <a:gd name="connsiteX745" fmla="*/ 16405 w 7467600"/>
              <a:gd name="connsiteY745" fmla="*/ 1803412 h 6858000"/>
              <a:gd name="connsiteX746" fmla="*/ 0 w 7467600"/>
              <a:gd name="connsiteY746" fmla="*/ 1784777 h 6858000"/>
              <a:gd name="connsiteX747" fmla="*/ 0 w 7467600"/>
              <a:gd name="connsiteY747" fmla="*/ 1740082 h 6858000"/>
              <a:gd name="connsiteX748" fmla="*/ 39394 w 7467600"/>
              <a:gd name="connsiteY748" fmla="*/ 1784856 h 6858000"/>
              <a:gd name="connsiteX749" fmla="*/ 135813 w 7467600"/>
              <a:gd name="connsiteY749" fmla="*/ 1888838 h 6858000"/>
              <a:gd name="connsiteX750" fmla="*/ 242575 w 7467600"/>
              <a:gd name="connsiteY750" fmla="*/ 1958841 h 6858000"/>
              <a:gd name="connsiteX751" fmla="*/ 82197 w 7467600"/>
              <a:gd name="connsiteY751" fmla="*/ 1754826 h 6858000"/>
              <a:gd name="connsiteX752" fmla="*/ 0 w 7467600"/>
              <a:gd name="connsiteY752" fmla="*/ 1679650 h 6858000"/>
              <a:gd name="connsiteX753" fmla="*/ 0 w 7467600"/>
              <a:gd name="connsiteY753" fmla="*/ 1602463 h 6858000"/>
              <a:gd name="connsiteX754" fmla="*/ 84689 w 7467600"/>
              <a:gd name="connsiteY754" fmla="*/ 1677442 h 6858000"/>
              <a:gd name="connsiteX755" fmla="*/ 298437 w 7467600"/>
              <a:gd name="connsiteY755" fmla="*/ 1968019 h 6858000"/>
              <a:gd name="connsiteX756" fmla="*/ 227269 w 7467600"/>
              <a:gd name="connsiteY756" fmla="*/ 1114064 h 6858000"/>
              <a:gd name="connsiteX757" fmla="*/ 248003 w 7467600"/>
              <a:gd name="connsiteY757" fmla="*/ 1089613 h 6858000"/>
              <a:gd name="connsiteX758" fmla="*/ 427020 w 7467600"/>
              <a:gd name="connsiteY758" fmla="*/ 1619803 h 6858000"/>
              <a:gd name="connsiteX759" fmla="*/ 340345 w 7467600"/>
              <a:gd name="connsiteY759" fmla="*/ 2027739 h 6858000"/>
              <a:gd name="connsiteX760" fmla="*/ 360865 w 7467600"/>
              <a:gd name="connsiteY760" fmla="*/ 2044827 h 6858000"/>
              <a:gd name="connsiteX761" fmla="*/ 560414 w 7467600"/>
              <a:gd name="connsiteY761" fmla="*/ 2421457 h 6858000"/>
              <a:gd name="connsiteX762" fmla="*/ 1359703 w 7467600"/>
              <a:gd name="connsiteY762" fmla="*/ 2578554 h 6858000"/>
              <a:gd name="connsiteX763" fmla="*/ 1359422 w 7467600"/>
              <a:gd name="connsiteY763" fmla="*/ 2577994 h 6858000"/>
              <a:gd name="connsiteX764" fmla="*/ 828701 w 7467600"/>
              <a:gd name="connsiteY764" fmla="*/ 1839520 h 6858000"/>
              <a:gd name="connsiteX765" fmla="*/ 494427 w 7467600"/>
              <a:gd name="connsiteY765" fmla="*/ 1092333 h 6858000"/>
              <a:gd name="connsiteX766" fmla="*/ 506322 w 7467600"/>
              <a:gd name="connsiteY766" fmla="*/ 1020997 h 6858000"/>
              <a:gd name="connsiteX767" fmla="*/ 4570198 w 7467600"/>
              <a:gd name="connsiteY767" fmla="*/ 978081 h 6858000"/>
              <a:gd name="connsiteX768" fmla="*/ 4523691 w 7467600"/>
              <a:gd name="connsiteY768" fmla="*/ 1127776 h 6858000"/>
              <a:gd name="connsiteX769" fmla="*/ 4509875 w 7467600"/>
              <a:gd name="connsiteY769" fmla="*/ 1167552 h 6858000"/>
              <a:gd name="connsiteX770" fmla="*/ 4478168 w 7467600"/>
              <a:gd name="connsiteY770" fmla="*/ 1260735 h 6858000"/>
              <a:gd name="connsiteX771" fmla="*/ 4409309 w 7467600"/>
              <a:gd name="connsiteY771" fmla="*/ 1666996 h 6858000"/>
              <a:gd name="connsiteX772" fmla="*/ 4370031 w 7467600"/>
              <a:gd name="connsiteY772" fmla="*/ 1955666 h 6858000"/>
              <a:gd name="connsiteX773" fmla="*/ 4570198 w 7467600"/>
              <a:gd name="connsiteY773" fmla="*/ 978081 h 6858000"/>
              <a:gd name="connsiteX774" fmla="*/ 4557898 w 7467600"/>
              <a:gd name="connsiteY774" fmla="*/ 900011 h 6858000"/>
              <a:gd name="connsiteX775" fmla="*/ 4344840 w 7467600"/>
              <a:gd name="connsiteY775" fmla="*/ 1922038 h 6858000"/>
              <a:gd name="connsiteX776" fmla="*/ 4378710 w 7467600"/>
              <a:gd name="connsiteY776" fmla="*/ 1665516 h 6858000"/>
              <a:gd name="connsiteX777" fmla="*/ 4448798 w 7467600"/>
              <a:gd name="connsiteY777" fmla="*/ 1253024 h 6858000"/>
              <a:gd name="connsiteX778" fmla="*/ 4480315 w 7467600"/>
              <a:gd name="connsiteY778" fmla="*/ 1158454 h 6858000"/>
              <a:gd name="connsiteX779" fmla="*/ 4494133 w 7467600"/>
              <a:gd name="connsiteY779" fmla="*/ 1118676 h 6858000"/>
              <a:gd name="connsiteX780" fmla="*/ 4557898 w 7467600"/>
              <a:gd name="connsiteY780" fmla="*/ 900011 h 6858000"/>
              <a:gd name="connsiteX781" fmla="*/ 5870151 w 7467600"/>
              <a:gd name="connsiteY781" fmla="*/ 898890 h 6858000"/>
              <a:gd name="connsiteX782" fmla="*/ 5861335 w 7467600"/>
              <a:gd name="connsiteY782" fmla="*/ 899177 h 6858000"/>
              <a:gd name="connsiteX783" fmla="*/ 5843702 w 7467600"/>
              <a:gd name="connsiteY783" fmla="*/ 899748 h 6858000"/>
              <a:gd name="connsiteX784" fmla="*/ 5651107 w 7467600"/>
              <a:gd name="connsiteY784" fmla="*/ 920306 h 6858000"/>
              <a:gd name="connsiteX785" fmla="*/ 5459407 w 7467600"/>
              <a:gd name="connsiteY785" fmla="*/ 940975 h 6858000"/>
              <a:gd name="connsiteX786" fmla="*/ 5374846 w 7467600"/>
              <a:gd name="connsiteY786" fmla="*/ 941988 h 6858000"/>
              <a:gd name="connsiteX787" fmla="*/ 5256105 w 7467600"/>
              <a:gd name="connsiteY787" fmla="*/ 945632 h 6858000"/>
              <a:gd name="connsiteX788" fmla="*/ 5107071 w 7467600"/>
              <a:gd name="connsiteY788" fmla="*/ 969720 h 6858000"/>
              <a:gd name="connsiteX789" fmla="*/ 4998681 w 7467600"/>
              <a:gd name="connsiteY789" fmla="*/ 988771 h 6858000"/>
              <a:gd name="connsiteX790" fmla="*/ 5870151 w 7467600"/>
              <a:gd name="connsiteY790" fmla="*/ 898890 h 6858000"/>
              <a:gd name="connsiteX791" fmla="*/ 5504425 w 7467600"/>
              <a:gd name="connsiteY791" fmla="*/ 848067 h 6858000"/>
              <a:gd name="connsiteX792" fmla="*/ 4968849 w 7467600"/>
              <a:gd name="connsiteY792" fmla="*/ 962318 h 6858000"/>
              <a:gd name="connsiteX793" fmla="*/ 5104039 w 7467600"/>
              <a:gd name="connsiteY793" fmla="*/ 940634 h 6858000"/>
              <a:gd name="connsiteX794" fmla="*/ 5256311 w 7467600"/>
              <a:gd name="connsiteY794" fmla="*/ 916490 h 6858000"/>
              <a:gd name="connsiteX795" fmla="*/ 5377381 w 7467600"/>
              <a:gd name="connsiteY795" fmla="*/ 912671 h 6858000"/>
              <a:gd name="connsiteX796" fmla="*/ 5460148 w 7467600"/>
              <a:gd name="connsiteY796" fmla="*/ 911442 h 6858000"/>
              <a:gd name="connsiteX797" fmla="*/ 5648971 w 7467600"/>
              <a:gd name="connsiteY797" fmla="*/ 891331 h 6858000"/>
              <a:gd name="connsiteX798" fmla="*/ 5844807 w 7467600"/>
              <a:gd name="connsiteY798" fmla="*/ 870718 h 6858000"/>
              <a:gd name="connsiteX799" fmla="*/ 5862975 w 7467600"/>
              <a:gd name="connsiteY799" fmla="*/ 869756 h 6858000"/>
              <a:gd name="connsiteX800" fmla="*/ 5920887 w 7467600"/>
              <a:gd name="connsiteY800" fmla="*/ 865929 h 6858000"/>
              <a:gd name="connsiteX801" fmla="*/ 5504425 w 7467600"/>
              <a:gd name="connsiteY801" fmla="*/ 848067 h 6858000"/>
              <a:gd name="connsiteX802" fmla="*/ 3607114 w 7467600"/>
              <a:gd name="connsiteY802" fmla="*/ 467441 h 6858000"/>
              <a:gd name="connsiteX803" fmla="*/ 3296242 w 7467600"/>
              <a:gd name="connsiteY803" fmla="*/ 807991 h 6858000"/>
              <a:gd name="connsiteX804" fmla="*/ 3174674 w 7467600"/>
              <a:gd name="connsiteY804" fmla="*/ 919759 h 6858000"/>
              <a:gd name="connsiteX805" fmla="*/ 3042978 w 7467600"/>
              <a:gd name="connsiteY805" fmla="*/ 1054894 h 6858000"/>
              <a:gd name="connsiteX806" fmla="*/ 2968914 w 7467600"/>
              <a:gd name="connsiteY806" fmla="*/ 1133756 h 6858000"/>
              <a:gd name="connsiteX807" fmla="*/ 3103823 w 7467600"/>
              <a:gd name="connsiteY807" fmla="*/ 1026814 h 6858000"/>
              <a:gd name="connsiteX808" fmla="*/ 3607114 w 7467600"/>
              <a:gd name="connsiteY808" fmla="*/ 467441 h 6858000"/>
              <a:gd name="connsiteX809" fmla="*/ 3744487 w 7467600"/>
              <a:gd name="connsiteY809" fmla="*/ 383136 h 6858000"/>
              <a:gd name="connsiteX810" fmla="*/ 3970213 w 7467600"/>
              <a:gd name="connsiteY810" fmla="*/ 995559 h 6858000"/>
              <a:gd name="connsiteX811" fmla="*/ 3744487 w 7467600"/>
              <a:gd name="connsiteY811" fmla="*/ 383136 h 6858000"/>
              <a:gd name="connsiteX812" fmla="*/ 3624562 w 7467600"/>
              <a:gd name="connsiteY812" fmla="*/ 367041 h 6858000"/>
              <a:gd name="connsiteX813" fmla="*/ 3489712 w 7467600"/>
              <a:gd name="connsiteY813" fmla="*/ 485386 h 6858000"/>
              <a:gd name="connsiteX814" fmla="*/ 3182994 w 7467600"/>
              <a:gd name="connsiteY814" fmla="*/ 828265 h 6858000"/>
              <a:gd name="connsiteX815" fmla="*/ 2892114 w 7467600"/>
              <a:gd name="connsiteY815" fmla="*/ 1172635 h 6858000"/>
              <a:gd name="connsiteX816" fmla="*/ 3021459 w 7467600"/>
              <a:gd name="connsiteY816" fmla="*/ 1035385 h 6858000"/>
              <a:gd name="connsiteX817" fmla="*/ 3153873 w 7467600"/>
              <a:gd name="connsiteY817" fmla="*/ 898971 h 6858000"/>
              <a:gd name="connsiteX818" fmla="*/ 3276511 w 7467600"/>
              <a:gd name="connsiteY818" fmla="*/ 786423 h 6858000"/>
              <a:gd name="connsiteX819" fmla="*/ 3584154 w 7467600"/>
              <a:gd name="connsiteY819" fmla="*/ 448218 h 6858000"/>
              <a:gd name="connsiteX820" fmla="*/ 3624562 w 7467600"/>
              <a:gd name="connsiteY820" fmla="*/ 367041 h 6858000"/>
              <a:gd name="connsiteX821" fmla="*/ 3766672 w 7467600"/>
              <a:gd name="connsiteY821" fmla="*/ 359429 h 6858000"/>
              <a:gd name="connsiteX822" fmla="*/ 3996338 w 7467600"/>
              <a:gd name="connsiteY822" fmla="*/ 968237 h 6858000"/>
              <a:gd name="connsiteX823" fmla="*/ 3766672 w 7467600"/>
              <a:gd name="connsiteY823" fmla="*/ 359429 h 6858000"/>
              <a:gd name="connsiteX824" fmla="*/ 5805386 w 7467600"/>
              <a:gd name="connsiteY824" fmla="*/ 239240 h 6858000"/>
              <a:gd name="connsiteX825" fmla="*/ 5736947 w 7467600"/>
              <a:gd name="connsiteY825" fmla="*/ 261367 h 6858000"/>
              <a:gd name="connsiteX826" fmla="*/ 5427012 w 7467600"/>
              <a:gd name="connsiteY826" fmla="*/ 311272 h 6858000"/>
              <a:gd name="connsiteX827" fmla="*/ 5147818 w 7467600"/>
              <a:gd name="connsiteY827" fmla="*/ 322112 h 6858000"/>
              <a:gd name="connsiteX828" fmla="*/ 5060854 w 7467600"/>
              <a:gd name="connsiteY828" fmla="*/ 311882 h 6858000"/>
              <a:gd name="connsiteX829" fmla="*/ 4945989 w 7467600"/>
              <a:gd name="connsiteY829" fmla="*/ 300516 h 6858000"/>
              <a:gd name="connsiteX830" fmla="*/ 5410479 w 7467600"/>
              <a:gd name="connsiteY830" fmla="*/ 348434 h 6858000"/>
              <a:gd name="connsiteX831" fmla="*/ 5805386 w 7467600"/>
              <a:gd name="connsiteY831" fmla="*/ 239240 h 6858000"/>
              <a:gd name="connsiteX832" fmla="*/ 5905192 w 7467600"/>
              <a:gd name="connsiteY832" fmla="*/ 163079 h 6858000"/>
              <a:gd name="connsiteX833" fmla="*/ 5865655 w 7467600"/>
              <a:gd name="connsiteY833" fmla="*/ 171901 h 6858000"/>
              <a:gd name="connsiteX834" fmla="*/ 5259740 w 7467600"/>
              <a:gd name="connsiteY834" fmla="*/ 257013 h 6858000"/>
              <a:gd name="connsiteX835" fmla="*/ 5208466 w 7467600"/>
              <a:gd name="connsiteY835" fmla="*/ 257550 h 6858000"/>
              <a:gd name="connsiteX836" fmla="*/ 4980204 w 7467600"/>
              <a:gd name="connsiteY836" fmla="*/ 271903 h 6858000"/>
              <a:gd name="connsiteX837" fmla="*/ 5068068 w 7467600"/>
              <a:gd name="connsiteY837" fmla="*/ 282244 h 6858000"/>
              <a:gd name="connsiteX838" fmla="*/ 5153231 w 7467600"/>
              <a:gd name="connsiteY838" fmla="*/ 292240 h 6858000"/>
              <a:gd name="connsiteX839" fmla="*/ 5426491 w 7467600"/>
              <a:gd name="connsiteY839" fmla="*/ 281128 h 6858000"/>
              <a:gd name="connsiteX840" fmla="*/ 5731212 w 7467600"/>
              <a:gd name="connsiteY840" fmla="*/ 231951 h 6858000"/>
              <a:gd name="connsiteX841" fmla="*/ 5905192 w 7467600"/>
              <a:gd name="connsiteY841" fmla="*/ 163079 h 6858000"/>
              <a:gd name="connsiteX842" fmla="*/ 5944437 w 7467600"/>
              <a:gd name="connsiteY842" fmla="*/ 113829 h 6858000"/>
              <a:gd name="connsiteX843" fmla="*/ 5825032 w 7467600"/>
              <a:gd name="connsiteY843" fmla="*/ 146405 h 6858000"/>
              <a:gd name="connsiteX844" fmla="*/ 4955599 w 7467600"/>
              <a:gd name="connsiteY844" fmla="*/ 247008 h 6858000"/>
              <a:gd name="connsiteX845" fmla="*/ 5210104 w 7467600"/>
              <a:gd name="connsiteY845" fmla="*/ 228123 h 6858000"/>
              <a:gd name="connsiteX846" fmla="*/ 5261015 w 7467600"/>
              <a:gd name="connsiteY846" fmla="*/ 227087 h 6858000"/>
              <a:gd name="connsiteX847" fmla="*/ 5861181 w 7467600"/>
              <a:gd name="connsiteY847" fmla="*/ 143093 h 6858000"/>
              <a:gd name="connsiteX848" fmla="*/ 5961252 w 7467600"/>
              <a:gd name="connsiteY848" fmla="*/ 114820 h 6858000"/>
              <a:gd name="connsiteX849" fmla="*/ 5944437 w 7467600"/>
              <a:gd name="connsiteY849" fmla="*/ 113829 h 6858000"/>
              <a:gd name="connsiteX850" fmla="*/ 3882765 w 7467600"/>
              <a:gd name="connsiteY850" fmla="*/ 0 h 6858000"/>
              <a:gd name="connsiteX851" fmla="*/ 3995099 w 7467600"/>
              <a:gd name="connsiteY851" fmla="*/ 0 h 6858000"/>
              <a:gd name="connsiteX852" fmla="*/ 4163818 w 7467600"/>
              <a:gd name="connsiteY852" fmla="*/ 234104 h 6858000"/>
              <a:gd name="connsiteX853" fmla="*/ 4172099 w 7467600"/>
              <a:gd name="connsiteY853" fmla="*/ 234207 h 6858000"/>
              <a:gd name="connsiteX854" fmla="*/ 4784282 w 7467600"/>
              <a:gd name="connsiteY854" fmla="*/ 276561 h 6858000"/>
              <a:gd name="connsiteX855" fmla="*/ 4801687 w 7467600"/>
              <a:gd name="connsiteY855" fmla="*/ 267764 h 6858000"/>
              <a:gd name="connsiteX856" fmla="*/ 6082788 w 7467600"/>
              <a:gd name="connsiteY856" fmla="*/ 64119 h 6858000"/>
              <a:gd name="connsiteX857" fmla="*/ 6099442 w 7467600"/>
              <a:gd name="connsiteY857" fmla="*/ 82568 h 6858000"/>
              <a:gd name="connsiteX858" fmla="*/ 4804137 w 7467600"/>
              <a:gd name="connsiteY858" fmla="*/ 320931 h 6858000"/>
              <a:gd name="connsiteX859" fmla="*/ 4227047 w 7467600"/>
              <a:gd name="connsiteY859" fmla="*/ 313415 h 6858000"/>
              <a:gd name="connsiteX860" fmla="*/ 4346041 w 7467600"/>
              <a:gd name="connsiteY860" fmla="*/ 456086 h 6858000"/>
              <a:gd name="connsiteX861" fmla="*/ 4870967 w 7467600"/>
              <a:gd name="connsiteY861" fmla="*/ 963061 h 6858000"/>
              <a:gd name="connsiteX862" fmla="*/ 4889647 w 7467600"/>
              <a:gd name="connsiteY862" fmla="*/ 957147 h 6858000"/>
              <a:gd name="connsiteX863" fmla="*/ 5422504 w 7467600"/>
              <a:gd name="connsiteY863" fmla="*/ 805191 h 6858000"/>
              <a:gd name="connsiteX864" fmla="*/ 6087656 w 7467600"/>
              <a:gd name="connsiteY864" fmla="*/ 826703 h 6858000"/>
              <a:gd name="connsiteX865" fmla="*/ 6058717 w 7467600"/>
              <a:gd name="connsiteY865" fmla="*/ 865992 h 6858000"/>
              <a:gd name="connsiteX866" fmla="*/ 4974153 w 7467600"/>
              <a:gd name="connsiteY866" fmla="*/ 1045456 h 6858000"/>
              <a:gd name="connsiteX867" fmla="*/ 5627835 w 7467600"/>
              <a:gd name="connsiteY867" fmla="*/ 1472077 h 6858000"/>
              <a:gd name="connsiteX868" fmla="*/ 5629817 w 7467600"/>
              <a:gd name="connsiteY868" fmla="*/ 1471412 h 6858000"/>
              <a:gd name="connsiteX869" fmla="*/ 5634124 w 7467600"/>
              <a:gd name="connsiteY869" fmla="*/ 1470572 h 6858000"/>
              <a:gd name="connsiteX870" fmla="*/ 5755832 w 7467600"/>
              <a:gd name="connsiteY870" fmla="*/ 1383886 h 6858000"/>
              <a:gd name="connsiteX871" fmla="*/ 6014186 w 7467600"/>
              <a:gd name="connsiteY871" fmla="*/ 1279799 h 6858000"/>
              <a:gd name="connsiteX872" fmla="*/ 6901619 w 7467600"/>
              <a:gd name="connsiteY872" fmla="*/ 1047874 h 6858000"/>
              <a:gd name="connsiteX873" fmla="*/ 6931566 w 7467600"/>
              <a:gd name="connsiteY873" fmla="*/ 1062034 h 6858000"/>
              <a:gd name="connsiteX874" fmla="*/ 5790982 w 7467600"/>
              <a:gd name="connsiteY874" fmla="*/ 1561380 h 6858000"/>
              <a:gd name="connsiteX875" fmla="*/ 6188971 w 7467600"/>
              <a:gd name="connsiteY875" fmla="*/ 1755168 h 6858000"/>
              <a:gd name="connsiteX876" fmla="*/ 6202446 w 7467600"/>
              <a:gd name="connsiteY876" fmla="*/ 1752268 h 6858000"/>
              <a:gd name="connsiteX877" fmla="*/ 7179560 w 7467600"/>
              <a:gd name="connsiteY877" fmla="*/ 1467551 h 6858000"/>
              <a:gd name="connsiteX878" fmla="*/ 7158730 w 7467600"/>
              <a:gd name="connsiteY878" fmla="*/ 1507835 h 6858000"/>
              <a:gd name="connsiteX879" fmla="*/ 6326959 w 7467600"/>
              <a:gd name="connsiteY879" fmla="*/ 1817686 h 6858000"/>
              <a:gd name="connsiteX880" fmla="*/ 6537433 w 7467600"/>
              <a:gd name="connsiteY880" fmla="*/ 1907790 h 6858000"/>
              <a:gd name="connsiteX881" fmla="*/ 6550221 w 7467600"/>
              <a:gd name="connsiteY881" fmla="*/ 1910729 h 6858000"/>
              <a:gd name="connsiteX882" fmla="*/ 6964438 w 7467600"/>
              <a:gd name="connsiteY882" fmla="*/ 2209505 h 6858000"/>
              <a:gd name="connsiteX883" fmla="*/ 7367862 w 7467600"/>
              <a:gd name="connsiteY883" fmla="*/ 2806833 h 6858000"/>
              <a:gd name="connsiteX884" fmla="*/ 7364329 w 7467600"/>
              <a:gd name="connsiteY884" fmla="*/ 2826907 h 6858000"/>
              <a:gd name="connsiteX885" fmla="*/ 7290545 w 7467600"/>
              <a:gd name="connsiteY885" fmla="*/ 2850663 h 6858000"/>
              <a:gd name="connsiteX886" fmla="*/ 6472036 w 7467600"/>
              <a:gd name="connsiteY886" fmla="*/ 1959003 h 6858000"/>
              <a:gd name="connsiteX887" fmla="*/ 5792897 w 7467600"/>
              <a:gd name="connsiteY887" fmla="*/ 1647747 h 6858000"/>
              <a:gd name="connsiteX888" fmla="*/ 5842751 w 7467600"/>
              <a:gd name="connsiteY888" fmla="*/ 1816112 h 6858000"/>
              <a:gd name="connsiteX889" fmla="*/ 5847424 w 7467600"/>
              <a:gd name="connsiteY889" fmla="*/ 1815776 h 6858000"/>
              <a:gd name="connsiteX890" fmla="*/ 6399821 w 7467600"/>
              <a:gd name="connsiteY890" fmla="*/ 2344799 h 6858000"/>
              <a:gd name="connsiteX891" fmla="*/ 6323232 w 7467600"/>
              <a:gd name="connsiteY891" fmla="*/ 2389634 h 6858000"/>
              <a:gd name="connsiteX892" fmla="*/ 5942958 w 7467600"/>
              <a:gd name="connsiteY892" fmla="*/ 2077708 h 6858000"/>
              <a:gd name="connsiteX893" fmla="*/ 5921559 w 7467600"/>
              <a:gd name="connsiteY893" fmla="*/ 2378596 h 6858000"/>
              <a:gd name="connsiteX894" fmla="*/ 5817651 w 7467600"/>
              <a:gd name="connsiteY894" fmla="*/ 3023919 h 6858000"/>
              <a:gd name="connsiteX895" fmla="*/ 5729634 w 7467600"/>
              <a:gd name="connsiteY895" fmla="*/ 3051849 h 6858000"/>
              <a:gd name="connsiteX896" fmla="*/ 5611018 w 7467600"/>
              <a:gd name="connsiteY896" fmla="*/ 2316769 h 6858000"/>
              <a:gd name="connsiteX897" fmla="*/ 5687608 w 7467600"/>
              <a:gd name="connsiteY897" fmla="*/ 2039972 h 6858000"/>
              <a:gd name="connsiteX898" fmla="*/ 5657554 w 7467600"/>
              <a:gd name="connsiteY898" fmla="*/ 1576445 h 6858000"/>
              <a:gd name="connsiteX899" fmla="*/ 5150475 w 7467600"/>
              <a:gd name="connsiteY899" fmla="*/ 1274012 h 6858000"/>
              <a:gd name="connsiteX900" fmla="*/ 5349142 w 7467600"/>
              <a:gd name="connsiteY900" fmla="*/ 2204405 h 6858000"/>
              <a:gd name="connsiteX901" fmla="*/ 5262214 w 7467600"/>
              <a:gd name="connsiteY901" fmla="*/ 2233836 h 6858000"/>
              <a:gd name="connsiteX902" fmla="*/ 4981539 w 7467600"/>
              <a:gd name="connsiteY902" fmla="*/ 1542201 h 6858000"/>
              <a:gd name="connsiteX903" fmla="*/ 4958461 w 7467600"/>
              <a:gd name="connsiteY903" fmla="*/ 1136957 h 6858000"/>
              <a:gd name="connsiteX904" fmla="*/ 4655015 w 7467600"/>
              <a:gd name="connsiteY904" fmla="*/ 891426 h 6858000"/>
              <a:gd name="connsiteX905" fmla="*/ 4348002 w 7467600"/>
              <a:gd name="connsiteY905" fmla="*/ 2205895 h 6858000"/>
              <a:gd name="connsiteX906" fmla="*/ 4262250 w 7467600"/>
              <a:gd name="connsiteY906" fmla="*/ 2219972 h 6858000"/>
              <a:gd name="connsiteX907" fmla="*/ 4550611 w 7467600"/>
              <a:gd name="connsiteY907" fmla="*/ 817540 h 6858000"/>
              <a:gd name="connsiteX908" fmla="*/ 4564418 w 7467600"/>
              <a:gd name="connsiteY908" fmla="*/ 808293 h 6858000"/>
              <a:gd name="connsiteX909" fmla="*/ 4266388 w 7467600"/>
              <a:gd name="connsiteY909" fmla="*/ 500083 h 6858000"/>
              <a:gd name="connsiteX910" fmla="*/ 4032842 w 7467600"/>
              <a:gd name="connsiteY910" fmla="*/ 211809 h 6858000"/>
              <a:gd name="connsiteX911" fmla="*/ 3882765 w 7467600"/>
              <a:gd name="connsiteY911" fmla="*/ 0 h 6858000"/>
              <a:gd name="connsiteX912" fmla="*/ 3721337 w 7467600"/>
              <a:gd name="connsiteY912" fmla="*/ 0 h 6858000"/>
              <a:gd name="connsiteX913" fmla="*/ 3797544 w 7467600"/>
              <a:gd name="connsiteY913" fmla="*/ 0 h 6858000"/>
              <a:gd name="connsiteX914" fmla="*/ 3775734 w 7467600"/>
              <a:gd name="connsiteY914" fmla="*/ 95131 h 6858000"/>
              <a:gd name="connsiteX915" fmla="*/ 3724807 w 7467600"/>
              <a:gd name="connsiteY915" fmla="*/ 272257 h 6858000"/>
              <a:gd name="connsiteX916" fmla="*/ 3726844 w 7467600"/>
              <a:gd name="connsiteY916" fmla="*/ 282988 h 6858000"/>
              <a:gd name="connsiteX917" fmla="*/ 3742664 w 7467600"/>
              <a:gd name="connsiteY917" fmla="*/ 279918 h 6858000"/>
              <a:gd name="connsiteX918" fmla="*/ 4103910 w 7467600"/>
              <a:gd name="connsiteY918" fmla="*/ 1161917 h 6858000"/>
              <a:gd name="connsiteX919" fmla="*/ 4020269 w 7467600"/>
              <a:gd name="connsiteY919" fmla="*/ 1200406 h 6858000"/>
              <a:gd name="connsiteX920" fmla="*/ 3674882 w 7467600"/>
              <a:gd name="connsiteY920" fmla="*/ 488524 h 6858000"/>
              <a:gd name="connsiteX921" fmla="*/ 3132682 w 7467600"/>
              <a:gd name="connsiteY921" fmla="*/ 1072284 h 6858000"/>
              <a:gd name="connsiteX922" fmla="*/ 2716346 w 7467600"/>
              <a:gd name="connsiteY922" fmla="*/ 1276376 h 6858000"/>
              <a:gd name="connsiteX923" fmla="*/ 2716772 w 7467600"/>
              <a:gd name="connsiteY923" fmla="*/ 1255462 h 6858000"/>
              <a:gd name="connsiteX924" fmla="*/ 3471096 w 7467600"/>
              <a:gd name="connsiteY924" fmla="*/ 437072 h 6858000"/>
              <a:gd name="connsiteX925" fmla="*/ 3639057 w 7467600"/>
              <a:gd name="connsiteY925" fmla="*/ 286334 h 6858000"/>
              <a:gd name="connsiteX926" fmla="*/ 3640309 w 7467600"/>
              <a:gd name="connsiteY926" fmla="*/ 284664 h 6858000"/>
              <a:gd name="connsiteX927" fmla="*/ 3646022 w 7467600"/>
              <a:gd name="connsiteY927" fmla="*/ 276711 h 6858000"/>
              <a:gd name="connsiteX928" fmla="*/ 3707943 w 7467600"/>
              <a:gd name="connsiteY928" fmla="*/ 65958 h 6858000"/>
              <a:gd name="connsiteX929" fmla="*/ 3721337 w 7467600"/>
              <a:gd name="connsiteY929" fmla="*/ 0 h 6858000"/>
              <a:gd name="connsiteX930" fmla="*/ 2867960 w 7467600"/>
              <a:gd name="connsiteY930" fmla="*/ 0 h 6858000"/>
              <a:gd name="connsiteX931" fmla="*/ 2926351 w 7467600"/>
              <a:gd name="connsiteY931" fmla="*/ 0 h 6858000"/>
              <a:gd name="connsiteX932" fmla="*/ 2902823 w 7467600"/>
              <a:gd name="connsiteY932" fmla="*/ 262929 h 6858000"/>
              <a:gd name="connsiteX933" fmla="*/ 2940663 w 7467600"/>
              <a:gd name="connsiteY933" fmla="*/ 140884 h 6858000"/>
              <a:gd name="connsiteX934" fmla="*/ 2947039 w 7467600"/>
              <a:gd name="connsiteY934" fmla="*/ 122524 h 6858000"/>
              <a:gd name="connsiteX935" fmla="*/ 2984316 w 7467600"/>
              <a:gd name="connsiteY935" fmla="*/ 0 h 6858000"/>
              <a:gd name="connsiteX936" fmla="*/ 3016114 w 7467600"/>
              <a:gd name="connsiteY936" fmla="*/ 0 h 6858000"/>
              <a:gd name="connsiteX937" fmla="*/ 2979949 w 7467600"/>
              <a:gd name="connsiteY937" fmla="*/ 119274 h 6858000"/>
              <a:gd name="connsiteX938" fmla="*/ 3023879 w 7467600"/>
              <a:gd name="connsiteY938" fmla="*/ 0 h 6858000"/>
              <a:gd name="connsiteX939" fmla="*/ 3105400 w 7467600"/>
              <a:gd name="connsiteY939" fmla="*/ 0 h 6858000"/>
              <a:gd name="connsiteX940" fmla="*/ 3094669 w 7467600"/>
              <a:gd name="connsiteY940" fmla="*/ 30308 h 6858000"/>
              <a:gd name="connsiteX941" fmla="*/ 2901945 w 7467600"/>
              <a:gd name="connsiteY941" fmla="*/ 466538 h 6858000"/>
              <a:gd name="connsiteX942" fmla="*/ 2815209 w 7467600"/>
              <a:gd name="connsiteY942" fmla="*/ 497361 h 6858000"/>
              <a:gd name="connsiteX943" fmla="*/ 2844845 w 7467600"/>
              <a:gd name="connsiteY943" fmla="*/ 127638 h 6858000"/>
              <a:gd name="connsiteX944" fmla="*/ 2867960 w 7467600"/>
              <a:gd name="connsiteY944" fmla="*/ 0 h 6858000"/>
              <a:gd name="connsiteX945" fmla="*/ 1057230 w 7467600"/>
              <a:gd name="connsiteY945" fmla="*/ 0 h 6858000"/>
              <a:gd name="connsiteX946" fmla="*/ 1111003 w 7467600"/>
              <a:gd name="connsiteY946" fmla="*/ 0 h 6858000"/>
              <a:gd name="connsiteX947" fmla="*/ 1125553 w 7467600"/>
              <a:gd name="connsiteY947" fmla="*/ 52588 h 6858000"/>
              <a:gd name="connsiteX948" fmla="*/ 1304276 w 7467600"/>
              <a:gd name="connsiteY948" fmla="*/ 476275 h 6858000"/>
              <a:gd name="connsiteX949" fmla="*/ 1492066 w 7467600"/>
              <a:gd name="connsiteY949" fmla="*/ 886333 h 6858000"/>
              <a:gd name="connsiteX950" fmla="*/ 1423698 w 7467600"/>
              <a:gd name="connsiteY950" fmla="*/ 710817 h 6858000"/>
              <a:gd name="connsiteX951" fmla="*/ 1357609 w 7467600"/>
              <a:gd name="connsiteY951" fmla="*/ 532892 h 6858000"/>
              <a:gd name="connsiteX952" fmla="*/ 1309550 w 7467600"/>
              <a:gd name="connsiteY952" fmla="*/ 374031 h 6858000"/>
              <a:gd name="connsiteX953" fmla="*/ 1193673 w 7467600"/>
              <a:gd name="connsiteY953" fmla="*/ 49533 h 6858000"/>
              <a:gd name="connsiteX954" fmla="*/ 1164391 w 7467600"/>
              <a:gd name="connsiteY954" fmla="*/ 0 h 6858000"/>
              <a:gd name="connsiteX955" fmla="*/ 1200666 w 7467600"/>
              <a:gd name="connsiteY955" fmla="*/ 0 h 6858000"/>
              <a:gd name="connsiteX956" fmla="*/ 1223408 w 7467600"/>
              <a:gd name="connsiteY956" fmla="*/ 38996 h 6858000"/>
              <a:gd name="connsiteX957" fmla="*/ 1339635 w 7467600"/>
              <a:gd name="connsiteY957" fmla="*/ 365517 h 6858000"/>
              <a:gd name="connsiteX958" fmla="*/ 1387469 w 7467600"/>
              <a:gd name="connsiteY958" fmla="*/ 523079 h 6858000"/>
              <a:gd name="connsiteX959" fmla="*/ 1452685 w 7467600"/>
              <a:gd name="connsiteY959" fmla="*/ 699806 h 6858000"/>
              <a:gd name="connsiteX960" fmla="*/ 1492092 w 7467600"/>
              <a:gd name="connsiteY960" fmla="*/ 800424 h 6858000"/>
              <a:gd name="connsiteX961" fmla="*/ 1455302 w 7467600"/>
              <a:gd name="connsiteY961" fmla="*/ 632913 h 6858000"/>
              <a:gd name="connsiteX962" fmla="*/ 1222336 w 7467600"/>
              <a:gd name="connsiteY962" fmla="*/ 9480 h 6858000"/>
              <a:gd name="connsiteX963" fmla="*/ 1214634 w 7467600"/>
              <a:gd name="connsiteY963" fmla="*/ 0 h 6858000"/>
              <a:gd name="connsiteX964" fmla="*/ 1289827 w 7467600"/>
              <a:gd name="connsiteY964" fmla="*/ 0 h 6858000"/>
              <a:gd name="connsiteX965" fmla="*/ 1321076 w 7467600"/>
              <a:gd name="connsiteY965" fmla="*/ 59722 h 6858000"/>
              <a:gd name="connsiteX966" fmla="*/ 1512579 w 7467600"/>
              <a:gd name="connsiteY966" fmla="*/ 626441 h 6858000"/>
              <a:gd name="connsiteX967" fmla="*/ 1506076 w 7467600"/>
              <a:gd name="connsiteY967" fmla="*/ 1089289 h 6858000"/>
              <a:gd name="connsiteX968" fmla="*/ 1486346 w 7467600"/>
              <a:gd name="connsiteY968" fmla="*/ 1079919 h 6858000"/>
              <a:gd name="connsiteX969" fmla="*/ 1070511 w 7467600"/>
              <a:gd name="connsiteY969" fmla="*/ 48609 h 6858000"/>
              <a:gd name="connsiteX970" fmla="*/ 1057230 w 7467600"/>
              <a:gd name="connsiteY970" fmla="*/ 0 h 6858000"/>
              <a:gd name="connsiteX971" fmla="*/ 43151 w 7467600"/>
              <a:gd name="connsiteY971" fmla="*/ 0 h 6858000"/>
              <a:gd name="connsiteX972" fmla="*/ 95283 w 7467600"/>
              <a:gd name="connsiteY972" fmla="*/ 0 h 6858000"/>
              <a:gd name="connsiteX973" fmla="*/ 300708 w 7467600"/>
              <a:gd name="connsiteY973" fmla="*/ 154571 h 6858000"/>
              <a:gd name="connsiteX974" fmla="*/ 530414 w 7467600"/>
              <a:gd name="connsiteY974" fmla="*/ 354673 h 6858000"/>
              <a:gd name="connsiteX975" fmla="*/ 333785 w 7467600"/>
              <a:gd name="connsiteY975" fmla="*/ 161564 h 6858000"/>
              <a:gd name="connsiteX976" fmla="*/ 147005 w 7467600"/>
              <a:gd name="connsiteY976" fmla="*/ 0 h 6858000"/>
              <a:gd name="connsiteX977" fmla="*/ 272509 w 7467600"/>
              <a:gd name="connsiteY977" fmla="*/ 0 h 6858000"/>
              <a:gd name="connsiteX978" fmla="*/ 326276 w 7467600"/>
              <a:gd name="connsiteY978" fmla="*/ 45847 h 6858000"/>
              <a:gd name="connsiteX979" fmla="*/ 823759 w 7467600"/>
              <a:gd name="connsiteY979" fmla="*/ 574145 h 6858000"/>
              <a:gd name="connsiteX980" fmla="*/ 811254 w 7467600"/>
              <a:gd name="connsiteY980" fmla="*/ 665546 h 6858000"/>
              <a:gd name="connsiteX981" fmla="*/ 154042 w 7467600"/>
              <a:gd name="connsiteY981" fmla="*/ 261522 h 6858000"/>
              <a:gd name="connsiteX982" fmla="*/ 13550 w 7467600"/>
              <a:gd name="connsiteY982" fmla="*/ 158423 h 6858000"/>
              <a:gd name="connsiteX983" fmla="*/ 0 w 7467600"/>
              <a:gd name="connsiteY983" fmla="*/ 146618 h 6858000"/>
              <a:gd name="connsiteX984" fmla="*/ 0 w 7467600"/>
              <a:gd name="connsiteY984" fmla="*/ 59161 h 6858000"/>
              <a:gd name="connsiteX985" fmla="*/ 45427 w 7467600"/>
              <a:gd name="connsiteY985" fmla="*/ 101078 h 6858000"/>
              <a:gd name="connsiteX986" fmla="*/ 630103 w 7467600"/>
              <a:gd name="connsiteY986" fmla="*/ 485885 h 6858000"/>
              <a:gd name="connsiteX987" fmla="*/ 532040 w 7467600"/>
              <a:gd name="connsiteY987" fmla="*/ 399359 h 6858000"/>
              <a:gd name="connsiteX988" fmla="*/ 517618 w 7467600"/>
              <a:gd name="connsiteY988" fmla="*/ 385726 h 6858000"/>
              <a:gd name="connsiteX989" fmla="*/ 285074 w 7467600"/>
              <a:gd name="connsiteY989" fmla="*/ 182755 h 6858000"/>
              <a:gd name="connsiteX990" fmla="*/ 43151 w 7467600"/>
              <a:gd name="connsiteY99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312201 w 7467600"/>
              <a:gd name="connsiteY133" fmla="*/ 5128278 h 6858000"/>
              <a:gd name="connsiteX134" fmla="*/ 1903353 w 7467600"/>
              <a:gd name="connsiteY134" fmla="*/ 5044827 h 6858000"/>
              <a:gd name="connsiteX135" fmla="*/ 1936931 w 7467600"/>
              <a:gd name="connsiteY135" fmla="*/ 5093954 h 6858000"/>
              <a:gd name="connsiteX136" fmla="*/ 2195868 w 7467600"/>
              <a:gd name="connsiteY136" fmla="*/ 5396574 h 6858000"/>
              <a:gd name="connsiteX137" fmla="*/ 2088852 w 7467600"/>
              <a:gd name="connsiteY137" fmla="*/ 5166123 h 6858000"/>
              <a:gd name="connsiteX138" fmla="*/ 1958241 w 7467600"/>
              <a:gd name="connsiteY138" fmla="*/ 5067955 h 6858000"/>
              <a:gd name="connsiteX139" fmla="*/ 1903353 w 7467600"/>
              <a:gd name="connsiteY139" fmla="*/ 5044827 h 6858000"/>
              <a:gd name="connsiteX140" fmla="*/ 1979378 w 7467600"/>
              <a:gd name="connsiteY140" fmla="*/ 4769504 h 6858000"/>
              <a:gd name="connsiteX141" fmla="*/ 2882120 w 7467600"/>
              <a:gd name="connsiteY141" fmla="*/ 5064547 h 6858000"/>
              <a:gd name="connsiteX142" fmla="*/ 2793103 w 7467600"/>
              <a:gd name="connsiteY142" fmla="*/ 5039699 h 6858000"/>
              <a:gd name="connsiteX143" fmla="*/ 2770041 w 7467600"/>
              <a:gd name="connsiteY143" fmla="*/ 5033634 h 6858000"/>
              <a:gd name="connsiteX144" fmla="*/ 1979378 w 7467600"/>
              <a:gd name="connsiteY144" fmla="*/ 4769504 h 6858000"/>
              <a:gd name="connsiteX145" fmla="*/ 1927410 w 7467600"/>
              <a:gd name="connsiteY145" fmla="*/ 4716164 h 6858000"/>
              <a:gd name="connsiteX146" fmla="*/ 1959587 w 7467600"/>
              <a:gd name="connsiteY146" fmla="*/ 4728849 h 6858000"/>
              <a:gd name="connsiteX147" fmla="*/ 2777707 w 7467600"/>
              <a:gd name="connsiteY147" fmla="*/ 5003991 h 6858000"/>
              <a:gd name="connsiteX148" fmla="*/ 2800768 w 7467600"/>
              <a:gd name="connsiteY148" fmla="*/ 5010056 h 6858000"/>
              <a:gd name="connsiteX149" fmla="*/ 2879408 w 7467600"/>
              <a:gd name="connsiteY149" fmla="*/ 5031590 h 6858000"/>
              <a:gd name="connsiteX150" fmla="*/ 2862295 w 7467600"/>
              <a:gd name="connsiteY150" fmla="*/ 5022958 h 6858000"/>
              <a:gd name="connsiteX151" fmla="*/ 2813343 w 7467600"/>
              <a:gd name="connsiteY151" fmla="*/ 4998369 h 6858000"/>
              <a:gd name="connsiteX152" fmla="*/ 2646245 w 7467600"/>
              <a:gd name="connsiteY152" fmla="*/ 4930999 h 6858000"/>
              <a:gd name="connsiteX153" fmla="*/ 1999243 w 7467600"/>
              <a:gd name="connsiteY153" fmla="*/ 4730524 h 6858000"/>
              <a:gd name="connsiteX154" fmla="*/ 1979527 w 7467600"/>
              <a:gd name="connsiteY154" fmla="*/ 4726651 h 6858000"/>
              <a:gd name="connsiteX155" fmla="*/ 1927410 w 7467600"/>
              <a:gd name="connsiteY155" fmla="*/ 4716164 h 6858000"/>
              <a:gd name="connsiteX156" fmla="*/ 1997014 w 7467600"/>
              <a:gd name="connsiteY156" fmla="*/ 4698007 h 6858000"/>
              <a:gd name="connsiteX157" fmla="*/ 2005458 w 7467600"/>
              <a:gd name="connsiteY157" fmla="*/ 4699540 h 6858000"/>
              <a:gd name="connsiteX158" fmla="*/ 2657186 w 7467600"/>
              <a:gd name="connsiteY158" fmla="*/ 4901687 h 6858000"/>
              <a:gd name="connsiteX159" fmla="*/ 2826662 w 7467600"/>
              <a:gd name="connsiteY159" fmla="*/ 4970362 h 6858000"/>
              <a:gd name="connsiteX160" fmla="*/ 2876100 w 7467600"/>
              <a:gd name="connsiteY160" fmla="*/ 4995397 h 6858000"/>
              <a:gd name="connsiteX161" fmla="*/ 3042600 w 7467600"/>
              <a:gd name="connsiteY161" fmla="*/ 5059532 h 6858000"/>
              <a:gd name="connsiteX162" fmla="*/ 1997014 w 7467600"/>
              <a:gd name="connsiteY162" fmla="*/ 4698007 h 6858000"/>
              <a:gd name="connsiteX163" fmla="*/ 2305292 w 7467600"/>
              <a:gd name="connsiteY163" fmla="*/ 4219492 h 6858000"/>
              <a:gd name="connsiteX164" fmla="*/ 3360922 w 7467600"/>
              <a:gd name="connsiteY164" fmla="*/ 4529373 h 6858000"/>
              <a:gd name="connsiteX165" fmla="*/ 3492420 w 7467600"/>
              <a:gd name="connsiteY165" fmla="*/ 4510145 h 6858000"/>
              <a:gd name="connsiteX166" fmla="*/ 3364086 w 7467600"/>
              <a:gd name="connsiteY166" fmla="*/ 4480340 h 6858000"/>
              <a:gd name="connsiteX167" fmla="*/ 3225818 w 7467600"/>
              <a:gd name="connsiteY167" fmla="*/ 4411822 h 6858000"/>
              <a:gd name="connsiteX168" fmla="*/ 3129696 w 7467600"/>
              <a:gd name="connsiteY168" fmla="*/ 4360704 h 6858000"/>
              <a:gd name="connsiteX169" fmla="*/ 2814545 w 7467600"/>
              <a:gd name="connsiteY169" fmla="*/ 4282955 h 6858000"/>
              <a:gd name="connsiteX170" fmla="*/ 2305292 w 7467600"/>
              <a:gd name="connsiteY170" fmla="*/ 4219492 h 6858000"/>
              <a:gd name="connsiteX171" fmla="*/ 2626982 w 7467600"/>
              <a:gd name="connsiteY171" fmla="*/ 4206450 h 6858000"/>
              <a:gd name="connsiteX172" fmla="*/ 2490617 w 7467600"/>
              <a:gd name="connsiteY172" fmla="*/ 4206951 h 6858000"/>
              <a:gd name="connsiteX173" fmla="*/ 2819869 w 7467600"/>
              <a:gd name="connsiteY173" fmla="*/ 4252936 h 6858000"/>
              <a:gd name="connsiteX174" fmla="*/ 3143018 w 7467600"/>
              <a:gd name="connsiteY174" fmla="*/ 4332698 h 6858000"/>
              <a:gd name="connsiteX175" fmla="*/ 3241520 w 7467600"/>
              <a:gd name="connsiteY175" fmla="*/ 4385112 h 6858000"/>
              <a:gd name="connsiteX176" fmla="*/ 3374575 w 7467600"/>
              <a:gd name="connsiteY176" fmla="*/ 4451517 h 6858000"/>
              <a:gd name="connsiteX177" fmla="*/ 3505221 w 7467600"/>
              <a:gd name="connsiteY177" fmla="*/ 4480757 h 6858000"/>
              <a:gd name="connsiteX178" fmla="*/ 2626982 w 7467600"/>
              <a:gd name="connsiteY178" fmla="*/ 4206450 h 6858000"/>
              <a:gd name="connsiteX179" fmla="*/ 1310106 w 7467600"/>
              <a:gd name="connsiteY179" fmla="*/ 3943217 h 6858000"/>
              <a:gd name="connsiteX180" fmla="*/ 854994 w 7467600"/>
              <a:gd name="connsiteY180" fmla="*/ 4399136 h 6858000"/>
              <a:gd name="connsiteX181" fmla="*/ 742462 w 7467600"/>
              <a:gd name="connsiteY181" fmla="*/ 4594648 h 6858000"/>
              <a:gd name="connsiteX182" fmla="*/ 820602 w 7467600"/>
              <a:gd name="connsiteY182" fmla="*/ 4485915 h 6858000"/>
              <a:gd name="connsiteX183" fmla="*/ 878295 w 7467600"/>
              <a:gd name="connsiteY183" fmla="*/ 4403594 h 6858000"/>
              <a:gd name="connsiteX184" fmla="*/ 1240607 w 7467600"/>
              <a:gd name="connsiteY184" fmla="*/ 4010401 h 6858000"/>
              <a:gd name="connsiteX185" fmla="*/ 1310106 w 7467600"/>
              <a:gd name="connsiteY185" fmla="*/ 3943217 h 6858000"/>
              <a:gd name="connsiteX186" fmla="*/ 1423113 w 7467600"/>
              <a:gd name="connsiteY186" fmla="*/ 3874565 h 6858000"/>
              <a:gd name="connsiteX187" fmla="*/ 1260565 w 7467600"/>
              <a:gd name="connsiteY187" fmla="*/ 4031982 h 6858000"/>
              <a:gd name="connsiteX188" fmla="*/ 901900 w 7467600"/>
              <a:gd name="connsiteY188" fmla="*/ 4421236 h 6858000"/>
              <a:gd name="connsiteX189" fmla="*/ 845044 w 7467600"/>
              <a:gd name="connsiteY189" fmla="*/ 4502436 h 6858000"/>
              <a:gd name="connsiteX190" fmla="*/ 685926 w 7467600"/>
              <a:gd name="connsiteY190" fmla="*/ 4703069 h 6858000"/>
              <a:gd name="connsiteX191" fmla="*/ 684248 w 7467600"/>
              <a:gd name="connsiteY191" fmla="*/ 4706721 h 6858000"/>
              <a:gd name="connsiteX192" fmla="*/ 1423113 w 7467600"/>
              <a:gd name="connsiteY192" fmla="*/ 3874565 h 6858000"/>
              <a:gd name="connsiteX193" fmla="*/ 3316479 w 7467600"/>
              <a:gd name="connsiteY193" fmla="*/ 3872136 h 6858000"/>
              <a:gd name="connsiteX194" fmla="*/ 3546806 w 7467600"/>
              <a:gd name="connsiteY194" fmla="*/ 4356139 h 6858000"/>
              <a:gd name="connsiteX195" fmla="*/ 3364433 w 7467600"/>
              <a:gd name="connsiteY195" fmla="*/ 3953121 h 6858000"/>
              <a:gd name="connsiteX196" fmla="*/ 3316479 w 7467600"/>
              <a:gd name="connsiteY196" fmla="*/ 3872136 h 6858000"/>
              <a:gd name="connsiteX197" fmla="*/ 3291335 w 7467600"/>
              <a:gd name="connsiteY197" fmla="*/ 3767420 h 6858000"/>
              <a:gd name="connsiteX198" fmla="*/ 3390805 w 7467600"/>
              <a:gd name="connsiteY198" fmla="*/ 3937163 h 6858000"/>
              <a:gd name="connsiteX199" fmla="*/ 3579062 w 7467600"/>
              <a:gd name="connsiteY199" fmla="*/ 4359040 h 6858000"/>
              <a:gd name="connsiteX200" fmla="*/ 3467355 w 7467600"/>
              <a:gd name="connsiteY200" fmla="*/ 3988130 h 6858000"/>
              <a:gd name="connsiteX201" fmla="*/ 3310753 w 7467600"/>
              <a:gd name="connsiteY201" fmla="*/ 3787140 h 6858000"/>
              <a:gd name="connsiteX202" fmla="*/ 3291335 w 7467600"/>
              <a:gd name="connsiteY202" fmla="*/ 3767420 h 6858000"/>
              <a:gd name="connsiteX203" fmla="*/ 1635889 w 7467600"/>
              <a:gd name="connsiteY203" fmla="*/ 3709494 h 6858000"/>
              <a:gd name="connsiteX204" fmla="*/ 1634800 w 7467600"/>
              <a:gd name="connsiteY204" fmla="*/ 3731111 h 6858000"/>
              <a:gd name="connsiteX205" fmla="*/ 1635889 w 7467600"/>
              <a:gd name="connsiteY205" fmla="*/ 3709494 h 6858000"/>
              <a:gd name="connsiteX206" fmla="*/ 1510397 w 7467600"/>
              <a:gd name="connsiteY206" fmla="*/ 3684705 h 6858000"/>
              <a:gd name="connsiteX207" fmla="*/ 1146550 w 7467600"/>
              <a:gd name="connsiteY207" fmla="*/ 3802012 h 6858000"/>
              <a:gd name="connsiteX208" fmla="*/ 698834 w 7467600"/>
              <a:gd name="connsiteY208" fmla="*/ 3952272 h 6858000"/>
              <a:gd name="connsiteX209" fmla="*/ 34256 w 7467600"/>
              <a:gd name="connsiteY209" fmla="*/ 4347603 h 6858000"/>
              <a:gd name="connsiteX210" fmla="*/ 527241 w 7467600"/>
              <a:gd name="connsiteY210" fmla="*/ 4065078 h 6858000"/>
              <a:gd name="connsiteX211" fmla="*/ 1510397 w 7467600"/>
              <a:gd name="connsiteY211" fmla="*/ 3684705 h 6858000"/>
              <a:gd name="connsiteX212" fmla="*/ 1313114 w 7467600"/>
              <a:gd name="connsiteY212" fmla="*/ 3655216 h 6858000"/>
              <a:gd name="connsiteX213" fmla="*/ 1109304 w 7467600"/>
              <a:gd name="connsiteY213" fmla="*/ 3669030 h 6858000"/>
              <a:gd name="connsiteX214" fmla="*/ 8129 w 7467600"/>
              <a:gd name="connsiteY214" fmla="*/ 4330519 h 6858000"/>
              <a:gd name="connsiteX215" fmla="*/ 687572 w 7467600"/>
              <a:gd name="connsiteY215" fmla="*/ 3925629 h 6858000"/>
              <a:gd name="connsiteX216" fmla="*/ 1138365 w 7467600"/>
              <a:gd name="connsiteY216" fmla="*/ 3774515 h 6858000"/>
              <a:gd name="connsiteX217" fmla="*/ 1505579 w 7467600"/>
              <a:gd name="connsiteY217" fmla="*/ 3655526 h 6858000"/>
              <a:gd name="connsiteX218" fmla="*/ 1313114 w 7467600"/>
              <a:gd name="connsiteY218" fmla="*/ 3655216 h 6858000"/>
              <a:gd name="connsiteX219" fmla="*/ 3655073 w 7467600"/>
              <a:gd name="connsiteY219" fmla="*/ 3650884 h 6858000"/>
              <a:gd name="connsiteX220" fmla="*/ 3989938 w 7467600"/>
              <a:gd name="connsiteY220" fmla="*/ 3991685 h 6858000"/>
              <a:gd name="connsiteX221" fmla="*/ 4393907 w 7467600"/>
              <a:gd name="connsiteY221" fmla="*/ 4261258 h 6858000"/>
              <a:gd name="connsiteX222" fmla="*/ 4648051 w 7467600"/>
              <a:gd name="connsiteY222" fmla="*/ 4374051 h 6858000"/>
              <a:gd name="connsiteX223" fmla="*/ 4383389 w 7467600"/>
              <a:gd name="connsiteY223" fmla="*/ 4184369 h 6858000"/>
              <a:gd name="connsiteX224" fmla="*/ 4165508 w 7467600"/>
              <a:gd name="connsiteY224" fmla="*/ 4035196 h 6858000"/>
              <a:gd name="connsiteX225" fmla="*/ 4068162 w 7467600"/>
              <a:gd name="connsiteY225" fmla="*/ 3953394 h 6858000"/>
              <a:gd name="connsiteX226" fmla="*/ 3981416 w 7467600"/>
              <a:gd name="connsiteY226" fmla="*/ 3880482 h 6858000"/>
              <a:gd name="connsiteX227" fmla="*/ 3800147 w 7467600"/>
              <a:gd name="connsiteY227" fmla="*/ 3749872 h 6858000"/>
              <a:gd name="connsiteX228" fmla="*/ 3655073 w 7467600"/>
              <a:gd name="connsiteY228" fmla="*/ 3650884 h 6858000"/>
              <a:gd name="connsiteX229" fmla="*/ 3670252 w 7467600"/>
              <a:gd name="connsiteY229" fmla="*/ 3622798 h 6858000"/>
              <a:gd name="connsiteX230" fmla="*/ 3817258 w 7467600"/>
              <a:gd name="connsiteY230" fmla="*/ 3723577 h 6858000"/>
              <a:gd name="connsiteX231" fmla="*/ 4000461 w 7467600"/>
              <a:gd name="connsiteY231" fmla="*/ 3855966 h 6858000"/>
              <a:gd name="connsiteX232" fmla="*/ 4088180 w 7467600"/>
              <a:gd name="connsiteY232" fmla="*/ 3929774 h 6858000"/>
              <a:gd name="connsiteX233" fmla="*/ 4184555 w 7467600"/>
              <a:gd name="connsiteY233" fmla="*/ 4010683 h 6858000"/>
              <a:gd name="connsiteX234" fmla="*/ 4399563 w 7467600"/>
              <a:gd name="connsiteY234" fmla="*/ 4158106 h 6858000"/>
              <a:gd name="connsiteX235" fmla="*/ 4684469 w 7467600"/>
              <a:gd name="connsiteY235" fmla="*/ 4364680 h 6858000"/>
              <a:gd name="connsiteX236" fmla="*/ 4690271 w 7467600"/>
              <a:gd name="connsiteY236" fmla="*/ 4370034 h 6858000"/>
              <a:gd name="connsiteX237" fmla="*/ 4136093 w 7467600"/>
              <a:gd name="connsiteY237" fmla="*/ 3858466 h 6858000"/>
              <a:gd name="connsiteX238" fmla="*/ 3670252 w 7467600"/>
              <a:gd name="connsiteY238" fmla="*/ 3622798 h 6858000"/>
              <a:gd name="connsiteX239" fmla="*/ 4440129 w 7467600"/>
              <a:gd name="connsiteY239" fmla="*/ 3448571 h 6858000"/>
              <a:gd name="connsiteX240" fmla="*/ 4856525 w 7467600"/>
              <a:gd name="connsiteY240" fmla="*/ 3915351 h 6858000"/>
              <a:gd name="connsiteX241" fmla="*/ 5059055 w 7467600"/>
              <a:gd name="connsiteY241" fmla="*/ 4108918 h 6858000"/>
              <a:gd name="connsiteX242" fmla="*/ 5290070 w 7467600"/>
              <a:gd name="connsiteY242" fmla="*/ 4263619 h 6858000"/>
              <a:gd name="connsiteX243" fmla="*/ 4834991 w 7467600"/>
              <a:gd name="connsiteY243" fmla="*/ 3830985 h 6858000"/>
              <a:gd name="connsiteX244" fmla="*/ 4440129 w 7467600"/>
              <a:gd name="connsiteY244" fmla="*/ 3448571 h 6858000"/>
              <a:gd name="connsiteX245" fmla="*/ 4441737 w 7467600"/>
              <a:gd name="connsiteY245" fmla="*/ 3399734 h 6858000"/>
              <a:gd name="connsiteX246" fmla="*/ 4431236 w 7467600"/>
              <a:gd name="connsiteY246" fmla="*/ 3400954 h 6858000"/>
              <a:gd name="connsiteX247" fmla="*/ 4557150 w 7467600"/>
              <a:gd name="connsiteY247" fmla="*/ 3510023 h 6858000"/>
              <a:gd name="connsiteX248" fmla="*/ 4856936 w 7467600"/>
              <a:gd name="connsiteY248" fmla="*/ 3809146 h 6858000"/>
              <a:gd name="connsiteX249" fmla="*/ 5111996 w 7467600"/>
              <a:gd name="connsiteY249" fmla="*/ 4065759 h 6858000"/>
              <a:gd name="connsiteX250" fmla="*/ 5388878 w 7467600"/>
              <a:gd name="connsiteY250" fmla="*/ 4300185 h 6858000"/>
              <a:gd name="connsiteX251" fmla="*/ 5425556 w 7467600"/>
              <a:gd name="connsiteY251" fmla="*/ 4308967 h 6858000"/>
              <a:gd name="connsiteX252" fmla="*/ 4943646 w 7467600"/>
              <a:gd name="connsiteY252" fmla="*/ 3822916 h 6858000"/>
              <a:gd name="connsiteX253" fmla="*/ 4594837 w 7467600"/>
              <a:gd name="connsiteY253" fmla="*/ 3532274 h 6858000"/>
              <a:gd name="connsiteX254" fmla="*/ 4441737 w 7467600"/>
              <a:gd name="connsiteY254" fmla="*/ 3399734 h 6858000"/>
              <a:gd name="connsiteX255" fmla="*/ 5425834 w 7467600"/>
              <a:gd name="connsiteY255" fmla="*/ 3162785 h 6858000"/>
              <a:gd name="connsiteX256" fmla="*/ 5401644 w 7467600"/>
              <a:gd name="connsiteY256" fmla="*/ 3617847 h 6858000"/>
              <a:gd name="connsiteX257" fmla="*/ 5467256 w 7467600"/>
              <a:gd name="connsiteY257" fmla="*/ 4175494 h 6858000"/>
              <a:gd name="connsiteX258" fmla="*/ 5448069 w 7467600"/>
              <a:gd name="connsiteY258" fmla="*/ 3567554 h 6858000"/>
              <a:gd name="connsiteX259" fmla="*/ 5425834 w 7467600"/>
              <a:gd name="connsiteY259" fmla="*/ 3162785 h 6858000"/>
              <a:gd name="connsiteX260" fmla="*/ 1318687 w 7467600"/>
              <a:gd name="connsiteY260" fmla="*/ 3113840 h 6858000"/>
              <a:gd name="connsiteX261" fmla="*/ 1066793 w 7467600"/>
              <a:gd name="connsiteY261" fmla="*/ 3212171 h 6858000"/>
              <a:gd name="connsiteX262" fmla="*/ 993319 w 7467600"/>
              <a:gd name="connsiteY262" fmla="*/ 3247648 h 6858000"/>
              <a:gd name="connsiteX263" fmla="*/ 853081 w 7467600"/>
              <a:gd name="connsiteY263" fmla="*/ 3312410 h 6858000"/>
              <a:gd name="connsiteX264" fmla="*/ 805957 w 7467600"/>
              <a:gd name="connsiteY264" fmla="*/ 3330443 h 6858000"/>
              <a:gd name="connsiteX265" fmla="*/ 1318687 w 7467600"/>
              <a:gd name="connsiteY265" fmla="*/ 3113840 h 6858000"/>
              <a:gd name="connsiteX266" fmla="*/ 5453702 w 7467600"/>
              <a:gd name="connsiteY266" fmla="*/ 3090882 h 6858000"/>
              <a:gd name="connsiteX267" fmla="*/ 5480135 w 7467600"/>
              <a:gd name="connsiteY267" fmla="*/ 3565802 h 6858000"/>
              <a:gd name="connsiteX268" fmla="*/ 5499023 w 7467600"/>
              <a:gd name="connsiteY268" fmla="*/ 4166310 h 6858000"/>
              <a:gd name="connsiteX269" fmla="*/ 5547022 w 7467600"/>
              <a:gd name="connsiteY269" fmla="*/ 3607838 h 6858000"/>
              <a:gd name="connsiteX270" fmla="*/ 5515964 w 7467600"/>
              <a:gd name="connsiteY270" fmla="*/ 3378541 h 6858000"/>
              <a:gd name="connsiteX271" fmla="*/ 5453702 w 7467600"/>
              <a:gd name="connsiteY271" fmla="*/ 3090882 h 6858000"/>
              <a:gd name="connsiteX272" fmla="*/ 1238695 w 7467600"/>
              <a:gd name="connsiteY272" fmla="*/ 3076820 h 6858000"/>
              <a:gd name="connsiteX273" fmla="*/ 716371 w 7467600"/>
              <a:gd name="connsiteY273" fmla="*/ 3293249 h 6858000"/>
              <a:gd name="connsiteX274" fmla="*/ 579522 w 7467600"/>
              <a:gd name="connsiteY274" fmla="*/ 3371759 h 6858000"/>
              <a:gd name="connsiteX275" fmla="*/ 600288 w 7467600"/>
              <a:gd name="connsiteY275" fmla="*/ 3365555 h 6858000"/>
              <a:gd name="connsiteX276" fmla="*/ 840692 w 7467600"/>
              <a:gd name="connsiteY276" fmla="*/ 3284921 h 6858000"/>
              <a:gd name="connsiteX277" fmla="*/ 979248 w 7467600"/>
              <a:gd name="connsiteY277" fmla="*/ 3221003 h 6858000"/>
              <a:gd name="connsiteX278" fmla="*/ 1053282 w 7467600"/>
              <a:gd name="connsiteY278" fmla="*/ 3185247 h 6858000"/>
              <a:gd name="connsiteX279" fmla="*/ 1320603 w 7467600"/>
              <a:gd name="connsiteY279" fmla="*/ 3081281 h 6858000"/>
              <a:gd name="connsiteX280" fmla="*/ 1238695 w 7467600"/>
              <a:gd name="connsiteY280" fmla="*/ 3076820 h 6858000"/>
              <a:gd name="connsiteX281" fmla="*/ 5425627 w 7467600"/>
              <a:gd name="connsiteY281" fmla="*/ 2954192 h 6858000"/>
              <a:gd name="connsiteX282" fmla="*/ 5470770 w 7467600"/>
              <a:gd name="connsiteY282" fmla="*/ 3005435 h 6858000"/>
              <a:gd name="connsiteX283" fmla="*/ 5519779 w 7467600"/>
              <a:gd name="connsiteY283" fmla="*/ 4359223 h 6858000"/>
              <a:gd name="connsiteX284" fmla="*/ 5520293 w 7467600"/>
              <a:gd name="connsiteY284" fmla="*/ 4360602 h 6858000"/>
              <a:gd name="connsiteX285" fmla="*/ 5767221 w 7467600"/>
              <a:gd name="connsiteY285" fmla="*/ 4665564 h 6858000"/>
              <a:gd name="connsiteX286" fmla="*/ 6937169 w 7467600"/>
              <a:gd name="connsiteY286" fmla="*/ 4815941 h 6858000"/>
              <a:gd name="connsiteX287" fmla="*/ 6953922 w 7467600"/>
              <a:gd name="connsiteY287" fmla="*/ 4890068 h 6858000"/>
              <a:gd name="connsiteX288" fmla="*/ 6071359 w 7467600"/>
              <a:gd name="connsiteY288" fmla="*/ 4770770 h 6858000"/>
              <a:gd name="connsiteX289" fmla="*/ 6038839 w 7467600"/>
              <a:gd name="connsiteY289" fmla="*/ 4764474 h 6858000"/>
              <a:gd name="connsiteX290" fmla="*/ 6038706 w 7467600"/>
              <a:gd name="connsiteY290" fmla="*/ 4763847 h 6858000"/>
              <a:gd name="connsiteX291" fmla="*/ 6037784 w 7467600"/>
              <a:gd name="connsiteY291" fmla="*/ 4764270 h 6858000"/>
              <a:gd name="connsiteX292" fmla="*/ 6038839 w 7467600"/>
              <a:gd name="connsiteY292" fmla="*/ 4764474 h 6858000"/>
              <a:gd name="connsiteX293" fmla="*/ 6040338 w 7467600"/>
              <a:gd name="connsiteY293" fmla="*/ 4771418 h 6858000"/>
              <a:gd name="connsiteX294" fmla="*/ 6024488 w 7467600"/>
              <a:gd name="connsiteY294" fmla="*/ 4809903 h 6858000"/>
              <a:gd name="connsiteX295" fmla="*/ 5599771 w 7467600"/>
              <a:gd name="connsiteY295" fmla="*/ 5509652 h 6858000"/>
              <a:gd name="connsiteX296" fmla="*/ 5548843 w 7467600"/>
              <a:gd name="connsiteY296" fmla="*/ 5563845 h 6858000"/>
              <a:gd name="connsiteX297" fmla="*/ 5940952 w 7467600"/>
              <a:gd name="connsiteY297" fmla="*/ 6250028 h 6858000"/>
              <a:gd name="connsiteX298" fmla="*/ 6043441 w 7467600"/>
              <a:gd name="connsiteY298" fmla="*/ 6665847 h 6858000"/>
              <a:gd name="connsiteX299" fmla="*/ 6093432 w 7467600"/>
              <a:gd name="connsiteY299" fmla="*/ 6858000 h 6858000"/>
              <a:gd name="connsiteX300" fmla="*/ 6034344 w 7467600"/>
              <a:gd name="connsiteY300" fmla="*/ 6858000 h 6858000"/>
              <a:gd name="connsiteX301" fmla="*/ 6026679 w 7467600"/>
              <a:gd name="connsiteY301" fmla="*/ 6836959 h 6858000"/>
              <a:gd name="connsiteX302" fmla="*/ 5800441 w 7467600"/>
              <a:gd name="connsiteY302" fmla="*/ 6335286 h 6858000"/>
              <a:gd name="connsiteX303" fmla="*/ 5526562 w 7467600"/>
              <a:gd name="connsiteY303" fmla="*/ 5705388 h 6858000"/>
              <a:gd name="connsiteX304" fmla="*/ 5519640 w 7467600"/>
              <a:gd name="connsiteY304" fmla="*/ 5683774 h 6858000"/>
              <a:gd name="connsiteX305" fmla="*/ 5844559 w 7467600"/>
              <a:gd name="connsiteY305" fmla="*/ 6553349 h 6858000"/>
              <a:gd name="connsiteX306" fmla="*/ 5975994 w 7467600"/>
              <a:gd name="connsiteY306" fmla="*/ 6858000 h 6858000"/>
              <a:gd name="connsiteX307" fmla="*/ 5898547 w 7467600"/>
              <a:gd name="connsiteY307" fmla="*/ 6858000 h 6858000"/>
              <a:gd name="connsiteX308" fmla="*/ 5682041 w 7467600"/>
              <a:gd name="connsiteY308" fmla="*/ 6355860 h 6858000"/>
              <a:gd name="connsiteX309" fmla="*/ 5461758 w 7467600"/>
              <a:gd name="connsiteY309" fmla="*/ 5820220 h 6858000"/>
              <a:gd name="connsiteX310" fmla="*/ 5237282 w 7467600"/>
              <a:gd name="connsiteY310" fmla="*/ 6579086 h 6858000"/>
              <a:gd name="connsiteX311" fmla="*/ 5115009 w 7467600"/>
              <a:gd name="connsiteY311" fmla="*/ 6858000 h 6858000"/>
              <a:gd name="connsiteX312" fmla="*/ 5028074 w 7467600"/>
              <a:gd name="connsiteY312" fmla="*/ 6858000 h 6858000"/>
              <a:gd name="connsiteX313" fmla="*/ 5079508 w 7467600"/>
              <a:gd name="connsiteY313" fmla="*/ 6749074 h 6858000"/>
              <a:gd name="connsiteX314" fmla="*/ 5371846 w 7467600"/>
              <a:gd name="connsiteY314" fmla="*/ 5924413 h 6858000"/>
              <a:gd name="connsiteX315" fmla="*/ 5270512 w 7467600"/>
              <a:gd name="connsiteY315" fmla="*/ 6138975 h 6858000"/>
              <a:gd name="connsiteX316" fmla="*/ 5062409 w 7467600"/>
              <a:gd name="connsiteY316" fmla="*/ 6653544 h 6858000"/>
              <a:gd name="connsiteX317" fmla="*/ 5036628 w 7467600"/>
              <a:gd name="connsiteY317" fmla="*/ 6754247 h 6858000"/>
              <a:gd name="connsiteX318" fmla="*/ 5009112 w 7467600"/>
              <a:gd name="connsiteY318" fmla="*/ 6858000 h 6858000"/>
              <a:gd name="connsiteX319" fmla="*/ 4976679 w 7467600"/>
              <a:gd name="connsiteY319" fmla="*/ 6858000 h 6858000"/>
              <a:gd name="connsiteX320" fmla="*/ 5006537 w 7467600"/>
              <a:gd name="connsiteY320" fmla="*/ 6747068 h 6858000"/>
              <a:gd name="connsiteX321" fmla="*/ 5032723 w 7467600"/>
              <a:gd name="connsiteY321" fmla="*/ 6644957 h 6858000"/>
              <a:gd name="connsiteX322" fmla="*/ 5242949 w 7467600"/>
              <a:gd name="connsiteY322" fmla="*/ 6125175 h 6858000"/>
              <a:gd name="connsiteX323" fmla="*/ 5286321 w 7467600"/>
              <a:gd name="connsiteY323" fmla="*/ 6033555 h 6858000"/>
              <a:gd name="connsiteX324" fmla="*/ 5008210 w 7467600"/>
              <a:gd name="connsiteY324" fmla="*/ 6649194 h 6858000"/>
              <a:gd name="connsiteX325" fmla="*/ 4986321 w 7467600"/>
              <a:gd name="connsiteY325" fmla="*/ 6765687 h 6858000"/>
              <a:gd name="connsiteX326" fmla="*/ 4973474 w 7467600"/>
              <a:gd name="connsiteY326" fmla="*/ 6858000 h 6858000"/>
              <a:gd name="connsiteX327" fmla="*/ 4907178 w 7467600"/>
              <a:gd name="connsiteY327" fmla="*/ 6858000 h 6858000"/>
              <a:gd name="connsiteX328" fmla="*/ 4910810 w 7467600"/>
              <a:gd name="connsiteY328" fmla="*/ 6829660 h 6858000"/>
              <a:gd name="connsiteX329" fmla="*/ 4987461 w 7467600"/>
              <a:gd name="connsiteY329" fmla="*/ 6432994 h 6858000"/>
              <a:gd name="connsiteX330" fmla="*/ 5179262 w 7467600"/>
              <a:gd name="connsiteY330" fmla="*/ 6035044 h 6858000"/>
              <a:gd name="connsiteX331" fmla="*/ 4689678 w 7467600"/>
              <a:gd name="connsiteY331" fmla="*/ 6440241 h 6858000"/>
              <a:gd name="connsiteX332" fmla="*/ 4477543 w 7467600"/>
              <a:gd name="connsiteY332" fmla="*/ 6674836 h 6858000"/>
              <a:gd name="connsiteX333" fmla="*/ 4329957 w 7467600"/>
              <a:gd name="connsiteY333" fmla="*/ 6858000 h 6858000"/>
              <a:gd name="connsiteX334" fmla="*/ 4218595 w 7467600"/>
              <a:gd name="connsiteY334" fmla="*/ 6858000 h 6858000"/>
              <a:gd name="connsiteX335" fmla="*/ 4368888 w 7467600"/>
              <a:gd name="connsiteY335" fmla="*/ 6668412 h 6858000"/>
              <a:gd name="connsiteX336" fmla="*/ 4563091 w 7467600"/>
              <a:gd name="connsiteY336" fmla="*/ 6442508 h 6858000"/>
              <a:gd name="connsiteX337" fmla="*/ 5387324 w 7467600"/>
              <a:gd name="connsiteY337" fmla="*/ 5705830 h 6858000"/>
              <a:gd name="connsiteX338" fmla="*/ 5073620 w 7467600"/>
              <a:gd name="connsiteY338" fmla="*/ 5955437 h 6858000"/>
              <a:gd name="connsiteX339" fmla="*/ 4689789 w 7467600"/>
              <a:gd name="connsiteY339" fmla="*/ 6268382 h 6858000"/>
              <a:gd name="connsiteX340" fmla="*/ 4418722 w 7467600"/>
              <a:gd name="connsiteY340" fmla="*/ 6570886 h 6858000"/>
              <a:gd name="connsiteX341" fmla="*/ 4214944 w 7467600"/>
              <a:gd name="connsiteY341" fmla="*/ 6858000 h 6858000"/>
              <a:gd name="connsiteX342" fmla="*/ 4177898 w 7467600"/>
              <a:gd name="connsiteY342" fmla="*/ 6858000 h 6858000"/>
              <a:gd name="connsiteX343" fmla="*/ 4391597 w 7467600"/>
              <a:gd name="connsiteY343" fmla="*/ 6556370 h 6858000"/>
              <a:gd name="connsiteX344" fmla="*/ 4668889 w 7467600"/>
              <a:gd name="connsiteY344" fmla="*/ 6246399 h 6858000"/>
              <a:gd name="connsiteX345" fmla="*/ 5055427 w 7467600"/>
              <a:gd name="connsiteY345" fmla="*/ 5931476 h 6858000"/>
              <a:gd name="connsiteX346" fmla="*/ 5371814 w 7467600"/>
              <a:gd name="connsiteY346" fmla="*/ 5678975 h 6858000"/>
              <a:gd name="connsiteX347" fmla="*/ 4987918 w 7467600"/>
              <a:gd name="connsiteY347" fmla="*/ 5838701 h 6858000"/>
              <a:gd name="connsiteX348" fmla="*/ 4317146 w 7467600"/>
              <a:gd name="connsiteY348" fmla="*/ 6587716 h 6858000"/>
              <a:gd name="connsiteX349" fmla="*/ 4171627 w 7467600"/>
              <a:gd name="connsiteY349" fmla="*/ 6858000 h 6858000"/>
              <a:gd name="connsiteX350" fmla="*/ 4081585 w 7467600"/>
              <a:gd name="connsiteY350" fmla="*/ 6858000 h 6858000"/>
              <a:gd name="connsiteX351" fmla="*/ 4238603 w 7467600"/>
              <a:gd name="connsiteY351" fmla="*/ 6559341 h 6858000"/>
              <a:gd name="connsiteX352" fmla="*/ 4778333 w 7467600"/>
              <a:gd name="connsiteY352" fmla="*/ 5873626 h 6858000"/>
              <a:gd name="connsiteX353" fmla="*/ 5414185 w 7467600"/>
              <a:gd name="connsiteY353" fmla="*/ 5573882 h 6858000"/>
              <a:gd name="connsiteX354" fmla="*/ 5959648 w 7467600"/>
              <a:gd name="connsiteY354" fmla="*/ 4760797 h 6858000"/>
              <a:gd name="connsiteX355" fmla="*/ 5355019 w 7467600"/>
              <a:gd name="connsiteY355" fmla="*/ 4734672 h 6858000"/>
              <a:gd name="connsiteX356" fmla="*/ 5083565 w 7467600"/>
              <a:gd name="connsiteY356" fmla="*/ 5179121 h 6858000"/>
              <a:gd name="connsiteX357" fmla="*/ 4713577 w 7467600"/>
              <a:gd name="connsiteY357" fmla="*/ 5616803 h 6858000"/>
              <a:gd name="connsiteX358" fmla="*/ 3989559 w 7467600"/>
              <a:gd name="connsiteY358" fmla="*/ 6145945 h 6858000"/>
              <a:gd name="connsiteX359" fmla="*/ 3939824 w 7467600"/>
              <a:gd name="connsiteY359" fmla="*/ 6066900 h 6858000"/>
              <a:gd name="connsiteX360" fmla="*/ 4584537 w 7467600"/>
              <a:gd name="connsiteY360" fmla="*/ 5324826 h 6858000"/>
              <a:gd name="connsiteX361" fmla="*/ 5037105 w 7467600"/>
              <a:gd name="connsiteY361" fmla="*/ 5088765 h 6858000"/>
              <a:gd name="connsiteX362" fmla="*/ 5039930 w 7467600"/>
              <a:gd name="connsiteY362" fmla="*/ 5089585 h 6858000"/>
              <a:gd name="connsiteX363" fmla="*/ 5263764 w 7467600"/>
              <a:gd name="connsiteY363" fmla="*/ 4735525 h 6858000"/>
              <a:gd name="connsiteX364" fmla="*/ 4086300 w 7467600"/>
              <a:gd name="connsiteY364" fmla="*/ 4884599 h 6858000"/>
              <a:gd name="connsiteX365" fmla="*/ 4085485 w 7467600"/>
              <a:gd name="connsiteY365" fmla="*/ 4899070 h 6858000"/>
              <a:gd name="connsiteX366" fmla="*/ 3871915 w 7467600"/>
              <a:gd name="connsiteY366" fmla="*/ 5253645 h 6858000"/>
              <a:gd name="connsiteX367" fmla="*/ 3799374 w 7467600"/>
              <a:gd name="connsiteY367" fmla="*/ 5466127 h 6858000"/>
              <a:gd name="connsiteX368" fmla="*/ 3498850 w 7467600"/>
              <a:gd name="connsiteY368" fmla="*/ 6661888 h 6858000"/>
              <a:gd name="connsiteX369" fmla="*/ 3399216 w 7467600"/>
              <a:gd name="connsiteY369" fmla="*/ 6858000 h 6858000"/>
              <a:gd name="connsiteX370" fmla="*/ 3303688 w 7467600"/>
              <a:gd name="connsiteY370" fmla="*/ 6858000 h 6858000"/>
              <a:gd name="connsiteX371" fmla="*/ 3391774 w 7467600"/>
              <a:gd name="connsiteY371" fmla="*/ 6697181 h 6858000"/>
              <a:gd name="connsiteX372" fmla="*/ 3735540 w 7467600"/>
              <a:gd name="connsiteY372" fmla="*/ 5546923 h 6858000"/>
              <a:gd name="connsiteX373" fmla="*/ 3729438 w 7467600"/>
              <a:gd name="connsiteY373" fmla="*/ 5569058 h 6858000"/>
              <a:gd name="connsiteX374" fmla="*/ 3707782 w 7467600"/>
              <a:gd name="connsiteY374" fmla="*/ 5644908 h 6858000"/>
              <a:gd name="connsiteX375" fmla="*/ 3583827 w 7467600"/>
              <a:gd name="connsiteY375" fmla="*/ 6039215 h 6858000"/>
              <a:gd name="connsiteX376" fmla="*/ 3547861 w 7467600"/>
              <a:gd name="connsiteY376" fmla="*/ 6129609 h 6858000"/>
              <a:gd name="connsiteX377" fmla="*/ 3490905 w 7467600"/>
              <a:gd name="connsiteY377" fmla="*/ 6277660 h 6858000"/>
              <a:gd name="connsiteX378" fmla="*/ 3455859 w 7467600"/>
              <a:gd name="connsiteY378" fmla="*/ 6391301 h 6858000"/>
              <a:gd name="connsiteX379" fmla="*/ 3429112 w 7467600"/>
              <a:gd name="connsiteY379" fmla="*/ 6479469 h 6858000"/>
              <a:gd name="connsiteX380" fmla="*/ 3304862 w 7467600"/>
              <a:gd name="connsiteY380" fmla="*/ 6796476 h 6858000"/>
              <a:gd name="connsiteX381" fmla="*/ 3276071 w 7467600"/>
              <a:gd name="connsiteY381" fmla="*/ 6858000 h 6858000"/>
              <a:gd name="connsiteX382" fmla="*/ 3240805 w 7467600"/>
              <a:gd name="connsiteY382" fmla="*/ 6858000 h 6858000"/>
              <a:gd name="connsiteX383" fmla="*/ 3275917 w 7467600"/>
              <a:gd name="connsiteY383" fmla="*/ 6783192 h 6858000"/>
              <a:gd name="connsiteX384" fmla="*/ 3399358 w 7467600"/>
              <a:gd name="connsiteY384" fmla="*/ 6469011 h 6858000"/>
              <a:gd name="connsiteX385" fmla="*/ 3425650 w 7467600"/>
              <a:gd name="connsiteY385" fmla="*/ 6381333 h 6858000"/>
              <a:gd name="connsiteX386" fmla="*/ 3460661 w 7467600"/>
              <a:gd name="connsiteY386" fmla="*/ 6266763 h 6858000"/>
              <a:gd name="connsiteX387" fmla="*/ 3518021 w 7467600"/>
              <a:gd name="connsiteY387" fmla="*/ 6117298 h 6858000"/>
              <a:gd name="connsiteX388" fmla="*/ 3554035 w 7467600"/>
              <a:gd name="connsiteY388" fmla="*/ 6027832 h 6858000"/>
              <a:gd name="connsiteX389" fmla="*/ 3677174 w 7467600"/>
              <a:gd name="connsiteY389" fmla="*/ 5636351 h 6858000"/>
              <a:gd name="connsiteX390" fmla="*/ 3698819 w 7467600"/>
              <a:gd name="connsiteY390" fmla="*/ 5560503 h 6858000"/>
              <a:gd name="connsiteX391" fmla="*/ 3702094 w 7467600"/>
              <a:gd name="connsiteY391" fmla="*/ 5549194 h 6858000"/>
              <a:gd name="connsiteX392" fmla="*/ 3398355 w 7467600"/>
              <a:gd name="connsiteY392" fmla="*/ 6094603 h 6858000"/>
              <a:gd name="connsiteX393" fmla="*/ 3193941 w 7467600"/>
              <a:gd name="connsiteY393" fmla="*/ 6798775 h 6858000"/>
              <a:gd name="connsiteX394" fmla="*/ 3184140 w 7467600"/>
              <a:gd name="connsiteY394" fmla="*/ 6858000 h 6858000"/>
              <a:gd name="connsiteX395" fmla="*/ 3099978 w 7467600"/>
              <a:gd name="connsiteY395" fmla="*/ 6858000 h 6858000"/>
              <a:gd name="connsiteX396" fmla="*/ 3101556 w 7467600"/>
              <a:gd name="connsiteY396" fmla="*/ 6843337 h 6858000"/>
              <a:gd name="connsiteX397" fmla="*/ 3370162 w 7467600"/>
              <a:gd name="connsiteY397" fmla="*/ 5785550 h 6858000"/>
              <a:gd name="connsiteX398" fmla="*/ 3746477 w 7467600"/>
              <a:gd name="connsiteY398" fmla="*/ 5377889 h 6858000"/>
              <a:gd name="connsiteX399" fmla="*/ 3863399 w 7467600"/>
              <a:gd name="connsiteY399" fmla="*/ 5087257 h 6858000"/>
              <a:gd name="connsiteX400" fmla="*/ 3968712 w 7467600"/>
              <a:gd name="connsiteY400" fmla="*/ 4913989 h 6858000"/>
              <a:gd name="connsiteX401" fmla="*/ 2792390 w 7467600"/>
              <a:gd name="connsiteY401" fmla="*/ 5382974 h 6858000"/>
              <a:gd name="connsiteX402" fmla="*/ 2714982 w 7467600"/>
              <a:gd name="connsiteY402" fmla="*/ 5427051 h 6858000"/>
              <a:gd name="connsiteX403" fmla="*/ 2813361 w 7467600"/>
              <a:gd name="connsiteY403" fmla="*/ 6023912 h 6858000"/>
              <a:gd name="connsiteX404" fmla="*/ 2688430 w 7467600"/>
              <a:gd name="connsiteY404" fmla="*/ 6801564 h 6858000"/>
              <a:gd name="connsiteX405" fmla="*/ 2629626 w 7467600"/>
              <a:gd name="connsiteY405" fmla="*/ 6763394 h 6858000"/>
              <a:gd name="connsiteX406" fmla="*/ 2565328 w 7467600"/>
              <a:gd name="connsiteY406" fmla="*/ 5516399 h 6858000"/>
              <a:gd name="connsiteX407" fmla="*/ 1922999 w 7467600"/>
              <a:gd name="connsiteY407" fmla="*/ 5980343 h 6858000"/>
              <a:gd name="connsiteX408" fmla="*/ 1950261 w 7467600"/>
              <a:gd name="connsiteY408" fmla="*/ 6405858 h 6858000"/>
              <a:gd name="connsiteX409" fmla="*/ 2365554 w 7467600"/>
              <a:gd name="connsiteY409" fmla="*/ 6759107 h 6858000"/>
              <a:gd name="connsiteX410" fmla="*/ 2424142 w 7467600"/>
              <a:gd name="connsiteY410" fmla="*/ 6858000 h 6858000"/>
              <a:gd name="connsiteX411" fmla="*/ 2395994 w 7467600"/>
              <a:gd name="connsiteY411" fmla="*/ 6858000 h 6858000"/>
              <a:gd name="connsiteX412" fmla="*/ 2392863 w 7467600"/>
              <a:gd name="connsiteY412" fmla="*/ 6852964 h 6858000"/>
              <a:gd name="connsiteX413" fmla="*/ 2017589 w 7467600"/>
              <a:gd name="connsiteY413" fmla="*/ 6493982 h 6858000"/>
              <a:gd name="connsiteX414" fmla="*/ 2147336 w 7467600"/>
              <a:gd name="connsiteY414" fmla="*/ 6594052 h 6858000"/>
              <a:gd name="connsiteX415" fmla="*/ 2207047 w 7467600"/>
              <a:gd name="connsiteY415" fmla="*/ 6654540 h 6858000"/>
              <a:gd name="connsiteX416" fmla="*/ 2299106 w 7467600"/>
              <a:gd name="connsiteY416" fmla="*/ 6778931 h 6858000"/>
              <a:gd name="connsiteX417" fmla="*/ 2314430 w 7467600"/>
              <a:gd name="connsiteY417" fmla="*/ 6801144 h 6858000"/>
              <a:gd name="connsiteX418" fmla="*/ 2352406 w 7467600"/>
              <a:gd name="connsiteY418" fmla="*/ 6858000 h 6858000"/>
              <a:gd name="connsiteX419" fmla="*/ 2314492 w 7467600"/>
              <a:gd name="connsiteY419" fmla="*/ 6858000 h 6858000"/>
              <a:gd name="connsiteX420" fmla="*/ 2288095 w 7467600"/>
              <a:gd name="connsiteY420" fmla="*/ 6818030 h 6858000"/>
              <a:gd name="connsiteX421" fmla="*/ 2272768 w 7467600"/>
              <a:gd name="connsiteY421" fmla="*/ 6795822 h 6858000"/>
              <a:gd name="connsiteX422" fmla="*/ 2182715 w 7467600"/>
              <a:gd name="connsiteY422" fmla="*/ 6675071 h 6858000"/>
              <a:gd name="connsiteX423" fmla="*/ 2032061 w 7467600"/>
              <a:gd name="connsiteY423" fmla="*/ 6541380 h 6858000"/>
              <a:gd name="connsiteX424" fmla="*/ 2257220 w 7467600"/>
              <a:gd name="connsiteY424" fmla="*/ 6826257 h 6858000"/>
              <a:gd name="connsiteX425" fmla="*/ 2281324 w 7467600"/>
              <a:gd name="connsiteY425" fmla="*/ 6858000 h 6858000"/>
              <a:gd name="connsiteX426" fmla="*/ 2242860 w 7467600"/>
              <a:gd name="connsiteY426" fmla="*/ 6858000 h 6858000"/>
              <a:gd name="connsiteX427" fmla="*/ 2232818 w 7467600"/>
              <a:gd name="connsiteY427" fmla="*/ 6844926 h 6858000"/>
              <a:gd name="connsiteX428" fmla="*/ 1990172 w 7467600"/>
              <a:gd name="connsiteY428" fmla="*/ 6542121 h 6858000"/>
              <a:gd name="connsiteX429" fmla="*/ 2124090 w 7467600"/>
              <a:gd name="connsiteY429" fmla="*/ 6761017 h 6858000"/>
              <a:gd name="connsiteX430" fmla="*/ 2200380 w 7467600"/>
              <a:gd name="connsiteY430" fmla="*/ 6858000 h 6858000"/>
              <a:gd name="connsiteX431" fmla="*/ 2147507 w 7467600"/>
              <a:gd name="connsiteY431" fmla="*/ 6858000 h 6858000"/>
              <a:gd name="connsiteX432" fmla="*/ 2070668 w 7467600"/>
              <a:gd name="connsiteY432" fmla="*/ 6761520 h 6858000"/>
              <a:gd name="connsiteX433" fmla="*/ 1975142 w 7467600"/>
              <a:gd name="connsiteY433" fmla="*/ 6585570 h 6858000"/>
              <a:gd name="connsiteX434" fmla="*/ 2050035 w 7467600"/>
              <a:gd name="connsiteY434" fmla="*/ 6813345 h 6858000"/>
              <a:gd name="connsiteX435" fmla="*/ 2063025 w 7467600"/>
              <a:gd name="connsiteY435" fmla="*/ 6858000 h 6858000"/>
              <a:gd name="connsiteX436" fmla="*/ 2021675 w 7467600"/>
              <a:gd name="connsiteY436" fmla="*/ 6858000 h 6858000"/>
              <a:gd name="connsiteX437" fmla="*/ 2019308 w 7467600"/>
              <a:gd name="connsiteY437" fmla="*/ 6847118 h 6858000"/>
              <a:gd name="connsiteX438" fmla="*/ 1938835 w 7467600"/>
              <a:gd name="connsiteY438" fmla="*/ 6551160 h 6858000"/>
              <a:gd name="connsiteX439" fmla="*/ 1953230 w 7467600"/>
              <a:gd name="connsiteY439" fmla="*/ 6759699 h 6858000"/>
              <a:gd name="connsiteX440" fmla="*/ 1956763 w 7467600"/>
              <a:gd name="connsiteY440" fmla="*/ 6778191 h 6858000"/>
              <a:gd name="connsiteX441" fmla="*/ 1967925 w 7467600"/>
              <a:gd name="connsiteY441" fmla="*/ 6858000 h 6858000"/>
              <a:gd name="connsiteX442" fmla="*/ 1936622 w 7467600"/>
              <a:gd name="connsiteY442" fmla="*/ 6858000 h 6858000"/>
              <a:gd name="connsiteX443" fmla="*/ 1926261 w 7467600"/>
              <a:gd name="connsiteY443" fmla="*/ 6784064 h 6858000"/>
              <a:gd name="connsiteX444" fmla="*/ 1922724 w 7467600"/>
              <a:gd name="connsiteY444" fmla="*/ 6765577 h 6858000"/>
              <a:gd name="connsiteX445" fmla="*/ 1904650 w 7467600"/>
              <a:gd name="connsiteY445" fmla="*/ 6639616 h 6858000"/>
              <a:gd name="connsiteX446" fmla="*/ 1885273 w 7467600"/>
              <a:gd name="connsiteY446" fmla="*/ 6858000 h 6858000"/>
              <a:gd name="connsiteX447" fmla="*/ 1854363 w 7467600"/>
              <a:gd name="connsiteY447" fmla="*/ 6858000 h 6858000"/>
              <a:gd name="connsiteX448" fmla="*/ 1880391 w 7467600"/>
              <a:gd name="connsiteY448" fmla="*/ 6603796 h 6858000"/>
              <a:gd name="connsiteX449" fmla="*/ 1818273 w 7467600"/>
              <a:gd name="connsiteY449" fmla="*/ 6715729 h 6858000"/>
              <a:gd name="connsiteX450" fmla="*/ 1794691 w 7467600"/>
              <a:gd name="connsiteY450" fmla="*/ 6843239 h 6858000"/>
              <a:gd name="connsiteX451" fmla="*/ 1794914 w 7467600"/>
              <a:gd name="connsiteY451" fmla="*/ 6858000 h 6858000"/>
              <a:gd name="connsiteX452" fmla="*/ 1746128 w 7467600"/>
              <a:gd name="connsiteY452" fmla="*/ 6858000 h 6858000"/>
              <a:gd name="connsiteX453" fmla="*/ 1753934 w 7467600"/>
              <a:gd name="connsiteY453" fmla="*/ 6724796 h 6858000"/>
              <a:gd name="connsiteX454" fmla="*/ 1792053 w 7467600"/>
              <a:gd name="connsiteY454" fmla="*/ 6572396 h 6858000"/>
              <a:gd name="connsiteX455" fmla="*/ 1862248 w 7467600"/>
              <a:gd name="connsiteY455" fmla="*/ 6266397 h 6858000"/>
              <a:gd name="connsiteX456" fmla="*/ 1862250 w 7467600"/>
              <a:gd name="connsiteY456" fmla="*/ 6033531 h 6858000"/>
              <a:gd name="connsiteX457" fmla="*/ 1211999 w 7467600"/>
              <a:gd name="connsiteY457" fmla="*/ 6683610 h 6858000"/>
              <a:gd name="connsiteX458" fmla="*/ 1213266 w 7467600"/>
              <a:gd name="connsiteY458" fmla="*/ 6691947 h 6858000"/>
              <a:gd name="connsiteX459" fmla="*/ 1203370 w 7467600"/>
              <a:gd name="connsiteY459" fmla="*/ 6850676 h 6858000"/>
              <a:gd name="connsiteX460" fmla="*/ 1203671 w 7467600"/>
              <a:gd name="connsiteY460" fmla="*/ 6858000 h 6858000"/>
              <a:gd name="connsiteX461" fmla="*/ 1143180 w 7467600"/>
              <a:gd name="connsiteY461" fmla="*/ 6858000 h 6858000"/>
              <a:gd name="connsiteX462" fmla="*/ 1142176 w 7467600"/>
              <a:gd name="connsiteY462" fmla="*/ 6766045 h 6858000"/>
              <a:gd name="connsiteX463" fmla="*/ 1067484 w 7467600"/>
              <a:gd name="connsiteY463" fmla="*/ 6858000 h 6858000"/>
              <a:gd name="connsiteX464" fmla="*/ 953928 w 7467600"/>
              <a:gd name="connsiteY464" fmla="*/ 6858000 h 6858000"/>
              <a:gd name="connsiteX465" fmla="*/ 959715 w 7467600"/>
              <a:gd name="connsiteY465" fmla="*/ 6850185 h 6858000"/>
              <a:gd name="connsiteX466" fmla="*/ 1483788 w 7467600"/>
              <a:gd name="connsiteY466" fmla="*/ 6259174 h 6858000"/>
              <a:gd name="connsiteX467" fmla="*/ 1100671 w 7467600"/>
              <a:gd name="connsiteY467" fmla="*/ 6252137 h 6858000"/>
              <a:gd name="connsiteX468" fmla="*/ 1090144 w 7467600"/>
              <a:gd name="connsiteY468" fmla="*/ 6256748 h 6858000"/>
              <a:gd name="connsiteX469" fmla="*/ 1095872 w 7467600"/>
              <a:gd name="connsiteY469" fmla="*/ 6271892 h 6858000"/>
              <a:gd name="connsiteX470" fmla="*/ 262785 w 7467600"/>
              <a:gd name="connsiteY470" fmla="*/ 6845450 h 6858000"/>
              <a:gd name="connsiteX471" fmla="*/ 209968 w 7467600"/>
              <a:gd name="connsiteY471" fmla="*/ 6770713 h 6858000"/>
              <a:gd name="connsiteX472" fmla="*/ 873460 w 7467600"/>
              <a:gd name="connsiteY472" fmla="*/ 6253768 h 6858000"/>
              <a:gd name="connsiteX473" fmla="*/ 192686 w 7467600"/>
              <a:gd name="connsiteY473" fmla="*/ 5849257 h 6858000"/>
              <a:gd name="connsiteX474" fmla="*/ 4696 w 7467600"/>
              <a:gd name="connsiteY474" fmla="*/ 5697668 h 6858000"/>
              <a:gd name="connsiteX475" fmla="*/ 0 w 7467600"/>
              <a:gd name="connsiteY475" fmla="*/ 5689984 h 6858000"/>
              <a:gd name="connsiteX476" fmla="*/ 0 w 7467600"/>
              <a:gd name="connsiteY476" fmla="*/ 5513472 h 6858000"/>
              <a:gd name="connsiteX477" fmla="*/ 174101 w 7467600"/>
              <a:gd name="connsiteY477" fmla="*/ 5620277 h 6858000"/>
              <a:gd name="connsiteX478" fmla="*/ 891800 w 7467600"/>
              <a:gd name="connsiteY478" fmla="*/ 6036935 h 6858000"/>
              <a:gd name="connsiteX479" fmla="*/ 1072219 w 7467600"/>
              <a:gd name="connsiteY479" fmla="*/ 6169443 h 6858000"/>
              <a:gd name="connsiteX480" fmla="*/ 1074117 w 7467600"/>
              <a:gd name="connsiteY480" fmla="*/ 6170301 h 6858000"/>
              <a:gd name="connsiteX481" fmla="*/ 1083114 w 7467600"/>
              <a:gd name="connsiteY481" fmla="*/ 6174131 h 6858000"/>
              <a:gd name="connsiteX482" fmla="*/ 1543010 w 7467600"/>
              <a:gd name="connsiteY482" fmla="*/ 6191140 h 6858000"/>
              <a:gd name="connsiteX483" fmla="*/ 1551080 w 7467600"/>
              <a:gd name="connsiteY483" fmla="*/ 6195006 h 6858000"/>
              <a:gd name="connsiteX484" fmla="*/ 2345443 w 7467600"/>
              <a:gd name="connsiteY484" fmla="*/ 5549882 h 6858000"/>
              <a:gd name="connsiteX485" fmla="*/ 1721499 w 7467600"/>
              <a:gd name="connsiteY485" fmla="*/ 5599969 h 6858000"/>
              <a:gd name="connsiteX486" fmla="*/ 767716 w 7467600"/>
              <a:gd name="connsiteY486" fmla="*/ 5472768 h 6858000"/>
              <a:gd name="connsiteX487" fmla="*/ 722147 w 7467600"/>
              <a:gd name="connsiteY487" fmla="*/ 5393091 h 6858000"/>
              <a:gd name="connsiteX488" fmla="*/ 1485552 w 7467600"/>
              <a:gd name="connsiteY488" fmla="*/ 5313202 h 6858000"/>
              <a:gd name="connsiteX489" fmla="*/ 2143004 w 7467600"/>
              <a:gd name="connsiteY489" fmla="*/ 5402420 h 6858000"/>
              <a:gd name="connsiteX490" fmla="*/ 1933391 w 7467600"/>
              <a:gd name="connsiteY490" fmla="*/ 5156971 h 6858000"/>
              <a:gd name="connsiteX491" fmla="*/ 1827118 w 7467600"/>
              <a:gd name="connsiteY491" fmla="*/ 4968410 h 6858000"/>
              <a:gd name="connsiteX492" fmla="*/ 1837349 w 7467600"/>
              <a:gd name="connsiteY492" fmla="*/ 4956357 h 6858000"/>
              <a:gd name="connsiteX493" fmla="*/ 2162835 w 7467600"/>
              <a:gd name="connsiteY493" fmla="*/ 5187853 h 6858000"/>
              <a:gd name="connsiteX494" fmla="*/ 2257167 w 7467600"/>
              <a:gd name="connsiteY494" fmla="*/ 5462123 h 6858000"/>
              <a:gd name="connsiteX495" fmla="*/ 2261598 w 7467600"/>
              <a:gd name="connsiteY495" fmla="*/ 5467998 h 6858000"/>
              <a:gd name="connsiteX496" fmla="*/ 2437177 w 7467600"/>
              <a:gd name="connsiteY496" fmla="*/ 5479608 h 6858000"/>
              <a:gd name="connsiteX497" fmla="*/ 2445247 w 7467600"/>
              <a:gd name="connsiteY497" fmla="*/ 5483476 h 6858000"/>
              <a:gd name="connsiteX498" fmla="*/ 2743626 w 7467600"/>
              <a:gd name="connsiteY498" fmla="*/ 5304819 h 6858000"/>
              <a:gd name="connsiteX499" fmla="*/ 3048102 w 7467600"/>
              <a:gd name="connsiteY499" fmla="*/ 5150595 h 6858000"/>
              <a:gd name="connsiteX500" fmla="*/ 1799414 w 7467600"/>
              <a:gd name="connsiteY500" fmla="*/ 4694732 h 6858000"/>
              <a:gd name="connsiteX501" fmla="*/ 1771735 w 7467600"/>
              <a:gd name="connsiteY501" fmla="*/ 4619929 h 6858000"/>
              <a:gd name="connsiteX502" fmla="*/ 3104273 w 7467600"/>
              <a:gd name="connsiteY502" fmla="*/ 5076159 h 6858000"/>
              <a:gd name="connsiteX503" fmla="*/ 3113245 w 7467600"/>
              <a:gd name="connsiteY503" fmla="*/ 5090705 h 6858000"/>
              <a:gd name="connsiteX504" fmla="*/ 3126294 w 7467600"/>
              <a:gd name="connsiteY504" fmla="*/ 5114400 h 6858000"/>
              <a:gd name="connsiteX505" fmla="*/ 3937433 w 7467600"/>
              <a:gd name="connsiteY505" fmla="*/ 4830473 h 6858000"/>
              <a:gd name="connsiteX506" fmla="*/ 3590475 w 7467600"/>
              <a:gd name="connsiteY506" fmla="*/ 4597974 h 6858000"/>
              <a:gd name="connsiteX507" fmla="*/ 3100264 w 7467600"/>
              <a:gd name="connsiteY507" fmla="*/ 4579845 h 6858000"/>
              <a:gd name="connsiteX508" fmla="*/ 2183576 w 7467600"/>
              <a:gd name="connsiteY508" fmla="*/ 4227150 h 6858000"/>
              <a:gd name="connsiteX509" fmla="*/ 2151029 w 7467600"/>
              <a:gd name="connsiteY509" fmla="*/ 4146947 h 6858000"/>
              <a:gd name="connsiteX510" fmla="*/ 3563434 w 7467600"/>
              <a:gd name="connsiteY510" fmla="*/ 4469115 h 6858000"/>
              <a:gd name="connsiteX511" fmla="*/ 3177952 w 7467600"/>
              <a:gd name="connsiteY511" fmla="*/ 3657386 h 6858000"/>
              <a:gd name="connsiteX512" fmla="*/ 3189263 w 7467600"/>
              <a:gd name="connsiteY512" fmla="*/ 3625726 h 6858000"/>
              <a:gd name="connsiteX513" fmla="*/ 3560912 w 7467600"/>
              <a:gd name="connsiteY513" fmla="*/ 4079863 h 6858000"/>
              <a:gd name="connsiteX514" fmla="*/ 3626636 w 7467600"/>
              <a:gd name="connsiteY514" fmla="*/ 4512230 h 6858000"/>
              <a:gd name="connsiteX515" fmla="*/ 3653088 w 7467600"/>
              <a:gd name="connsiteY515" fmla="*/ 4521417 h 6858000"/>
              <a:gd name="connsiteX516" fmla="*/ 3988128 w 7467600"/>
              <a:gd name="connsiteY516" fmla="*/ 4817267 h 6858000"/>
              <a:gd name="connsiteX517" fmla="*/ 4830582 w 7467600"/>
              <a:gd name="connsiteY517" fmla="*/ 4676000 h 6858000"/>
              <a:gd name="connsiteX518" fmla="*/ 4830100 w 7467600"/>
              <a:gd name="connsiteY518" fmla="*/ 4675554 h 6858000"/>
              <a:gd name="connsiteX519" fmla="*/ 4036318 w 7467600"/>
              <a:gd name="connsiteY519" fmla="*/ 4147013 h 6858000"/>
              <a:gd name="connsiteX520" fmla="*/ 3432098 w 7467600"/>
              <a:gd name="connsiteY520" fmla="*/ 3537312 h 6858000"/>
              <a:gd name="connsiteX521" fmla="*/ 3446761 w 7467600"/>
              <a:gd name="connsiteY521" fmla="*/ 3461278 h 6858000"/>
              <a:gd name="connsiteX522" fmla="*/ 4419733 w 7467600"/>
              <a:gd name="connsiteY522" fmla="*/ 3963555 h 6858000"/>
              <a:gd name="connsiteX523" fmla="*/ 4781371 w 7467600"/>
              <a:gd name="connsiteY523" fmla="*/ 4458604 h 6858000"/>
              <a:gd name="connsiteX524" fmla="*/ 4780440 w 7467600"/>
              <a:gd name="connsiteY524" fmla="*/ 4470290 h 6858000"/>
              <a:gd name="connsiteX525" fmla="*/ 4898954 w 7467600"/>
              <a:gd name="connsiteY525" fmla="*/ 4662092 h 6858000"/>
              <a:gd name="connsiteX526" fmla="*/ 4900699 w 7467600"/>
              <a:gd name="connsiteY526" fmla="*/ 4670867 h 6858000"/>
              <a:gd name="connsiteX527" fmla="*/ 5714511 w 7467600"/>
              <a:gd name="connsiteY527" fmla="*/ 4663483 h 6858000"/>
              <a:gd name="connsiteX528" fmla="*/ 5464793 w 7467600"/>
              <a:gd name="connsiteY528" fmla="*/ 4393556 h 6858000"/>
              <a:gd name="connsiteX529" fmla="*/ 5461897 w 7467600"/>
              <a:gd name="connsiteY529" fmla="*/ 4390879 h 6858000"/>
              <a:gd name="connsiteX530" fmla="*/ 4294126 w 7467600"/>
              <a:gd name="connsiteY530" fmla="*/ 3303048 h 6858000"/>
              <a:gd name="connsiteX531" fmla="*/ 4305321 w 7467600"/>
              <a:gd name="connsiteY531" fmla="*/ 3256953 h 6858000"/>
              <a:gd name="connsiteX532" fmla="*/ 4949299 w 7467600"/>
              <a:gd name="connsiteY532" fmla="*/ 3766336 h 6858000"/>
              <a:gd name="connsiteX533" fmla="*/ 5291452 w 7467600"/>
              <a:gd name="connsiteY533" fmla="*/ 4076801 h 6858000"/>
              <a:gd name="connsiteX534" fmla="*/ 5434998 w 7467600"/>
              <a:gd name="connsiteY534" fmla="*/ 4254100 h 6858000"/>
              <a:gd name="connsiteX535" fmla="*/ 5351015 w 7467600"/>
              <a:gd name="connsiteY535" fmla="*/ 3760989 h 6858000"/>
              <a:gd name="connsiteX536" fmla="*/ 5413780 w 7467600"/>
              <a:gd name="connsiteY536" fmla="*/ 2966265 h 6858000"/>
              <a:gd name="connsiteX537" fmla="*/ 5425627 w 7467600"/>
              <a:gd name="connsiteY537" fmla="*/ 2954192 h 6858000"/>
              <a:gd name="connsiteX538" fmla="*/ 6604735 w 7467600"/>
              <a:gd name="connsiteY538" fmla="*/ 2041381 h 6858000"/>
              <a:gd name="connsiteX539" fmla="*/ 7204487 w 7467600"/>
              <a:gd name="connsiteY539" fmla="*/ 2742112 h 6858000"/>
              <a:gd name="connsiteX540" fmla="*/ 7131592 w 7467600"/>
              <a:gd name="connsiteY540" fmla="*/ 2672096 h 6858000"/>
              <a:gd name="connsiteX541" fmla="*/ 6996344 w 7467600"/>
              <a:gd name="connsiteY541" fmla="*/ 2518310 h 6858000"/>
              <a:gd name="connsiteX542" fmla="*/ 6735495 w 7467600"/>
              <a:gd name="connsiteY542" fmla="*/ 2196890 h 6858000"/>
              <a:gd name="connsiteX543" fmla="*/ 6721901 w 7467600"/>
              <a:gd name="connsiteY543" fmla="*/ 2179274 h 6858000"/>
              <a:gd name="connsiteX544" fmla="*/ 6604735 w 7467600"/>
              <a:gd name="connsiteY544" fmla="*/ 2041381 h 6858000"/>
              <a:gd name="connsiteX545" fmla="*/ 6591670 w 7467600"/>
              <a:gd name="connsiteY545" fmla="*/ 1988277 h 6858000"/>
              <a:gd name="connsiteX546" fmla="*/ 6747349 w 7467600"/>
              <a:gd name="connsiteY546" fmla="*/ 2160069 h 6858000"/>
              <a:gd name="connsiteX547" fmla="*/ 6760943 w 7467600"/>
              <a:gd name="connsiteY547" fmla="*/ 2177686 h 6858000"/>
              <a:gd name="connsiteX548" fmla="*/ 7021065 w 7467600"/>
              <a:gd name="connsiteY548" fmla="*/ 2498102 h 6858000"/>
              <a:gd name="connsiteX549" fmla="*/ 7155223 w 7467600"/>
              <a:gd name="connsiteY549" fmla="*/ 2650386 h 6858000"/>
              <a:gd name="connsiteX550" fmla="*/ 7203167 w 7467600"/>
              <a:gd name="connsiteY550" fmla="*/ 2697288 h 6858000"/>
              <a:gd name="connsiteX551" fmla="*/ 6937703 w 7467600"/>
              <a:gd name="connsiteY551" fmla="*/ 2321981 h 6858000"/>
              <a:gd name="connsiteX552" fmla="*/ 6591670 w 7467600"/>
              <a:gd name="connsiteY552" fmla="*/ 1988277 h 6858000"/>
              <a:gd name="connsiteX553" fmla="*/ 5798671 w 7467600"/>
              <a:gd name="connsiteY553" fmla="*/ 1981601 h 6858000"/>
              <a:gd name="connsiteX554" fmla="*/ 5754709 w 7467600"/>
              <a:gd name="connsiteY554" fmla="*/ 2071454 h 6858000"/>
              <a:gd name="connsiteX555" fmla="*/ 5763044 w 7467600"/>
              <a:gd name="connsiteY555" fmla="*/ 2842206 h 6858000"/>
              <a:gd name="connsiteX556" fmla="*/ 5764974 w 7467600"/>
              <a:gd name="connsiteY556" fmla="*/ 2799609 h 6858000"/>
              <a:gd name="connsiteX557" fmla="*/ 5767665 w 7467600"/>
              <a:gd name="connsiteY557" fmla="*/ 2666409 h 6858000"/>
              <a:gd name="connsiteX558" fmla="*/ 5763055 w 7467600"/>
              <a:gd name="connsiteY558" fmla="*/ 2579705 h 6858000"/>
              <a:gd name="connsiteX559" fmla="*/ 5758079 w 7467600"/>
              <a:gd name="connsiteY559" fmla="*/ 2492508 h 6858000"/>
              <a:gd name="connsiteX560" fmla="*/ 5779325 w 7467600"/>
              <a:gd name="connsiteY560" fmla="*/ 2197069 h 6858000"/>
              <a:gd name="connsiteX561" fmla="*/ 5798671 w 7467600"/>
              <a:gd name="connsiteY561" fmla="*/ 1981601 h 6858000"/>
              <a:gd name="connsiteX562" fmla="*/ 5829202 w 7467600"/>
              <a:gd name="connsiteY562" fmla="*/ 1971679 h 6858000"/>
              <a:gd name="connsiteX563" fmla="*/ 5809558 w 7467600"/>
              <a:gd name="connsiteY563" fmla="*/ 2198043 h 6858000"/>
              <a:gd name="connsiteX564" fmla="*/ 5788653 w 7467600"/>
              <a:gd name="connsiteY564" fmla="*/ 2489430 h 6858000"/>
              <a:gd name="connsiteX565" fmla="*/ 5793439 w 7467600"/>
              <a:gd name="connsiteY565" fmla="*/ 2575235 h 6858000"/>
              <a:gd name="connsiteX566" fmla="*/ 5796837 w 7467600"/>
              <a:gd name="connsiteY566" fmla="*/ 2637633 h 6858000"/>
              <a:gd name="connsiteX567" fmla="*/ 5818614 w 7467600"/>
              <a:gd name="connsiteY567" fmla="*/ 2473055 h 6858000"/>
              <a:gd name="connsiteX568" fmla="*/ 5829202 w 7467600"/>
              <a:gd name="connsiteY568" fmla="*/ 1971679 h 6858000"/>
              <a:gd name="connsiteX569" fmla="*/ 5911389 w 7467600"/>
              <a:gd name="connsiteY569" fmla="*/ 1898371 h 6858000"/>
              <a:gd name="connsiteX570" fmla="*/ 6237627 w 7467600"/>
              <a:gd name="connsiteY570" fmla="*/ 2231921 h 6858000"/>
              <a:gd name="connsiteX571" fmla="*/ 5911389 w 7467600"/>
              <a:gd name="connsiteY571" fmla="*/ 1898371 h 6858000"/>
              <a:gd name="connsiteX572" fmla="*/ 6944437 w 7467600"/>
              <a:gd name="connsiteY572" fmla="*/ 1575402 h 6858000"/>
              <a:gd name="connsiteX573" fmla="*/ 6304730 w 7467600"/>
              <a:gd name="connsiteY573" fmla="*/ 1766654 h 6858000"/>
              <a:gd name="connsiteX574" fmla="*/ 6944437 w 7467600"/>
              <a:gd name="connsiteY574" fmla="*/ 1575402 h 6858000"/>
              <a:gd name="connsiteX575" fmla="*/ 7019523 w 7467600"/>
              <a:gd name="connsiteY575" fmla="*/ 1519450 h 6858000"/>
              <a:gd name="connsiteX576" fmla="*/ 6298091 w 7467600"/>
              <a:gd name="connsiteY576" fmla="*/ 1737122 h 6858000"/>
              <a:gd name="connsiteX577" fmla="*/ 7019523 w 7467600"/>
              <a:gd name="connsiteY577" fmla="*/ 1519450 h 6858000"/>
              <a:gd name="connsiteX578" fmla="*/ 2399523 w 7467600"/>
              <a:gd name="connsiteY578" fmla="*/ 1428234 h 6858000"/>
              <a:gd name="connsiteX579" fmla="*/ 2224982 w 7467600"/>
              <a:gd name="connsiteY579" fmla="*/ 1826201 h 6858000"/>
              <a:gd name="connsiteX580" fmla="*/ 2096099 w 7467600"/>
              <a:gd name="connsiteY580" fmla="*/ 2345900 h 6858000"/>
              <a:gd name="connsiteX581" fmla="*/ 2283317 w 7467600"/>
              <a:gd name="connsiteY581" fmla="*/ 1796925 h 6858000"/>
              <a:gd name="connsiteX582" fmla="*/ 2399523 w 7467600"/>
              <a:gd name="connsiteY582" fmla="*/ 1428234 h 6858000"/>
              <a:gd name="connsiteX583" fmla="*/ 2448558 w 7467600"/>
              <a:gd name="connsiteY583" fmla="*/ 1373435 h 6858000"/>
              <a:gd name="connsiteX584" fmla="*/ 2312521 w 7467600"/>
              <a:gd name="connsiteY584" fmla="*/ 1806140 h 6858000"/>
              <a:gd name="connsiteX585" fmla="*/ 2127533 w 7467600"/>
              <a:gd name="connsiteY585" fmla="*/ 2348380 h 6858000"/>
              <a:gd name="connsiteX586" fmla="*/ 2358080 w 7467600"/>
              <a:gd name="connsiteY586" fmla="*/ 1866134 h 6858000"/>
              <a:gd name="connsiteX587" fmla="*/ 2407436 w 7467600"/>
              <a:gd name="connsiteY587" fmla="*/ 1651070 h 6858000"/>
              <a:gd name="connsiteX588" fmla="*/ 2448558 w 7467600"/>
              <a:gd name="connsiteY588" fmla="*/ 1373435 h 6858000"/>
              <a:gd name="connsiteX589" fmla="*/ 278707 w 7467600"/>
              <a:gd name="connsiteY589" fmla="*/ 1352270 h 6858000"/>
              <a:gd name="connsiteX590" fmla="*/ 321570 w 7467600"/>
              <a:gd name="connsiteY590" fmla="*/ 1861610 h 6858000"/>
              <a:gd name="connsiteX591" fmla="*/ 294281 w 7467600"/>
              <a:gd name="connsiteY591" fmla="*/ 1440658 h 6858000"/>
              <a:gd name="connsiteX592" fmla="*/ 278707 w 7467600"/>
              <a:gd name="connsiteY592" fmla="*/ 1352270 h 6858000"/>
              <a:gd name="connsiteX593" fmla="*/ 1423821 w 7467600"/>
              <a:gd name="connsiteY593" fmla="*/ 1351958 h 6858000"/>
              <a:gd name="connsiteX594" fmla="*/ 1638521 w 7467600"/>
              <a:gd name="connsiteY594" fmla="*/ 1908470 h 6858000"/>
              <a:gd name="connsiteX595" fmla="*/ 1754199 w 7467600"/>
              <a:gd name="connsiteY595" fmla="*/ 2149284 h 6858000"/>
              <a:gd name="connsiteX596" fmla="*/ 1908359 w 7467600"/>
              <a:gd name="connsiteY596" fmla="*/ 2364988 h 6858000"/>
              <a:gd name="connsiteX597" fmla="*/ 1647661 w 7467600"/>
              <a:gd name="connsiteY597" fmla="*/ 1825945 h 6858000"/>
              <a:gd name="connsiteX598" fmla="*/ 1423821 w 7467600"/>
              <a:gd name="connsiteY598" fmla="*/ 1351958 h 6858000"/>
              <a:gd name="connsiteX599" fmla="*/ 1431890 w 7467600"/>
              <a:gd name="connsiteY599" fmla="*/ 1306475 h 6858000"/>
              <a:gd name="connsiteX600" fmla="*/ 1507597 w 7467600"/>
              <a:gd name="connsiteY600" fmla="*/ 1446132 h 6858000"/>
              <a:gd name="connsiteX601" fmla="*/ 1674586 w 7467600"/>
              <a:gd name="connsiteY601" fmla="*/ 1813832 h 6858000"/>
              <a:gd name="connsiteX602" fmla="*/ 1815950 w 7467600"/>
              <a:gd name="connsiteY602" fmla="*/ 2128564 h 6858000"/>
              <a:gd name="connsiteX603" fmla="*/ 1984242 w 7467600"/>
              <a:gd name="connsiteY603" fmla="*/ 2430829 h 6858000"/>
              <a:gd name="connsiteX604" fmla="*/ 2014023 w 7467600"/>
              <a:gd name="connsiteY604" fmla="*/ 2450995 h 6858000"/>
              <a:gd name="connsiteX605" fmla="*/ 1747337 w 7467600"/>
              <a:gd name="connsiteY605" fmla="*/ 1855264 h 6858000"/>
              <a:gd name="connsiteX606" fmla="*/ 1533749 w 7467600"/>
              <a:gd name="connsiteY606" fmla="*/ 1478656 h 6858000"/>
              <a:gd name="connsiteX607" fmla="*/ 1431890 w 7467600"/>
              <a:gd name="connsiteY607" fmla="*/ 1306475 h 6858000"/>
              <a:gd name="connsiteX608" fmla="*/ 5052692 w 7467600"/>
              <a:gd name="connsiteY608" fmla="*/ 1292994 h 6858000"/>
              <a:gd name="connsiteX609" fmla="*/ 5200661 w 7467600"/>
              <a:gd name="connsiteY609" fmla="*/ 1635186 h 6858000"/>
              <a:gd name="connsiteX610" fmla="*/ 5297138 w 7467600"/>
              <a:gd name="connsiteY610" fmla="*/ 1906351 h 6858000"/>
              <a:gd name="connsiteX611" fmla="*/ 5052692 w 7467600"/>
              <a:gd name="connsiteY611" fmla="*/ 1292994 h 6858000"/>
              <a:gd name="connsiteX612" fmla="*/ 5009948 w 7467600"/>
              <a:gd name="connsiteY612" fmla="*/ 1273619 h 6858000"/>
              <a:gd name="connsiteX613" fmla="*/ 5121777 w 7467600"/>
              <a:gd name="connsiteY613" fmla="*/ 1654213 h 6858000"/>
              <a:gd name="connsiteX614" fmla="*/ 5293545 w 7467600"/>
              <a:gd name="connsiteY614" fmla="*/ 2072247 h 6858000"/>
              <a:gd name="connsiteX615" fmla="*/ 5294042 w 7467600"/>
              <a:gd name="connsiteY615" fmla="*/ 2065019 h 6858000"/>
              <a:gd name="connsiteX616" fmla="*/ 5171936 w 7467600"/>
              <a:gd name="connsiteY616" fmla="*/ 1647613 h 6858000"/>
              <a:gd name="connsiteX617" fmla="*/ 5009948 w 7467600"/>
              <a:gd name="connsiteY617" fmla="*/ 1273619 h 6858000"/>
              <a:gd name="connsiteX618" fmla="*/ 655236 w 7467600"/>
              <a:gd name="connsiteY618" fmla="*/ 1268632 h 6858000"/>
              <a:gd name="connsiteX619" fmla="*/ 839521 w 7467600"/>
              <a:gd name="connsiteY619" fmla="*/ 1685315 h 6858000"/>
              <a:gd name="connsiteX620" fmla="*/ 1109416 w 7467600"/>
              <a:gd name="connsiteY620" fmla="*/ 2061663 h 6858000"/>
              <a:gd name="connsiteX621" fmla="*/ 1298300 w 7467600"/>
              <a:gd name="connsiteY621" fmla="*/ 2247742 h 6858000"/>
              <a:gd name="connsiteX622" fmla="*/ 1125871 w 7467600"/>
              <a:gd name="connsiteY622" fmla="*/ 1989513 h 6858000"/>
              <a:gd name="connsiteX623" fmla="*/ 981574 w 7467600"/>
              <a:gd name="connsiteY623" fmla="*/ 1783157 h 6858000"/>
              <a:gd name="connsiteX624" fmla="*/ 922198 w 7467600"/>
              <a:gd name="connsiteY624" fmla="*/ 1677437 h 6858000"/>
              <a:gd name="connsiteX625" fmla="*/ 869293 w 7467600"/>
              <a:gd name="connsiteY625" fmla="*/ 1583214 h 6858000"/>
              <a:gd name="connsiteX626" fmla="*/ 751431 w 7467600"/>
              <a:gd name="connsiteY626" fmla="*/ 1405731 h 6858000"/>
              <a:gd name="connsiteX627" fmla="*/ 655236 w 7467600"/>
              <a:gd name="connsiteY627" fmla="*/ 1268632 h 6858000"/>
              <a:gd name="connsiteX628" fmla="*/ 6516292 w 7467600"/>
              <a:gd name="connsiteY628" fmla="*/ 1263064 h 6858000"/>
              <a:gd name="connsiteX629" fmla="*/ 5736320 w 7467600"/>
              <a:gd name="connsiteY629" fmla="*/ 1501803 h 6858000"/>
              <a:gd name="connsiteX630" fmla="*/ 6516292 w 7467600"/>
              <a:gd name="connsiteY630" fmla="*/ 1263064 h 6858000"/>
              <a:gd name="connsiteX631" fmla="*/ 291466 w 7467600"/>
              <a:gd name="connsiteY631" fmla="*/ 1250369 h 6858000"/>
              <a:gd name="connsiteX632" fmla="*/ 323180 w 7467600"/>
              <a:gd name="connsiteY632" fmla="*/ 1435283 h 6858000"/>
              <a:gd name="connsiteX633" fmla="*/ 349381 w 7467600"/>
              <a:gd name="connsiteY633" fmla="*/ 1875041 h 6858000"/>
              <a:gd name="connsiteX634" fmla="*/ 374363 w 7467600"/>
              <a:gd name="connsiteY634" fmla="*/ 1506494 h 6858000"/>
              <a:gd name="connsiteX635" fmla="*/ 302168 w 7467600"/>
              <a:gd name="connsiteY635" fmla="*/ 1274495 h 6858000"/>
              <a:gd name="connsiteX636" fmla="*/ 291466 w 7467600"/>
              <a:gd name="connsiteY636" fmla="*/ 1250369 h 6858000"/>
              <a:gd name="connsiteX637" fmla="*/ 678222 w 7467600"/>
              <a:gd name="connsiteY637" fmla="*/ 1248670 h 6858000"/>
              <a:gd name="connsiteX638" fmla="*/ 775536 w 7467600"/>
              <a:gd name="connsiteY638" fmla="*/ 1388015 h 6858000"/>
              <a:gd name="connsiteX639" fmla="*/ 894529 w 7467600"/>
              <a:gd name="connsiteY639" fmla="*/ 1567739 h 6858000"/>
              <a:gd name="connsiteX640" fmla="*/ 948000 w 7467600"/>
              <a:gd name="connsiteY640" fmla="*/ 1663088 h 6858000"/>
              <a:gd name="connsiteX641" fmla="*/ 1006812 w 7467600"/>
              <a:gd name="connsiteY641" fmla="*/ 1767683 h 6858000"/>
              <a:gd name="connsiteX642" fmla="*/ 1149133 w 7467600"/>
              <a:gd name="connsiteY642" fmla="*/ 1971513 h 6858000"/>
              <a:gd name="connsiteX643" fmla="*/ 1333952 w 7467600"/>
              <a:gd name="connsiteY643" fmla="*/ 2251620 h 6858000"/>
              <a:gd name="connsiteX644" fmla="*/ 1337329 w 7467600"/>
              <a:gd name="connsiteY644" fmla="*/ 2258350 h 6858000"/>
              <a:gd name="connsiteX645" fmla="*/ 1014726 w 7467600"/>
              <a:gd name="connsiteY645" fmla="*/ 1615556 h 6858000"/>
              <a:gd name="connsiteX646" fmla="*/ 678222 w 7467600"/>
              <a:gd name="connsiteY646" fmla="*/ 1248670 h 6858000"/>
              <a:gd name="connsiteX647" fmla="*/ 6691602 w 7467600"/>
              <a:gd name="connsiteY647" fmla="*/ 1140573 h 6858000"/>
              <a:gd name="connsiteX648" fmla="*/ 6571100 w 7467600"/>
              <a:gd name="connsiteY648" fmla="*/ 1183662 h 6858000"/>
              <a:gd name="connsiteX649" fmla="*/ 6241687 w 7467600"/>
              <a:gd name="connsiteY649" fmla="*/ 1257600 h 6858000"/>
              <a:gd name="connsiteX650" fmla="*/ 5693009 w 7467600"/>
              <a:gd name="connsiteY650" fmla="*/ 1478256 h 6858000"/>
              <a:gd name="connsiteX651" fmla="*/ 6548420 w 7467600"/>
              <a:gd name="connsiteY651" fmla="*/ 1214599 h 6858000"/>
              <a:gd name="connsiteX652" fmla="*/ 6605473 w 7467600"/>
              <a:gd name="connsiteY652" fmla="*/ 1184686 h 6858000"/>
              <a:gd name="connsiteX653" fmla="*/ 6691602 w 7467600"/>
              <a:gd name="connsiteY653" fmla="*/ 1140573 h 6858000"/>
              <a:gd name="connsiteX654" fmla="*/ 4002475 w 7467600"/>
              <a:gd name="connsiteY654" fmla="*/ 1037802 h 6858000"/>
              <a:gd name="connsiteX655" fmla="*/ 4000324 w 7467600"/>
              <a:gd name="connsiteY655" fmla="*/ 1039362 h 6858000"/>
              <a:gd name="connsiteX656" fmla="*/ 4002862 w 7467600"/>
              <a:gd name="connsiteY656" fmla="*/ 1042866 h 6858000"/>
              <a:gd name="connsiteX657" fmla="*/ 4002475 w 7467600"/>
              <a:gd name="connsiteY657" fmla="*/ 1037802 h 6858000"/>
              <a:gd name="connsiteX658" fmla="*/ 506322 w 7467600"/>
              <a:gd name="connsiteY658" fmla="*/ 1020997 h 6858000"/>
              <a:gd name="connsiteX659" fmla="*/ 533068 w 7467600"/>
              <a:gd name="connsiteY659" fmla="*/ 1029409 h 6858000"/>
              <a:gd name="connsiteX660" fmla="*/ 1232525 w 7467600"/>
              <a:gd name="connsiteY660" fmla="*/ 1804675 h 6858000"/>
              <a:gd name="connsiteX661" fmla="*/ 1388858 w 7467600"/>
              <a:gd name="connsiteY661" fmla="*/ 2368011 h 6858000"/>
              <a:gd name="connsiteX662" fmla="*/ 1384098 w 7467600"/>
              <a:gd name="connsiteY662" fmla="*/ 2378125 h 6858000"/>
              <a:gd name="connsiteX663" fmla="*/ 1425393 w 7467600"/>
              <a:gd name="connsiteY663" fmla="*/ 2589124 h 6858000"/>
              <a:gd name="connsiteX664" fmla="*/ 1424001 w 7467600"/>
              <a:gd name="connsiteY664" fmla="*/ 2597541 h 6858000"/>
              <a:gd name="connsiteX665" fmla="*/ 2152729 w 7467600"/>
              <a:gd name="connsiteY665" fmla="*/ 2864487 h 6858000"/>
              <a:gd name="connsiteX666" fmla="*/ 2020609 w 7467600"/>
              <a:gd name="connsiteY666" fmla="*/ 2539671 h 6858000"/>
              <a:gd name="connsiteX667" fmla="*/ 2018920 w 7467600"/>
              <a:gd name="connsiteY667" fmla="*/ 2536309 h 6858000"/>
              <a:gd name="connsiteX668" fmla="*/ 1342441 w 7467600"/>
              <a:gd name="connsiteY668" fmla="*/ 1173017 h 6858000"/>
              <a:gd name="connsiteX669" fmla="*/ 1367925 w 7467600"/>
              <a:gd name="connsiteY669" fmla="*/ 1135648 h 6858000"/>
              <a:gd name="connsiteX670" fmla="*/ 1771401 w 7467600"/>
              <a:gd name="connsiteY670" fmla="*/ 1806673 h 6858000"/>
              <a:gd name="connsiteX671" fmla="*/ 1972385 w 7467600"/>
              <a:gd name="connsiteY671" fmla="*/ 2198735 h 6858000"/>
              <a:gd name="connsiteX672" fmla="*/ 2040892 w 7467600"/>
              <a:gd name="connsiteY672" fmla="*/ 2405205 h 6858000"/>
              <a:gd name="connsiteX673" fmla="*/ 2131689 w 7467600"/>
              <a:gd name="connsiteY673" fmla="*/ 1936926 h 6858000"/>
              <a:gd name="connsiteX674" fmla="*/ 2454820 w 7467600"/>
              <a:gd name="connsiteY674" fmla="*/ 1248808 h 6858000"/>
              <a:gd name="connsiteX675" fmla="*/ 2492512 w 7467600"/>
              <a:gd name="connsiteY675" fmla="*/ 1302920 h 6858000"/>
              <a:gd name="connsiteX676" fmla="*/ 2081216 w 7467600"/>
              <a:gd name="connsiteY676" fmla="*/ 2527513 h 6858000"/>
              <a:gd name="connsiteX677" fmla="*/ 2081211 w 7467600"/>
              <a:gd name="connsiteY677" fmla="*/ 2528916 h 6858000"/>
              <a:gd name="connsiteX678" fmla="*/ 2199067 w 7467600"/>
              <a:gd name="connsiteY678" fmla="*/ 2884061 h 6858000"/>
              <a:gd name="connsiteX679" fmla="*/ 3192586 w 7467600"/>
              <a:gd name="connsiteY679" fmla="*/ 3411496 h 6858000"/>
              <a:gd name="connsiteX680" fmla="*/ 3182620 w 7467600"/>
              <a:gd name="connsiteY680" fmla="*/ 3483279 h 6858000"/>
              <a:gd name="connsiteX681" fmla="*/ 2435119 w 7467600"/>
              <a:gd name="connsiteY681" fmla="*/ 3080173 h 6858000"/>
              <a:gd name="connsiteX682" fmla="*/ 2410152 w 7467600"/>
              <a:gd name="connsiteY682" fmla="*/ 3063751 h 6858000"/>
              <a:gd name="connsiteX683" fmla="*/ 2408099 w 7467600"/>
              <a:gd name="connsiteY683" fmla="*/ 3064403 h 6858000"/>
              <a:gd name="connsiteX684" fmla="*/ 2407218 w 7467600"/>
              <a:gd name="connsiteY684" fmla="*/ 3070324 h 6858000"/>
              <a:gd name="connsiteX685" fmla="*/ 2380138 w 7467600"/>
              <a:gd name="connsiteY685" fmla="*/ 3099341 h 6858000"/>
              <a:gd name="connsiteX686" fmla="*/ 1765923 w 7467600"/>
              <a:gd name="connsiteY686" fmla="*/ 3581043 h 6858000"/>
              <a:gd name="connsiteX687" fmla="*/ 1702258 w 7467600"/>
              <a:gd name="connsiteY687" fmla="*/ 3612286 h 6858000"/>
              <a:gd name="connsiteX688" fmla="*/ 1538370 w 7467600"/>
              <a:gd name="connsiteY688" fmla="*/ 3811804 h 6858000"/>
              <a:gd name="connsiteX689" fmla="*/ 542867 w 7467600"/>
              <a:gd name="connsiteY689" fmla="*/ 4944092 h 6858000"/>
              <a:gd name="connsiteX690" fmla="*/ 515800 w 7467600"/>
              <a:gd name="connsiteY690" fmla="*/ 4862180 h 6858000"/>
              <a:gd name="connsiteX691" fmla="*/ 909145 w 7467600"/>
              <a:gd name="connsiteY691" fmla="*/ 4199225 h 6858000"/>
              <a:gd name="connsiteX692" fmla="*/ 1214067 w 7467600"/>
              <a:gd name="connsiteY692" fmla="*/ 3908561 h 6858000"/>
              <a:gd name="connsiteX693" fmla="*/ 640967 w 7467600"/>
              <a:gd name="connsiteY693" fmla="*/ 4105601 h 6858000"/>
              <a:gd name="connsiteX694" fmla="*/ 112563 w 7467600"/>
              <a:gd name="connsiteY694" fmla="*/ 4396952 h 6858000"/>
              <a:gd name="connsiteX695" fmla="*/ 0 w 7467600"/>
              <a:gd name="connsiteY695" fmla="*/ 4466006 h 6858000"/>
              <a:gd name="connsiteX696" fmla="*/ 0 w 7467600"/>
              <a:gd name="connsiteY696" fmla="*/ 4233763 h 6858000"/>
              <a:gd name="connsiteX697" fmla="*/ 36881 w 7467600"/>
              <a:gd name="connsiteY697" fmla="*/ 4200118 h 6858000"/>
              <a:gd name="connsiteX698" fmla="*/ 910534 w 7467600"/>
              <a:gd name="connsiteY698" fmla="*/ 3629753 h 6858000"/>
              <a:gd name="connsiteX699" fmla="*/ 1578717 w 7467600"/>
              <a:gd name="connsiteY699" fmla="*/ 3575982 h 6858000"/>
              <a:gd name="connsiteX700" fmla="*/ 2338780 w 7467600"/>
              <a:gd name="connsiteY700" fmla="*/ 3033725 h 6858000"/>
              <a:gd name="connsiteX701" fmla="*/ 1807991 w 7467600"/>
              <a:gd name="connsiteY701" fmla="*/ 2807184 h 6858000"/>
              <a:gd name="connsiteX702" fmla="*/ 1416358 w 7467600"/>
              <a:gd name="connsiteY702" fmla="*/ 3112571 h 6858000"/>
              <a:gd name="connsiteX703" fmla="*/ 939066 w 7467600"/>
              <a:gd name="connsiteY703" fmla="*/ 3378798 h 6858000"/>
              <a:gd name="connsiteX704" fmla="*/ 115099 w 7467600"/>
              <a:gd name="connsiteY704" fmla="*/ 3607650 h 6858000"/>
              <a:gd name="connsiteX705" fmla="*/ 97284 w 7467600"/>
              <a:gd name="connsiteY705" fmla="*/ 3520393 h 6858000"/>
              <a:gd name="connsiteX706" fmla="*/ 922050 w 7467600"/>
              <a:gd name="connsiteY706" fmla="*/ 3074867 h 6858000"/>
              <a:gd name="connsiteX707" fmla="*/ 1405265 w 7467600"/>
              <a:gd name="connsiteY707" fmla="*/ 3016319 h 6858000"/>
              <a:gd name="connsiteX708" fmla="*/ 1407512 w 7467600"/>
              <a:gd name="connsiteY708" fmla="*/ 3018001 h 6858000"/>
              <a:gd name="connsiteX709" fmla="*/ 1726266 w 7467600"/>
              <a:gd name="connsiteY709" fmla="*/ 2777274 h 6858000"/>
              <a:gd name="connsiteX710" fmla="*/ 625390 w 7467600"/>
              <a:gd name="connsiteY710" fmla="*/ 2514541 h 6858000"/>
              <a:gd name="connsiteX711" fmla="*/ 619799 w 7467600"/>
              <a:gd name="connsiteY711" fmla="*/ 2527180 h 6858000"/>
              <a:gd name="connsiteX712" fmla="*/ 310030 w 7467600"/>
              <a:gd name="connsiteY712" fmla="*/ 2771818 h 6858000"/>
              <a:gd name="connsiteX713" fmla="*/ 173877 w 7467600"/>
              <a:gd name="connsiteY713" fmla="*/ 2937056 h 6858000"/>
              <a:gd name="connsiteX714" fmla="*/ 77889 w 7467600"/>
              <a:gd name="connsiteY714" fmla="*/ 3138440 h 6858000"/>
              <a:gd name="connsiteX715" fmla="*/ 0 w 7467600"/>
              <a:gd name="connsiteY715" fmla="*/ 3271395 h 6858000"/>
              <a:gd name="connsiteX716" fmla="*/ 0 w 7467600"/>
              <a:gd name="connsiteY716" fmla="*/ 3153002 h 6858000"/>
              <a:gd name="connsiteX717" fmla="*/ 2386 w 7467600"/>
              <a:gd name="connsiteY717" fmla="*/ 3149203 h 6858000"/>
              <a:gd name="connsiteX718" fmla="*/ 89753 w 7467600"/>
              <a:gd name="connsiteY718" fmla="*/ 2987702 h 6858000"/>
              <a:gd name="connsiteX719" fmla="*/ 76869 w 7467600"/>
              <a:gd name="connsiteY719" fmla="*/ 3005404 h 6858000"/>
              <a:gd name="connsiteX720" fmla="*/ 32049 w 7467600"/>
              <a:gd name="connsiteY720" fmla="*/ 3065814 h 6858000"/>
              <a:gd name="connsiteX721" fmla="*/ 0 w 7467600"/>
              <a:gd name="connsiteY721" fmla="*/ 3108744 h 6858000"/>
              <a:gd name="connsiteX722" fmla="*/ 0 w 7467600"/>
              <a:gd name="connsiteY722" fmla="*/ 3058059 h 6858000"/>
              <a:gd name="connsiteX723" fmla="*/ 7610 w 7467600"/>
              <a:gd name="connsiteY723" fmla="*/ 3047889 h 6858000"/>
              <a:gd name="connsiteX724" fmla="*/ 52419 w 7467600"/>
              <a:gd name="connsiteY724" fmla="*/ 2987479 h 6858000"/>
              <a:gd name="connsiteX725" fmla="*/ 59142 w 7467600"/>
              <a:gd name="connsiteY725" fmla="*/ 2978488 h 6858000"/>
              <a:gd name="connsiteX726" fmla="*/ 0 w 7467600"/>
              <a:gd name="connsiteY726" fmla="*/ 3015334 h 6858000"/>
              <a:gd name="connsiteX727" fmla="*/ 0 w 7467600"/>
              <a:gd name="connsiteY727" fmla="*/ 2914286 h 6858000"/>
              <a:gd name="connsiteX728" fmla="*/ 36383 w 7467600"/>
              <a:gd name="connsiteY728" fmla="*/ 2901128 h 6858000"/>
              <a:gd name="connsiteX729" fmla="*/ 156329 w 7467600"/>
              <a:gd name="connsiteY729" fmla="*/ 2840533 h 6858000"/>
              <a:gd name="connsiteX730" fmla="*/ 358355 w 7467600"/>
              <a:gd name="connsiteY730" fmla="*/ 2620471 h 6858000"/>
              <a:gd name="connsiteX731" fmla="*/ 510577 w 7467600"/>
              <a:gd name="connsiteY731" fmla="*/ 2501244 h 6858000"/>
              <a:gd name="connsiteX732" fmla="*/ 211967 w 7467600"/>
              <a:gd name="connsiteY732" fmla="*/ 2479171 h 6858000"/>
              <a:gd name="connsiteX733" fmla="*/ 0 w 7467600"/>
              <a:gd name="connsiteY733" fmla="*/ 2476398 h 6858000"/>
              <a:gd name="connsiteX734" fmla="*/ 0 w 7467600"/>
              <a:gd name="connsiteY734" fmla="*/ 2389189 h 6858000"/>
              <a:gd name="connsiteX735" fmla="*/ 103062 w 7467600"/>
              <a:gd name="connsiteY735" fmla="*/ 2389518 h 6858000"/>
              <a:gd name="connsiteX736" fmla="*/ 510734 w 7467600"/>
              <a:gd name="connsiteY736" fmla="*/ 2416201 h 6858000"/>
              <a:gd name="connsiteX737" fmla="*/ 279257 w 7467600"/>
              <a:gd name="connsiteY737" fmla="*/ 2092102 h 6858000"/>
              <a:gd name="connsiteX738" fmla="*/ 65265 w 7467600"/>
              <a:gd name="connsiteY738" fmla="*/ 2006049 h 6858000"/>
              <a:gd name="connsiteX739" fmla="*/ 0 w 7467600"/>
              <a:gd name="connsiteY739" fmla="*/ 1982532 h 6858000"/>
              <a:gd name="connsiteX740" fmla="*/ 0 w 7467600"/>
              <a:gd name="connsiteY740" fmla="*/ 1912789 h 6858000"/>
              <a:gd name="connsiteX741" fmla="*/ 97460 w 7467600"/>
              <a:gd name="connsiteY741" fmla="*/ 1953725 h 6858000"/>
              <a:gd name="connsiteX742" fmla="*/ 221272 w 7467600"/>
              <a:gd name="connsiteY742" fmla="*/ 1980766 h 6858000"/>
              <a:gd name="connsiteX743" fmla="*/ 116765 w 7467600"/>
              <a:gd name="connsiteY743" fmla="*/ 1911033 h 6858000"/>
              <a:gd name="connsiteX744" fmla="*/ 16405 w 7467600"/>
              <a:gd name="connsiteY744" fmla="*/ 1803412 h 6858000"/>
              <a:gd name="connsiteX745" fmla="*/ 0 w 7467600"/>
              <a:gd name="connsiteY745" fmla="*/ 1784777 h 6858000"/>
              <a:gd name="connsiteX746" fmla="*/ 0 w 7467600"/>
              <a:gd name="connsiteY746" fmla="*/ 1740082 h 6858000"/>
              <a:gd name="connsiteX747" fmla="*/ 39394 w 7467600"/>
              <a:gd name="connsiteY747" fmla="*/ 1784856 h 6858000"/>
              <a:gd name="connsiteX748" fmla="*/ 135813 w 7467600"/>
              <a:gd name="connsiteY748" fmla="*/ 1888838 h 6858000"/>
              <a:gd name="connsiteX749" fmla="*/ 242575 w 7467600"/>
              <a:gd name="connsiteY749" fmla="*/ 1958841 h 6858000"/>
              <a:gd name="connsiteX750" fmla="*/ 82197 w 7467600"/>
              <a:gd name="connsiteY750" fmla="*/ 1754826 h 6858000"/>
              <a:gd name="connsiteX751" fmla="*/ 0 w 7467600"/>
              <a:gd name="connsiteY751" fmla="*/ 1679650 h 6858000"/>
              <a:gd name="connsiteX752" fmla="*/ 0 w 7467600"/>
              <a:gd name="connsiteY752" fmla="*/ 1602463 h 6858000"/>
              <a:gd name="connsiteX753" fmla="*/ 84689 w 7467600"/>
              <a:gd name="connsiteY753" fmla="*/ 1677442 h 6858000"/>
              <a:gd name="connsiteX754" fmla="*/ 298437 w 7467600"/>
              <a:gd name="connsiteY754" fmla="*/ 1968019 h 6858000"/>
              <a:gd name="connsiteX755" fmla="*/ 227269 w 7467600"/>
              <a:gd name="connsiteY755" fmla="*/ 1114064 h 6858000"/>
              <a:gd name="connsiteX756" fmla="*/ 248003 w 7467600"/>
              <a:gd name="connsiteY756" fmla="*/ 1089613 h 6858000"/>
              <a:gd name="connsiteX757" fmla="*/ 427020 w 7467600"/>
              <a:gd name="connsiteY757" fmla="*/ 1619803 h 6858000"/>
              <a:gd name="connsiteX758" fmla="*/ 340345 w 7467600"/>
              <a:gd name="connsiteY758" fmla="*/ 2027739 h 6858000"/>
              <a:gd name="connsiteX759" fmla="*/ 360865 w 7467600"/>
              <a:gd name="connsiteY759" fmla="*/ 2044827 h 6858000"/>
              <a:gd name="connsiteX760" fmla="*/ 560414 w 7467600"/>
              <a:gd name="connsiteY760" fmla="*/ 2421457 h 6858000"/>
              <a:gd name="connsiteX761" fmla="*/ 1359703 w 7467600"/>
              <a:gd name="connsiteY761" fmla="*/ 2578554 h 6858000"/>
              <a:gd name="connsiteX762" fmla="*/ 1359422 w 7467600"/>
              <a:gd name="connsiteY762" fmla="*/ 2577994 h 6858000"/>
              <a:gd name="connsiteX763" fmla="*/ 828701 w 7467600"/>
              <a:gd name="connsiteY763" fmla="*/ 1839520 h 6858000"/>
              <a:gd name="connsiteX764" fmla="*/ 494427 w 7467600"/>
              <a:gd name="connsiteY764" fmla="*/ 1092333 h 6858000"/>
              <a:gd name="connsiteX765" fmla="*/ 506322 w 7467600"/>
              <a:gd name="connsiteY765" fmla="*/ 1020997 h 6858000"/>
              <a:gd name="connsiteX766" fmla="*/ 4570198 w 7467600"/>
              <a:gd name="connsiteY766" fmla="*/ 978081 h 6858000"/>
              <a:gd name="connsiteX767" fmla="*/ 4523691 w 7467600"/>
              <a:gd name="connsiteY767" fmla="*/ 1127776 h 6858000"/>
              <a:gd name="connsiteX768" fmla="*/ 4509875 w 7467600"/>
              <a:gd name="connsiteY768" fmla="*/ 1167552 h 6858000"/>
              <a:gd name="connsiteX769" fmla="*/ 4478168 w 7467600"/>
              <a:gd name="connsiteY769" fmla="*/ 1260735 h 6858000"/>
              <a:gd name="connsiteX770" fmla="*/ 4409309 w 7467600"/>
              <a:gd name="connsiteY770" fmla="*/ 1666996 h 6858000"/>
              <a:gd name="connsiteX771" fmla="*/ 4370031 w 7467600"/>
              <a:gd name="connsiteY771" fmla="*/ 1955666 h 6858000"/>
              <a:gd name="connsiteX772" fmla="*/ 4570198 w 7467600"/>
              <a:gd name="connsiteY772" fmla="*/ 978081 h 6858000"/>
              <a:gd name="connsiteX773" fmla="*/ 4557898 w 7467600"/>
              <a:gd name="connsiteY773" fmla="*/ 900011 h 6858000"/>
              <a:gd name="connsiteX774" fmla="*/ 4344840 w 7467600"/>
              <a:gd name="connsiteY774" fmla="*/ 1922038 h 6858000"/>
              <a:gd name="connsiteX775" fmla="*/ 4378710 w 7467600"/>
              <a:gd name="connsiteY775" fmla="*/ 1665516 h 6858000"/>
              <a:gd name="connsiteX776" fmla="*/ 4448798 w 7467600"/>
              <a:gd name="connsiteY776" fmla="*/ 1253024 h 6858000"/>
              <a:gd name="connsiteX777" fmla="*/ 4480315 w 7467600"/>
              <a:gd name="connsiteY777" fmla="*/ 1158454 h 6858000"/>
              <a:gd name="connsiteX778" fmla="*/ 4494133 w 7467600"/>
              <a:gd name="connsiteY778" fmla="*/ 1118676 h 6858000"/>
              <a:gd name="connsiteX779" fmla="*/ 4557898 w 7467600"/>
              <a:gd name="connsiteY779" fmla="*/ 900011 h 6858000"/>
              <a:gd name="connsiteX780" fmla="*/ 5870151 w 7467600"/>
              <a:gd name="connsiteY780" fmla="*/ 898890 h 6858000"/>
              <a:gd name="connsiteX781" fmla="*/ 5861335 w 7467600"/>
              <a:gd name="connsiteY781" fmla="*/ 899177 h 6858000"/>
              <a:gd name="connsiteX782" fmla="*/ 5843702 w 7467600"/>
              <a:gd name="connsiteY782" fmla="*/ 899748 h 6858000"/>
              <a:gd name="connsiteX783" fmla="*/ 5651107 w 7467600"/>
              <a:gd name="connsiteY783" fmla="*/ 920306 h 6858000"/>
              <a:gd name="connsiteX784" fmla="*/ 5459407 w 7467600"/>
              <a:gd name="connsiteY784" fmla="*/ 940975 h 6858000"/>
              <a:gd name="connsiteX785" fmla="*/ 5374846 w 7467600"/>
              <a:gd name="connsiteY785" fmla="*/ 941988 h 6858000"/>
              <a:gd name="connsiteX786" fmla="*/ 5256105 w 7467600"/>
              <a:gd name="connsiteY786" fmla="*/ 945632 h 6858000"/>
              <a:gd name="connsiteX787" fmla="*/ 5107071 w 7467600"/>
              <a:gd name="connsiteY787" fmla="*/ 969720 h 6858000"/>
              <a:gd name="connsiteX788" fmla="*/ 4998681 w 7467600"/>
              <a:gd name="connsiteY788" fmla="*/ 988771 h 6858000"/>
              <a:gd name="connsiteX789" fmla="*/ 5870151 w 7467600"/>
              <a:gd name="connsiteY789" fmla="*/ 898890 h 6858000"/>
              <a:gd name="connsiteX790" fmla="*/ 5504425 w 7467600"/>
              <a:gd name="connsiteY790" fmla="*/ 848067 h 6858000"/>
              <a:gd name="connsiteX791" fmla="*/ 4968849 w 7467600"/>
              <a:gd name="connsiteY791" fmla="*/ 962318 h 6858000"/>
              <a:gd name="connsiteX792" fmla="*/ 5104039 w 7467600"/>
              <a:gd name="connsiteY792" fmla="*/ 940634 h 6858000"/>
              <a:gd name="connsiteX793" fmla="*/ 5256311 w 7467600"/>
              <a:gd name="connsiteY793" fmla="*/ 916490 h 6858000"/>
              <a:gd name="connsiteX794" fmla="*/ 5377381 w 7467600"/>
              <a:gd name="connsiteY794" fmla="*/ 912671 h 6858000"/>
              <a:gd name="connsiteX795" fmla="*/ 5460148 w 7467600"/>
              <a:gd name="connsiteY795" fmla="*/ 911442 h 6858000"/>
              <a:gd name="connsiteX796" fmla="*/ 5648971 w 7467600"/>
              <a:gd name="connsiteY796" fmla="*/ 891331 h 6858000"/>
              <a:gd name="connsiteX797" fmla="*/ 5844807 w 7467600"/>
              <a:gd name="connsiteY797" fmla="*/ 870718 h 6858000"/>
              <a:gd name="connsiteX798" fmla="*/ 5862975 w 7467600"/>
              <a:gd name="connsiteY798" fmla="*/ 869756 h 6858000"/>
              <a:gd name="connsiteX799" fmla="*/ 5920887 w 7467600"/>
              <a:gd name="connsiteY799" fmla="*/ 865929 h 6858000"/>
              <a:gd name="connsiteX800" fmla="*/ 5504425 w 7467600"/>
              <a:gd name="connsiteY800" fmla="*/ 848067 h 6858000"/>
              <a:gd name="connsiteX801" fmla="*/ 3607114 w 7467600"/>
              <a:gd name="connsiteY801" fmla="*/ 467441 h 6858000"/>
              <a:gd name="connsiteX802" fmla="*/ 3296242 w 7467600"/>
              <a:gd name="connsiteY802" fmla="*/ 807991 h 6858000"/>
              <a:gd name="connsiteX803" fmla="*/ 3174674 w 7467600"/>
              <a:gd name="connsiteY803" fmla="*/ 919759 h 6858000"/>
              <a:gd name="connsiteX804" fmla="*/ 3042978 w 7467600"/>
              <a:gd name="connsiteY804" fmla="*/ 1054894 h 6858000"/>
              <a:gd name="connsiteX805" fmla="*/ 2968914 w 7467600"/>
              <a:gd name="connsiteY805" fmla="*/ 1133756 h 6858000"/>
              <a:gd name="connsiteX806" fmla="*/ 3103823 w 7467600"/>
              <a:gd name="connsiteY806" fmla="*/ 1026814 h 6858000"/>
              <a:gd name="connsiteX807" fmla="*/ 3607114 w 7467600"/>
              <a:gd name="connsiteY807" fmla="*/ 467441 h 6858000"/>
              <a:gd name="connsiteX808" fmla="*/ 3744487 w 7467600"/>
              <a:gd name="connsiteY808" fmla="*/ 383136 h 6858000"/>
              <a:gd name="connsiteX809" fmla="*/ 3970213 w 7467600"/>
              <a:gd name="connsiteY809" fmla="*/ 995559 h 6858000"/>
              <a:gd name="connsiteX810" fmla="*/ 3744487 w 7467600"/>
              <a:gd name="connsiteY810" fmla="*/ 383136 h 6858000"/>
              <a:gd name="connsiteX811" fmla="*/ 3624562 w 7467600"/>
              <a:gd name="connsiteY811" fmla="*/ 367041 h 6858000"/>
              <a:gd name="connsiteX812" fmla="*/ 3489712 w 7467600"/>
              <a:gd name="connsiteY812" fmla="*/ 485386 h 6858000"/>
              <a:gd name="connsiteX813" fmla="*/ 3182994 w 7467600"/>
              <a:gd name="connsiteY813" fmla="*/ 828265 h 6858000"/>
              <a:gd name="connsiteX814" fmla="*/ 2892114 w 7467600"/>
              <a:gd name="connsiteY814" fmla="*/ 1172635 h 6858000"/>
              <a:gd name="connsiteX815" fmla="*/ 3021459 w 7467600"/>
              <a:gd name="connsiteY815" fmla="*/ 1035385 h 6858000"/>
              <a:gd name="connsiteX816" fmla="*/ 3153873 w 7467600"/>
              <a:gd name="connsiteY816" fmla="*/ 898971 h 6858000"/>
              <a:gd name="connsiteX817" fmla="*/ 3276511 w 7467600"/>
              <a:gd name="connsiteY817" fmla="*/ 786423 h 6858000"/>
              <a:gd name="connsiteX818" fmla="*/ 3584154 w 7467600"/>
              <a:gd name="connsiteY818" fmla="*/ 448218 h 6858000"/>
              <a:gd name="connsiteX819" fmla="*/ 3624562 w 7467600"/>
              <a:gd name="connsiteY819" fmla="*/ 367041 h 6858000"/>
              <a:gd name="connsiteX820" fmla="*/ 3766672 w 7467600"/>
              <a:gd name="connsiteY820" fmla="*/ 359429 h 6858000"/>
              <a:gd name="connsiteX821" fmla="*/ 3996338 w 7467600"/>
              <a:gd name="connsiteY821" fmla="*/ 968237 h 6858000"/>
              <a:gd name="connsiteX822" fmla="*/ 3766672 w 7467600"/>
              <a:gd name="connsiteY822" fmla="*/ 359429 h 6858000"/>
              <a:gd name="connsiteX823" fmla="*/ 5805386 w 7467600"/>
              <a:gd name="connsiteY823" fmla="*/ 239240 h 6858000"/>
              <a:gd name="connsiteX824" fmla="*/ 5736947 w 7467600"/>
              <a:gd name="connsiteY824" fmla="*/ 261367 h 6858000"/>
              <a:gd name="connsiteX825" fmla="*/ 5427012 w 7467600"/>
              <a:gd name="connsiteY825" fmla="*/ 311272 h 6858000"/>
              <a:gd name="connsiteX826" fmla="*/ 5147818 w 7467600"/>
              <a:gd name="connsiteY826" fmla="*/ 322112 h 6858000"/>
              <a:gd name="connsiteX827" fmla="*/ 5060854 w 7467600"/>
              <a:gd name="connsiteY827" fmla="*/ 311882 h 6858000"/>
              <a:gd name="connsiteX828" fmla="*/ 4945989 w 7467600"/>
              <a:gd name="connsiteY828" fmla="*/ 300516 h 6858000"/>
              <a:gd name="connsiteX829" fmla="*/ 5410479 w 7467600"/>
              <a:gd name="connsiteY829" fmla="*/ 348434 h 6858000"/>
              <a:gd name="connsiteX830" fmla="*/ 5805386 w 7467600"/>
              <a:gd name="connsiteY830" fmla="*/ 239240 h 6858000"/>
              <a:gd name="connsiteX831" fmla="*/ 5905192 w 7467600"/>
              <a:gd name="connsiteY831" fmla="*/ 163079 h 6858000"/>
              <a:gd name="connsiteX832" fmla="*/ 5865655 w 7467600"/>
              <a:gd name="connsiteY832" fmla="*/ 171901 h 6858000"/>
              <a:gd name="connsiteX833" fmla="*/ 5259740 w 7467600"/>
              <a:gd name="connsiteY833" fmla="*/ 257013 h 6858000"/>
              <a:gd name="connsiteX834" fmla="*/ 5208466 w 7467600"/>
              <a:gd name="connsiteY834" fmla="*/ 257550 h 6858000"/>
              <a:gd name="connsiteX835" fmla="*/ 4980204 w 7467600"/>
              <a:gd name="connsiteY835" fmla="*/ 271903 h 6858000"/>
              <a:gd name="connsiteX836" fmla="*/ 5068068 w 7467600"/>
              <a:gd name="connsiteY836" fmla="*/ 282244 h 6858000"/>
              <a:gd name="connsiteX837" fmla="*/ 5153231 w 7467600"/>
              <a:gd name="connsiteY837" fmla="*/ 292240 h 6858000"/>
              <a:gd name="connsiteX838" fmla="*/ 5426491 w 7467600"/>
              <a:gd name="connsiteY838" fmla="*/ 281128 h 6858000"/>
              <a:gd name="connsiteX839" fmla="*/ 5731212 w 7467600"/>
              <a:gd name="connsiteY839" fmla="*/ 231951 h 6858000"/>
              <a:gd name="connsiteX840" fmla="*/ 5905192 w 7467600"/>
              <a:gd name="connsiteY840" fmla="*/ 163079 h 6858000"/>
              <a:gd name="connsiteX841" fmla="*/ 5944437 w 7467600"/>
              <a:gd name="connsiteY841" fmla="*/ 113829 h 6858000"/>
              <a:gd name="connsiteX842" fmla="*/ 5825032 w 7467600"/>
              <a:gd name="connsiteY842" fmla="*/ 146405 h 6858000"/>
              <a:gd name="connsiteX843" fmla="*/ 4955599 w 7467600"/>
              <a:gd name="connsiteY843" fmla="*/ 247008 h 6858000"/>
              <a:gd name="connsiteX844" fmla="*/ 5210104 w 7467600"/>
              <a:gd name="connsiteY844" fmla="*/ 228123 h 6858000"/>
              <a:gd name="connsiteX845" fmla="*/ 5261015 w 7467600"/>
              <a:gd name="connsiteY845" fmla="*/ 227087 h 6858000"/>
              <a:gd name="connsiteX846" fmla="*/ 5861181 w 7467600"/>
              <a:gd name="connsiteY846" fmla="*/ 143093 h 6858000"/>
              <a:gd name="connsiteX847" fmla="*/ 5961252 w 7467600"/>
              <a:gd name="connsiteY847" fmla="*/ 114820 h 6858000"/>
              <a:gd name="connsiteX848" fmla="*/ 5944437 w 7467600"/>
              <a:gd name="connsiteY848" fmla="*/ 113829 h 6858000"/>
              <a:gd name="connsiteX849" fmla="*/ 3882765 w 7467600"/>
              <a:gd name="connsiteY849" fmla="*/ 0 h 6858000"/>
              <a:gd name="connsiteX850" fmla="*/ 3995099 w 7467600"/>
              <a:gd name="connsiteY850" fmla="*/ 0 h 6858000"/>
              <a:gd name="connsiteX851" fmla="*/ 4163818 w 7467600"/>
              <a:gd name="connsiteY851" fmla="*/ 234104 h 6858000"/>
              <a:gd name="connsiteX852" fmla="*/ 4172099 w 7467600"/>
              <a:gd name="connsiteY852" fmla="*/ 234207 h 6858000"/>
              <a:gd name="connsiteX853" fmla="*/ 4784282 w 7467600"/>
              <a:gd name="connsiteY853" fmla="*/ 276561 h 6858000"/>
              <a:gd name="connsiteX854" fmla="*/ 4801687 w 7467600"/>
              <a:gd name="connsiteY854" fmla="*/ 267764 h 6858000"/>
              <a:gd name="connsiteX855" fmla="*/ 6082788 w 7467600"/>
              <a:gd name="connsiteY855" fmla="*/ 64119 h 6858000"/>
              <a:gd name="connsiteX856" fmla="*/ 6099442 w 7467600"/>
              <a:gd name="connsiteY856" fmla="*/ 82568 h 6858000"/>
              <a:gd name="connsiteX857" fmla="*/ 4804137 w 7467600"/>
              <a:gd name="connsiteY857" fmla="*/ 320931 h 6858000"/>
              <a:gd name="connsiteX858" fmla="*/ 4227047 w 7467600"/>
              <a:gd name="connsiteY858" fmla="*/ 313415 h 6858000"/>
              <a:gd name="connsiteX859" fmla="*/ 4346041 w 7467600"/>
              <a:gd name="connsiteY859" fmla="*/ 456086 h 6858000"/>
              <a:gd name="connsiteX860" fmla="*/ 4870967 w 7467600"/>
              <a:gd name="connsiteY860" fmla="*/ 963061 h 6858000"/>
              <a:gd name="connsiteX861" fmla="*/ 4889647 w 7467600"/>
              <a:gd name="connsiteY861" fmla="*/ 957147 h 6858000"/>
              <a:gd name="connsiteX862" fmla="*/ 5422504 w 7467600"/>
              <a:gd name="connsiteY862" fmla="*/ 805191 h 6858000"/>
              <a:gd name="connsiteX863" fmla="*/ 6087656 w 7467600"/>
              <a:gd name="connsiteY863" fmla="*/ 826703 h 6858000"/>
              <a:gd name="connsiteX864" fmla="*/ 6058717 w 7467600"/>
              <a:gd name="connsiteY864" fmla="*/ 865992 h 6858000"/>
              <a:gd name="connsiteX865" fmla="*/ 4974153 w 7467600"/>
              <a:gd name="connsiteY865" fmla="*/ 1045456 h 6858000"/>
              <a:gd name="connsiteX866" fmla="*/ 5627835 w 7467600"/>
              <a:gd name="connsiteY866" fmla="*/ 1472077 h 6858000"/>
              <a:gd name="connsiteX867" fmla="*/ 5629817 w 7467600"/>
              <a:gd name="connsiteY867" fmla="*/ 1471412 h 6858000"/>
              <a:gd name="connsiteX868" fmla="*/ 5634124 w 7467600"/>
              <a:gd name="connsiteY868" fmla="*/ 1470572 h 6858000"/>
              <a:gd name="connsiteX869" fmla="*/ 5755832 w 7467600"/>
              <a:gd name="connsiteY869" fmla="*/ 1383886 h 6858000"/>
              <a:gd name="connsiteX870" fmla="*/ 6014186 w 7467600"/>
              <a:gd name="connsiteY870" fmla="*/ 1279799 h 6858000"/>
              <a:gd name="connsiteX871" fmla="*/ 6901619 w 7467600"/>
              <a:gd name="connsiteY871" fmla="*/ 1047874 h 6858000"/>
              <a:gd name="connsiteX872" fmla="*/ 6931566 w 7467600"/>
              <a:gd name="connsiteY872" fmla="*/ 1062034 h 6858000"/>
              <a:gd name="connsiteX873" fmla="*/ 5790982 w 7467600"/>
              <a:gd name="connsiteY873" fmla="*/ 1561380 h 6858000"/>
              <a:gd name="connsiteX874" fmla="*/ 6188971 w 7467600"/>
              <a:gd name="connsiteY874" fmla="*/ 1755168 h 6858000"/>
              <a:gd name="connsiteX875" fmla="*/ 6202446 w 7467600"/>
              <a:gd name="connsiteY875" fmla="*/ 1752268 h 6858000"/>
              <a:gd name="connsiteX876" fmla="*/ 7179560 w 7467600"/>
              <a:gd name="connsiteY876" fmla="*/ 1467551 h 6858000"/>
              <a:gd name="connsiteX877" fmla="*/ 7158730 w 7467600"/>
              <a:gd name="connsiteY877" fmla="*/ 1507835 h 6858000"/>
              <a:gd name="connsiteX878" fmla="*/ 6326959 w 7467600"/>
              <a:gd name="connsiteY878" fmla="*/ 1817686 h 6858000"/>
              <a:gd name="connsiteX879" fmla="*/ 6537433 w 7467600"/>
              <a:gd name="connsiteY879" fmla="*/ 1907790 h 6858000"/>
              <a:gd name="connsiteX880" fmla="*/ 6550221 w 7467600"/>
              <a:gd name="connsiteY880" fmla="*/ 1910729 h 6858000"/>
              <a:gd name="connsiteX881" fmla="*/ 6964438 w 7467600"/>
              <a:gd name="connsiteY881" fmla="*/ 2209505 h 6858000"/>
              <a:gd name="connsiteX882" fmla="*/ 7367862 w 7467600"/>
              <a:gd name="connsiteY882" fmla="*/ 2806833 h 6858000"/>
              <a:gd name="connsiteX883" fmla="*/ 7364329 w 7467600"/>
              <a:gd name="connsiteY883" fmla="*/ 2826907 h 6858000"/>
              <a:gd name="connsiteX884" fmla="*/ 7290545 w 7467600"/>
              <a:gd name="connsiteY884" fmla="*/ 2850663 h 6858000"/>
              <a:gd name="connsiteX885" fmla="*/ 6472036 w 7467600"/>
              <a:gd name="connsiteY885" fmla="*/ 1959003 h 6858000"/>
              <a:gd name="connsiteX886" fmla="*/ 5792897 w 7467600"/>
              <a:gd name="connsiteY886" fmla="*/ 1647747 h 6858000"/>
              <a:gd name="connsiteX887" fmla="*/ 5842751 w 7467600"/>
              <a:gd name="connsiteY887" fmla="*/ 1816112 h 6858000"/>
              <a:gd name="connsiteX888" fmla="*/ 5847424 w 7467600"/>
              <a:gd name="connsiteY888" fmla="*/ 1815776 h 6858000"/>
              <a:gd name="connsiteX889" fmla="*/ 6399821 w 7467600"/>
              <a:gd name="connsiteY889" fmla="*/ 2344799 h 6858000"/>
              <a:gd name="connsiteX890" fmla="*/ 6323232 w 7467600"/>
              <a:gd name="connsiteY890" fmla="*/ 2389634 h 6858000"/>
              <a:gd name="connsiteX891" fmla="*/ 5942958 w 7467600"/>
              <a:gd name="connsiteY891" fmla="*/ 2077708 h 6858000"/>
              <a:gd name="connsiteX892" fmla="*/ 5921559 w 7467600"/>
              <a:gd name="connsiteY892" fmla="*/ 2378596 h 6858000"/>
              <a:gd name="connsiteX893" fmla="*/ 5817651 w 7467600"/>
              <a:gd name="connsiteY893" fmla="*/ 3023919 h 6858000"/>
              <a:gd name="connsiteX894" fmla="*/ 5729634 w 7467600"/>
              <a:gd name="connsiteY894" fmla="*/ 3051849 h 6858000"/>
              <a:gd name="connsiteX895" fmla="*/ 5611018 w 7467600"/>
              <a:gd name="connsiteY895" fmla="*/ 2316769 h 6858000"/>
              <a:gd name="connsiteX896" fmla="*/ 5687608 w 7467600"/>
              <a:gd name="connsiteY896" fmla="*/ 2039972 h 6858000"/>
              <a:gd name="connsiteX897" fmla="*/ 5657554 w 7467600"/>
              <a:gd name="connsiteY897" fmla="*/ 1576445 h 6858000"/>
              <a:gd name="connsiteX898" fmla="*/ 5150475 w 7467600"/>
              <a:gd name="connsiteY898" fmla="*/ 1274012 h 6858000"/>
              <a:gd name="connsiteX899" fmla="*/ 5349142 w 7467600"/>
              <a:gd name="connsiteY899" fmla="*/ 2204405 h 6858000"/>
              <a:gd name="connsiteX900" fmla="*/ 5262214 w 7467600"/>
              <a:gd name="connsiteY900" fmla="*/ 2233836 h 6858000"/>
              <a:gd name="connsiteX901" fmla="*/ 4981539 w 7467600"/>
              <a:gd name="connsiteY901" fmla="*/ 1542201 h 6858000"/>
              <a:gd name="connsiteX902" fmla="*/ 4958461 w 7467600"/>
              <a:gd name="connsiteY902" fmla="*/ 1136957 h 6858000"/>
              <a:gd name="connsiteX903" fmla="*/ 4655015 w 7467600"/>
              <a:gd name="connsiteY903" fmla="*/ 891426 h 6858000"/>
              <a:gd name="connsiteX904" fmla="*/ 4348002 w 7467600"/>
              <a:gd name="connsiteY904" fmla="*/ 2205895 h 6858000"/>
              <a:gd name="connsiteX905" fmla="*/ 4262250 w 7467600"/>
              <a:gd name="connsiteY905" fmla="*/ 2219972 h 6858000"/>
              <a:gd name="connsiteX906" fmla="*/ 4550611 w 7467600"/>
              <a:gd name="connsiteY906" fmla="*/ 817540 h 6858000"/>
              <a:gd name="connsiteX907" fmla="*/ 4564418 w 7467600"/>
              <a:gd name="connsiteY907" fmla="*/ 808293 h 6858000"/>
              <a:gd name="connsiteX908" fmla="*/ 4266388 w 7467600"/>
              <a:gd name="connsiteY908" fmla="*/ 500083 h 6858000"/>
              <a:gd name="connsiteX909" fmla="*/ 4032842 w 7467600"/>
              <a:gd name="connsiteY909" fmla="*/ 211809 h 6858000"/>
              <a:gd name="connsiteX910" fmla="*/ 3882765 w 7467600"/>
              <a:gd name="connsiteY910" fmla="*/ 0 h 6858000"/>
              <a:gd name="connsiteX911" fmla="*/ 3721337 w 7467600"/>
              <a:gd name="connsiteY911" fmla="*/ 0 h 6858000"/>
              <a:gd name="connsiteX912" fmla="*/ 3797544 w 7467600"/>
              <a:gd name="connsiteY912" fmla="*/ 0 h 6858000"/>
              <a:gd name="connsiteX913" fmla="*/ 3775734 w 7467600"/>
              <a:gd name="connsiteY913" fmla="*/ 95131 h 6858000"/>
              <a:gd name="connsiteX914" fmla="*/ 3724807 w 7467600"/>
              <a:gd name="connsiteY914" fmla="*/ 272257 h 6858000"/>
              <a:gd name="connsiteX915" fmla="*/ 3726844 w 7467600"/>
              <a:gd name="connsiteY915" fmla="*/ 282988 h 6858000"/>
              <a:gd name="connsiteX916" fmla="*/ 3742664 w 7467600"/>
              <a:gd name="connsiteY916" fmla="*/ 279918 h 6858000"/>
              <a:gd name="connsiteX917" fmla="*/ 4103910 w 7467600"/>
              <a:gd name="connsiteY917" fmla="*/ 1161917 h 6858000"/>
              <a:gd name="connsiteX918" fmla="*/ 4020269 w 7467600"/>
              <a:gd name="connsiteY918" fmla="*/ 1200406 h 6858000"/>
              <a:gd name="connsiteX919" fmla="*/ 3674882 w 7467600"/>
              <a:gd name="connsiteY919" fmla="*/ 488524 h 6858000"/>
              <a:gd name="connsiteX920" fmla="*/ 3132682 w 7467600"/>
              <a:gd name="connsiteY920" fmla="*/ 1072284 h 6858000"/>
              <a:gd name="connsiteX921" fmla="*/ 2716346 w 7467600"/>
              <a:gd name="connsiteY921" fmla="*/ 1276376 h 6858000"/>
              <a:gd name="connsiteX922" fmla="*/ 2716772 w 7467600"/>
              <a:gd name="connsiteY922" fmla="*/ 1255462 h 6858000"/>
              <a:gd name="connsiteX923" fmla="*/ 3471096 w 7467600"/>
              <a:gd name="connsiteY923" fmla="*/ 437072 h 6858000"/>
              <a:gd name="connsiteX924" fmla="*/ 3639057 w 7467600"/>
              <a:gd name="connsiteY924" fmla="*/ 286334 h 6858000"/>
              <a:gd name="connsiteX925" fmla="*/ 3640309 w 7467600"/>
              <a:gd name="connsiteY925" fmla="*/ 284664 h 6858000"/>
              <a:gd name="connsiteX926" fmla="*/ 3646022 w 7467600"/>
              <a:gd name="connsiteY926" fmla="*/ 276711 h 6858000"/>
              <a:gd name="connsiteX927" fmla="*/ 3707943 w 7467600"/>
              <a:gd name="connsiteY927" fmla="*/ 65958 h 6858000"/>
              <a:gd name="connsiteX928" fmla="*/ 3721337 w 7467600"/>
              <a:gd name="connsiteY928" fmla="*/ 0 h 6858000"/>
              <a:gd name="connsiteX929" fmla="*/ 2867960 w 7467600"/>
              <a:gd name="connsiteY929" fmla="*/ 0 h 6858000"/>
              <a:gd name="connsiteX930" fmla="*/ 2926351 w 7467600"/>
              <a:gd name="connsiteY930" fmla="*/ 0 h 6858000"/>
              <a:gd name="connsiteX931" fmla="*/ 2902823 w 7467600"/>
              <a:gd name="connsiteY931" fmla="*/ 262929 h 6858000"/>
              <a:gd name="connsiteX932" fmla="*/ 2940663 w 7467600"/>
              <a:gd name="connsiteY932" fmla="*/ 140884 h 6858000"/>
              <a:gd name="connsiteX933" fmla="*/ 2947039 w 7467600"/>
              <a:gd name="connsiteY933" fmla="*/ 122524 h 6858000"/>
              <a:gd name="connsiteX934" fmla="*/ 2984316 w 7467600"/>
              <a:gd name="connsiteY934" fmla="*/ 0 h 6858000"/>
              <a:gd name="connsiteX935" fmla="*/ 3016114 w 7467600"/>
              <a:gd name="connsiteY935" fmla="*/ 0 h 6858000"/>
              <a:gd name="connsiteX936" fmla="*/ 2979949 w 7467600"/>
              <a:gd name="connsiteY936" fmla="*/ 119274 h 6858000"/>
              <a:gd name="connsiteX937" fmla="*/ 3023879 w 7467600"/>
              <a:gd name="connsiteY937" fmla="*/ 0 h 6858000"/>
              <a:gd name="connsiteX938" fmla="*/ 3105400 w 7467600"/>
              <a:gd name="connsiteY938" fmla="*/ 0 h 6858000"/>
              <a:gd name="connsiteX939" fmla="*/ 3094669 w 7467600"/>
              <a:gd name="connsiteY939" fmla="*/ 30308 h 6858000"/>
              <a:gd name="connsiteX940" fmla="*/ 2901945 w 7467600"/>
              <a:gd name="connsiteY940" fmla="*/ 466538 h 6858000"/>
              <a:gd name="connsiteX941" fmla="*/ 2815209 w 7467600"/>
              <a:gd name="connsiteY941" fmla="*/ 497361 h 6858000"/>
              <a:gd name="connsiteX942" fmla="*/ 2844845 w 7467600"/>
              <a:gd name="connsiteY942" fmla="*/ 127638 h 6858000"/>
              <a:gd name="connsiteX943" fmla="*/ 2867960 w 7467600"/>
              <a:gd name="connsiteY943" fmla="*/ 0 h 6858000"/>
              <a:gd name="connsiteX944" fmla="*/ 1057230 w 7467600"/>
              <a:gd name="connsiteY944" fmla="*/ 0 h 6858000"/>
              <a:gd name="connsiteX945" fmla="*/ 1111003 w 7467600"/>
              <a:gd name="connsiteY945" fmla="*/ 0 h 6858000"/>
              <a:gd name="connsiteX946" fmla="*/ 1125553 w 7467600"/>
              <a:gd name="connsiteY946" fmla="*/ 52588 h 6858000"/>
              <a:gd name="connsiteX947" fmla="*/ 1304276 w 7467600"/>
              <a:gd name="connsiteY947" fmla="*/ 476275 h 6858000"/>
              <a:gd name="connsiteX948" fmla="*/ 1492066 w 7467600"/>
              <a:gd name="connsiteY948" fmla="*/ 886333 h 6858000"/>
              <a:gd name="connsiteX949" fmla="*/ 1423698 w 7467600"/>
              <a:gd name="connsiteY949" fmla="*/ 710817 h 6858000"/>
              <a:gd name="connsiteX950" fmla="*/ 1357609 w 7467600"/>
              <a:gd name="connsiteY950" fmla="*/ 532892 h 6858000"/>
              <a:gd name="connsiteX951" fmla="*/ 1309550 w 7467600"/>
              <a:gd name="connsiteY951" fmla="*/ 374031 h 6858000"/>
              <a:gd name="connsiteX952" fmla="*/ 1193673 w 7467600"/>
              <a:gd name="connsiteY952" fmla="*/ 49533 h 6858000"/>
              <a:gd name="connsiteX953" fmla="*/ 1164391 w 7467600"/>
              <a:gd name="connsiteY953" fmla="*/ 0 h 6858000"/>
              <a:gd name="connsiteX954" fmla="*/ 1200666 w 7467600"/>
              <a:gd name="connsiteY954" fmla="*/ 0 h 6858000"/>
              <a:gd name="connsiteX955" fmla="*/ 1223408 w 7467600"/>
              <a:gd name="connsiteY955" fmla="*/ 38996 h 6858000"/>
              <a:gd name="connsiteX956" fmla="*/ 1339635 w 7467600"/>
              <a:gd name="connsiteY956" fmla="*/ 365517 h 6858000"/>
              <a:gd name="connsiteX957" fmla="*/ 1387469 w 7467600"/>
              <a:gd name="connsiteY957" fmla="*/ 523079 h 6858000"/>
              <a:gd name="connsiteX958" fmla="*/ 1452685 w 7467600"/>
              <a:gd name="connsiteY958" fmla="*/ 699806 h 6858000"/>
              <a:gd name="connsiteX959" fmla="*/ 1492092 w 7467600"/>
              <a:gd name="connsiteY959" fmla="*/ 800424 h 6858000"/>
              <a:gd name="connsiteX960" fmla="*/ 1455302 w 7467600"/>
              <a:gd name="connsiteY960" fmla="*/ 632913 h 6858000"/>
              <a:gd name="connsiteX961" fmla="*/ 1222336 w 7467600"/>
              <a:gd name="connsiteY961" fmla="*/ 9480 h 6858000"/>
              <a:gd name="connsiteX962" fmla="*/ 1214634 w 7467600"/>
              <a:gd name="connsiteY962" fmla="*/ 0 h 6858000"/>
              <a:gd name="connsiteX963" fmla="*/ 1289827 w 7467600"/>
              <a:gd name="connsiteY963" fmla="*/ 0 h 6858000"/>
              <a:gd name="connsiteX964" fmla="*/ 1321076 w 7467600"/>
              <a:gd name="connsiteY964" fmla="*/ 59722 h 6858000"/>
              <a:gd name="connsiteX965" fmla="*/ 1512579 w 7467600"/>
              <a:gd name="connsiteY965" fmla="*/ 626441 h 6858000"/>
              <a:gd name="connsiteX966" fmla="*/ 1506076 w 7467600"/>
              <a:gd name="connsiteY966" fmla="*/ 1089289 h 6858000"/>
              <a:gd name="connsiteX967" fmla="*/ 1486346 w 7467600"/>
              <a:gd name="connsiteY967" fmla="*/ 1079919 h 6858000"/>
              <a:gd name="connsiteX968" fmla="*/ 1070511 w 7467600"/>
              <a:gd name="connsiteY968" fmla="*/ 48609 h 6858000"/>
              <a:gd name="connsiteX969" fmla="*/ 1057230 w 7467600"/>
              <a:gd name="connsiteY969" fmla="*/ 0 h 6858000"/>
              <a:gd name="connsiteX970" fmla="*/ 43151 w 7467600"/>
              <a:gd name="connsiteY970" fmla="*/ 0 h 6858000"/>
              <a:gd name="connsiteX971" fmla="*/ 95283 w 7467600"/>
              <a:gd name="connsiteY971" fmla="*/ 0 h 6858000"/>
              <a:gd name="connsiteX972" fmla="*/ 300708 w 7467600"/>
              <a:gd name="connsiteY972" fmla="*/ 154571 h 6858000"/>
              <a:gd name="connsiteX973" fmla="*/ 530414 w 7467600"/>
              <a:gd name="connsiteY973" fmla="*/ 354673 h 6858000"/>
              <a:gd name="connsiteX974" fmla="*/ 333785 w 7467600"/>
              <a:gd name="connsiteY974" fmla="*/ 161564 h 6858000"/>
              <a:gd name="connsiteX975" fmla="*/ 147005 w 7467600"/>
              <a:gd name="connsiteY975" fmla="*/ 0 h 6858000"/>
              <a:gd name="connsiteX976" fmla="*/ 272509 w 7467600"/>
              <a:gd name="connsiteY976" fmla="*/ 0 h 6858000"/>
              <a:gd name="connsiteX977" fmla="*/ 326276 w 7467600"/>
              <a:gd name="connsiteY977" fmla="*/ 45847 h 6858000"/>
              <a:gd name="connsiteX978" fmla="*/ 823759 w 7467600"/>
              <a:gd name="connsiteY978" fmla="*/ 574145 h 6858000"/>
              <a:gd name="connsiteX979" fmla="*/ 811254 w 7467600"/>
              <a:gd name="connsiteY979" fmla="*/ 665546 h 6858000"/>
              <a:gd name="connsiteX980" fmla="*/ 154042 w 7467600"/>
              <a:gd name="connsiteY980" fmla="*/ 261522 h 6858000"/>
              <a:gd name="connsiteX981" fmla="*/ 13550 w 7467600"/>
              <a:gd name="connsiteY981" fmla="*/ 158423 h 6858000"/>
              <a:gd name="connsiteX982" fmla="*/ 0 w 7467600"/>
              <a:gd name="connsiteY982" fmla="*/ 146618 h 6858000"/>
              <a:gd name="connsiteX983" fmla="*/ 0 w 7467600"/>
              <a:gd name="connsiteY983" fmla="*/ 59161 h 6858000"/>
              <a:gd name="connsiteX984" fmla="*/ 45427 w 7467600"/>
              <a:gd name="connsiteY984" fmla="*/ 101078 h 6858000"/>
              <a:gd name="connsiteX985" fmla="*/ 630103 w 7467600"/>
              <a:gd name="connsiteY985" fmla="*/ 485885 h 6858000"/>
              <a:gd name="connsiteX986" fmla="*/ 532040 w 7467600"/>
              <a:gd name="connsiteY986" fmla="*/ 399359 h 6858000"/>
              <a:gd name="connsiteX987" fmla="*/ 517618 w 7467600"/>
              <a:gd name="connsiteY987" fmla="*/ 385726 h 6858000"/>
              <a:gd name="connsiteX988" fmla="*/ 285074 w 7467600"/>
              <a:gd name="connsiteY988" fmla="*/ 182755 h 6858000"/>
              <a:gd name="connsiteX989" fmla="*/ 43151 w 7467600"/>
              <a:gd name="connsiteY98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312201 w 7467600"/>
              <a:gd name="connsiteY132" fmla="*/ 5128278 h 6858000"/>
              <a:gd name="connsiteX133" fmla="*/ 1903353 w 7467600"/>
              <a:gd name="connsiteY133" fmla="*/ 5044827 h 6858000"/>
              <a:gd name="connsiteX134" fmla="*/ 1936931 w 7467600"/>
              <a:gd name="connsiteY134" fmla="*/ 5093954 h 6858000"/>
              <a:gd name="connsiteX135" fmla="*/ 2195868 w 7467600"/>
              <a:gd name="connsiteY135" fmla="*/ 5396574 h 6858000"/>
              <a:gd name="connsiteX136" fmla="*/ 2088852 w 7467600"/>
              <a:gd name="connsiteY136" fmla="*/ 5166123 h 6858000"/>
              <a:gd name="connsiteX137" fmla="*/ 1958241 w 7467600"/>
              <a:gd name="connsiteY137" fmla="*/ 5067955 h 6858000"/>
              <a:gd name="connsiteX138" fmla="*/ 1903353 w 7467600"/>
              <a:gd name="connsiteY138" fmla="*/ 5044827 h 6858000"/>
              <a:gd name="connsiteX139" fmla="*/ 1979378 w 7467600"/>
              <a:gd name="connsiteY139" fmla="*/ 4769504 h 6858000"/>
              <a:gd name="connsiteX140" fmla="*/ 2882120 w 7467600"/>
              <a:gd name="connsiteY140" fmla="*/ 5064547 h 6858000"/>
              <a:gd name="connsiteX141" fmla="*/ 2793103 w 7467600"/>
              <a:gd name="connsiteY141" fmla="*/ 5039699 h 6858000"/>
              <a:gd name="connsiteX142" fmla="*/ 2770041 w 7467600"/>
              <a:gd name="connsiteY142" fmla="*/ 5033634 h 6858000"/>
              <a:gd name="connsiteX143" fmla="*/ 1979378 w 7467600"/>
              <a:gd name="connsiteY143" fmla="*/ 4769504 h 6858000"/>
              <a:gd name="connsiteX144" fmla="*/ 1927410 w 7467600"/>
              <a:gd name="connsiteY144" fmla="*/ 4716164 h 6858000"/>
              <a:gd name="connsiteX145" fmla="*/ 1959587 w 7467600"/>
              <a:gd name="connsiteY145" fmla="*/ 4728849 h 6858000"/>
              <a:gd name="connsiteX146" fmla="*/ 2777707 w 7467600"/>
              <a:gd name="connsiteY146" fmla="*/ 5003991 h 6858000"/>
              <a:gd name="connsiteX147" fmla="*/ 2800768 w 7467600"/>
              <a:gd name="connsiteY147" fmla="*/ 5010056 h 6858000"/>
              <a:gd name="connsiteX148" fmla="*/ 2879408 w 7467600"/>
              <a:gd name="connsiteY148" fmla="*/ 5031590 h 6858000"/>
              <a:gd name="connsiteX149" fmla="*/ 2862295 w 7467600"/>
              <a:gd name="connsiteY149" fmla="*/ 5022958 h 6858000"/>
              <a:gd name="connsiteX150" fmla="*/ 2813343 w 7467600"/>
              <a:gd name="connsiteY150" fmla="*/ 4998369 h 6858000"/>
              <a:gd name="connsiteX151" fmla="*/ 2646245 w 7467600"/>
              <a:gd name="connsiteY151" fmla="*/ 4930999 h 6858000"/>
              <a:gd name="connsiteX152" fmla="*/ 1999243 w 7467600"/>
              <a:gd name="connsiteY152" fmla="*/ 4730524 h 6858000"/>
              <a:gd name="connsiteX153" fmla="*/ 1979527 w 7467600"/>
              <a:gd name="connsiteY153" fmla="*/ 4726651 h 6858000"/>
              <a:gd name="connsiteX154" fmla="*/ 1927410 w 7467600"/>
              <a:gd name="connsiteY154" fmla="*/ 4716164 h 6858000"/>
              <a:gd name="connsiteX155" fmla="*/ 1997014 w 7467600"/>
              <a:gd name="connsiteY155" fmla="*/ 4698007 h 6858000"/>
              <a:gd name="connsiteX156" fmla="*/ 2005458 w 7467600"/>
              <a:gd name="connsiteY156" fmla="*/ 4699540 h 6858000"/>
              <a:gd name="connsiteX157" fmla="*/ 2657186 w 7467600"/>
              <a:gd name="connsiteY157" fmla="*/ 4901687 h 6858000"/>
              <a:gd name="connsiteX158" fmla="*/ 2826662 w 7467600"/>
              <a:gd name="connsiteY158" fmla="*/ 4970362 h 6858000"/>
              <a:gd name="connsiteX159" fmla="*/ 2876100 w 7467600"/>
              <a:gd name="connsiteY159" fmla="*/ 4995397 h 6858000"/>
              <a:gd name="connsiteX160" fmla="*/ 3042600 w 7467600"/>
              <a:gd name="connsiteY160" fmla="*/ 5059532 h 6858000"/>
              <a:gd name="connsiteX161" fmla="*/ 1997014 w 7467600"/>
              <a:gd name="connsiteY161" fmla="*/ 4698007 h 6858000"/>
              <a:gd name="connsiteX162" fmla="*/ 2305292 w 7467600"/>
              <a:gd name="connsiteY162" fmla="*/ 4219492 h 6858000"/>
              <a:gd name="connsiteX163" fmla="*/ 3360922 w 7467600"/>
              <a:gd name="connsiteY163" fmla="*/ 4529373 h 6858000"/>
              <a:gd name="connsiteX164" fmla="*/ 3492420 w 7467600"/>
              <a:gd name="connsiteY164" fmla="*/ 4510145 h 6858000"/>
              <a:gd name="connsiteX165" fmla="*/ 3364086 w 7467600"/>
              <a:gd name="connsiteY165" fmla="*/ 4480340 h 6858000"/>
              <a:gd name="connsiteX166" fmla="*/ 3225818 w 7467600"/>
              <a:gd name="connsiteY166" fmla="*/ 4411822 h 6858000"/>
              <a:gd name="connsiteX167" fmla="*/ 3129696 w 7467600"/>
              <a:gd name="connsiteY167" fmla="*/ 4360704 h 6858000"/>
              <a:gd name="connsiteX168" fmla="*/ 2814545 w 7467600"/>
              <a:gd name="connsiteY168" fmla="*/ 4282955 h 6858000"/>
              <a:gd name="connsiteX169" fmla="*/ 2305292 w 7467600"/>
              <a:gd name="connsiteY169" fmla="*/ 4219492 h 6858000"/>
              <a:gd name="connsiteX170" fmla="*/ 2626982 w 7467600"/>
              <a:gd name="connsiteY170" fmla="*/ 4206450 h 6858000"/>
              <a:gd name="connsiteX171" fmla="*/ 2490617 w 7467600"/>
              <a:gd name="connsiteY171" fmla="*/ 4206951 h 6858000"/>
              <a:gd name="connsiteX172" fmla="*/ 2819869 w 7467600"/>
              <a:gd name="connsiteY172" fmla="*/ 4252936 h 6858000"/>
              <a:gd name="connsiteX173" fmla="*/ 3143018 w 7467600"/>
              <a:gd name="connsiteY173" fmla="*/ 4332698 h 6858000"/>
              <a:gd name="connsiteX174" fmla="*/ 3241520 w 7467600"/>
              <a:gd name="connsiteY174" fmla="*/ 4385112 h 6858000"/>
              <a:gd name="connsiteX175" fmla="*/ 3374575 w 7467600"/>
              <a:gd name="connsiteY175" fmla="*/ 4451517 h 6858000"/>
              <a:gd name="connsiteX176" fmla="*/ 3505221 w 7467600"/>
              <a:gd name="connsiteY176" fmla="*/ 4480757 h 6858000"/>
              <a:gd name="connsiteX177" fmla="*/ 2626982 w 7467600"/>
              <a:gd name="connsiteY177" fmla="*/ 4206450 h 6858000"/>
              <a:gd name="connsiteX178" fmla="*/ 1310106 w 7467600"/>
              <a:gd name="connsiteY178" fmla="*/ 3943217 h 6858000"/>
              <a:gd name="connsiteX179" fmla="*/ 854994 w 7467600"/>
              <a:gd name="connsiteY179" fmla="*/ 4399136 h 6858000"/>
              <a:gd name="connsiteX180" fmla="*/ 742462 w 7467600"/>
              <a:gd name="connsiteY180" fmla="*/ 4594648 h 6858000"/>
              <a:gd name="connsiteX181" fmla="*/ 820602 w 7467600"/>
              <a:gd name="connsiteY181" fmla="*/ 4485915 h 6858000"/>
              <a:gd name="connsiteX182" fmla="*/ 878295 w 7467600"/>
              <a:gd name="connsiteY182" fmla="*/ 4403594 h 6858000"/>
              <a:gd name="connsiteX183" fmla="*/ 1240607 w 7467600"/>
              <a:gd name="connsiteY183" fmla="*/ 4010401 h 6858000"/>
              <a:gd name="connsiteX184" fmla="*/ 1310106 w 7467600"/>
              <a:gd name="connsiteY184" fmla="*/ 3943217 h 6858000"/>
              <a:gd name="connsiteX185" fmla="*/ 1423113 w 7467600"/>
              <a:gd name="connsiteY185" fmla="*/ 3874565 h 6858000"/>
              <a:gd name="connsiteX186" fmla="*/ 1260565 w 7467600"/>
              <a:gd name="connsiteY186" fmla="*/ 4031982 h 6858000"/>
              <a:gd name="connsiteX187" fmla="*/ 901900 w 7467600"/>
              <a:gd name="connsiteY187" fmla="*/ 4421236 h 6858000"/>
              <a:gd name="connsiteX188" fmla="*/ 845044 w 7467600"/>
              <a:gd name="connsiteY188" fmla="*/ 4502436 h 6858000"/>
              <a:gd name="connsiteX189" fmla="*/ 685926 w 7467600"/>
              <a:gd name="connsiteY189" fmla="*/ 4703069 h 6858000"/>
              <a:gd name="connsiteX190" fmla="*/ 684248 w 7467600"/>
              <a:gd name="connsiteY190" fmla="*/ 4706721 h 6858000"/>
              <a:gd name="connsiteX191" fmla="*/ 1423113 w 7467600"/>
              <a:gd name="connsiteY191" fmla="*/ 3874565 h 6858000"/>
              <a:gd name="connsiteX192" fmla="*/ 3316479 w 7467600"/>
              <a:gd name="connsiteY192" fmla="*/ 3872136 h 6858000"/>
              <a:gd name="connsiteX193" fmla="*/ 3546806 w 7467600"/>
              <a:gd name="connsiteY193" fmla="*/ 4356139 h 6858000"/>
              <a:gd name="connsiteX194" fmla="*/ 3364433 w 7467600"/>
              <a:gd name="connsiteY194" fmla="*/ 3953121 h 6858000"/>
              <a:gd name="connsiteX195" fmla="*/ 3316479 w 7467600"/>
              <a:gd name="connsiteY195" fmla="*/ 3872136 h 6858000"/>
              <a:gd name="connsiteX196" fmla="*/ 3291335 w 7467600"/>
              <a:gd name="connsiteY196" fmla="*/ 3767420 h 6858000"/>
              <a:gd name="connsiteX197" fmla="*/ 3390805 w 7467600"/>
              <a:gd name="connsiteY197" fmla="*/ 3937163 h 6858000"/>
              <a:gd name="connsiteX198" fmla="*/ 3579062 w 7467600"/>
              <a:gd name="connsiteY198" fmla="*/ 4359040 h 6858000"/>
              <a:gd name="connsiteX199" fmla="*/ 3467355 w 7467600"/>
              <a:gd name="connsiteY199" fmla="*/ 3988130 h 6858000"/>
              <a:gd name="connsiteX200" fmla="*/ 3310753 w 7467600"/>
              <a:gd name="connsiteY200" fmla="*/ 3787140 h 6858000"/>
              <a:gd name="connsiteX201" fmla="*/ 3291335 w 7467600"/>
              <a:gd name="connsiteY201" fmla="*/ 3767420 h 6858000"/>
              <a:gd name="connsiteX202" fmla="*/ 1635889 w 7467600"/>
              <a:gd name="connsiteY202" fmla="*/ 3709494 h 6858000"/>
              <a:gd name="connsiteX203" fmla="*/ 1634800 w 7467600"/>
              <a:gd name="connsiteY203" fmla="*/ 3731111 h 6858000"/>
              <a:gd name="connsiteX204" fmla="*/ 1635889 w 7467600"/>
              <a:gd name="connsiteY204" fmla="*/ 3709494 h 6858000"/>
              <a:gd name="connsiteX205" fmla="*/ 1510397 w 7467600"/>
              <a:gd name="connsiteY205" fmla="*/ 3684705 h 6858000"/>
              <a:gd name="connsiteX206" fmla="*/ 1146550 w 7467600"/>
              <a:gd name="connsiteY206" fmla="*/ 3802012 h 6858000"/>
              <a:gd name="connsiteX207" fmla="*/ 698834 w 7467600"/>
              <a:gd name="connsiteY207" fmla="*/ 3952272 h 6858000"/>
              <a:gd name="connsiteX208" fmla="*/ 34256 w 7467600"/>
              <a:gd name="connsiteY208" fmla="*/ 4347603 h 6858000"/>
              <a:gd name="connsiteX209" fmla="*/ 527241 w 7467600"/>
              <a:gd name="connsiteY209" fmla="*/ 4065078 h 6858000"/>
              <a:gd name="connsiteX210" fmla="*/ 1510397 w 7467600"/>
              <a:gd name="connsiteY210" fmla="*/ 3684705 h 6858000"/>
              <a:gd name="connsiteX211" fmla="*/ 1313114 w 7467600"/>
              <a:gd name="connsiteY211" fmla="*/ 3655216 h 6858000"/>
              <a:gd name="connsiteX212" fmla="*/ 1109304 w 7467600"/>
              <a:gd name="connsiteY212" fmla="*/ 3669030 h 6858000"/>
              <a:gd name="connsiteX213" fmla="*/ 8129 w 7467600"/>
              <a:gd name="connsiteY213" fmla="*/ 4330519 h 6858000"/>
              <a:gd name="connsiteX214" fmla="*/ 687572 w 7467600"/>
              <a:gd name="connsiteY214" fmla="*/ 3925629 h 6858000"/>
              <a:gd name="connsiteX215" fmla="*/ 1138365 w 7467600"/>
              <a:gd name="connsiteY215" fmla="*/ 3774515 h 6858000"/>
              <a:gd name="connsiteX216" fmla="*/ 1505579 w 7467600"/>
              <a:gd name="connsiteY216" fmla="*/ 3655526 h 6858000"/>
              <a:gd name="connsiteX217" fmla="*/ 1313114 w 7467600"/>
              <a:gd name="connsiteY217" fmla="*/ 3655216 h 6858000"/>
              <a:gd name="connsiteX218" fmla="*/ 3655073 w 7467600"/>
              <a:gd name="connsiteY218" fmla="*/ 3650884 h 6858000"/>
              <a:gd name="connsiteX219" fmla="*/ 3989938 w 7467600"/>
              <a:gd name="connsiteY219" fmla="*/ 3991685 h 6858000"/>
              <a:gd name="connsiteX220" fmla="*/ 4393907 w 7467600"/>
              <a:gd name="connsiteY220" fmla="*/ 4261258 h 6858000"/>
              <a:gd name="connsiteX221" fmla="*/ 4648051 w 7467600"/>
              <a:gd name="connsiteY221" fmla="*/ 4374051 h 6858000"/>
              <a:gd name="connsiteX222" fmla="*/ 4383389 w 7467600"/>
              <a:gd name="connsiteY222" fmla="*/ 4184369 h 6858000"/>
              <a:gd name="connsiteX223" fmla="*/ 4165508 w 7467600"/>
              <a:gd name="connsiteY223" fmla="*/ 4035196 h 6858000"/>
              <a:gd name="connsiteX224" fmla="*/ 4068162 w 7467600"/>
              <a:gd name="connsiteY224" fmla="*/ 3953394 h 6858000"/>
              <a:gd name="connsiteX225" fmla="*/ 3981416 w 7467600"/>
              <a:gd name="connsiteY225" fmla="*/ 3880482 h 6858000"/>
              <a:gd name="connsiteX226" fmla="*/ 3800147 w 7467600"/>
              <a:gd name="connsiteY226" fmla="*/ 3749872 h 6858000"/>
              <a:gd name="connsiteX227" fmla="*/ 3655073 w 7467600"/>
              <a:gd name="connsiteY227" fmla="*/ 3650884 h 6858000"/>
              <a:gd name="connsiteX228" fmla="*/ 3670252 w 7467600"/>
              <a:gd name="connsiteY228" fmla="*/ 3622798 h 6858000"/>
              <a:gd name="connsiteX229" fmla="*/ 3817258 w 7467600"/>
              <a:gd name="connsiteY229" fmla="*/ 3723577 h 6858000"/>
              <a:gd name="connsiteX230" fmla="*/ 4000461 w 7467600"/>
              <a:gd name="connsiteY230" fmla="*/ 3855966 h 6858000"/>
              <a:gd name="connsiteX231" fmla="*/ 4088180 w 7467600"/>
              <a:gd name="connsiteY231" fmla="*/ 3929774 h 6858000"/>
              <a:gd name="connsiteX232" fmla="*/ 4184555 w 7467600"/>
              <a:gd name="connsiteY232" fmla="*/ 4010683 h 6858000"/>
              <a:gd name="connsiteX233" fmla="*/ 4399563 w 7467600"/>
              <a:gd name="connsiteY233" fmla="*/ 4158106 h 6858000"/>
              <a:gd name="connsiteX234" fmla="*/ 4684469 w 7467600"/>
              <a:gd name="connsiteY234" fmla="*/ 4364680 h 6858000"/>
              <a:gd name="connsiteX235" fmla="*/ 4690271 w 7467600"/>
              <a:gd name="connsiteY235" fmla="*/ 4370034 h 6858000"/>
              <a:gd name="connsiteX236" fmla="*/ 4136093 w 7467600"/>
              <a:gd name="connsiteY236" fmla="*/ 3858466 h 6858000"/>
              <a:gd name="connsiteX237" fmla="*/ 3670252 w 7467600"/>
              <a:gd name="connsiteY237" fmla="*/ 3622798 h 6858000"/>
              <a:gd name="connsiteX238" fmla="*/ 4440129 w 7467600"/>
              <a:gd name="connsiteY238" fmla="*/ 3448571 h 6858000"/>
              <a:gd name="connsiteX239" fmla="*/ 4856525 w 7467600"/>
              <a:gd name="connsiteY239" fmla="*/ 3915351 h 6858000"/>
              <a:gd name="connsiteX240" fmla="*/ 5059055 w 7467600"/>
              <a:gd name="connsiteY240" fmla="*/ 4108918 h 6858000"/>
              <a:gd name="connsiteX241" fmla="*/ 5290070 w 7467600"/>
              <a:gd name="connsiteY241" fmla="*/ 4263619 h 6858000"/>
              <a:gd name="connsiteX242" fmla="*/ 4834991 w 7467600"/>
              <a:gd name="connsiteY242" fmla="*/ 3830985 h 6858000"/>
              <a:gd name="connsiteX243" fmla="*/ 4440129 w 7467600"/>
              <a:gd name="connsiteY243" fmla="*/ 3448571 h 6858000"/>
              <a:gd name="connsiteX244" fmla="*/ 4441737 w 7467600"/>
              <a:gd name="connsiteY244" fmla="*/ 3399734 h 6858000"/>
              <a:gd name="connsiteX245" fmla="*/ 4431236 w 7467600"/>
              <a:gd name="connsiteY245" fmla="*/ 3400954 h 6858000"/>
              <a:gd name="connsiteX246" fmla="*/ 4557150 w 7467600"/>
              <a:gd name="connsiteY246" fmla="*/ 3510023 h 6858000"/>
              <a:gd name="connsiteX247" fmla="*/ 4856936 w 7467600"/>
              <a:gd name="connsiteY247" fmla="*/ 3809146 h 6858000"/>
              <a:gd name="connsiteX248" fmla="*/ 5111996 w 7467600"/>
              <a:gd name="connsiteY248" fmla="*/ 4065759 h 6858000"/>
              <a:gd name="connsiteX249" fmla="*/ 5388878 w 7467600"/>
              <a:gd name="connsiteY249" fmla="*/ 4300185 h 6858000"/>
              <a:gd name="connsiteX250" fmla="*/ 5425556 w 7467600"/>
              <a:gd name="connsiteY250" fmla="*/ 4308967 h 6858000"/>
              <a:gd name="connsiteX251" fmla="*/ 4943646 w 7467600"/>
              <a:gd name="connsiteY251" fmla="*/ 3822916 h 6858000"/>
              <a:gd name="connsiteX252" fmla="*/ 4594837 w 7467600"/>
              <a:gd name="connsiteY252" fmla="*/ 3532274 h 6858000"/>
              <a:gd name="connsiteX253" fmla="*/ 4441737 w 7467600"/>
              <a:gd name="connsiteY253" fmla="*/ 3399734 h 6858000"/>
              <a:gd name="connsiteX254" fmla="*/ 5425834 w 7467600"/>
              <a:gd name="connsiteY254" fmla="*/ 3162785 h 6858000"/>
              <a:gd name="connsiteX255" fmla="*/ 5401644 w 7467600"/>
              <a:gd name="connsiteY255" fmla="*/ 3617847 h 6858000"/>
              <a:gd name="connsiteX256" fmla="*/ 5467256 w 7467600"/>
              <a:gd name="connsiteY256" fmla="*/ 4175494 h 6858000"/>
              <a:gd name="connsiteX257" fmla="*/ 5448069 w 7467600"/>
              <a:gd name="connsiteY257" fmla="*/ 3567554 h 6858000"/>
              <a:gd name="connsiteX258" fmla="*/ 5425834 w 7467600"/>
              <a:gd name="connsiteY258" fmla="*/ 3162785 h 6858000"/>
              <a:gd name="connsiteX259" fmla="*/ 1318687 w 7467600"/>
              <a:gd name="connsiteY259" fmla="*/ 3113840 h 6858000"/>
              <a:gd name="connsiteX260" fmla="*/ 1066793 w 7467600"/>
              <a:gd name="connsiteY260" fmla="*/ 3212171 h 6858000"/>
              <a:gd name="connsiteX261" fmla="*/ 993319 w 7467600"/>
              <a:gd name="connsiteY261" fmla="*/ 3247648 h 6858000"/>
              <a:gd name="connsiteX262" fmla="*/ 853081 w 7467600"/>
              <a:gd name="connsiteY262" fmla="*/ 3312410 h 6858000"/>
              <a:gd name="connsiteX263" fmla="*/ 805957 w 7467600"/>
              <a:gd name="connsiteY263" fmla="*/ 3330443 h 6858000"/>
              <a:gd name="connsiteX264" fmla="*/ 1318687 w 7467600"/>
              <a:gd name="connsiteY264" fmla="*/ 3113840 h 6858000"/>
              <a:gd name="connsiteX265" fmla="*/ 5453702 w 7467600"/>
              <a:gd name="connsiteY265" fmla="*/ 3090882 h 6858000"/>
              <a:gd name="connsiteX266" fmla="*/ 5480135 w 7467600"/>
              <a:gd name="connsiteY266" fmla="*/ 3565802 h 6858000"/>
              <a:gd name="connsiteX267" fmla="*/ 5499023 w 7467600"/>
              <a:gd name="connsiteY267" fmla="*/ 4166310 h 6858000"/>
              <a:gd name="connsiteX268" fmla="*/ 5547022 w 7467600"/>
              <a:gd name="connsiteY268" fmla="*/ 3607838 h 6858000"/>
              <a:gd name="connsiteX269" fmla="*/ 5515964 w 7467600"/>
              <a:gd name="connsiteY269" fmla="*/ 3378541 h 6858000"/>
              <a:gd name="connsiteX270" fmla="*/ 5453702 w 7467600"/>
              <a:gd name="connsiteY270" fmla="*/ 3090882 h 6858000"/>
              <a:gd name="connsiteX271" fmla="*/ 1238695 w 7467600"/>
              <a:gd name="connsiteY271" fmla="*/ 3076820 h 6858000"/>
              <a:gd name="connsiteX272" fmla="*/ 716371 w 7467600"/>
              <a:gd name="connsiteY272" fmla="*/ 3293249 h 6858000"/>
              <a:gd name="connsiteX273" fmla="*/ 579522 w 7467600"/>
              <a:gd name="connsiteY273" fmla="*/ 3371759 h 6858000"/>
              <a:gd name="connsiteX274" fmla="*/ 600288 w 7467600"/>
              <a:gd name="connsiteY274" fmla="*/ 3365555 h 6858000"/>
              <a:gd name="connsiteX275" fmla="*/ 840692 w 7467600"/>
              <a:gd name="connsiteY275" fmla="*/ 3284921 h 6858000"/>
              <a:gd name="connsiteX276" fmla="*/ 979248 w 7467600"/>
              <a:gd name="connsiteY276" fmla="*/ 3221003 h 6858000"/>
              <a:gd name="connsiteX277" fmla="*/ 1053282 w 7467600"/>
              <a:gd name="connsiteY277" fmla="*/ 3185247 h 6858000"/>
              <a:gd name="connsiteX278" fmla="*/ 1320603 w 7467600"/>
              <a:gd name="connsiteY278" fmla="*/ 3081281 h 6858000"/>
              <a:gd name="connsiteX279" fmla="*/ 1238695 w 7467600"/>
              <a:gd name="connsiteY279" fmla="*/ 3076820 h 6858000"/>
              <a:gd name="connsiteX280" fmla="*/ 5425627 w 7467600"/>
              <a:gd name="connsiteY280" fmla="*/ 2954192 h 6858000"/>
              <a:gd name="connsiteX281" fmla="*/ 5470770 w 7467600"/>
              <a:gd name="connsiteY281" fmla="*/ 3005435 h 6858000"/>
              <a:gd name="connsiteX282" fmla="*/ 5519779 w 7467600"/>
              <a:gd name="connsiteY282" fmla="*/ 4359223 h 6858000"/>
              <a:gd name="connsiteX283" fmla="*/ 5520293 w 7467600"/>
              <a:gd name="connsiteY283" fmla="*/ 4360602 h 6858000"/>
              <a:gd name="connsiteX284" fmla="*/ 5767221 w 7467600"/>
              <a:gd name="connsiteY284" fmla="*/ 4665564 h 6858000"/>
              <a:gd name="connsiteX285" fmla="*/ 6937169 w 7467600"/>
              <a:gd name="connsiteY285" fmla="*/ 4815941 h 6858000"/>
              <a:gd name="connsiteX286" fmla="*/ 6953922 w 7467600"/>
              <a:gd name="connsiteY286" fmla="*/ 4890068 h 6858000"/>
              <a:gd name="connsiteX287" fmla="*/ 6071359 w 7467600"/>
              <a:gd name="connsiteY287" fmla="*/ 4770770 h 6858000"/>
              <a:gd name="connsiteX288" fmla="*/ 6038839 w 7467600"/>
              <a:gd name="connsiteY288" fmla="*/ 4764474 h 6858000"/>
              <a:gd name="connsiteX289" fmla="*/ 6038706 w 7467600"/>
              <a:gd name="connsiteY289" fmla="*/ 4763847 h 6858000"/>
              <a:gd name="connsiteX290" fmla="*/ 6037784 w 7467600"/>
              <a:gd name="connsiteY290" fmla="*/ 4764270 h 6858000"/>
              <a:gd name="connsiteX291" fmla="*/ 6038839 w 7467600"/>
              <a:gd name="connsiteY291" fmla="*/ 4764474 h 6858000"/>
              <a:gd name="connsiteX292" fmla="*/ 6040338 w 7467600"/>
              <a:gd name="connsiteY292" fmla="*/ 4771418 h 6858000"/>
              <a:gd name="connsiteX293" fmla="*/ 6024488 w 7467600"/>
              <a:gd name="connsiteY293" fmla="*/ 4809903 h 6858000"/>
              <a:gd name="connsiteX294" fmla="*/ 5599771 w 7467600"/>
              <a:gd name="connsiteY294" fmla="*/ 5509652 h 6858000"/>
              <a:gd name="connsiteX295" fmla="*/ 5548843 w 7467600"/>
              <a:gd name="connsiteY295" fmla="*/ 5563845 h 6858000"/>
              <a:gd name="connsiteX296" fmla="*/ 5940952 w 7467600"/>
              <a:gd name="connsiteY296" fmla="*/ 6250028 h 6858000"/>
              <a:gd name="connsiteX297" fmla="*/ 6043441 w 7467600"/>
              <a:gd name="connsiteY297" fmla="*/ 6665847 h 6858000"/>
              <a:gd name="connsiteX298" fmla="*/ 6093432 w 7467600"/>
              <a:gd name="connsiteY298" fmla="*/ 6858000 h 6858000"/>
              <a:gd name="connsiteX299" fmla="*/ 6034344 w 7467600"/>
              <a:gd name="connsiteY299" fmla="*/ 6858000 h 6858000"/>
              <a:gd name="connsiteX300" fmla="*/ 6026679 w 7467600"/>
              <a:gd name="connsiteY300" fmla="*/ 6836959 h 6858000"/>
              <a:gd name="connsiteX301" fmla="*/ 5800441 w 7467600"/>
              <a:gd name="connsiteY301" fmla="*/ 6335286 h 6858000"/>
              <a:gd name="connsiteX302" fmla="*/ 5526562 w 7467600"/>
              <a:gd name="connsiteY302" fmla="*/ 5705388 h 6858000"/>
              <a:gd name="connsiteX303" fmla="*/ 5519640 w 7467600"/>
              <a:gd name="connsiteY303" fmla="*/ 5683774 h 6858000"/>
              <a:gd name="connsiteX304" fmla="*/ 5844559 w 7467600"/>
              <a:gd name="connsiteY304" fmla="*/ 6553349 h 6858000"/>
              <a:gd name="connsiteX305" fmla="*/ 5975994 w 7467600"/>
              <a:gd name="connsiteY305" fmla="*/ 6858000 h 6858000"/>
              <a:gd name="connsiteX306" fmla="*/ 5898547 w 7467600"/>
              <a:gd name="connsiteY306" fmla="*/ 6858000 h 6858000"/>
              <a:gd name="connsiteX307" fmla="*/ 5682041 w 7467600"/>
              <a:gd name="connsiteY307" fmla="*/ 6355860 h 6858000"/>
              <a:gd name="connsiteX308" fmla="*/ 5461758 w 7467600"/>
              <a:gd name="connsiteY308" fmla="*/ 5820220 h 6858000"/>
              <a:gd name="connsiteX309" fmla="*/ 5237282 w 7467600"/>
              <a:gd name="connsiteY309" fmla="*/ 6579086 h 6858000"/>
              <a:gd name="connsiteX310" fmla="*/ 5115009 w 7467600"/>
              <a:gd name="connsiteY310" fmla="*/ 6858000 h 6858000"/>
              <a:gd name="connsiteX311" fmla="*/ 5028074 w 7467600"/>
              <a:gd name="connsiteY311" fmla="*/ 6858000 h 6858000"/>
              <a:gd name="connsiteX312" fmla="*/ 5079508 w 7467600"/>
              <a:gd name="connsiteY312" fmla="*/ 6749074 h 6858000"/>
              <a:gd name="connsiteX313" fmla="*/ 5371846 w 7467600"/>
              <a:gd name="connsiteY313" fmla="*/ 5924413 h 6858000"/>
              <a:gd name="connsiteX314" fmla="*/ 5270512 w 7467600"/>
              <a:gd name="connsiteY314" fmla="*/ 6138975 h 6858000"/>
              <a:gd name="connsiteX315" fmla="*/ 5062409 w 7467600"/>
              <a:gd name="connsiteY315" fmla="*/ 6653544 h 6858000"/>
              <a:gd name="connsiteX316" fmla="*/ 5036628 w 7467600"/>
              <a:gd name="connsiteY316" fmla="*/ 6754247 h 6858000"/>
              <a:gd name="connsiteX317" fmla="*/ 5009112 w 7467600"/>
              <a:gd name="connsiteY317" fmla="*/ 6858000 h 6858000"/>
              <a:gd name="connsiteX318" fmla="*/ 4976679 w 7467600"/>
              <a:gd name="connsiteY318" fmla="*/ 6858000 h 6858000"/>
              <a:gd name="connsiteX319" fmla="*/ 5006537 w 7467600"/>
              <a:gd name="connsiteY319" fmla="*/ 6747068 h 6858000"/>
              <a:gd name="connsiteX320" fmla="*/ 5032723 w 7467600"/>
              <a:gd name="connsiteY320" fmla="*/ 6644957 h 6858000"/>
              <a:gd name="connsiteX321" fmla="*/ 5242949 w 7467600"/>
              <a:gd name="connsiteY321" fmla="*/ 6125175 h 6858000"/>
              <a:gd name="connsiteX322" fmla="*/ 5286321 w 7467600"/>
              <a:gd name="connsiteY322" fmla="*/ 6033555 h 6858000"/>
              <a:gd name="connsiteX323" fmla="*/ 5008210 w 7467600"/>
              <a:gd name="connsiteY323" fmla="*/ 6649194 h 6858000"/>
              <a:gd name="connsiteX324" fmla="*/ 4986321 w 7467600"/>
              <a:gd name="connsiteY324" fmla="*/ 6765687 h 6858000"/>
              <a:gd name="connsiteX325" fmla="*/ 4973474 w 7467600"/>
              <a:gd name="connsiteY325" fmla="*/ 6858000 h 6858000"/>
              <a:gd name="connsiteX326" fmla="*/ 4907178 w 7467600"/>
              <a:gd name="connsiteY326" fmla="*/ 6858000 h 6858000"/>
              <a:gd name="connsiteX327" fmla="*/ 4910810 w 7467600"/>
              <a:gd name="connsiteY327" fmla="*/ 6829660 h 6858000"/>
              <a:gd name="connsiteX328" fmla="*/ 4987461 w 7467600"/>
              <a:gd name="connsiteY328" fmla="*/ 6432994 h 6858000"/>
              <a:gd name="connsiteX329" fmla="*/ 5179262 w 7467600"/>
              <a:gd name="connsiteY329" fmla="*/ 6035044 h 6858000"/>
              <a:gd name="connsiteX330" fmla="*/ 4689678 w 7467600"/>
              <a:gd name="connsiteY330" fmla="*/ 6440241 h 6858000"/>
              <a:gd name="connsiteX331" fmla="*/ 4477543 w 7467600"/>
              <a:gd name="connsiteY331" fmla="*/ 6674836 h 6858000"/>
              <a:gd name="connsiteX332" fmla="*/ 4329957 w 7467600"/>
              <a:gd name="connsiteY332" fmla="*/ 6858000 h 6858000"/>
              <a:gd name="connsiteX333" fmla="*/ 4218595 w 7467600"/>
              <a:gd name="connsiteY333" fmla="*/ 6858000 h 6858000"/>
              <a:gd name="connsiteX334" fmla="*/ 4368888 w 7467600"/>
              <a:gd name="connsiteY334" fmla="*/ 6668412 h 6858000"/>
              <a:gd name="connsiteX335" fmla="*/ 4563091 w 7467600"/>
              <a:gd name="connsiteY335" fmla="*/ 6442508 h 6858000"/>
              <a:gd name="connsiteX336" fmla="*/ 5387324 w 7467600"/>
              <a:gd name="connsiteY336" fmla="*/ 5705830 h 6858000"/>
              <a:gd name="connsiteX337" fmla="*/ 5073620 w 7467600"/>
              <a:gd name="connsiteY337" fmla="*/ 5955437 h 6858000"/>
              <a:gd name="connsiteX338" fmla="*/ 4689789 w 7467600"/>
              <a:gd name="connsiteY338" fmla="*/ 6268382 h 6858000"/>
              <a:gd name="connsiteX339" fmla="*/ 4418722 w 7467600"/>
              <a:gd name="connsiteY339" fmla="*/ 6570886 h 6858000"/>
              <a:gd name="connsiteX340" fmla="*/ 4214944 w 7467600"/>
              <a:gd name="connsiteY340" fmla="*/ 6858000 h 6858000"/>
              <a:gd name="connsiteX341" fmla="*/ 4177898 w 7467600"/>
              <a:gd name="connsiteY341" fmla="*/ 6858000 h 6858000"/>
              <a:gd name="connsiteX342" fmla="*/ 4391597 w 7467600"/>
              <a:gd name="connsiteY342" fmla="*/ 6556370 h 6858000"/>
              <a:gd name="connsiteX343" fmla="*/ 4668889 w 7467600"/>
              <a:gd name="connsiteY343" fmla="*/ 6246399 h 6858000"/>
              <a:gd name="connsiteX344" fmla="*/ 5055427 w 7467600"/>
              <a:gd name="connsiteY344" fmla="*/ 5931476 h 6858000"/>
              <a:gd name="connsiteX345" fmla="*/ 5371814 w 7467600"/>
              <a:gd name="connsiteY345" fmla="*/ 5678975 h 6858000"/>
              <a:gd name="connsiteX346" fmla="*/ 4987918 w 7467600"/>
              <a:gd name="connsiteY346" fmla="*/ 5838701 h 6858000"/>
              <a:gd name="connsiteX347" fmla="*/ 4317146 w 7467600"/>
              <a:gd name="connsiteY347" fmla="*/ 6587716 h 6858000"/>
              <a:gd name="connsiteX348" fmla="*/ 4171627 w 7467600"/>
              <a:gd name="connsiteY348" fmla="*/ 6858000 h 6858000"/>
              <a:gd name="connsiteX349" fmla="*/ 4081585 w 7467600"/>
              <a:gd name="connsiteY349" fmla="*/ 6858000 h 6858000"/>
              <a:gd name="connsiteX350" fmla="*/ 4238603 w 7467600"/>
              <a:gd name="connsiteY350" fmla="*/ 6559341 h 6858000"/>
              <a:gd name="connsiteX351" fmla="*/ 4778333 w 7467600"/>
              <a:gd name="connsiteY351" fmla="*/ 5873626 h 6858000"/>
              <a:gd name="connsiteX352" fmla="*/ 5414185 w 7467600"/>
              <a:gd name="connsiteY352" fmla="*/ 5573882 h 6858000"/>
              <a:gd name="connsiteX353" fmla="*/ 5959648 w 7467600"/>
              <a:gd name="connsiteY353" fmla="*/ 4760797 h 6858000"/>
              <a:gd name="connsiteX354" fmla="*/ 5355019 w 7467600"/>
              <a:gd name="connsiteY354" fmla="*/ 4734672 h 6858000"/>
              <a:gd name="connsiteX355" fmla="*/ 5083565 w 7467600"/>
              <a:gd name="connsiteY355" fmla="*/ 5179121 h 6858000"/>
              <a:gd name="connsiteX356" fmla="*/ 4713577 w 7467600"/>
              <a:gd name="connsiteY356" fmla="*/ 5616803 h 6858000"/>
              <a:gd name="connsiteX357" fmla="*/ 3989559 w 7467600"/>
              <a:gd name="connsiteY357" fmla="*/ 6145945 h 6858000"/>
              <a:gd name="connsiteX358" fmla="*/ 3939824 w 7467600"/>
              <a:gd name="connsiteY358" fmla="*/ 6066900 h 6858000"/>
              <a:gd name="connsiteX359" fmla="*/ 4584537 w 7467600"/>
              <a:gd name="connsiteY359" fmla="*/ 5324826 h 6858000"/>
              <a:gd name="connsiteX360" fmla="*/ 5037105 w 7467600"/>
              <a:gd name="connsiteY360" fmla="*/ 5088765 h 6858000"/>
              <a:gd name="connsiteX361" fmla="*/ 5039930 w 7467600"/>
              <a:gd name="connsiteY361" fmla="*/ 5089585 h 6858000"/>
              <a:gd name="connsiteX362" fmla="*/ 5263764 w 7467600"/>
              <a:gd name="connsiteY362" fmla="*/ 4735525 h 6858000"/>
              <a:gd name="connsiteX363" fmla="*/ 4086300 w 7467600"/>
              <a:gd name="connsiteY363" fmla="*/ 4884599 h 6858000"/>
              <a:gd name="connsiteX364" fmla="*/ 4085485 w 7467600"/>
              <a:gd name="connsiteY364" fmla="*/ 4899070 h 6858000"/>
              <a:gd name="connsiteX365" fmla="*/ 3871915 w 7467600"/>
              <a:gd name="connsiteY365" fmla="*/ 5253645 h 6858000"/>
              <a:gd name="connsiteX366" fmla="*/ 3799374 w 7467600"/>
              <a:gd name="connsiteY366" fmla="*/ 5466127 h 6858000"/>
              <a:gd name="connsiteX367" fmla="*/ 3498850 w 7467600"/>
              <a:gd name="connsiteY367" fmla="*/ 6661888 h 6858000"/>
              <a:gd name="connsiteX368" fmla="*/ 3399216 w 7467600"/>
              <a:gd name="connsiteY368" fmla="*/ 6858000 h 6858000"/>
              <a:gd name="connsiteX369" fmla="*/ 3303688 w 7467600"/>
              <a:gd name="connsiteY369" fmla="*/ 6858000 h 6858000"/>
              <a:gd name="connsiteX370" fmla="*/ 3391774 w 7467600"/>
              <a:gd name="connsiteY370" fmla="*/ 6697181 h 6858000"/>
              <a:gd name="connsiteX371" fmla="*/ 3735540 w 7467600"/>
              <a:gd name="connsiteY371" fmla="*/ 5546923 h 6858000"/>
              <a:gd name="connsiteX372" fmla="*/ 3729438 w 7467600"/>
              <a:gd name="connsiteY372" fmla="*/ 5569058 h 6858000"/>
              <a:gd name="connsiteX373" fmla="*/ 3707782 w 7467600"/>
              <a:gd name="connsiteY373" fmla="*/ 5644908 h 6858000"/>
              <a:gd name="connsiteX374" fmla="*/ 3583827 w 7467600"/>
              <a:gd name="connsiteY374" fmla="*/ 6039215 h 6858000"/>
              <a:gd name="connsiteX375" fmla="*/ 3547861 w 7467600"/>
              <a:gd name="connsiteY375" fmla="*/ 6129609 h 6858000"/>
              <a:gd name="connsiteX376" fmla="*/ 3490905 w 7467600"/>
              <a:gd name="connsiteY376" fmla="*/ 6277660 h 6858000"/>
              <a:gd name="connsiteX377" fmla="*/ 3455859 w 7467600"/>
              <a:gd name="connsiteY377" fmla="*/ 6391301 h 6858000"/>
              <a:gd name="connsiteX378" fmla="*/ 3429112 w 7467600"/>
              <a:gd name="connsiteY378" fmla="*/ 6479469 h 6858000"/>
              <a:gd name="connsiteX379" fmla="*/ 3304862 w 7467600"/>
              <a:gd name="connsiteY379" fmla="*/ 6796476 h 6858000"/>
              <a:gd name="connsiteX380" fmla="*/ 3276071 w 7467600"/>
              <a:gd name="connsiteY380" fmla="*/ 6858000 h 6858000"/>
              <a:gd name="connsiteX381" fmla="*/ 3240805 w 7467600"/>
              <a:gd name="connsiteY381" fmla="*/ 6858000 h 6858000"/>
              <a:gd name="connsiteX382" fmla="*/ 3275917 w 7467600"/>
              <a:gd name="connsiteY382" fmla="*/ 6783192 h 6858000"/>
              <a:gd name="connsiteX383" fmla="*/ 3399358 w 7467600"/>
              <a:gd name="connsiteY383" fmla="*/ 6469011 h 6858000"/>
              <a:gd name="connsiteX384" fmla="*/ 3425650 w 7467600"/>
              <a:gd name="connsiteY384" fmla="*/ 6381333 h 6858000"/>
              <a:gd name="connsiteX385" fmla="*/ 3460661 w 7467600"/>
              <a:gd name="connsiteY385" fmla="*/ 6266763 h 6858000"/>
              <a:gd name="connsiteX386" fmla="*/ 3518021 w 7467600"/>
              <a:gd name="connsiteY386" fmla="*/ 6117298 h 6858000"/>
              <a:gd name="connsiteX387" fmla="*/ 3554035 w 7467600"/>
              <a:gd name="connsiteY387" fmla="*/ 6027832 h 6858000"/>
              <a:gd name="connsiteX388" fmla="*/ 3677174 w 7467600"/>
              <a:gd name="connsiteY388" fmla="*/ 5636351 h 6858000"/>
              <a:gd name="connsiteX389" fmla="*/ 3698819 w 7467600"/>
              <a:gd name="connsiteY389" fmla="*/ 5560503 h 6858000"/>
              <a:gd name="connsiteX390" fmla="*/ 3702094 w 7467600"/>
              <a:gd name="connsiteY390" fmla="*/ 5549194 h 6858000"/>
              <a:gd name="connsiteX391" fmla="*/ 3398355 w 7467600"/>
              <a:gd name="connsiteY391" fmla="*/ 6094603 h 6858000"/>
              <a:gd name="connsiteX392" fmla="*/ 3193941 w 7467600"/>
              <a:gd name="connsiteY392" fmla="*/ 6798775 h 6858000"/>
              <a:gd name="connsiteX393" fmla="*/ 3184140 w 7467600"/>
              <a:gd name="connsiteY393" fmla="*/ 6858000 h 6858000"/>
              <a:gd name="connsiteX394" fmla="*/ 3099978 w 7467600"/>
              <a:gd name="connsiteY394" fmla="*/ 6858000 h 6858000"/>
              <a:gd name="connsiteX395" fmla="*/ 3101556 w 7467600"/>
              <a:gd name="connsiteY395" fmla="*/ 6843337 h 6858000"/>
              <a:gd name="connsiteX396" fmla="*/ 3370162 w 7467600"/>
              <a:gd name="connsiteY396" fmla="*/ 5785550 h 6858000"/>
              <a:gd name="connsiteX397" fmla="*/ 3746477 w 7467600"/>
              <a:gd name="connsiteY397" fmla="*/ 5377889 h 6858000"/>
              <a:gd name="connsiteX398" fmla="*/ 3863399 w 7467600"/>
              <a:gd name="connsiteY398" fmla="*/ 5087257 h 6858000"/>
              <a:gd name="connsiteX399" fmla="*/ 3968712 w 7467600"/>
              <a:gd name="connsiteY399" fmla="*/ 4913989 h 6858000"/>
              <a:gd name="connsiteX400" fmla="*/ 2792390 w 7467600"/>
              <a:gd name="connsiteY400" fmla="*/ 5382974 h 6858000"/>
              <a:gd name="connsiteX401" fmla="*/ 2714982 w 7467600"/>
              <a:gd name="connsiteY401" fmla="*/ 5427051 h 6858000"/>
              <a:gd name="connsiteX402" fmla="*/ 2813361 w 7467600"/>
              <a:gd name="connsiteY402" fmla="*/ 6023912 h 6858000"/>
              <a:gd name="connsiteX403" fmla="*/ 2688430 w 7467600"/>
              <a:gd name="connsiteY403" fmla="*/ 6801564 h 6858000"/>
              <a:gd name="connsiteX404" fmla="*/ 2629626 w 7467600"/>
              <a:gd name="connsiteY404" fmla="*/ 6763394 h 6858000"/>
              <a:gd name="connsiteX405" fmla="*/ 2565328 w 7467600"/>
              <a:gd name="connsiteY405" fmla="*/ 5516399 h 6858000"/>
              <a:gd name="connsiteX406" fmla="*/ 1922999 w 7467600"/>
              <a:gd name="connsiteY406" fmla="*/ 5980343 h 6858000"/>
              <a:gd name="connsiteX407" fmla="*/ 1950261 w 7467600"/>
              <a:gd name="connsiteY407" fmla="*/ 6405858 h 6858000"/>
              <a:gd name="connsiteX408" fmla="*/ 2365554 w 7467600"/>
              <a:gd name="connsiteY408" fmla="*/ 6759107 h 6858000"/>
              <a:gd name="connsiteX409" fmla="*/ 2424142 w 7467600"/>
              <a:gd name="connsiteY409" fmla="*/ 6858000 h 6858000"/>
              <a:gd name="connsiteX410" fmla="*/ 2395994 w 7467600"/>
              <a:gd name="connsiteY410" fmla="*/ 6858000 h 6858000"/>
              <a:gd name="connsiteX411" fmla="*/ 2392863 w 7467600"/>
              <a:gd name="connsiteY411" fmla="*/ 6852964 h 6858000"/>
              <a:gd name="connsiteX412" fmla="*/ 2017589 w 7467600"/>
              <a:gd name="connsiteY412" fmla="*/ 6493982 h 6858000"/>
              <a:gd name="connsiteX413" fmla="*/ 2147336 w 7467600"/>
              <a:gd name="connsiteY413" fmla="*/ 6594052 h 6858000"/>
              <a:gd name="connsiteX414" fmla="*/ 2207047 w 7467600"/>
              <a:gd name="connsiteY414" fmla="*/ 6654540 h 6858000"/>
              <a:gd name="connsiteX415" fmla="*/ 2299106 w 7467600"/>
              <a:gd name="connsiteY415" fmla="*/ 6778931 h 6858000"/>
              <a:gd name="connsiteX416" fmla="*/ 2314430 w 7467600"/>
              <a:gd name="connsiteY416" fmla="*/ 6801144 h 6858000"/>
              <a:gd name="connsiteX417" fmla="*/ 2352406 w 7467600"/>
              <a:gd name="connsiteY417" fmla="*/ 6858000 h 6858000"/>
              <a:gd name="connsiteX418" fmla="*/ 2314492 w 7467600"/>
              <a:gd name="connsiteY418" fmla="*/ 6858000 h 6858000"/>
              <a:gd name="connsiteX419" fmla="*/ 2288095 w 7467600"/>
              <a:gd name="connsiteY419" fmla="*/ 6818030 h 6858000"/>
              <a:gd name="connsiteX420" fmla="*/ 2272768 w 7467600"/>
              <a:gd name="connsiteY420" fmla="*/ 6795822 h 6858000"/>
              <a:gd name="connsiteX421" fmla="*/ 2182715 w 7467600"/>
              <a:gd name="connsiteY421" fmla="*/ 6675071 h 6858000"/>
              <a:gd name="connsiteX422" fmla="*/ 2032061 w 7467600"/>
              <a:gd name="connsiteY422" fmla="*/ 6541380 h 6858000"/>
              <a:gd name="connsiteX423" fmla="*/ 2257220 w 7467600"/>
              <a:gd name="connsiteY423" fmla="*/ 6826257 h 6858000"/>
              <a:gd name="connsiteX424" fmla="*/ 2281324 w 7467600"/>
              <a:gd name="connsiteY424" fmla="*/ 6858000 h 6858000"/>
              <a:gd name="connsiteX425" fmla="*/ 2242860 w 7467600"/>
              <a:gd name="connsiteY425" fmla="*/ 6858000 h 6858000"/>
              <a:gd name="connsiteX426" fmla="*/ 2232818 w 7467600"/>
              <a:gd name="connsiteY426" fmla="*/ 6844926 h 6858000"/>
              <a:gd name="connsiteX427" fmla="*/ 1990172 w 7467600"/>
              <a:gd name="connsiteY427" fmla="*/ 6542121 h 6858000"/>
              <a:gd name="connsiteX428" fmla="*/ 2124090 w 7467600"/>
              <a:gd name="connsiteY428" fmla="*/ 6761017 h 6858000"/>
              <a:gd name="connsiteX429" fmla="*/ 2200380 w 7467600"/>
              <a:gd name="connsiteY429" fmla="*/ 6858000 h 6858000"/>
              <a:gd name="connsiteX430" fmla="*/ 2147507 w 7467600"/>
              <a:gd name="connsiteY430" fmla="*/ 6858000 h 6858000"/>
              <a:gd name="connsiteX431" fmla="*/ 2070668 w 7467600"/>
              <a:gd name="connsiteY431" fmla="*/ 6761520 h 6858000"/>
              <a:gd name="connsiteX432" fmla="*/ 1975142 w 7467600"/>
              <a:gd name="connsiteY432" fmla="*/ 6585570 h 6858000"/>
              <a:gd name="connsiteX433" fmla="*/ 2050035 w 7467600"/>
              <a:gd name="connsiteY433" fmla="*/ 6813345 h 6858000"/>
              <a:gd name="connsiteX434" fmla="*/ 2063025 w 7467600"/>
              <a:gd name="connsiteY434" fmla="*/ 6858000 h 6858000"/>
              <a:gd name="connsiteX435" fmla="*/ 2021675 w 7467600"/>
              <a:gd name="connsiteY435" fmla="*/ 6858000 h 6858000"/>
              <a:gd name="connsiteX436" fmla="*/ 2019308 w 7467600"/>
              <a:gd name="connsiteY436" fmla="*/ 6847118 h 6858000"/>
              <a:gd name="connsiteX437" fmla="*/ 1938835 w 7467600"/>
              <a:gd name="connsiteY437" fmla="*/ 6551160 h 6858000"/>
              <a:gd name="connsiteX438" fmla="*/ 1953230 w 7467600"/>
              <a:gd name="connsiteY438" fmla="*/ 6759699 h 6858000"/>
              <a:gd name="connsiteX439" fmla="*/ 1956763 w 7467600"/>
              <a:gd name="connsiteY439" fmla="*/ 6778191 h 6858000"/>
              <a:gd name="connsiteX440" fmla="*/ 1967925 w 7467600"/>
              <a:gd name="connsiteY440" fmla="*/ 6858000 h 6858000"/>
              <a:gd name="connsiteX441" fmla="*/ 1936622 w 7467600"/>
              <a:gd name="connsiteY441" fmla="*/ 6858000 h 6858000"/>
              <a:gd name="connsiteX442" fmla="*/ 1926261 w 7467600"/>
              <a:gd name="connsiteY442" fmla="*/ 6784064 h 6858000"/>
              <a:gd name="connsiteX443" fmla="*/ 1922724 w 7467600"/>
              <a:gd name="connsiteY443" fmla="*/ 6765577 h 6858000"/>
              <a:gd name="connsiteX444" fmla="*/ 1904650 w 7467600"/>
              <a:gd name="connsiteY444" fmla="*/ 6639616 h 6858000"/>
              <a:gd name="connsiteX445" fmla="*/ 1885273 w 7467600"/>
              <a:gd name="connsiteY445" fmla="*/ 6858000 h 6858000"/>
              <a:gd name="connsiteX446" fmla="*/ 1854363 w 7467600"/>
              <a:gd name="connsiteY446" fmla="*/ 6858000 h 6858000"/>
              <a:gd name="connsiteX447" fmla="*/ 1880391 w 7467600"/>
              <a:gd name="connsiteY447" fmla="*/ 6603796 h 6858000"/>
              <a:gd name="connsiteX448" fmla="*/ 1818273 w 7467600"/>
              <a:gd name="connsiteY448" fmla="*/ 6715729 h 6858000"/>
              <a:gd name="connsiteX449" fmla="*/ 1794691 w 7467600"/>
              <a:gd name="connsiteY449" fmla="*/ 6843239 h 6858000"/>
              <a:gd name="connsiteX450" fmla="*/ 1794914 w 7467600"/>
              <a:gd name="connsiteY450" fmla="*/ 6858000 h 6858000"/>
              <a:gd name="connsiteX451" fmla="*/ 1746128 w 7467600"/>
              <a:gd name="connsiteY451" fmla="*/ 6858000 h 6858000"/>
              <a:gd name="connsiteX452" fmla="*/ 1753934 w 7467600"/>
              <a:gd name="connsiteY452" fmla="*/ 6724796 h 6858000"/>
              <a:gd name="connsiteX453" fmla="*/ 1792053 w 7467600"/>
              <a:gd name="connsiteY453" fmla="*/ 6572396 h 6858000"/>
              <a:gd name="connsiteX454" fmla="*/ 1862248 w 7467600"/>
              <a:gd name="connsiteY454" fmla="*/ 6266397 h 6858000"/>
              <a:gd name="connsiteX455" fmla="*/ 1862250 w 7467600"/>
              <a:gd name="connsiteY455" fmla="*/ 6033531 h 6858000"/>
              <a:gd name="connsiteX456" fmla="*/ 1211999 w 7467600"/>
              <a:gd name="connsiteY456" fmla="*/ 6683610 h 6858000"/>
              <a:gd name="connsiteX457" fmla="*/ 1213266 w 7467600"/>
              <a:gd name="connsiteY457" fmla="*/ 6691947 h 6858000"/>
              <a:gd name="connsiteX458" fmla="*/ 1203370 w 7467600"/>
              <a:gd name="connsiteY458" fmla="*/ 6850676 h 6858000"/>
              <a:gd name="connsiteX459" fmla="*/ 1203671 w 7467600"/>
              <a:gd name="connsiteY459" fmla="*/ 6858000 h 6858000"/>
              <a:gd name="connsiteX460" fmla="*/ 1143180 w 7467600"/>
              <a:gd name="connsiteY460" fmla="*/ 6858000 h 6858000"/>
              <a:gd name="connsiteX461" fmla="*/ 1142176 w 7467600"/>
              <a:gd name="connsiteY461" fmla="*/ 6766045 h 6858000"/>
              <a:gd name="connsiteX462" fmla="*/ 1067484 w 7467600"/>
              <a:gd name="connsiteY462" fmla="*/ 6858000 h 6858000"/>
              <a:gd name="connsiteX463" fmla="*/ 953928 w 7467600"/>
              <a:gd name="connsiteY463" fmla="*/ 6858000 h 6858000"/>
              <a:gd name="connsiteX464" fmla="*/ 959715 w 7467600"/>
              <a:gd name="connsiteY464" fmla="*/ 6850185 h 6858000"/>
              <a:gd name="connsiteX465" fmla="*/ 1483788 w 7467600"/>
              <a:gd name="connsiteY465" fmla="*/ 6259174 h 6858000"/>
              <a:gd name="connsiteX466" fmla="*/ 1100671 w 7467600"/>
              <a:gd name="connsiteY466" fmla="*/ 6252137 h 6858000"/>
              <a:gd name="connsiteX467" fmla="*/ 1090144 w 7467600"/>
              <a:gd name="connsiteY467" fmla="*/ 6256748 h 6858000"/>
              <a:gd name="connsiteX468" fmla="*/ 1095872 w 7467600"/>
              <a:gd name="connsiteY468" fmla="*/ 6271892 h 6858000"/>
              <a:gd name="connsiteX469" fmla="*/ 262785 w 7467600"/>
              <a:gd name="connsiteY469" fmla="*/ 6845450 h 6858000"/>
              <a:gd name="connsiteX470" fmla="*/ 209968 w 7467600"/>
              <a:gd name="connsiteY470" fmla="*/ 6770713 h 6858000"/>
              <a:gd name="connsiteX471" fmla="*/ 873460 w 7467600"/>
              <a:gd name="connsiteY471" fmla="*/ 6253768 h 6858000"/>
              <a:gd name="connsiteX472" fmla="*/ 192686 w 7467600"/>
              <a:gd name="connsiteY472" fmla="*/ 5849257 h 6858000"/>
              <a:gd name="connsiteX473" fmla="*/ 4696 w 7467600"/>
              <a:gd name="connsiteY473" fmla="*/ 5697668 h 6858000"/>
              <a:gd name="connsiteX474" fmla="*/ 0 w 7467600"/>
              <a:gd name="connsiteY474" fmla="*/ 5689984 h 6858000"/>
              <a:gd name="connsiteX475" fmla="*/ 0 w 7467600"/>
              <a:gd name="connsiteY475" fmla="*/ 5513472 h 6858000"/>
              <a:gd name="connsiteX476" fmla="*/ 174101 w 7467600"/>
              <a:gd name="connsiteY476" fmla="*/ 5620277 h 6858000"/>
              <a:gd name="connsiteX477" fmla="*/ 891800 w 7467600"/>
              <a:gd name="connsiteY477" fmla="*/ 6036935 h 6858000"/>
              <a:gd name="connsiteX478" fmla="*/ 1072219 w 7467600"/>
              <a:gd name="connsiteY478" fmla="*/ 6169443 h 6858000"/>
              <a:gd name="connsiteX479" fmla="*/ 1074117 w 7467600"/>
              <a:gd name="connsiteY479" fmla="*/ 6170301 h 6858000"/>
              <a:gd name="connsiteX480" fmla="*/ 1083114 w 7467600"/>
              <a:gd name="connsiteY480" fmla="*/ 6174131 h 6858000"/>
              <a:gd name="connsiteX481" fmla="*/ 1543010 w 7467600"/>
              <a:gd name="connsiteY481" fmla="*/ 6191140 h 6858000"/>
              <a:gd name="connsiteX482" fmla="*/ 1551080 w 7467600"/>
              <a:gd name="connsiteY482" fmla="*/ 6195006 h 6858000"/>
              <a:gd name="connsiteX483" fmla="*/ 2345443 w 7467600"/>
              <a:gd name="connsiteY483" fmla="*/ 5549882 h 6858000"/>
              <a:gd name="connsiteX484" fmla="*/ 1721499 w 7467600"/>
              <a:gd name="connsiteY484" fmla="*/ 5599969 h 6858000"/>
              <a:gd name="connsiteX485" fmla="*/ 767716 w 7467600"/>
              <a:gd name="connsiteY485" fmla="*/ 5472768 h 6858000"/>
              <a:gd name="connsiteX486" fmla="*/ 722147 w 7467600"/>
              <a:gd name="connsiteY486" fmla="*/ 5393091 h 6858000"/>
              <a:gd name="connsiteX487" fmla="*/ 1485552 w 7467600"/>
              <a:gd name="connsiteY487" fmla="*/ 5313202 h 6858000"/>
              <a:gd name="connsiteX488" fmla="*/ 2143004 w 7467600"/>
              <a:gd name="connsiteY488" fmla="*/ 5402420 h 6858000"/>
              <a:gd name="connsiteX489" fmla="*/ 1933391 w 7467600"/>
              <a:gd name="connsiteY489" fmla="*/ 5156971 h 6858000"/>
              <a:gd name="connsiteX490" fmla="*/ 1827118 w 7467600"/>
              <a:gd name="connsiteY490" fmla="*/ 4968410 h 6858000"/>
              <a:gd name="connsiteX491" fmla="*/ 1837349 w 7467600"/>
              <a:gd name="connsiteY491" fmla="*/ 4956357 h 6858000"/>
              <a:gd name="connsiteX492" fmla="*/ 2162835 w 7467600"/>
              <a:gd name="connsiteY492" fmla="*/ 5187853 h 6858000"/>
              <a:gd name="connsiteX493" fmla="*/ 2257167 w 7467600"/>
              <a:gd name="connsiteY493" fmla="*/ 5462123 h 6858000"/>
              <a:gd name="connsiteX494" fmla="*/ 2261598 w 7467600"/>
              <a:gd name="connsiteY494" fmla="*/ 5467998 h 6858000"/>
              <a:gd name="connsiteX495" fmla="*/ 2437177 w 7467600"/>
              <a:gd name="connsiteY495" fmla="*/ 5479608 h 6858000"/>
              <a:gd name="connsiteX496" fmla="*/ 2445247 w 7467600"/>
              <a:gd name="connsiteY496" fmla="*/ 5483476 h 6858000"/>
              <a:gd name="connsiteX497" fmla="*/ 2743626 w 7467600"/>
              <a:gd name="connsiteY497" fmla="*/ 5304819 h 6858000"/>
              <a:gd name="connsiteX498" fmla="*/ 3048102 w 7467600"/>
              <a:gd name="connsiteY498" fmla="*/ 5150595 h 6858000"/>
              <a:gd name="connsiteX499" fmla="*/ 1799414 w 7467600"/>
              <a:gd name="connsiteY499" fmla="*/ 4694732 h 6858000"/>
              <a:gd name="connsiteX500" fmla="*/ 1771735 w 7467600"/>
              <a:gd name="connsiteY500" fmla="*/ 4619929 h 6858000"/>
              <a:gd name="connsiteX501" fmla="*/ 3104273 w 7467600"/>
              <a:gd name="connsiteY501" fmla="*/ 5076159 h 6858000"/>
              <a:gd name="connsiteX502" fmla="*/ 3113245 w 7467600"/>
              <a:gd name="connsiteY502" fmla="*/ 5090705 h 6858000"/>
              <a:gd name="connsiteX503" fmla="*/ 3126294 w 7467600"/>
              <a:gd name="connsiteY503" fmla="*/ 5114400 h 6858000"/>
              <a:gd name="connsiteX504" fmla="*/ 3937433 w 7467600"/>
              <a:gd name="connsiteY504" fmla="*/ 4830473 h 6858000"/>
              <a:gd name="connsiteX505" fmla="*/ 3590475 w 7467600"/>
              <a:gd name="connsiteY505" fmla="*/ 4597974 h 6858000"/>
              <a:gd name="connsiteX506" fmla="*/ 3100264 w 7467600"/>
              <a:gd name="connsiteY506" fmla="*/ 4579845 h 6858000"/>
              <a:gd name="connsiteX507" fmla="*/ 2183576 w 7467600"/>
              <a:gd name="connsiteY507" fmla="*/ 4227150 h 6858000"/>
              <a:gd name="connsiteX508" fmla="*/ 2151029 w 7467600"/>
              <a:gd name="connsiteY508" fmla="*/ 4146947 h 6858000"/>
              <a:gd name="connsiteX509" fmla="*/ 3563434 w 7467600"/>
              <a:gd name="connsiteY509" fmla="*/ 4469115 h 6858000"/>
              <a:gd name="connsiteX510" fmla="*/ 3177952 w 7467600"/>
              <a:gd name="connsiteY510" fmla="*/ 3657386 h 6858000"/>
              <a:gd name="connsiteX511" fmla="*/ 3189263 w 7467600"/>
              <a:gd name="connsiteY511" fmla="*/ 3625726 h 6858000"/>
              <a:gd name="connsiteX512" fmla="*/ 3560912 w 7467600"/>
              <a:gd name="connsiteY512" fmla="*/ 4079863 h 6858000"/>
              <a:gd name="connsiteX513" fmla="*/ 3626636 w 7467600"/>
              <a:gd name="connsiteY513" fmla="*/ 4512230 h 6858000"/>
              <a:gd name="connsiteX514" fmla="*/ 3653088 w 7467600"/>
              <a:gd name="connsiteY514" fmla="*/ 4521417 h 6858000"/>
              <a:gd name="connsiteX515" fmla="*/ 3988128 w 7467600"/>
              <a:gd name="connsiteY515" fmla="*/ 4817267 h 6858000"/>
              <a:gd name="connsiteX516" fmla="*/ 4830582 w 7467600"/>
              <a:gd name="connsiteY516" fmla="*/ 4676000 h 6858000"/>
              <a:gd name="connsiteX517" fmla="*/ 4830100 w 7467600"/>
              <a:gd name="connsiteY517" fmla="*/ 4675554 h 6858000"/>
              <a:gd name="connsiteX518" fmla="*/ 4036318 w 7467600"/>
              <a:gd name="connsiteY518" fmla="*/ 4147013 h 6858000"/>
              <a:gd name="connsiteX519" fmla="*/ 3432098 w 7467600"/>
              <a:gd name="connsiteY519" fmla="*/ 3537312 h 6858000"/>
              <a:gd name="connsiteX520" fmla="*/ 3446761 w 7467600"/>
              <a:gd name="connsiteY520" fmla="*/ 3461278 h 6858000"/>
              <a:gd name="connsiteX521" fmla="*/ 4419733 w 7467600"/>
              <a:gd name="connsiteY521" fmla="*/ 3963555 h 6858000"/>
              <a:gd name="connsiteX522" fmla="*/ 4781371 w 7467600"/>
              <a:gd name="connsiteY522" fmla="*/ 4458604 h 6858000"/>
              <a:gd name="connsiteX523" fmla="*/ 4780440 w 7467600"/>
              <a:gd name="connsiteY523" fmla="*/ 4470290 h 6858000"/>
              <a:gd name="connsiteX524" fmla="*/ 4898954 w 7467600"/>
              <a:gd name="connsiteY524" fmla="*/ 4662092 h 6858000"/>
              <a:gd name="connsiteX525" fmla="*/ 4900699 w 7467600"/>
              <a:gd name="connsiteY525" fmla="*/ 4670867 h 6858000"/>
              <a:gd name="connsiteX526" fmla="*/ 5714511 w 7467600"/>
              <a:gd name="connsiteY526" fmla="*/ 4663483 h 6858000"/>
              <a:gd name="connsiteX527" fmla="*/ 5464793 w 7467600"/>
              <a:gd name="connsiteY527" fmla="*/ 4393556 h 6858000"/>
              <a:gd name="connsiteX528" fmla="*/ 5461897 w 7467600"/>
              <a:gd name="connsiteY528" fmla="*/ 4390879 h 6858000"/>
              <a:gd name="connsiteX529" fmla="*/ 4294126 w 7467600"/>
              <a:gd name="connsiteY529" fmla="*/ 3303048 h 6858000"/>
              <a:gd name="connsiteX530" fmla="*/ 4305321 w 7467600"/>
              <a:gd name="connsiteY530" fmla="*/ 3256953 h 6858000"/>
              <a:gd name="connsiteX531" fmla="*/ 4949299 w 7467600"/>
              <a:gd name="connsiteY531" fmla="*/ 3766336 h 6858000"/>
              <a:gd name="connsiteX532" fmla="*/ 5291452 w 7467600"/>
              <a:gd name="connsiteY532" fmla="*/ 4076801 h 6858000"/>
              <a:gd name="connsiteX533" fmla="*/ 5434998 w 7467600"/>
              <a:gd name="connsiteY533" fmla="*/ 4254100 h 6858000"/>
              <a:gd name="connsiteX534" fmla="*/ 5351015 w 7467600"/>
              <a:gd name="connsiteY534" fmla="*/ 3760989 h 6858000"/>
              <a:gd name="connsiteX535" fmla="*/ 5413780 w 7467600"/>
              <a:gd name="connsiteY535" fmla="*/ 2966265 h 6858000"/>
              <a:gd name="connsiteX536" fmla="*/ 5425627 w 7467600"/>
              <a:gd name="connsiteY536" fmla="*/ 2954192 h 6858000"/>
              <a:gd name="connsiteX537" fmla="*/ 6604735 w 7467600"/>
              <a:gd name="connsiteY537" fmla="*/ 2041381 h 6858000"/>
              <a:gd name="connsiteX538" fmla="*/ 7204487 w 7467600"/>
              <a:gd name="connsiteY538" fmla="*/ 2742112 h 6858000"/>
              <a:gd name="connsiteX539" fmla="*/ 7131592 w 7467600"/>
              <a:gd name="connsiteY539" fmla="*/ 2672096 h 6858000"/>
              <a:gd name="connsiteX540" fmla="*/ 6996344 w 7467600"/>
              <a:gd name="connsiteY540" fmla="*/ 2518310 h 6858000"/>
              <a:gd name="connsiteX541" fmla="*/ 6735495 w 7467600"/>
              <a:gd name="connsiteY541" fmla="*/ 2196890 h 6858000"/>
              <a:gd name="connsiteX542" fmla="*/ 6721901 w 7467600"/>
              <a:gd name="connsiteY542" fmla="*/ 2179274 h 6858000"/>
              <a:gd name="connsiteX543" fmla="*/ 6604735 w 7467600"/>
              <a:gd name="connsiteY543" fmla="*/ 2041381 h 6858000"/>
              <a:gd name="connsiteX544" fmla="*/ 6591670 w 7467600"/>
              <a:gd name="connsiteY544" fmla="*/ 1988277 h 6858000"/>
              <a:gd name="connsiteX545" fmla="*/ 6747349 w 7467600"/>
              <a:gd name="connsiteY545" fmla="*/ 2160069 h 6858000"/>
              <a:gd name="connsiteX546" fmla="*/ 6760943 w 7467600"/>
              <a:gd name="connsiteY546" fmla="*/ 2177686 h 6858000"/>
              <a:gd name="connsiteX547" fmla="*/ 7021065 w 7467600"/>
              <a:gd name="connsiteY547" fmla="*/ 2498102 h 6858000"/>
              <a:gd name="connsiteX548" fmla="*/ 7155223 w 7467600"/>
              <a:gd name="connsiteY548" fmla="*/ 2650386 h 6858000"/>
              <a:gd name="connsiteX549" fmla="*/ 7203167 w 7467600"/>
              <a:gd name="connsiteY549" fmla="*/ 2697288 h 6858000"/>
              <a:gd name="connsiteX550" fmla="*/ 6937703 w 7467600"/>
              <a:gd name="connsiteY550" fmla="*/ 2321981 h 6858000"/>
              <a:gd name="connsiteX551" fmla="*/ 6591670 w 7467600"/>
              <a:gd name="connsiteY551" fmla="*/ 1988277 h 6858000"/>
              <a:gd name="connsiteX552" fmla="*/ 5798671 w 7467600"/>
              <a:gd name="connsiteY552" fmla="*/ 1981601 h 6858000"/>
              <a:gd name="connsiteX553" fmla="*/ 5754709 w 7467600"/>
              <a:gd name="connsiteY553" fmla="*/ 2071454 h 6858000"/>
              <a:gd name="connsiteX554" fmla="*/ 5763044 w 7467600"/>
              <a:gd name="connsiteY554" fmla="*/ 2842206 h 6858000"/>
              <a:gd name="connsiteX555" fmla="*/ 5764974 w 7467600"/>
              <a:gd name="connsiteY555" fmla="*/ 2799609 h 6858000"/>
              <a:gd name="connsiteX556" fmla="*/ 5767665 w 7467600"/>
              <a:gd name="connsiteY556" fmla="*/ 2666409 h 6858000"/>
              <a:gd name="connsiteX557" fmla="*/ 5763055 w 7467600"/>
              <a:gd name="connsiteY557" fmla="*/ 2579705 h 6858000"/>
              <a:gd name="connsiteX558" fmla="*/ 5758079 w 7467600"/>
              <a:gd name="connsiteY558" fmla="*/ 2492508 h 6858000"/>
              <a:gd name="connsiteX559" fmla="*/ 5779325 w 7467600"/>
              <a:gd name="connsiteY559" fmla="*/ 2197069 h 6858000"/>
              <a:gd name="connsiteX560" fmla="*/ 5798671 w 7467600"/>
              <a:gd name="connsiteY560" fmla="*/ 1981601 h 6858000"/>
              <a:gd name="connsiteX561" fmla="*/ 5829202 w 7467600"/>
              <a:gd name="connsiteY561" fmla="*/ 1971679 h 6858000"/>
              <a:gd name="connsiteX562" fmla="*/ 5809558 w 7467600"/>
              <a:gd name="connsiteY562" fmla="*/ 2198043 h 6858000"/>
              <a:gd name="connsiteX563" fmla="*/ 5788653 w 7467600"/>
              <a:gd name="connsiteY563" fmla="*/ 2489430 h 6858000"/>
              <a:gd name="connsiteX564" fmla="*/ 5793439 w 7467600"/>
              <a:gd name="connsiteY564" fmla="*/ 2575235 h 6858000"/>
              <a:gd name="connsiteX565" fmla="*/ 5796837 w 7467600"/>
              <a:gd name="connsiteY565" fmla="*/ 2637633 h 6858000"/>
              <a:gd name="connsiteX566" fmla="*/ 5818614 w 7467600"/>
              <a:gd name="connsiteY566" fmla="*/ 2473055 h 6858000"/>
              <a:gd name="connsiteX567" fmla="*/ 5829202 w 7467600"/>
              <a:gd name="connsiteY567" fmla="*/ 1971679 h 6858000"/>
              <a:gd name="connsiteX568" fmla="*/ 5911389 w 7467600"/>
              <a:gd name="connsiteY568" fmla="*/ 1898371 h 6858000"/>
              <a:gd name="connsiteX569" fmla="*/ 6237627 w 7467600"/>
              <a:gd name="connsiteY569" fmla="*/ 2231921 h 6858000"/>
              <a:gd name="connsiteX570" fmla="*/ 5911389 w 7467600"/>
              <a:gd name="connsiteY570" fmla="*/ 1898371 h 6858000"/>
              <a:gd name="connsiteX571" fmla="*/ 6944437 w 7467600"/>
              <a:gd name="connsiteY571" fmla="*/ 1575402 h 6858000"/>
              <a:gd name="connsiteX572" fmla="*/ 6304730 w 7467600"/>
              <a:gd name="connsiteY572" fmla="*/ 1766654 h 6858000"/>
              <a:gd name="connsiteX573" fmla="*/ 6944437 w 7467600"/>
              <a:gd name="connsiteY573" fmla="*/ 1575402 h 6858000"/>
              <a:gd name="connsiteX574" fmla="*/ 7019523 w 7467600"/>
              <a:gd name="connsiteY574" fmla="*/ 1519450 h 6858000"/>
              <a:gd name="connsiteX575" fmla="*/ 6298091 w 7467600"/>
              <a:gd name="connsiteY575" fmla="*/ 1737122 h 6858000"/>
              <a:gd name="connsiteX576" fmla="*/ 7019523 w 7467600"/>
              <a:gd name="connsiteY576" fmla="*/ 1519450 h 6858000"/>
              <a:gd name="connsiteX577" fmla="*/ 2399523 w 7467600"/>
              <a:gd name="connsiteY577" fmla="*/ 1428234 h 6858000"/>
              <a:gd name="connsiteX578" fmla="*/ 2224982 w 7467600"/>
              <a:gd name="connsiteY578" fmla="*/ 1826201 h 6858000"/>
              <a:gd name="connsiteX579" fmla="*/ 2096099 w 7467600"/>
              <a:gd name="connsiteY579" fmla="*/ 2345900 h 6858000"/>
              <a:gd name="connsiteX580" fmla="*/ 2283317 w 7467600"/>
              <a:gd name="connsiteY580" fmla="*/ 1796925 h 6858000"/>
              <a:gd name="connsiteX581" fmla="*/ 2399523 w 7467600"/>
              <a:gd name="connsiteY581" fmla="*/ 1428234 h 6858000"/>
              <a:gd name="connsiteX582" fmla="*/ 2448558 w 7467600"/>
              <a:gd name="connsiteY582" fmla="*/ 1373435 h 6858000"/>
              <a:gd name="connsiteX583" fmla="*/ 2312521 w 7467600"/>
              <a:gd name="connsiteY583" fmla="*/ 1806140 h 6858000"/>
              <a:gd name="connsiteX584" fmla="*/ 2127533 w 7467600"/>
              <a:gd name="connsiteY584" fmla="*/ 2348380 h 6858000"/>
              <a:gd name="connsiteX585" fmla="*/ 2358080 w 7467600"/>
              <a:gd name="connsiteY585" fmla="*/ 1866134 h 6858000"/>
              <a:gd name="connsiteX586" fmla="*/ 2407436 w 7467600"/>
              <a:gd name="connsiteY586" fmla="*/ 1651070 h 6858000"/>
              <a:gd name="connsiteX587" fmla="*/ 2448558 w 7467600"/>
              <a:gd name="connsiteY587" fmla="*/ 1373435 h 6858000"/>
              <a:gd name="connsiteX588" fmla="*/ 278707 w 7467600"/>
              <a:gd name="connsiteY588" fmla="*/ 1352270 h 6858000"/>
              <a:gd name="connsiteX589" fmla="*/ 321570 w 7467600"/>
              <a:gd name="connsiteY589" fmla="*/ 1861610 h 6858000"/>
              <a:gd name="connsiteX590" fmla="*/ 294281 w 7467600"/>
              <a:gd name="connsiteY590" fmla="*/ 1440658 h 6858000"/>
              <a:gd name="connsiteX591" fmla="*/ 278707 w 7467600"/>
              <a:gd name="connsiteY591" fmla="*/ 1352270 h 6858000"/>
              <a:gd name="connsiteX592" fmla="*/ 1423821 w 7467600"/>
              <a:gd name="connsiteY592" fmla="*/ 1351958 h 6858000"/>
              <a:gd name="connsiteX593" fmla="*/ 1638521 w 7467600"/>
              <a:gd name="connsiteY593" fmla="*/ 1908470 h 6858000"/>
              <a:gd name="connsiteX594" fmla="*/ 1754199 w 7467600"/>
              <a:gd name="connsiteY594" fmla="*/ 2149284 h 6858000"/>
              <a:gd name="connsiteX595" fmla="*/ 1908359 w 7467600"/>
              <a:gd name="connsiteY595" fmla="*/ 2364988 h 6858000"/>
              <a:gd name="connsiteX596" fmla="*/ 1647661 w 7467600"/>
              <a:gd name="connsiteY596" fmla="*/ 1825945 h 6858000"/>
              <a:gd name="connsiteX597" fmla="*/ 1423821 w 7467600"/>
              <a:gd name="connsiteY597" fmla="*/ 1351958 h 6858000"/>
              <a:gd name="connsiteX598" fmla="*/ 1431890 w 7467600"/>
              <a:gd name="connsiteY598" fmla="*/ 1306475 h 6858000"/>
              <a:gd name="connsiteX599" fmla="*/ 1507597 w 7467600"/>
              <a:gd name="connsiteY599" fmla="*/ 1446132 h 6858000"/>
              <a:gd name="connsiteX600" fmla="*/ 1674586 w 7467600"/>
              <a:gd name="connsiteY600" fmla="*/ 1813832 h 6858000"/>
              <a:gd name="connsiteX601" fmla="*/ 1815950 w 7467600"/>
              <a:gd name="connsiteY601" fmla="*/ 2128564 h 6858000"/>
              <a:gd name="connsiteX602" fmla="*/ 1984242 w 7467600"/>
              <a:gd name="connsiteY602" fmla="*/ 2430829 h 6858000"/>
              <a:gd name="connsiteX603" fmla="*/ 2014023 w 7467600"/>
              <a:gd name="connsiteY603" fmla="*/ 2450995 h 6858000"/>
              <a:gd name="connsiteX604" fmla="*/ 1747337 w 7467600"/>
              <a:gd name="connsiteY604" fmla="*/ 1855264 h 6858000"/>
              <a:gd name="connsiteX605" fmla="*/ 1533749 w 7467600"/>
              <a:gd name="connsiteY605" fmla="*/ 1478656 h 6858000"/>
              <a:gd name="connsiteX606" fmla="*/ 1431890 w 7467600"/>
              <a:gd name="connsiteY606" fmla="*/ 1306475 h 6858000"/>
              <a:gd name="connsiteX607" fmla="*/ 5052692 w 7467600"/>
              <a:gd name="connsiteY607" fmla="*/ 1292994 h 6858000"/>
              <a:gd name="connsiteX608" fmla="*/ 5200661 w 7467600"/>
              <a:gd name="connsiteY608" fmla="*/ 1635186 h 6858000"/>
              <a:gd name="connsiteX609" fmla="*/ 5297138 w 7467600"/>
              <a:gd name="connsiteY609" fmla="*/ 1906351 h 6858000"/>
              <a:gd name="connsiteX610" fmla="*/ 5052692 w 7467600"/>
              <a:gd name="connsiteY610" fmla="*/ 1292994 h 6858000"/>
              <a:gd name="connsiteX611" fmla="*/ 5009948 w 7467600"/>
              <a:gd name="connsiteY611" fmla="*/ 1273619 h 6858000"/>
              <a:gd name="connsiteX612" fmla="*/ 5121777 w 7467600"/>
              <a:gd name="connsiteY612" fmla="*/ 1654213 h 6858000"/>
              <a:gd name="connsiteX613" fmla="*/ 5293545 w 7467600"/>
              <a:gd name="connsiteY613" fmla="*/ 2072247 h 6858000"/>
              <a:gd name="connsiteX614" fmla="*/ 5294042 w 7467600"/>
              <a:gd name="connsiteY614" fmla="*/ 2065019 h 6858000"/>
              <a:gd name="connsiteX615" fmla="*/ 5171936 w 7467600"/>
              <a:gd name="connsiteY615" fmla="*/ 1647613 h 6858000"/>
              <a:gd name="connsiteX616" fmla="*/ 5009948 w 7467600"/>
              <a:gd name="connsiteY616" fmla="*/ 1273619 h 6858000"/>
              <a:gd name="connsiteX617" fmla="*/ 655236 w 7467600"/>
              <a:gd name="connsiteY617" fmla="*/ 1268632 h 6858000"/>
              <a:gd name="connsiteX618" fmla="*/ 839521 w 7467600"/>
              <a:gd name="connsiteY618" fmla="*/ 1685315 h 6858000"/>
              <a:gd name="connsiteX619" fmla="*/ 1109416 w 7467600"/>
              <a:gd name="connsiteY619" fmla="*/ 2061663 h 6858000"/>
              <a:gd name="connsiteX620" fmla="*/ 1298300 w 7467600"/>
              <a:gd name="connsiteY620" fmla="*/ 2247742 h 6858000"/>
              <a:gd name="connsiteX621" fmla="*/ 1125871 w 7467600"/>
              <a:gd name="connsiteY621" fmla="*/ 1989513 h 6858000"/>
              <a:gd name="connsiteX622" fmla="*/ 981574 w 7467600"/>
              <a:gd name="connsiteY622" fmla="*/ 1783157 h 6858000"/>
              <a:gd name="connsiteX623" fmla="*/ 922198 w 7467600"/>
              <a:gd name="connsiteY623" fmla="*/ 1677437 h 6858000"/>
              <a:gd name="connsiteX624" fmla="*/ 869293 w 7467600"/>
              <a:gd name="connsiteY624" fmla="*/ 1583214 h 6858000"/>
              <a:gd name="connsiteX625" fmla="*/ 751431 w 7467600"/>
              <a:gd name="connsiteY625" fmla="*/ 1405731 h 6858000"/>
              <a:gd name="connsiteX626" fmla="*/ 655236 w 7467600"/>
              <a:gd name="connsiteY626" fmla="*/ 1268632 h 6858000"/>
              <a:gd name="connsiteX627" fmla="*/ 6516292 w 7467600"/>
              <a:gd name="connsiteY627" fmla="*/ 1263064 h 6858000"/>
              <a:gd name="connsiteX628" fmla="*/ 5736320 w 7467600"/>
              <a:gd name="connsiteY628" fmla="*/ 1501803 h 6858000"/>
              <a:gd name="connsiteX629" fmla="*/ 6516292 w 7467600"/>
              <a:gd name="connsiteY629" fmla="*/ 1263064 h 6858000"/>
              <a:gd name="connsiteX630" fmla="*/ 291466 w 7467600"/>
              <a:gd name="connsiteY630" fmla="*/ 1250369 h 6858000"/>
              <a:gd name="connsiteX631" fmla="*/ 323180 w 7467600"/>
              <a:gd name="connsiteY631" fmla="*/ 1435283 h 6858000"/>
              <a:gd name="connsiteX632" fmla="*/ 349381 w 7467600"/>
              <a:gd name="connsiteY632" fmla="*/ 1875041 h 6858000"/>
              <a:gd name="connsiteX633" fmla="*/ 374363 w 7467600"/>
              <a:gd name="connsiteY633" fmla="*/ 1506494 h 6858000"/>
              <a:gd name="connsiteX634" fmla="*/ 302168 w 7467600"/>
              <a:gd name="connsiteY634" fmla="*/ 1274495 h 6858000"/>
              <a:gd name="connsiteX635" fmla="*/ 291466 w 7467600"/>
              <a:gd name="connsiteY635" fmla="*/ 1250369 h 6858000"/>
              <a:gd name="connsiteX636" fmla="*/ 678222 w 7467600"/>
              <a:gd name="connsiteY636" fmla="*/ 1248670 h 6858000"/>
              <a:gd name="connsiteX637" fmla="*/ 775536 w 7467600"/>
              <a:gd name="connsiteY637" fmla="*/ 1388015 h 6858000"/>
              <a:gd name="connsiteX638" fmla="*/ 894529 w 7467600"/>
              <a:gd name="connsiteY638" fmla="*/ 1567739 h 6858000"/>
              <a:gd name="connsiteX639" fmla="*/ 948000 w 7467600"/>
              <a:gd name="connsiteY639" fmla="*/ 1663088 h 6858000"/>
              <a:gd name="connsiteX640" fmla="*/ 1006812 w 7467600"/>
              <a:gd name="connsiteY640" fmla="*/ 1767683 h 6858000"/>
              <a:gd name="connsiteX641" fmla="*/ 1149133 w 7467600"/>
              <a:gd name="connsiteY641" fmla="*/ 1971513 h 6858000"/>
              <a:gd name="connsiteX642" fmla="*/ 1333952 w 7467600"/>
              <a:gd name="connsiteY642" fmla="*/ 2251620 h 6858000"/>
              <a:gd name="connsiteX643" fmla="*/ 1337329 w 7467600"/>
              <a:gd name="connsiteY643" fmla="*/ 2258350 h 6858000"/>
              <a:gd name="connsiteX644" fmla="*/ 1014726 w 7467600"/>
              <a:gd name="connsiteY644" fmla="*/ 1615556 h 6858000"/>
              <a:gd name="connsiteX645" fmla="*/ 678222 w 7467600"/>
              <a:gd name="connsiteY645" fmla="*/ 1248670 h 6858000"/>
              <a:gd name="connsiteX646" fmla="*/ 6691602 w 7467600"/>
              <a:gd name="connsiteY646" fmla="*/ 1140573 h 6858000"/>
              <a:gd name="connsiteX647" fmla="*/ 6571100 w 7467600"/>
              <a:gd name="connsiteY647" fmla="*/ 1183662 h 6858000"/>
              <a:gd name="connsiteX648" fmla="*/ 6241687 w 7467600"/>
              <a:gd name="connsiteY648" fmla="*/ 1257600 h 6858000"/>
              <a:gd name="connsiteX649" fmla="*/ 5693009 w 7467600"/>
              <a:gd name="connsiteY649" fmla="*/ 1478256 h 6858000"/>
              <a:gd name="connsiteX650" fmla="*/ 6548420 w 7467600"/>
              <a:gd name="connsiteY650" fmla="*/ 1214599 h 6858000"/>
              <a:gd name="connsiteX651" fmla="*/ 6605473 w 7467600"/>
              <a:gd name="connsiteY651" fmla="*/ 1184686 h 6858000"/>
              <a:gd name="connsiteX652" fmla="*/ 6691602 w 7467600"/>
              <a:gd name="connsiteY652" fmla="*/ 1140573 h 6858000"/>
              <a:gd name="connsiteX653" fmla="*/ 4002475 w 7467600"/>
              <a:gd name="connsiteY653" fmla="*/ 1037802 h 6858000"/>
              <a:gd name="connsiteX654" fmla="*/ 4000324 w 7467600"/>
              <a:gd name="connsiteY654" fmla="*/ 1039362 h 6858000"/>
              <a:gd name="connsiteX655" fmla="*/ 4002862 w 7467600"/>
              <a:gd name="connsiteY655" fmla="*/ 1042866 h 6858000"/>
              <a:gd name="connsiteX656" fmla="*/ 4002475 w 7467600"/>
              <a:gd name="connsiteY656" fmla="*/ 1037802 h 6858000"/>
              <a:gd name="connsiteX657" fmla="*/ 506322 w 7467600"/>
              <a:gd name="connsiteY657" fmla="*/ 1020997 h 6858000"/>
              <a:gd name="connsiteX658" fmla="*/ 533068 w 7467600"/>
              <a:gd name="connsiteY658" fmla="*/ 1029409 h 6858000"/>
              <a:gd name="connsiteX659" fmla="*/ 1232525 w 7467600"/>
              <a:gd name="connsiteY659" fmla="*/ 1804675 h 6858000"/>
              <a:gd name="connsiteX660" fmla="*/ 1388858 w 7467600"/>
              <a:gd name="connsiteY660" fmla="*/ 2368011 h 6858000"/>
              <a:gd name="connsiteX661" fmla="*/ 1384098 w 7467600"/>
              <a:gd name="connsiteY661" fmla="*/ 2378125 h 6858000"/>
              <a:gd name="connsiteX662" fmla="*/ 1425393 w 7467600"/>
              <a:gd name="connsiteY662" fmla="*/ 2589124 h 6858000"/>
              <a:gd name="connsiteX663" fmla="*/ 1424001 w 7467600"/>
              <a:gd name="connsiteY663" fmla="*/ 2597541 h 6858000"/>
              <a:gd name="connsiteX664" fmla="*/ 2152729 w 7467600"/>
              <a:gd name="connsiteY664" fmla="*/ 2864487 h 6858000"/>
              <a:gd name="connsiteX665" fmla="*/ 2020609 w 7467600"/>
              <a:gd name="connsiteY665" fmla="*/ 2539671 h 6858000"/>
              <a:gd name="connsiteX666" fmla="*/ 2018920 w 7467600"/>
              <a:gd name="connsiteY666" fmla="*/ 2536309 h 6858000"/>
              <a:gd name="connsiteX667" fmla="*/ 1342441 w 7467600"/>
              <a:gd name="connsiteY667" fmla="*/ 1173017 h 6858000"/>
              <a:gd name="connsiteX668" fmla="*/ 1367925 w 7467600"/>
              <a:gd name="connsiteY668" fmla="*/ 1135648 h 6858000"/>
              <a:gd name="connsiteX669" fmla="*/ 1771401 w 7467600"/>
              <a:gd name="connsiteY669" fmla="*/ 1806673 h 6858000"/>
              <a:gd name="connsiteX670" fmla="*/ 1972385 w 7467600"/>
              <a:gd name="connsiteY670" fmla="*/ 2198735 h 6858000"/>
              <a:gd name="connsiteX671" fmla="*/ 2040892 w 7467600"/>
              <a:gd name="connsiteY671" fmla="*/ 2405205 h 6858000"/>
              <a:gd name="connsiteX672" fmla="*/ 2131689 w 7467600"/>
              <a:gd name="connsiteY672" fmla="*/ 1936926 h 6858000"/>
              <a:gd name="connsiteX673" fmla="*/ 2454820 w 7467600"/>
              <a:gd name="connsiteY673" fmla="*/ 1248808 h 6858000"/>
              <a:gd name="connsiteX674" fmla="*/ 2492512 w 7467600"/>
              <a:gd name="connsiteY674" fmla="*/ 1302920 h 6858000"/>
              <a:gd name="connsiteX675" fmla="*/ 2081216 w 7467600"/>
              <a:gd name="connsiteY675" fmla="*/ 2527513 h 6858000"/>
              <a:gd name="connsiteX676" fmla="*/ 2081211 w 7467600"/>
              <a:gd name="connsiteY676" fmla="*/ 2528916 h 6858000"/>
              <a:gd name="connsiteX677" fmla="*/ 2199067 w 7467600"/>
              <a:gd name="connsiteY677" fmla="*/ 2884061 h 6858000"/>
              <a:gd name="connsiteX678" fmla="*/ 3192586 w 7467600"/>
              <a:gd name="connsiteY678" fmla="*/ 3411496 h 6858000"/>
              <a:gd name="connsiteX679" fmla="*/ 3182620 w 7467600"/>
              <a:gd name="connsiteY679" fmla="*/ 3483279 h 6858000"/>
              <a:gd name="connsiteX680" fmla="*/ 2435119 w 7467600"/>
              <a:gd name="connsiteY680" fmla="*/ 3080173 h 6858000"/>
              <a:gd name="connsiteX681" fmla="*/ 2410152 w 7467600"/>
              <a:gd name="connsiteY681" fmla="*/ 3063751 h 6858000"/>
              <a:gd name="connsiteX682" fmla="*/ 2408099 w 7467600"/>
              <a:gd name="connsiteY682" fmla="*/ 3064403 h 6858000"/>
              <a:gd name="connsiteX683" fmla="*/ 2407218 w 7467600"/>
              <a:gd name="connsiteY683" fmla="*/ 3070324 h 6858000"/>
              <a:gd name="connsiteX684" fmla="*/ 2380138 w 7467600"/>
              <a:gd name="connsiteY684" fmla="*/ 3099341 h 6858000"/>
              <a:gd name="connsiteX685" fmla="*/ 1765923 w 7467600"/>
              <a:gd name="connsiteY685" fmla="*/ 3581043 h 6858000"/>
              <a:gd name="connsiteX686" fmla="*/ 1702258 w 7467600"/>
              <a:gd name="connsiteY686" fmla="*/ 3612286 h 6858000"/>
              <a:gd name="connsiteX687" fmla="*/ 1538370 w 7467600"/>
              <a:gd name="connsiteY687" fmla="*/ 3811804 h 6858000"/>
              <a:gd name="connsiteX688" fmla="*/ 542867 w 7467600"/>
              <a:gd name="connsiteY688" fmla="*/ 4944092 h 6858000"/>
              <a:gd name="connsiteX689" fmla="*/ 515800 w 7467600"/>
              <a:gd name="connsiteY689" fmla="*/ 4862180 h 6858000"/>
              <a:gd name="connsiteX690" fmla="*/ 909145 w 7467600"/>
              <a:gd name="connsiteY690" fmla="*/ 4199225 h 6858000"/>
              <a:gd name="connsiteX691" fmla="*/ 1214067 w 7467600"/>
              <a:gd name="connsiteY691" fmla="*/ 3908561 h 6858000"/>
              <a:gd name="connsiteX692" fmla="*/ 640967 w 7467600"/>
              <a:gd name="connsiteY692" fmla="*/ 4105601 h 6858000"/>
              <a:gd name="connsiteX693" fmla="*/ 112563 w 7467600"/>
              <a:gd name="connsiteY693" fmla="*/ 4396952 h 6858000"/>
              <a:gd name="connsiteX694" fmla="*/ 0 w 7467600"/>
              <a:gd name="connsiteY694" fmla="*/ 4466006 h 6858000"/>
              <a:gd name="connsiteX695" fmla="*/ 0 w 7467600"/>
              <a:gd name="connsiteY695" fmla="*/ 4233763 h 6858000"/>
              <a:gd name="connsiteX696" fmla="*/ 36881 w 7467600"/>
              <a:gd name="connsiteY696" fmla="*/ 4200118 h 6858000"/>
              <a:gd name="connsiteX697" fmla="*/ 910534 w 7467600"/>
              <a:gd name="connsiteY697" fmla="*/ 3629753 h 6858000"/>
              <a:gd name="connsiteX698" fmla="*/ 1578717 w 7467600"/>
              <a:gd name="connsiteY698" fmla="*/ 3575982 h 6858000"/>
              <a:gd name="connsiteX699" fmla="*/ 2338780 w 7467600"/>
              <a:gd name="connsiteY699" fmla="*/ 3033725 h 6858000"/>
              <a:gd name="connsiteX700" fmla="*/ 1807991 w 7467600"/>
              <a:gd name="connsiteY700" fmla="*/ 2807184 h 6858000"/>
              <a:gd name="connsiteX701" fmla="*/ 1416358 w 7467600"/>
              <a:gd name="connsiteY701" fmla="*/ 3112571 h 6858000"/>
              <a:gd name="connsiteX702" fmla="*/ 939066 w 7467600"/>
              <a:gd name="connsiteY702" fmla="*/ 3378798 h 6858000"/>
              <a:gd name="connsiteX703" fmla="*/ 115099 w 7467600"/>
              <a:gd name="connsiteY703" fmla="*/ 3607650 h 6858000"/>
              <a:gd name="connsiteX704" fmla="*/ 97284 w 7467600"/>
              <a:gd name="connsiteY704" fmla="*/ 3520393 h 6858000"/>
              <a:gd name="connsiteX705" fmla="*/ 922050 w 7467600"/>
              <a:gd name="connsiteY705" fmla="*/ 3074867 h 6858000"/>
              <a:gd name="connsiteX706" fmla="*/ 1405265 w 7467600"/>
              <a:gd name="connsiteY706" fmla="*/ 3016319 h 6858000"/>
              <a:gd name="connsiteX707" fmla="*/ 1407512 w 7467600"/>
              <a:gd name="connsiteY707" fmla="*/ 3018001 h 6858000"/>
              <a:gd name="connsiteX708" fmla="*/ 1726266 w 7467600"/>
              <a:gd name="connsiteY708" fmla="*/ 2777274 h 6858000"/>
              <a:gd name="connsiteX709" fmla="*/ 625390 w 7467600"/>
              <a:gd name="connsiteY709" fmla="*/ 2514541 h 6858000"/>
              <a:gd name="connsiteX710" fmla="*/ 619799 w 7467600"/>
              <a:gd name="connsiteY710" fmla="*/ 2527180 h 6858000"/>
              <a:gd name="connsiteX711" fmla="*/ 310030 w 7467600"/>
              <a:gd name="connsiteY711" fmla="*/ 2771818 h 6858000"/>
              <a:gd name="connsiteX712" fmla="*/ 173877 w 7467600"/>
              <a:gd name="connsiteY712" fmla="*/ 2937056 h 6858000"/>
              <a:gd name="connsiteX713" fmla="*/ 77889 w 7467600"/>
              <a:gd name="connsiteY713" fmla="*/ 3138440 h 6858000"/>
              <a:gd name="connsiteX714" fmla="*/ 0 w 7467600"/>
              <a:gd name="connsiteY714" fmla="*/ 3271395 h 6858000"/>
              <a:gd name="connsiteX715" fmla="*/ 0 w 7467600"/>
              <a:gd name="connsiteY715" fmla="*/ 3153002 h 6858000"/>
              <a:gd name="connsiteX716" fmla="*/ 2386 w 7467600"/>
              <a:gd name="connsiteY716" fmla="*/ 3149203 h 6858000"/>
              <a:gd name="connsiteX717" fmla="*/ 89753 w 7467600"/>
              <a:gd name="connsiteY717" fmla="*/ 2987702 h 6858000"/>
              <a:gd name="connsiteX718" fmla="*/ 76869 w 7467600"/>
              <a:gd name="connsiteY718" fmla="*/ 3005404 h 6858000"/>
              <a:gd name="connsiteX719" fmla="*/ 32049 w 7467600"/>
              <a:gd name="connsiteY719" fmla="*/ 3065814 h 6858000"/>
              <a:gd name="connsiteX720" fmla="*/ 0 w 7467600"/>
              <a:gd name="connsiteY720" fmla="*/ 3108744 h 6858000"/>
              <a:gd name="connsiteX721" fmla="*/ 0 w 7467600"/>
              <a:gd name="connsiteY721" fmla="*/ 3058059 h 6858000"/>
              <a:gd name="connsiteX722" fmla="*/ 7610 w 7467600"/>
              <a:gd name="connsiteY722" fmla="*/ 3047889 h 6858000"/>
              <a:gd name="connsiteX723" fmla="*/ 52419 w 7467600"/>
              <a:gd name="connsiteY723" fmla="*/ 2987479 h 6858000"/>
              <a:gd name="connsiteX724" fmla="*/ 59142 w 7467600"/>
              <a:gd name="connsiteY724" fmla="*/ 2978488 h 6858000"/>
              <a:gd name="connsiteX725" fmla="*/ 0 w 7467600"/>
              <a:gd name="connsiteY725" fmla="*/ 3015334 h 6858000"/>
              <a:gd name="connsiteX726" fmla="*/ 0 w 7467600"/>
              <a:gd name="connsiteY726" fmla="*/ 2914286 h 6858000"/>
              <a:gd name="connsiteX727" fmla="*/ 36383 w 7467600"/>
              <a:gd name="connsiteY727" fmla="*/ 2901128 h 6858000"/>
              <a:gd name="connsiteX728" fmla="*/ 156329 w 7467600"/>
              <a:gd name="connsiteY728" fmla="*/ 2840533 h 6858000"/>
              <a:gd name="connsiteX729" fmla="*/ 358355 w 7467600"/>
              <a:gd name="connsiteY729" fmla="*/ 2620471 h 6858000"/>
              <a:gd name="connsiteX730" fmla="*/ 510577 w 7467600"/>
              <a:gd name="connsiteY730" fmla="*/ 2501244 h 6858000"/>
              <a:gd name="connsiteX731" fmla="*/ 211967 w 7467600"/>
              <a:gd name="connsiteY731" fmla="*/ 2479171 h 6858000"/>
              <a:gd name="connsiteX732" fmla="*/ 0 w 7467600"/>
              <a:gd name="connsiteY732" fmla="*/ 2476398 h 6858000"/>
              <a:gd name="connsiteX733" fmla="*/ 0 w 7467600"/>
              <a:gd name="connsiteY733" fmla="*/ 2389189 h 6858000"/>
              <a:gd name="connsiteX734" fmla="*/ 103062 w 7467600"/>
              <a:gd name="connsiteY734" fmla="*/ 2389518 h 6858000"/>
              <a:gd name="connsiteX735" fmla="*/ 510734 w 7467600"/>
              <a:gd name="connsiteY735" fmla="*/ 2416201 h 6858000"/>
              <a:gd name="connsiteX736" fmla="*/ 279257 w 7467600"/>
              <a:gd name="connsiteY736" fmla="*/ 2092102 h 6858000"/>
              <a:gd name="connsiteX737" fmla="*/ 65265 w 7467600"/>
              <a:gd name="connsiteY737" fmla="*/ 2006049 h 6858000"/>
              <a:gd name="connsiteX738" fmla="*/ 0 w 7467600"/>
              <a:gd name="connsiteY738" fmla="*/ 1982532 h 6858000"/>
              <a:gd name="connsiteX739" fmla="*/ 0 w 7467600"/>
              <a:gd name="connsiteY739" fmla="*/ 1912789 h 6858000"/>
              <a:gd name="connsiteX740" fmla="*/ 97460 w 7467600"/>
              <a:gd name="connsiteY740" fmla="*/ 1953725 h 6858000"/>
              <a:gd name="connsiteX741" fmla="*/ 221272 w 7467600"/>
              <a:gd name="connsiteY741" fmla="*/ 1980766 h 6858000"/>
              <a:gd name="connsiteX742" fmla="*/ 116765 w 7467600"/>
              <a:gd name="connsiteY742" fmla="*/ 1911033 h 6858000"/>
              <a:gd name="connsiteX743" fmla="*/ 16405 w 7467600"/>
              <a:gd name="connsiteY743" fmla="*/ 1803412 h 6858000"/>
              <a:gd name="connsiteX744" fmla="*/ 0 w 7467600"/>
              <a:gd name="connsiteY744" fmla="*/ 1784777 h 6858000"/>
              <a:gd name="connsiteX745" fmla="*/ 0 w 7467600"/>
              <a:gd name="connsiteY745" fmla="*/ 1740082 h 6858000"/>
              <a:gd name="connsiteX746" fmla="*/ 39394 w 7467600"/>
              <a:gd name="connsiteY746" fmla="*/ 1784856 h 6858000"/>
              <a:gd name="connsiteX747" fmla="*/ 135813 w 7467600"/>
              <a:gd name="connsiteY747" fmla="*/ 1888838 h 6858000"/>
              <a:gd name="connsiteX748" fmla="*/ 242575 w 7467600"/>
              <a:gd name="connsiteY748" fmla="*/ 1958841 h 6858000"/>
              <a:gd name="connsiteX749" fmla="*/ 82197 w 7467600"/>
              <a:gd name="connsiteY749" fmla="*/ 1754826 h 6858000"/>
              <a:gd name="connsiteX750" fmla="*/ 0 w 7467600"/>
              <a:gd name="connsiteY750" fmla="*/ 1679650 h 6858000"/>
              <a:gd name="connsiteX751" fmla="*/ 0 w 7467600"/>
              <a:gd name="connsiteY751" fmla="*/ 1602463 h 6858000"/>
              <a:gd name="connsiteX752" fmla="*/ 84689 w 7467600"/>
              <a:gd name="connsiteY752" fmla="*/ 1677442 h 6858000"/>
              <a:gd name="connsiteX753" fmla="*/ 298437 w 7467600"/>
              <a:gd name="connsiteY753" fmla="*/ 1968019 h 6858000"/>
              <a:gd name="connsiteX754" fmla="*/ 227269 w 7467600"/>
              <a:gd name="connsiteY754" fmla="*/ 1114064 h 6858000"/>
              <a:gd name="connsiteX755" fmla="*/ 248003 w 7467600"/>
              <a:gd name="connsiteY755" fmla="*/ 1089613 h 6858000"/>
              <a:gd name="connsiteX756" fmla="*/ 427020 w 7467600"/>
              <a:gd name="connsiteY756" fmla="*/ 1619803 h 6858000"/>
              <a:gd name="connsiteX757" fmla="*/ 340345 w 7467600"/>
              <a:gd name="connsiteY757" fmla="*/ 2027739 h 6858000"/>
              <a:gd name="connsiteX758" fmla="*/ 360865 w 7467600"/>
              <a:gd name="connsiteY758" fmla="*/ 2044827 h 6858000"/>
              <a:gd name="connsiteX759" fmla="*/ 560414 w 7467600"/>
              <a:gd name="connsiteY759" fmla="*/ 2421457 h 6858000"/>
              <a:gd name="connsiteX760" fmla="*/ 1359703 w 7467600"/>
              <a:gd name="connsiteY760" fmla="*/ 2578554 h 6858000"/>
              <a:gd name="connsiteX761" fmla="*/ 1359422 w 7467600"/>
              <a:gd name="connsiteY761" fmla="*/ 2577994 h 6858000"/>
              <a:gd name="connsiteX762" fmla="*/ 828701 w 7467600"/>
              <a:gd name="connsiteY762" fmla="*/ 1839520 h 6858000"/>
              <a:gd name="connsiteX763" fmla="*/ 494427 w 7467600"/>
              <a:gd name="connsiteY763" fmla="*/ 1092333 h 6858000"/>
              <a:gd name="connsiteX764" fmla="*/ 506322 w 7467600"/>
              <a:gd name="connsiteY764" fmla="*/ 1020997 h 6858000"/>
              <a:gd name="connsiteX765" fmla="*/ 4570198 w 7467600"/>
              <a:gd name="connsiteY765" fmla="*/ 978081 h 6858000"/>
              <a:gd name="connsiteX766" fmla="*/ 4523691 w 7467600"/>
              <a:gd name="connsiteY766" fmla="*/ 1127776 h 6858000"/>
              <a:gd name="connsiteX767" fmla="*/ 4509875 w 7467600"/>
              <a:gd name="connsiteY767" fmla="*/ 1167552 h 6858000"/>
              <a:gd name="connsiteX768" fmla="*/ 4478168 w 7467600"/>
              <a:gd name="connsiteY768" fmla="*/ 1260735 h 6858000"/>
              <a:gd name="connsiteX769" fmla="*/ 4409309 w 7467600"/>
              <a:gd name="connsiteY769" fmla="*/ 1666996 h 6858000"/>
              <a:gd name="connsiteX770" fmla="*/ 4370031 w 7467600"/>
              <a:gd name="connsiteY770" fmla="*/ 1955666 h 6858000"/>
              <a:gd name="connsiteX771" fmla="*/ 4570198 w 7467600"/>
              <a:gd name="connsiteY771" fmla="*/ 978081 h 6858000"/>
              <a:gd name="connsiteX772" fmla="*/ 4557898 w 7467600"/>
              <a:gd name="connsiteY772" fmla="*/ 900011 h 6858000"/>
              <a:gd name="connsiteX773" fmla="*/ 4344840 w 7467600"/>
              <a:gd name="connsiteY773" fmla="*/ 1922038 h 6858000"/>
              <a:gd name="connsiteX774" fmla="*/ 4378710 w 7467600"/>
              <a:gd name="connsiteY774" fmla="*/ 1665516 h 6858000"/>
              <a:gd name="connsiteX775" fmla="*/ 4448798 w 7467600"/>
              <a:gd name="connsiteY775" fmla="*/ 1253024 h 6858000"/>
              <a:gd name="connsiteX776" fmla="*/ 4480315 w 7467600"/>
              <a:gd name="connsiteY776" fmla="*/ 1158454 h 6858000"/>
              <a:gd name="connsiteX777" fmla="*/ 4494133 w 7467600"/>
              <a:gd name="connsiteY777" fmla="*/ 1118676 h 6858000"/>
              <a:gd name="connsiteX778" fmla="*/ 4557898 w 7467600"/>
              <a:gd name="connsiteY778" fmla="*/ 900011 h 6858000"/>
              <a:gd name="connsiteX779" fmla="*/ 5870151 w 7467600"/>
              <a:gd name="connsiteY779" fmla="*/ 898890 h 6858000"/>
              <a:gd name="connsiteX780" fmla="*/ 5861335 w 7467600"/>
              <a:gd name="connsiteY780" fmla="*/ 899177 h 6858000"/>
              <a:gd name="connsiteX781" fmla="*/ 5843702 w 7467600"/>
              <a:gd name="connsiteY781" fmla="*/ 899748 h 6858000"/>
              <a:gd name="connsiteX782" fmla="*/ 5651107 w 7467600"/>
              <a:gd name="connsiteY782" fmla="*/ 920306 h 6858000"/>
              <a:gd name="connsiteX783" fmla="*/ 5459407 w 7467600"/>
              <a:gd name="connsiteY783" fmla="*/ 940975 h 6858000"/>
              <a:gd name="connsiteX784" fmla="*/ 5374846 w 7467600"/>
              <a:gd name="connsiteY784" fmla="*/ 941988 h 6858000"/>
              <a:gd name="connsiteX785" fmla="*/ 5256105 w 7467600"/>
              <a:gd name="connsiteY785" fmla="*/ 945632 h 6858000"/>
              <a:gd name="connsiteX786" fmla="*/ 5107071 w 7467600"/>
              <a:gd name="connsiteY786" fmla="*/ 969720 h 6858000"/>
              <a:gd name="connsiteX787" fmla="*/ 4998681 w 7467600"/>
              <a:gd name="connsiteY787" fmla="*/ 988771 h 6858000"/>
              <a:gd name="connsiteX788" fmla="*/ 5870151 w 7467600"/>
              <a:gd name="connsiteY788" fmla="*/ 898890 h 6858000"/>
              <a:gd name="connsiteX789" fmla="*/ 5504425 w 7467600"/>
              <a:gd name="connsiteY789" fmla="*/ 848067 h 6858000"/>
              <a:gd name="connsiteX790" fmla="*/ 4968849 w 7467600"/>
              <a:gd name="connsiteY790" fmla="*/ 962318 h 6858000"/>
              <a:gd name="connsiteX791" fmla="*/ 5104039 w 7467600"/>
              <a:gd name="connsiteY791" fmla="*/ 940634 h 6858000"/>
              <a:gd name="connsiteX792" fmla="*/ 5256311 w 7467600"/>
              <a:gd name="connsiteY792" fmla="*/ 916490 h 6858000"/>
              <a:gd name="connsiteX793" fmla="*/ 5377381 w 7467600"/>
              <a:gd name="connsiteY793" fmla="*/ 912671 h 6858000"/>
              <a:gd name="connsiteX794" fmla="*/ 5460148 w 7467600"/>
              <a:gd name="connsiteY794" fmla="*/ 911442 h 6858000"/>
              <a:gd name="connsiteX795" fmla="*/ 5648971 w 7467600"/>
              <a:gd name="connsiteY795" fmla="*/ 891331 h 6858000"/>
              <a:gd name="connsiteX796" fmla="*/ 5844807 w 7467600"/>
              <a:gd name="connsiteY796" fmla="*/ 870718 h 6858000"/>
              <a:gd name="connsiteX797" fmla="*/ 5862975 w 7467600"/>
              <a:gd name="connsiteY797" fmla="*/ 869756 h 6858000"/>
              <a:gd name="connsiteX798" fmla="*/ 5920887 w 7467600"/>
              <a:gd name="connsiteY798" fmla="*/ 865929 h 6858000"/>
              <a:gd name="connsiteX799" fmla="*/ 5504425 w 7467600"/>
              <a:gd name="connsiteY799" fmla="*/ 848067 h 6858000"/>
              <a:gd name="connsiteX800" fmla="*/ 3607114 w 7467600"/>
              <a:gd name="connsiteY800" fmla="*/ 467441 h 6858000"/>
              <a:gd name="connsiteX801" fmla="*/ 3296242 w 7467600"/>
              <a:gd name="connsiteY801" fmla="*/ 807991 h 6858000"/>
              <a:gd name="connsiteX802" fmla="*/ 3174674 w 7467600"/>
              <a:gd name="connsiteY802" fmla="*/ 919759 h 6858000"/>
              <a:gd name="connsiteX803" fmla="*/ 3042978 w 7467600"/>
              <a:gd name="connsiteY803" fmla="*/ 1054894 h 6858000"/>
              <a:gd name="connsiteX804" fmla="*/ 2968914 w 7467600"/>
              <a:gd name="connsiteY804" fmla="*/ 1133756 h 6858000"/>
              <a:gd name="connsiteX805" fmla="*/ 3103823 w 7467600"/>
              <a:gd name="connsiteY805" fmla="*/ 1026814 h 6858000"/>
              <a:gd name="connsiteX806" fmla="*/ 3607114 w 7467600"/>
              <a:gd name="connsiteY806" fmla="*/ 467441 h 6858000"/>
              <a:gd name="connsiteX807" fmla="*/ 3744487 w 7467600"/>
              <a:gd name="connsiteY807" fmla="*/ 383136 h 6858000"/>
              <a:gd name="connsiteX808" fmla="*/ 3970213 w 7467600"/>
              <a:gd name="connsiteY808" fmla="*/ 995559 h 6858000"/>
              <a:gd name="connsiteX809" fmla="*/ 3744487 w 7467600"/>
              <a:gd name="connsiteY809" fmla="*/ 383136 h 6858000"/>
              <a:gd name="connsiteX810" fmla="*/ 3624562 w 7467600"/>
              <a:gd name="connsiteY810" fmla="*/ 367041 h 6858000"/>
              <a:gd name="connsiteX811" fmla="*/ 3489712 w 7467600"/>
              <a:gd name="connsiteY811" fmla="*/ 485386 h 6858000"/>
              <a:gd name="connsiteX812" fmla="*/ 3182994 w 7467600"/>
              <a:gd name="connsiteY812" fmla="*/ 828265 h 6858000"/>
              <a:gd name="connsiteX813" fmla="*/ 2892114 w 7467600"/>
              <a:gd name="connsiteY813" fmla="*/ 1172635 h 6858000"/>
              <a:gd name="connsiteX814" fmla="*/ 3021459 w 7467600"/>
              <a:gd name="connsiteY814" fmla="*/ 1035385 h 6858000"/>
              <a:gd name="connsiteX815" fmla="*/ 3153873 w 7467600"/>
              <a:gd name="connsiteY815" fmla="*/ 898971 h 6858000"/>
              <a:gd name="connsiteX816" fmla="*/ 3276511 w 7467600"/>
              <a:gd name="connsiteY816" fmla="*/ 786423 h 6858000"/>
              <a:gd name="connsiteX817" fmla="*/ 3584154 w 7467600"/>
              <a:gd name="connsiteY817" fmla="*/ 448218 h 6858000"/>
              <a:gd name="connsiteX818" fmla="*/ 3624562 w 7467600"/>
              <a:gd name="connsiteY818" fmla="*/ 367041 h 6858000"/>
              <a:gd name="connsiteX819" fmla="*/ 3766672 w 7467600"/>
              <a:gd name="connsiteY819" fmla="*/ 359429 h 6858000"/>
              <a:gd name="connsiteX820" fmla="*/ 3996338 w 7467600"/>
              <a:gd name="connsiteY820" fmla="*/ 968237 h 6858000"/>
              <a:gd name="connsiteX821" fmla="*/ 3766672 w 7467600"/>
              <a:gd name="connsiteY821" fmla="*/ 359429 h 6858000"/>
              <a:gd name="connsiteX822" fmla="*/ 5805386 w 7467600"/>
              <a:gd name="connsiteY822" fmla="*/ 239240 h 6858000"/>
              <a:gd name="connsiteX823" fmla="*/ 5736947 w 7467600"/>
              <a:gd name="connsiteY823" fmla="*/ 261367 h 6858000"/>
              <a:gd name="connsiteX824" fmla="*/ 5427012 w 7467600"/>
              <a:gd name="connsiteY824" fmla="*/ 311272 h 6858000"/>
              <a:gd name="connsiteX825" fmla="*/ 5147818 w 7467600"/>
              <a:gd name="connsiteY825" fmla="*/ 322112 h 6858000"/>
              <a:gd name="connsiteX826" fmla="*/ 5060854 w 7467600"/>
              <a:gd name="connsiteY826" fmla="*/ 311882 h 6858000"/>
              <a:gd name="connsiteX827" fmla="*/ 4945989 w 7467600"/>
              <a:gd name="connsiteY827" fmla="*/ 300516 h 6858000"/>
              <a:gd name="connsiteX828" fmla="*/ 5410479 w 7467600"/>
              <a:gd name="connsiteY828" fmla="*/ 348434 h 6858000"/>
              <a:gd name="connsiteX829" fmla="*/ 5805386 w 7467600"/>
              <a:gd name="connsiteY829" fmla="*/ 239240 h 6858000"/>
              <a:gd name="connsiteX830" fmla="*/ 5905192 w 7467600"/>
              <a:gd name="connsiteY830" fmla="*/ 163079 h 6858000"/>
              <a:gd name="connsiteX831" fmla="*/ 5865655 w 7467600"/>
              <a:gd name="connsiteY831" fmla="*/ 171901 h 6858000"/>
              <a:gd name="connsiteX832" fmla="*/ 5259740 w 7467600"/>
              <a:gd name="connsiteY832" fmla="*/ 257013 h 6858000"/>
              <a:gd name="connsiteX833" fmla="*/ 5208466 w 7467600"/>
              <a:gd name="connsiteY833" fmla="*/ 257550 h 6858000"/>
              <a:gd name="connsiteX834" fmla="*/ 4980204 w 7467600"/>
              <a:gd name="connsiteY834" fmla="*/ 271903 h 6858000"/>
              <a:gd name="connsiteX835" fmla="*/ 5068068 w 7467600"/>
              <a:gd name="connsiteY835" fmla="*/ 282244 h 6858000"/>
              <a:gd name="connsiteX836" fmla="*/ 5153231 w 7467600"/>
              <a:gd name="connsiteY836" fmla="*/ 292240 h 6858000"/>
              <a:gd name="connsiteX837" fmla="*/ 5426491 w 7467600"/>
              <a:gd name="connsiteY837" fmla="*/ 281128 h 6858000"/>
              <a:gd name="connsiteX838" fmla="*/ 5731212 w 7467600"/>
              <a:gd name="connsiteY838" fmla="*/ 231951 h 6858000"/>
              <a:gd name="connsiteX839" fmla="*/ 5905192 w 7467600"/>
              <a:gd name="connsiteY839" fmla="*/ 163079 h 6858000"/>
              <a:gd name="connsiteX840" fmla="*/ 5944437 w 7467600"/>
              <a:gd name="connsiteY840" fmla="*/ 113829 h 6858000"/>
              <a:gd name="connsiteX841" fmla="*/ 5825032 w 7467600"/>
              <a:gd name="connsiteY841" fmla="*/ 146405 h 6858000"/>
              <a:gd name="connsiteX842" fmla="*/ 4955599 w 7467600"/>
              <a:gd name="connsiteY842" fmla="*/ 247008 h 6858000"/>
              <a:gd name="connsiteX843" fmla="*/ 5210104 w 7467600"/>
              <a:gd name="connsiteY843" fmla="*/ 228123 h 6858000"/>
              <a:gd name="connsiteX844" fmla="*/ 5261015 w 7467600"/>
              <a:gd name="connsiteY844" fmla="*/ 227087 h 6858000"/>
              <a:gd name="connsiteX845" fmla="*/ 5861181 w 7467600"/>
              <a:gd name="connsiteY845" fmla="*/ 143093 h 6858000"/>
              <a:gd name="connsiteX846" fmla="*/ 5961252 w 7467600"/>
              <a:gd name="connsiteY846" fmla="*/ 114820 h 6858000"/>
              <a:gd name="connsiteX847" fmla="*/ 5944437 w 7467600"/>
              <a:gd name="connsiteY847" fmla="*/ 113829 h 6858000"/>
              <a:gd name="connsiteX848" fmla="*/ 3882765 w 7467600"/>
              <a:gd name="connsiteY848" fmla="*/ 0 h 6858000"/>
              <a:gd name="connsiteX849" fmla="*/ 3995099 w 7467600"/>
              <a:gd name="connsiteY849" fmla="*/ 0 h 6858000"/>
              <a:gd name="connsiteX850" fmla="*/ 4163818 w 7467600"/>
              <a:gd name="connsiteY850" fmla="*/ 234104 h 6858000"/>
              <a:gd name="connsiteX851" fmla="*/ 4172099 w 7467600"/>
              <a:gd name="connsiteY851" fmla="*/ 234207 h 6858000"/>
              <a:gd name="connsiteX852" fmla="*/ 4784282 w 7467600"/>
              <a:gd name="connsiteY852" fmla="*/ 276561 h 6858000"/>
              <a:gd name="connsiteX853" fmla="*/ 4801687 w 7467600"/>
              <a:gd name="connsiteY853" fmla="*/ 267764 h 6858000"/>
              <a:gd name="connsiteX854" fmla="*/ 6082788 w 7467600"/>
              <a:gd name="connsiteY854" fmla="*/ 64119 h 6858000"/>
              <a:gd name="connsiteX855" fmla="*/ 6099442 w 7467600"/>
              <a:gd name="connsiteY855" fmla="*/ 82568 h 6858000"/>
              <a:gd name="connsiteX856" fmla="*/ 4804137 w 7467600"/>
              <a:gd name="connsiteY856" fmla="*/ 320931 h 6858000"/>
              <a:gd name="connsiteX857" fmla="*/ 4227047 w 7467600"/>
              <a:gd name="connsiteY857" fmla="*/ 313415 h 6858000"/>
              <a:gd name="connsiteX858" fmla="*/ 4346041 w 7467600"/>
              <a:gd name="connsiteY858" fmla="*/ 456086 h 6858000"/>
              <a:gd name="connsiteX859" fmla="*/ 4870967 w 7467600"/>
              <a:gd name="connsiteY859" fmla="*/ 963061 h 6858000"/>
              <a:gd name="connsiteX860" fmla="*/ 4889647 w 7467600"/>
              <a:gd name="connsiteY860" fmla="*/ 957147 h 6858000"/>
              <a:gd name="connsiteX861" fmla="*/ 5422504 w 7467600"/>
              <a:gd name="connsiteY861" fmla="*/ 805191 h 6858000"/>
              <a:gd name="connsiteX862" fmla="*/ 6087656 w 7467600"/>
              <a:gd name="connsiteY862" fmla="*/ 826703 h 6858000"/>
              <a:gd name="connsiteX863" fmla="*/ 6058717 w 7467600"/>
              <a:gd name="connsiteY863" fmla="*/ 865992 h 6858000"/>
              <a:gd name="connsiteX864" fmla="*/ 4974153 w 7467600"/>
              <a:gd name="connsiteY864" fmla="*/ 1045456 h 6858000"/>
              <a:gd name="connsiteX865" fmla="*/ 5627835 w 7467600"/>
              <a:gd name="connsiteY865" fmla="*/ 1472077 h 6858000"/>
              <a:gd name="connsiteX866" fmla="*/ 5629817 w 7467600"/>
              <a:gd name="connsiteY866" fmla="*/ 1471412 h 6858000"/>
              <a:gd name="connsiteX867" fmla="*/ 5634124 w 7467600"/>
              <a:gd name="connsiteY867" fmla="*/ 1470572 h 6858000"/>
              <a:gd name="connsiteX868" fmla="*/ 5755832 w 7467600"/>
              <a:gd name="connsiteY868" fmla="*/ 1383886 h 6858000"/>
              <a:gd name="connsiteX869" fmla="*/ 6014186 w 7467600"/>
              <a:gd name="connsiteY869" fmla="*/ 1279799 h 6858000"/>
              <a:gd name="connsiteX870" fmla="*/ 6901619 w 7467600"/>
              <a:gd name="connsiteY870" fmla="*/ 1047874 h 6858000"/>
              <a:gd name="connsiteX871" fmla="*/ 6931566 w 7467600"/>
              <a:gd name="connsiteY871" fmla="*/ 1062034 h 6858000"/>
              <a:gd name="connsiteX872" fmla="*/ 5790982 w 7467600"/>
              <a:gd name="connsiteY872" fmla="*/ 1561380 h 6858000"/>
              <a:gd name="connsiteX873" fmla="*/ 6188971 w 7467600"/>
              <a:gd name="connsiteY873" fmla="*/ 1755168 h 6858000"/>
              <a:gd name="connsiteX874" fmla="*/ 6202446 w 7467600"/>
              <a:gd name="connsiteY874" fmla="*/ 1752268 h 6858000"/>
              <a:gd name="connsiteX875" fmla="*/ 7179560 w 7467600"/>
              <a:gd name="connsiteY875" fmla="*/ 1467551 h 6858000"/>
              <a:gd name="connsiteX876" fmla="*/ 7158730 w 7467600"/>
              <a:gd name="connsiteY876" fmla="*/ 1507835 h 6858000"/>
              <a:gd name="connsiteX877" fmla="*/ 6326959 w 7467600"/>
              <a:gd name="connsiteY877" fmla="*/ 1817686 h 6858000"/>
              <a:gd name="connsiteX878" fmla="*/ 6537433 w 7467600"/>
              <a:gd name="connsiteY878" fmla="*/ 1907790 h 6858000"/>
              <a:gd name="connsiteX879" fmla="*/ 6550221 w 7467600"/>
              <a:gd name="connsiteY879" fmla="*/ 1910729 h 6858000"/>
              <a:gd name="connsiteX880" fmla="*/ 6964438 w 7467600"/>
              <a:gd name="connsiteY880" fmla="*/ 2209505 h 6858000"/>
              <a:gd name="connsiteX881" fmla="*/ 7367862 w 7467600"/>
              <a:gd name="connsiteY881" fmla="*/ 2806833 h 6858000"/>
              <a:gd name="connsiteX882" fmla="*/ 7364329 w 7467600"/>
              <a:gd name="connsiteY882" fmla="*/ 2826907 h 6858000"/>
              <a:gd name="connsiteX883" fmla="*/ 7290545 w 7467600"/>
              <a:gd name="connsiteY883" fmla="*/ 2850663 h 6858000"/>
              <a:gd name="connsiteX884" fmla="*/ 6472036 w 7467600"/>
              <a:gd name="connsiteY884" fmla="*/ 1959003 h 6858000"/>
              <a:gd name="connsiteX885" fmla="*/ 5792897 w 7467600"/>
              <a:gd name="connsiteY885" fmla="*/ 1647747 h 6858000"/>
              <a:gd name="connsiteX886" fmla="*/ 5842751 w 7467600"/>
              <a:gd name="connsiteY886" fmla="*/ 1816112 h 6858000"/>
              <a:gd name="connsiteX887" fmla="*/ 5847424 w 7467600"/>
              <a:gd name="connsiteY887" fmla="*/ 1815776 h 6858000"/>
              <a:gd name="connsiteX888" fmla="*/ 6399821 w 7467600"/>
              <a:gd name="connsiteY888" fmla="*/ 2344799 h 6858000"/>
              <a:gd name="connsiteX889" fmla="*/ 6323232 w 7467600"/>
              <a:gd name="connsiteY889" fmla="*/ 2389634 h 6858000"/>
              <a:gd name="connsiteX890" fmla="*/ 5942958 w 7467600"/>
              <a:gd name="connsiteY890" fmla="*/ 2077708 h 6858000"/>
              <a:gd name="connsiteX891" fmla="*/ 5921559 w 7467600"/>
              <a:gd name="connsiteY891" fmla="*/ 2378596 h 6858000"/>
              <a:gd name="connsiteX892" fmla="*/ 5817651 w 7467600"/>
              <a:gd name="connsiteY892" fmla="*/ 3023919 h 6858000"/>
              <a:gd name="connsiteX893" fmla="*/ 5729634 w 7467600"/>
              <a:gd name="connsiteY893" fmla="*/ 3051849 h 6858000"/>
              <a:gd name="connsiteX894" fmla="*/ 5611018 w 7467600"/>
              <a:gd name="connsiteY894" fmla="*/ 2316769 h 6858000"/>
              <a:gd name="connsiteX895" fmla="*/ 5687608 w 7467600"/>
              <a:gd name="connsiteY895" fmla="*/ 2039972 h 6858000"/>
              <a:gd name="connsiteX896" fmla="*/ 5657554 w 7467600"/>
              <a:gd name="connsiteY896" fmla="*/ 1576445 h 6858000"/>
              <a:gd name="connsiteX897" fmla="*/ 5150475 w 7467600"/>
              <a:gd name="connsiteY897" fmla="*/ 1274012 h 6858000"/>
              <a:gd name="connsiteX898" fmla="*/ 5349142 w 7467600"/>
              <a:gd name="connsiteY898" fmla="*/ 2204405 h 6858000"/>
              <a:gd name="connsiteX899" fmla="*/ 5262214 w 7467600"/>
              <a:gd name="connsiteY899" fmla="*/ 2233836 h 6858000"/>
              <a:gd name="connsiteX900" fmla="*/ 4981539 w 7467600"/>
              <a:gd name="connsiteY900" fmla="*/ 1542201 h 6858000"/>
              <a:gd name="connsiteX901" fmla="*/ 4958461 w 7467600"/>
              <a:gd name="connsiteY901" fmla="*/ 1136957 h 6858000"/>
              <a:gd name="connsiteX902" fmla="*/ 4655015 w 7467600"/>
              <a:gd name="connsiteY902" fmla="*/ 891426 h 6858000"/>
              <a:gd name="connsiteX903" fmla="*/ 4348002 w 7467600"/>
              <a:gd name="connsiteY903" fmla="*/ 2205895 h 6858000"/>
              <a:gd name="connsiteX904" fmla="*/ 4262250 w 7467600"/>
              <a:gd name="connsiteY904" fmla="*/ 2219972 h 6858000"/>
              <a:gd name="connsiteX905" fmla="*/ 4550611 w 7467600"/>
              <a:gd name="connsiteY905" fmla="*/ 817540 h 6858000"/>
              <a:gd name="connsiteX906" fmla="*/ 4564418 w 7467600"/>
              <a:gd name="connsiteY906" fmla="*/ 808293 h 6858000"/>
              <a:gd name="connsiteX907" fmla="*/ 4266388 w 7467600"/>
              <a:gd name="connsiteY907" fmla="*/ 500083 h 6858000"/>
              <a:gd name="connsiteX908" fmla="*/ 4032842 w 7467600"/>
              <a:gd name="connsiteY908" fmla="*/ 211809 h 6858000"/>
              <a:gd name="connsiteX909" fmla="*/ 3882765 w 7467600"/>
              <a:gd name="connsiteY909" fmla="*/ 0 h 6858000"/>
              <a:gd name="connsiteX910" fmla="*/ 3721337 w 7467600"/>
              <a:gd name="connsiteY910" fmla="*/ 0 h 6858000"/>
              <a:gd name="connsiteX911" fmla="*/ 3797544 w 7467600"/>
              <a:gd name="connsiteY911" fmla="*/ 0 h 6858000"/>
              <a:gd name="connsiteX912" fmla="*/ 3775734 w 7467600"/>
              <a:gd name="connsiteY912" fmla="*/ 95131 h 6858000"/>
              <a:gd name="connsiteX913" fmla="*/ 3724807 w 7467600"/>
              <a:gd name="connsiteY913" fmla="*/ 272257 h 6858000"/>
              <a:gd name="connsiteX914" fmla="*/ 3726844 w 7467600"/>
              <a:gd name="connsiteY914" fmla="*/ 282988 h 6858000"/>
              <a:gd name="connsiteX915" fmla="*/ 3742664 w 7467600"/>
              <a:gd name="connsiteY915" fmla="*/ 279918 h 6858000"/>
              <a:gd name="connsiteX916" fmla="*/ 4103910 w 7467600"/>
              <a:gd name="connsiteY916" fmla="*/ 1161917 h 6858000"/>
              <a:gd name="connsiteX917" fmla="*/ 4020269 w 7467600"/>
              <a:gd name="connsiteY917" fmla="*/ 1200406 h 6858000"/>
              <a:gd name="connsiteX918" fmla="*/ 3674882 w 7467600"/>
              <a:gd name="connsiteY918" fmla="*/ 488524 h 6858000"/>
              <a:gd name="connsiteX919" fmla="*/ 3132682 w 7467600"/>
              <a:gd name="connsiteY919" fmla="*/ 1072284 h 6858000"/>
              <a:gd name="connsiteX920" fmla="*/ 2716346 w 7467600"/>
              <a:gd name="connsiteY920" fmla="*/ 1276376 h 6858000"/>
              <a:gd name="connsiteX921" fmla="*/ 2716772 w 7467600"/>
              <a:gd name="connsiteY921" fmla="*/ 1255462 h 6858000"/>
              <a:gd name="connsiteX922" fmla="*/ 3471096 w 7467600"/>
              <a:gd name="connsiteY922" fmla="*/ 437072 h 6858000"/>
              <a:gd name="connsiteX923" fmla="*/ 3639057 w 7467600"/>
              <a:gd name="connsiteY923" fmla="*/ 286334 h 6858000"/>
              <a:gd name="connsiteX924" fmla="*/ 3640309 w 7467600"/>
              <a:gd name="connsiteY924" fmla="*/ 284664 h 6858000"/>
              <a:gd name="connsiteX925" fmla="*/ 3646022 w 7467600"/>
              <a:gd name="connsiteY925" fmla="*/ 276711 h 6858000"/>
              <a:gd name="connsiteX926" fmla="*/ 3707943 w 7467600"/>
              <a:gd name="connsiteY926" fmla="*/ 65958 h 6858000"/>
              <a:gd name="connsiteX927" fmla="*/ 3721337 w 7467600"/>
              <a:gd name="connsiteY927" fmla="*/ 0 h 6858000"/>
              <a:gd name="connsiteX928" fmla="*/ 2867960 w 7467600"/>
              <a:gd name="connsiteY928" fmla="*/ 0 h 6858000"/>
              <a:gd name="connsiteX929" fmla="*/ 2926351 w 7467600"/>
              <a:gd name="connsiteY929" fmla="*/ 0 h 6858000"/>
              <a:gd name="connsiteX930" fmla="*/ 2902823 w 7467600"/>
              <a:gd name="connsiteY930" fmla="*/ 262929 h 6858000"/>
              <a:gd name="connsiteX931" fmla="*/ 2940663 w 7467600"/>
              <a:gd name="connsiteY931" fmla="*/ 140884 h 6858000"/>
              <a:gd name="connsiteX932" fmla="*/ 2947039 w 7467600"/>
              <a:gd name="connsiteY932" fmla="*/ 122524 h 6858000"/>
              <a:gd name="connsiteX933" fmla="*/ 2984316 w 7467600"/>
              <a:gd name="connsiteY933" fmla="*/ 0 h 6858000"/>
              <a:gd name="connsiteX934" fmla="*/ 3016114 w 7467600"/>
              <a:gd name="connsiteY934" fmla="*/ 0 h 6858000"/>
              <a:gd name="connsiteX935" fmla="*/ 2979949 w 7467600"/>
              <a:gd name="connsiteY935" fmla="*/ 119274 h 6858000"/>
              <a:gd name="connsiteX936" fmla="*/ 3023879 w 7467600"/>
              <a:gd name="connsiteY936" fmla="*/ 0 h 6858000"/>
              <a:gd name="connsiteX937" fmla="*/ 3105400 w 7467600"/>
              <a:gd name="connsiteY937" fmla="*/ 0 h 6858000"/>
              <a:gd name="connsiteX938" fmla="*/ 3094669 w 7467600"/>
              <a:gd name="connsiteY938" fmla="*/ 30308 h 6858000"/>
              <a:gd name="connsiteX939" fmla="*/ 2901945 w 7467600"/>
              <a:gd name="connsiteY939" fmla="*/ 466538 h 6858000"/>
              <a:gd name="connsiteX940" fmla="*/ 2815209 w 7467600"/>
              <a:gd name="connsiteY940" fmla="*/ 497361 h 6858000"/>
              <a:gd name="connsiteX941" fmla="*/ 2844845 w 7467600"/>
              <a:gd name="connsiteY941" fmla="*/ 127638 h 6858000"/>
              <a:gd name="connsiteX942" fmla="*/ 2867960 w 7467600"/>
              <a:gd name="connsiteY942" fmla="*/ 0 h 6858000"/>
              <a:gd name="connsiteX943" fmla="*/ 1057230 w 7467600"/>
              <a:gd name="connsiteY943" fmla="*/ 0 h 6858000"/>
              <a:gd name="connsiteX944" fmla="*/ 1111003 w 7467600"/>
              <a:gd name="connsiteY944" fmla="*/ 0 h 6858000"/>
              <a:gd name="connsiteX945" fmla="*/ 1125553 w 7467600"/>
              <a:gd name="connsiteY945" fmla="*/ 52588 h 6858000"/>
              <a:gd name="connsiteX946" fmla="*/ 1304276 w 7467600"/>
              <a:gd name="connsiteY946" fmla="*/ 476275 h 6858000"/>
              <a:gd name="connsiteX947" fmla="*/ 1492066 w 7467600"/>
              <a:gd name="connsiteY947" fmla="*/ 886333 h 6858000"/>
              <a:gd name="connsiteX948" fmla="*/ 1423698 w 7467600"/>
              <a:gd name="connsiteY948" fmla="*/ 710817 h 6858000"/>
              <a:gd name="connsiteX949" fmla="*/ 1357609 w 7467600"/>
              <a:gd name="connsiteY949" fmla="*/ 532892 h 6858000"/>
              <a:gd name="connsiteX950" fmla="*/ 1309550 w 7467600"/>
              <a:gd name="connsiteY950" fmla="*/ 374031 h 6858000"/>
              <a:gd name="connsiteX951" fmla="*/ 1193673 w 7467600"/>
              <a:gd name="connsiteY951" fmla="*/ 49533 h 6858000"/>
              <a:gd name="connsiteX952" fmla="*/ 1164391 w 7467600"/>
              <a:gd name="connsiteY952" fmla="*/ 0 h 6858000"/>
              <a:gd name="connsiteX953" fmla="*/ 1200666 w 7467600"/>
              <a:gd name="connsiteY953" fmla="*/ 0 h 6858000"/>
              <a:gd name="connsiteX954" fmla="*/ 1223408 w 7467600"/>
              <a:gd name="connsiteY954" fmla="*/ 38996 h 6858000"/>
              <a:gd name="connsiteX955" fmla="*/ 1339635 w 7467600"/>
              <a:gd name="connsiteY955" fmla="*/ 365517 h 6858000"/>
              <a:gd name="connsiteX956" fmla="*/ 1387469 w 7467600"/>
              <a:gd name="connsiteY956" fmla="*/ 523079 h 6858000"/>
              <a:gd name="connsiteX957" fmla="*/ 1452685 w 7467600"/>
              <a:gd name="connsiteY957" fmla="*/ 699806 h 6858000"/>
              <a:gd name="connsiteX958" fmla="*/ 1492092 w 7467600"/>
              <a:gd name="connsiteY958" fmla="*/ 800424 h 6858000"/>
              <a:gd name="connsiteX959" fmla="*/ 1455302 w 7467600"/>
              <a:gd name="connsiteY959" fmla="*/ 632913 h 6858000"/>
              <a:gd name="connsiteX960" fmla="*/ 1222336 w 7467600"/>
              <a:gd name="connsiteY960" fmla="*/ 9480 h 6858000"/>
              <a:gd name="connsiteX961" fmla="*/ 1214634 w 7467600"/>
              <a:gd name="connsiteY961" fmla="*/ 0 h 6858000"/>
              <a:gd name="connsiteX962" fmla="*/ 1289827 w 7467600"/>
              <a:gd name="connsiteY962" fmla="*/ 0 h 6858000"/>
              <a:gd name="connsiteX963" fmla="*/ 1321076 w 7467600"/>
              <a:gd name="connsiteY963" fmla="*/ 59722 h 6858000"/>
              <a:gd name="connsiteX964" fmla="*/ 1512579 w 7467600"/>
              <a:gd name="connsiteY964" fmla="*/ 626441 h 6858000"/>
              <a:gd name="connsiteX965" fmla="*/ 1506076 w 7467600"/>
              <a:gd name="connsiteY965" fmla="*/ 1089289 h 6858000"/>
              <a:gd name="connsiteX966" fmla="*/ 1486346 w 7467600"/>
              <a:gd name="connsiteY966" fmla="*/ 1079919 h 6858000"/>
              <a:gd name="connsiteX967" fmla="*/ 1070511 w 7467600"/>
              <a:gd name="connsiteY967" fmla="*/ 48609 h 6858000"/>
              <a:gd name="connsiteX968" fmla="*/ 1057230 w 7467600"/>
              <a:gd name="connsiteY968" fmla="*/ 0 h 6858000"/>
              <a:gd name="connsiteX969" fmla="*/ 43151 w 7467600"/>
              <a:gd name="connsiteY969" fmla="*/ 0 h 6858000"/>
              <a:gd name="connsiteX970" fmla="*/ 95283 w 7467600"/>
              <a:gd name="connsiteY970" fmla="*/ 0 h 6858000"/>
              <a:gd name="connsiteX971" fmla="*/ 300708 w 7467600"/>
              <a:gd name="connsiteY971" fmla="*/ 154571 h 6858000"/>
              <a:gd name="connsiteX972" fmla="*/ 530414 w 7467600"/>
              <a:gd name="connsiteY972" fmla="*/ 354673 h 6858000"/>
              <a:gd name="connsiteX973" fmla="*/ 333785 w 7467600"/>
              <a:gd name="connsiteY973" fmla="*/ 161564 h 6858000"/>
              <a:gd name="connsiteX974" fmla="*/ 147005 w 7467600"/>
              <a:gd name="connsiteY974" fmla="*/ 0 h 6858000"/>
              <a:gd name="connsiteX975" fmla="*/ 272509 w 7467600"/>
              <a:gd name="connsiteY975" fmla="*/ 0 h 6858000"/>
              <a:gd name="connsiteX976" fmla="*/ 326276 w 7467600"/>
              <a:gd name="connsiteY976" fmla="*/ 45847 h 6858000"/>
              <a:gd name="connsiteX977" fmla="*/ 823759 w 7467600"/>
              <a:gd name="connsiteY977" fmla="*/ 574145 h 6858000"/>
              <a:gd name="connsiteX978" fmla="*/ 811254 w 7467600"/>
              <a:gd name="connsiteY978" fmla="*/ 665546 h 6858000"/>
              <a:gd name="connsiteX979" fmla="*/ 154042 w 7467600"/>
              <a:gd name="connsiteY979" fmla="*/ 261522 h 6858000"/>
              <a:gd name="connsiteX980" fmla="*/ 13550 w 7467600"/>
              <a:gd name="connsiteY980" fmla="*/ 158423 h 6858000"/>
              <a:gd name="connsiteX981" fmla="*/ 0 w 7467600"/>
              <a:gd name="connsiteY981" fmla="*/ 146618 h 6858000"/>
              <a:gd name="connsiteX982" fmla="*/ 0 w 7467600"/>
              <a:gd name="connsiteY982" fmla="*/ 59161 h 6858000"/>
              <a:gd name="connsiteX983" fmla="*/ 45427 w 7467600"/>
              <a:gd name="connsiteY983" fmla="*/ 101078 h 6858000"/>
              <a:gd name="connsiteX984" fmla="*/ 630103 w 7467600"/>
              <a:gd name="connsiteY984" fmla="*/ 485885 h 6858000"/>
              <a:gd name="connsiteX985" fmla="*/ 532040 w 7467600"/>
              <a:gd name="connsiteY985" fmla="*/ 399359 h 6858000"/>
              <a:gd name="connsiteX986" fmla="*/ 517618 w 7467600"/>
              <a:gd name="connsiteY986" fmla="*/ 385726 h 6858000"/>
              <a:gd name="connsiteX987" fmla="*/ 285074 w 7467600"/>
              <a:gd name="connsiteY987" fmla="*/ 182755 h 6858000"/>
              <a:gd name="connsiteX988" fmla="*/ 43151 w 7467600"/>
              <a:gd name="connsiteY98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312201 w 7467600"/>
              <a:gd name="connsiteY131" fmla="*/ 5128278 h 6858000"/>
              <a:gd name="connsiteX132" fmla="*/ 1903353 w 7467600"/>
              <a:gd name="connsiteY132" fmla="*/ 5044827 h 6858000"/>
              <a:gd name="connsiteX133" fmla="*/ 1936931 w 7467600"/>
              <a:gd name="connsiteY133" fmla="*/ 5093954 h 6858000"/>
              <a:gd name="connsiteX134" fmla="*/ 2195868 w 7467600"/>
              <a:gd name="connsiteY134" fmla="*/ 5396574 h 6858000"/>
              <a:gd name="connsiteX135" fmla="*/ 2088852 w 7467600"/>
              <a:gd name="connsiteY135" fmla="*/ 5166123 h 6858000"/>
              <a:gd name="connsiteX136" fmla="*/ 1958241 w 7467600"/>
              <a:gd name="connsiteY136" fmla="*/ 5067955 h 6858000"/>
              <a:gd name="connsiteX137" fmla="*/ 1903353 w 7467600"/>
              <a:gd name="connsiteY137" fmla="*/ 5044827 h 6858000"/>
              <a:gd name="connsiteX138" fmla="*/ 1979378 w 7467600"/>
              <a:gd name="connsiteY138" fmla="*/ 4769504 h 6858000"/>
              <a:gd name="connsiteX139" fmla="*/ 2882120 w 7467600"/>
              <a:gd name="connsiteY139" fmla="*/ 5064547 h 6858000"/>
              <a:gd name="connsiteX140" fmla="*/ 2793103 w 7467600"/>
              <a:gd name="connsiteY140" fmla="*/ 5039699 h 6858000"/>
              <a:gd name="connsiteX141" fmla="*/ 2770041 w 7467600"/>
              <a:gd name="connsiteY141" fmla="*/ 5033634 h 6858000"/>
              <a:gd name="connsiteX142" fmla="*/ 1979378 w 7467600"/>
              <a:gd name="connsiteY142" fmla="*/ 4769504 h 6858000"/>
              <a:gd name="connsiteX143" fmla="*/ 1927410 w 7467600"/>
              <a:gd name="connsiteY143" fmla="*/ 4716164 h 6858000"/>
              <a:gd name="connsiteX144" fmla="*/ 1959587 w 7467600"/>
              <a:gd name="connsiteY144" fmla="*/ 4728849 h 6858000"/>
              <a:gd name="connsiteX145" fmla="*/ 2777707 w 7467600"/>
              <a:gd name="connsiteY145" fmla="*/ 5003991 h 6858000"/>
              <a:gd name="connsiteX146" fmla="*/ 2800768 w 7467600"/>
              <a:gd name="connsiteY146" fmla="*/ 5010056 h 6858000"/>
              <a:gd name="connsiteX147" fmla="*/ 2879408 w 7467600"/>
              <a:gd name="connsiteY147" fmla="*/ 5031590 h 6858000"/>
              <a:gd name="connsiteX148" fmla="*/ 2862295 w 7467600"/>
              <a:gd name="connsiteY148" fmla="*/ 5022958 h 6858000"/>
              <a:gd name="connsiteX149" fmla="*/ 2813343 w 7467600"/>
              <a:gd name="connsiteY149" fmla="*/ 4998369 h 6858000"/>
              <a:gd name="connsiteX150" fmla="*/ 2646245 w 7467600"/>
              <a:gd name="connsiteY150" fmla="*/ 4930999 h 6858000"/>
              <a:gd name="connsiteX151" fmla="*/ 1999243 w 7467600"/>
              <a:gd name="connsiteY151" fmla="*/ 4730524 h 6858000"/>
              <a:gd name="connsiteX152" fmla="*/ 1979527 w 7467600"/>
              <a:gd name="connsiteY152" fmla="*/ 4726651 h 6858000"/>
              <a:gd name="connsiteX153" fmla="*/ 1927410 w 7467600"/>
              <a:gd name="connsiteY153" fmla="*/ 4716164 h 6858000"/>
              <a:gd name="connsiteX154" fmla="*/ 1997014 w 7467600"/>
              <a:gd name="connsiteY154" fmla="*/ 4698007 h 6858000"/>
              <a:gd name="connsiteX155" fmla="*/ 2005458 w 7467600"/>
              <a:gd name="connsiteY155" fmla="*/ 4699540 h 6858000"/>
              <a:gd name="connsiteX156" fmla="*/ 2657186 w 7467600"/>
              <a:gd name="connsiteY156" fmla="*/ 4901687 h 6858000"/>
              <a:gd name="connsiteX157" fmla="*/ 2826662 w 7467600"/>
              <a:gd name="connsiteY157" fmla="*/ 4970362 h 6858000"/>
              <a:gd name="connsiteX158" fmla="*/ 2876100 w 7467600"/>
              <a:gd name="connsiteY158" fmla="*/ 4995397 h 6858000"/>
              <a:gd name="connsiteX159" fmla="*/ 3042600 w 7467600"/>
              <a:gd name="connsiteY159" fmla="*/ 5059532 h 6858000"/>
              <a:gd name="connsiteX160" fmla="*/ 1997014 w 7467600"/>
              <a:gd name="connsiteY160" fmla="*/ 4698007 h 6858000"/>
              <a:gd name="connsiteX161" fmla="*/ 2305292 w 7467600"/>
              <a:gd name="connsiteY161" fmla="*/ 4219492 h 6858000"/>
              <a:gd name="connsiteX162" fmla="*/ 3360922 w 7467600"/>
              <a:gd name="connsiteY162" fmla="*/ 4529373 h 6858000"/>
              <a:gd name="connsiteX163" fmla="*/ 3492420 w 7467600"/>
              <a:gd name="connsiteY163" fmla="*/ 4510145 h 6858000"/>
              <a:gd name="connsiteX164" fmla="*/ 3364086 w 7467600"/>
              <a:gd name="connsiteY164" fmla="*/ 4480340 h 6858000"/>
              <a:gd name="connsiteX165" fmla="*/ 3225818 w 7467600"/>
              <a:gd name="connsiteY165" fmla="*/ 4411822 h 6858000"/>
              <a:gd name="connsiteX166" fmla="*/ 3129696 w 7467600"/>
              <a:gd name="connsiteY166" fmla="*/ 4360704 h 6858000"/>
              <a:gd name="connsiteX167" fmla="*/ 2814545 w 7467600"/>
              <a:gd name="connsiteY167" fmla="*/ 4282955 h 6858000"/>
              <a:gd name="connsiteX168" fmla="*/ 2305292 w 7467600"/>
              <a:gd name="connsiteY168" fmla="*/ 4219492 h 6858000"/>
              <a:gd name="connsiteX169" fmla="*/ 2626982 w 7467600"/>
              <a:gd name="connsiteY169" fmla="*/ 4206450 h 6858000"/>
              <a:gd name="connsiteX170" fmla="*/ 2490617 w 7467600"/>
              <a:gd name="connsiteY170" fmla="*/ 4206951 h 6858000"/>
              <a:gd name="connsiteX171" fmla="*/ 2819869 w 7467600"/>
              <a:gd name="connsiteY171" fmla="*/ 4252936 h 6858000"/>
              <a:gd name="connsiteX172" fmla="*/ 3143018 w 7467600"/>
              <a:gd name="connsiteY172" fmla="*/ 4332698 h 6858000"/>
              <a:gd name="connsiteX173" fmla="*/ 3241520 w 7467600"/>
              <a:gd name="connsiteY173" fmla="*/ 4385112 h 6858000"/>
              <a:gd name="connsiteX174" fmla="*/ 3374575 w 7467600"/>
              <a:gd name="connsiteY174" fmla="*/ 4451517 h 6858000"/>
              <a:gd name="connsiteX175" fmla="*/ 3505221 w 7467600"/>
              <a:gd name="connsiteY175" fmla="*/ 4480757 h 6858000"/>
              <a:gd name="connsiteX176" fmla="*/ 2626982 w 7467600"/>
              <a:gd name="connsiteY176" fmla="*/ 4206450 h 6858000"/>
              <a:gd name="connsiteX177" fmla="*/ 1310106 w 7467600"/>
              <a:gd name="connsiteY177" fmla="*/ 3943217 h 6858000"/>
              <a:gd name="connsiteX178" fmla="*/ 854994 w 7467600"/>
              <a:gd name="connsiteY178" fmla="*/ 4399136 h 6858000"/>
              <a:gd name="connsiteX179" fmla="*/ 742462 w 7467600"/>
              <a:gd name="connsiteY179" fmla="*/ 4594648 h 6858000"/>
              <a:gd name="connsiteX180" fmla="*/ 820602 w 7467600"/>
              <a:gd name="connsiteY180" fmla="*/ 4485915 h 6858000"/>
              <a:gd name="connsiteX181" fmla="*/ 878295 w 7467600"/>
              <a:gd name="connsiteY181" fmla="*/ 4403594 h 6858000"/>
              <a:gd name="connsiteX182" fmla="*/ 1240607 w 7467600"/>
              <a:gd name="connsiteY182" fmla="*/ 4010401 h 6858000"/>
              <a:gd name="connsiteX183" fmla="*/ 1310106 w 7467600"/>
              <a:gd name="connsiteY183" fmla="*/ 3943217 h 6858000"/>
              <a:gd name="connsiteX184" fmla="*/ 1423113 w 7467600"/>
              <a:gd name="connsiteY184" fmla="*/ 3874565 h 6858000"/>
              <a:gd name="connsiteX185" fmla="*/ 1260565 w 7467600"/>
              <a:gd name="connsiteY185" fmla="*/ 4031982 h 6858000"/>
              <a:gd name="connsiteX186" fmla="*/ 901900 w 7467600"/>
              <a:gd name="connsiteY186" fmla="*/ 4421236 h 6858000"/>
              <a:gd name="connsiteX187" fmla="*/ 845044 w 7467600"/>
              <a:gd name="connsiteY187" fmla="*/ 4502436 h 6858000"/>
              <a:gd name="connsiteX188" fmla="*/ 685926 w 7467600"/>
              <a:gd name="connsiteY188" fmla="*/ 4703069 h 6858000"/>
              <a:gd name="connsiteX189" fmla="*/ 684248 w 7467600"/>
              <a:gd name="connsiteY189" fmla="*/ 4706721 h 6858000"/>
              <a:gd name="connsiteX190" fmla="*/ 1423113 w 7467600"/>
              <a:gd name="connsiteY190" fmla="*/ 3874565 h 6858000"/>
              <a:gd name="connsiteX191" fmla="*/ 3316479 w 7467600"/>
              <a:gd name="connsiteY191" fmla="*/ 3872136 h 6858000"/>
              <a:gd name="connsiteX192" fmla="*/ 3546806 w 7467600"/>
              <a:gd name="connsiteY192" fmla="*/ 4356139 h 6858000"/>
              <a:gd name="connsiteX193" fmla="*/ 3364433 w 7467600"/>
              <a:gd name="connsiteY193" fmla="*/ 3953121 h 6858000"/>
              <a:gd name="connsiteX194" fmla="*/ 3316479 w 7467600"/>
              <a:gd name="connsiteY194" fmla="*/ 3872136 h 6858000"/>
              <a:gd name="connsiteX195" fmla="*/ 3291335 w 7467600"/>
              <a:gd name="connsiteY195" fmla="*/ 3767420 h 6858000"/>
              <a:gd name="connsiteX196" fmla="*/ 3390805 w 7467600"/>
              <a:gd name="connsiteY196" fmla="*/ 3937163 h 6858000"/>
              <a:gd name="connsiteX197" fmla="*/ 3579062 w 7467600"/>
              <a:gd name="connsiteY197" fmla="*/ 4359040 h 6858000"/>
              <a:gd name="connsiteX198" fmla="*/ 3467355 w 7467600"/>
              <a:gd name="connsiteY198" fmla="*/ 3988130 h 6858000"/>
              <a:gd name="connsiteX199" fmla="*/ 3310753 w 7467600"/>
              <a:gd name="connsiteY199" fmla="*/ 3787140 h 6858000"/>
              <a:gd name="connsiteX200" fmla="*/ 3291335 w 7467600"/>
              <a:gd name="connsiteY200" fmla="*/ 3767420 h 6858000"/>
              <a:gd name="connsiteX201" fmla="*/ 1635889 w 7467600"/>
              <a:gd name="connsiteY201" fmla="*/ 3709494 h 6858000"/>
              <a:gd name="connsiteX202" fmla="*/ 1634800 w 7467600"/>
              <a:gd name="connsiteY202" fmla="*/ 3731111 h 6858000"/>
              <a:gd name="connsiteX203" fmla="*/ 1635889 w 7467600"/>
              <a:gd name="connsiteY203" fmla="*/ 3709494 h 6858000"/>
              <a:gd name="connsiteX204" fmla="*/ 1510397 w 7467600"/>
              <a:gd name="connsiteY204" fmla="*/ 3684705 h 6858000"/>
              <a:gd name="connsiteX205" fmla="*/ 1146550 w 7467600"/>
              <a:gd name="connsiteY205" fmla="*/ 3802012 h 6858000"/>
              <a:gd name="connsiteX206" fmla="*/ 698834 w 7467600"/>
              <a:gd name="connsiteY206" fmla="*/ 3952272 h 6858000"/>
              <a:gd name="connsiteX207" fmla="*/ 34256 w 7467600"/>
              <a:gd name="connsiteY207" fmla="*/ 4347603 h 6858000"/>
              <a:gd name="connsiteX208" fmla="*/ 527241 w 7467600"/>
              <a:gd name="connsiteY208" fmla="*/ 4065078 h 6858000"/>
              <a:gd name="connsiteX209" fmla="*/ 1510397 w 7467600"/>
              <a:gd name="connsiteY209" fmla="*/ 3684705 h 6858000"/>
              <a:gd name="connsiteX210" fmla="*/ 1313114 w 7467600"/>
              <a:gd name="connsiteY210" fmla="*/ 3655216 h 6858000"/>
              <a:gd name="connsiteX211" fmla="*/ 1109304 w 7467600"/>
              <a:gd name="connsiteY211" fmla="*/ 3669030 h 6858000"/>
              <a:gd name="connsiteX212" fmla="*/ 8129 w 7467600"/>
              <a:gd name="connsiteY212" fmla="*/ 4330519 h 6858000"/>
              <a:gd name="connsiteX213" fmla="*/ 687572 w 7467600"/>
              <a:gd name="connsiteY213" fmla="*/ 3925629 h 6858000"/>
              <a:gd name="connsiteX214" fmla="*/ 1138365 w 7467600"/>
              <a:gd name="connsiteY214" fmla="*/ 3774515 h 6858000"/>
              <a:gd name="connsiteX215" fmla="*/ 1505579 w 7467600"/>
              <a:gd name="connsiteY215" fmla="*/ 3655526 h 6858000"/>
              <a:gd name="connsiteX216" fmla="*/ 1313114 w 7467600"/>
              <a:gd name="connsiteY216" fmla="*/ 3655216 h 6858000"/>
              <a:gd name="connsiteX217" fmla="*/ 3655073 w 7467600"/>
              <a:gd name="connsiteY217" fmla="*/ 3650884 h 6858000"/>
              <a:gd name="connsiteX218" fmla="*/ 3989938 w 7467600"/>
              <a:gd name="connsiteY218" fmla="*/ 3991685 h 6858000"/>
              <a:gd name="connsiteX219" fmla="*/ 4393907 w 7467600"/>
              <a:gd name="connsiteY219" fmla="*/ 4261258 h 6858000"/>
              <a:gd name="connsiteX220" fmla="*/ 4648051 w 7467600"/>
              <a:gd name="connsiteY220" fmla="*/ 4374051 h 6858000"/>
              <a:gd name="connsiteX221" fmla="*/ 4383389 w 7467600"/>
              <a:gd name="connsiteY221" fmla="*/ 4184369 h 6858000"/>
              <a:gd name="connsiteX222" fmla="*/ 4165508 w 7467600"/>
              <a:gd name="connsiteY222" fmla="*/ 4035196 h 6858000"/>
              <a:gd name="connsiteX223" fmla="*/ 4068162 w 7467600"/>
              <a:gd name="connsiteY223" fmla="*/ 3953394 h 6858000"/>
              <a:gd name="connsiteX224" fmla="*/ 3981416 w 7467600"/>
              <a:gd name="connsiteY224" fmla="*/ 3880482 h 6858000"/>
              <a:gd name="connsiteX225" fmla="*/ 3800147 w 7467600"/>
              <a:gd name="connsiteY225" fmla="*/ 3749872 h 6858000"/>
              <a:gd name="connsiteX226" fmla="*/ 3655073 w 7467600"/>
              <a:gd name="connsiteY226" fmla="*/ 3650884 h 6858000"/>
              <a:gd name="connsiteX227" fmla="*/ 3670252 w 7467600"/>
              <a:gd name="connsiteY227" fmla="*/ 3622798 h 6858000"/>
              <a:gd name="connsiteX228" fmla="*/ 3817258 w 7467600"/>
              <a:gd name="connsiteY228" fmla="*/ 3723577 h 6858000"/>
              <a:gd name="connsiteX229" fmla="*/ 4000461 w 7467600"/>
              <a:gd name="connsiteY229" fmla="*/ 3855966 h 6858000"/>
              <a:gd name="connsiteX230" fmla="*/ 4088180 w 7467600"/>
              <a:gd name="connsiteY230" fmla="*/ 3929774 h 6858000"/>
              <a:gd name="connsiteX231" fmla="*/ 4184555 w 7467600"/>
              <a:gd name="connsiteY231" fmla="*/ 4010683 h 6858000"/>
              <a:gd name="connsiteX232" fmla="*/ 4399563 w 7467600"/>
              <a:gd name="connsiteY232" fmla="*/ 4158106 h 6858000"/>
              <a:gd name="connsiteX233" fmla="*/ 4684469 w 7467600"/>
              <a:gd name="connsiteY233" fmla="*/ 4364680 h 6858000"/>
              <a:gd name="connsiteX234" fmla="*/ 4690271 w 7467600"/>
              <a:gd name="connsiteY234" fmla="*/ 4370034 h 6858000"/>
              <a:gd name="connsiteX235" fmla="*/ 4136093 w 7467600"/>
              <a:gd name="connsiteY235" fmla="*/ 3858466 h 6858000"/>
              <a:gd name="connsiteX236" fmla="*/ 3670252 w 7467600"/>
              <a:gd name="connsiteY236" fmla="*/ 3622798 h 6858000"/>
              <a:gd name="connsiteX237" fmla="*/ 4440129 w 7467600"/>
              <a:gd name="connsiteY237" fmla="*/ 3448571 h 6858000"/>
              <a:gd name="connsiteX238" fmla="*/ 4856525 w 7467600"/>
              <a:gd name="connsiteY238" fmla="*/ 3915351 h 6858000"/>
              <a:gd name="connsiteX239" fmla="*/ 5059055 w 7467600"/>
              <a:gd name="connsiteY239" fmla="*/ 4108918 h 6858000"/>
              <a:gd name="connsiteX240" fmla="*/ 5290070 w 7467600"/>
              <a:gd name="connsiteY240" fmla="*/ 4263619 h 6858000"/>
              <a:gd name="connsiteX241" fmla="*/ 4834991 w 7467600"/>
              <a:gd name="connsiteY241" fmla="*/ 3830985 h 6858000"/>
              <a:gd name="connsiteX242" fmla="*/ 4440129 w 7467600"/>
              <a:gd name="connsiteY242" fmla="*/ 3448571 h 6858000"/>
              <a:gd name="connsiteX243" fmla="*/ 4441737 w 7467600"/>
              <a:gd name="connsiteY243" fmla="*/ 3399734 h 6858000"/>
              <a:gd name="connsiteX244" fmla="*/ 4431236 w 7467600"/>
              <a:gd name="connsiteY244" fmla="*/ 3400954 h 6858000"/>
              <a:gd name="connsiteX245" fmla="*/ 4557150 w 7467600"/>
              <a:gd name="connsiteY245" fmla="*/ 3510023 h 6858000"/>
              <a:gd name="connsiteX246" fmla="*/ 4856936 w 7467600"/>
              <a:gd name="connsiteY246" fmla="*/ 3809146 h 6858000"/>
              <a:gd name="connsiteX247" fmla="*/ 5111996 w 7467600"/>
              <a:gd name="connsiteY247" fmla="*/ 4065759 h 6858000"/>
              <a:gd name="connsiteX248" fmla="*/ 5388878 w 7467600"/>
              <a:gd name="connsiteY248" fmla="*/ 4300185 h 6858000"/>
              <a:gd name="connsiteX249" fmla="*/ 5425556 w 7467600"/>
              <a:gd name="connsiteY249" fmla="*/ 4308967 h 6858000"/>
              <a:gd name="connsiteX250" fmla="*/ 4943646 w 7467600"/>
              <a:gd name="connsiteY250" fmla="*/ 3822916 h 6858000"/>
              <a:gd name="connsiteX251" fmla="*/ 4594837 w 7467600"/>
              <a:gd name="connsiteY251" fmla="*/ 3532274 h 6858000"/>
              <a:gd name="connsiteX252" fmla="*/ 4441737 w 7467600"/>
              <a:gd name="connsiteY252" fmla="*/ 3399734 h 6858000"/>
              <a:gd name="connsiteX253" fmla="*/ 5425834 w 7467600"/>
              <a:gd name="connsiteY253" fmla="*/ 3162785 h 6858000"/>
              <a:gd name="connsiteX254" fmla="*/ 5401644 w 7467600"/>
              <a:gd name="connsiteY254" fmla="*/ 3617847 h 6858000"/>
              <a:gd name="connsiteX255" fmla="*/ 5467256 w 7467600"/>
              <a:gd name="connsiteY255" fmla="*/ 4175494 h 6858000"/>
              <a:gd name="connsiteX256" fmla="*/ 5448069 w 7467600"/>
              <a:gd name="connsiteY256" fmla="*/ 3567554 h 6858000"/>
              <a:gd name="connsiteX257" fmla="*/ 5425834 w 7467600"/>
              <a:gd name="connsiteY257" fmla="*/ 3162785 h 6858000"/>
              <a:gd name="connsiteX258" fmla="*/ 1318687 w 7467600"/>
              <a:gd name="connsiteY258" fmla="*/ 3113840 h 6858000"/>
              <a:gd name="connsiteX259" fmla="*/ 1066793 w 7467600"/>
              <a:gd name="connsiteY259" fmla="*/ 3212171 h 6858000"/>
              <a:gd name="connsiteX260" fmla="*/ 993319 w 7467600"/>
              <a:gd name="connsiteY260" fmla="*/ 3247648 h 6858000"/>
              <a:gd name="connsiteX261" fmla="*/ 853081 w 7467600"/>
              <a:gd name="connsiteY261" fmla="*/ 3312410 h 6858000"/>
              <a:gd name="connsiteX262" fmla="*/ 805957 w 7467600"/>
              <a:gd name="connsiteY262" fmla="*/ 3330443 h 6858000"/>
              <a:gd name="connsiteX263" fmla="*/ 1318687 w 7467600"/>
              <a:gd name="connsiteY263" fmla="*/ 3113840 h 6858000"/>
              <a:gd name="connsiteX264" fmla="*/ 5453702 w 7467600"/>
              <a:gd name="connsiteY264" fmla="*/ 3090882 h 6858000"/>
              <a:gd name="connsiteX265" fmla="*/ 5480135 w 7467600"/>
              <a:gd name="connsiteY265" fmla="*/ 3565802 h 6858000"/>
              <a:gd name="connsiteX266" fmla="*/ 5499023 w 7467600"/>
              <a:gd name="connsiteY266" fmla="*/ 4166310 h 6858000"/>
              <a:gd name="connsiteX267" fmla="*/ 5547022 w 7467600"/>
              <a:gd name="connsiteY267" fmla="*/ 3607838 h 6858000"/>
              <a:gd name="connsiteX268" fmla="*/ 5515964 w 7467600"/>
              <a:gd name="connsiteY268" fmla="*/ 3378541 h 6858000"/>
              <a:gd name="connsiteX269" fmla="*/ 5453702 w 7467600"/>
              <a:gd name="connsiteY269" fmla="*/ 3090882 h 6858000"/>
              <a:gd name="connsiteX270" fmla="*/ 1238695 w 7467600"/>
              <a:gd name="connsiteY270" fmla="*/ 3076820 h 6858000"/>
              <a:gd name="connsiteX271" fmla="*/ 716371 w 7467600"/>
              <a:gd name="connsiteY271" fmla="*/ 3293249 h 6858000"/>
              <a:gd name="connsiteX272" fmla="*/ 579522 w 7467600"/>
              <a:gd name="connsiteY272" fmla="*/ 3371759 h 6858000"/>
              <a:gd name="connsiteX273" fmla="*/ 600288 w 7467600"/>
              <a:gd name="connsiteY273" fmla="*/ 3365555 h 6858000"/>
              <a:gd name="connsiteX274" fmla="*/ 840692 w 7467600"/>
              <a:gd name="connsiteY274" fmla="*/ 3284921 h 6858000"/>
              <a:gd name="connsiteX275" fmla="*/ 979248 w 7467600"/>
              <a:gd name="connsiteY275" fmla="*/ 3221003 h 6858000"/>
              <a:gd name="connsiteX276" fmla="*/ 1053282 w 7467600"/>
              <a:gd name="connsiteY276" fmla="*/ 3185247 h 6858000"/>
              <a:gd name="connsiteX277" fmla="*/ 1320603 w 7467600"/>
              <a:gd name="connsiteY277" fmla="*/ 3081281 h 6858000"/>
              <a:gd name="connsiteX278" fmla="*/ 1238695 w 7467600"/>
              <a:gd name="connsiteY278" fmla="*/ 3076820 h 6858000"/>
              <a:gd name="connsiteX279" fmla="*/ 5425627 w 7467600"/>
              <a:gd name="connsiteY279" fmla="*/ 2954192 h 6858000"/>
              <a:gd name="connsiteX280" fmla="*/ 5470770 w 7467600"/>
              <a:gd name="connsiteY280" fmla="*/ 3005435 h 6858000"/>
              <a:gd name="connsiteX281" fmla="*/ 5519779 w 7467600"/>
              <a:gd name="connsiteY281" fmla="*/ 4359223 h 6858000"/>
              <a:gd name="connsiteX282" fmla="*/ 5520293 w 7467600"/>
              <a:gd name="connsiteY282" fmla="*/ 4360602 h 6858000"/>
              <a:gd name="connsiteX283" fmla="*/ 5767221 w 7467600"/>
              <a:gd name="connsiteY283" fmla="*/ 4665564 h 6858000"/>
              <a:gd name="connsiteX284" fmla="*/ 6937169 w 7467600"/>
              <a:gd name="connsiteY284" fmla="*/ 4815941 h 6858000"/>
              <a:gd name="connsiteX285" fmla="*/ 6953922 w 7467600"/>
              <a:gd name="connsiteY285" fmla="*/ 4890068 h 6858000"/>
              <a:gd name="connsiteX286" fmla="*/ 6071359 w 7467600"/>
              <a:gd name="connsiteY286" fmla="*/ 4770770 h 6858000"/>
              <a:gd name="connsiteX287" fmla="*/ 6038839 w 7467600"/>
              <a:gd name="connsiteY287" fmla="*/ 4764474 h 6858000"/>
              <a:gd name="connsiteX288" fmla="*/ 6038706 w 7467600"/>
              <a:gd name="connsiteY288" fmla="*/ 4763847 h 6858000"/>
              <a:gd name="connsiteX289" fmla="*/ 6037784 w 7467600"/>
              <a:gd name="connsiteY289" fmla="*/ 4764270 h 6858000"/>
              <a:gd name="connsiteX290" fmla="*/ 6038839 w 7467600"/>
              <a:gd name="connsiteY290" fmla="*/ 4764474 h 6858000"/>
              <a:gd name="connsiteX291" fmla="*/ 6040338 w 7467600"/>
              <a:gd name="connsiteY291" fmla="*/ 4771418 h 6858000"/>
              <a:gd name="connsiteX292" fmla="*/ 6024488 w 7467600"/>
              <a:gd name="connsiteY292" fmla="*/ 4809903 h 6858000"/>
              <a:gd name="connsiteX293" fmla="*/ 5599771 w 7467600"/>
              <a:gd name="connsiteY293" fmla="*/ 5509652 h 6858000"/>
              <a:gd name="connsiteX294" fmla="*/ 5548843 w 7467600"/>
              <a:gd name="connsiteY294" fmla="*/ 5563845 h 6858000"/>
              <a:gd name="connsiteX295" fmla="*/ 5940952 w 7467600"/>
              <a:gd name="connsiteY295" fmla="*/ 6250028 h 6858000"/>
              <a:gd name="connsiteX296" fmla="*/ 6043441 w 7467600"/>
              <a:gd name="connsiteY296" fmla="*/ 6665847 h 6858000"/>
              <a:gd name="connsiteX297" fmla="*/ 6093432 w 7467600"/>
              <a:gd name="connsiteY297" fmla="*/ 6858000 h 6858000"/>
              <a:gd name="connsiteX298" fmla="*/ 6034344 w 7467600"/>
              <a:gd name="connsiteY298" fmla="*/ 6858000 h 6858000"/>
              <a:gd name="connsiteX299" fmla="*/ 6026679 w 7467600"/>
              <a:gd name="connsiteY299" fmla="*/ 6836959 h 6858000"/>
              <a:gd name="connsiteX300" fmla="*/ 5800441 w 7467600"/>
              <a:gd name="connsiteY300" fmla="*/ 6335286 h 6858000"/>
              <a:gd name="connsiteX301" fmla="*/ 5526562 w 7467600"/>
              <a:gd name="connsiteY301" fmla="*/ 5705388 h 6858000"/>
              <a:gd name="connsiteX302" fmla="*/ 5519640 w 7467600"/>
              <a:gd name="connsiteY302" fmla="*/ 5683774 h 6858000"/>
              <a:gd name="connsiteX303" fmla="*/ 5844559 w 7467600"/>
              <a:gd name="connsiteY303" fmla="*/ 6553349 h 6858000"/>
              <a:gd name="connsiteX304" fmla="*/ 5975994 w 7467600"/>
              <a:gd name="connsiteY304" fmla="*/ 6858000 h 6858000"/>
              <a:gd name="connsiteX305" fmla="*/ 5898547 w 7467600"/>
              <a:gd name="connsiteY305" fmla="*/ 6858000 h 6858000"/>
              <a:gd name="connsiteX306" fmla="*/ 5682041 w 7467600"/>
              <a:gd name="connsiteY306" fmla="*/ 6355860 h 6858000"/>
              <a:gd name="connsiteX307" fmla="*/ 5461758 w 7467600"/>
              <a:gd name="connsiteY307" fmla="*/ 5820220 h 6858000"/>
              <a:gd name="connsiteX308" fmla="*/ 5237282 w 7467600"/>
              <a:gd name="connsiteY308" fmla="*/ 6579086 h 6858000"/>
              <a:gd name="connsiteX309" fmla="*/ 5115009 w 7467600"/>
              <a:gd name="connsiteY309" fmla="*/ 6858000 h 6858000"/>
              <a:gd name="connsiteX310" fmla="*/ 5028074 w 7467600"/>
              <a:gd name="connsiteY310" fmla="*/ 6858000 h 6858000"/>
              <a:gd name="connsiteX311" fmla="*/ 5079508 w 7467600"/>
              <a:gd name="connsiteY311" fmla="*/ 6749074 h 6858000"/>
              <a:gd name="connsiteX312" fmla="*/ 5371846 w 7467600"/>
              <a:gd name="connsiteY312" fmla="*/ 5924413 h 6858000"/>
              <a:gd name="connsiteX313" fmla="*/ 5270512 w 7467600"/>
              <a:gd name="connsiteY313" fmla="*/ 6138975 h 6858000"/>
              <a:gd name="connsiteX314" fmla="*/ 5062409 w 7467600"/>
              <a:gd name="connsiteY314" fmla="*/ 6653544 h 6858000"/>
              <a:gd name="connsiteX315" fmla="*/ 5036628 w 7467600"/>
              <a:gd name="connsiteY315" fmla="*/ 6754247 h 6858000"/>
              <a:gd name="connsiteX316" fmla="*/ 5009112 w 7467600"/>
              <a:gd name="connsiteY316" fmla="*/ 6858000 h 6858000"/>
              <a:gd name="connsiteX317" fmla="*/ 4976679 w 7467600"/>
              <a:gd name="connsiteY317" fmla="*/ 6858000 h 6858000"/>
              <a:gd name="connsiteX318" fmla="*/ 5006537 w 7467600"/>
              <a:gd name="connsiteY318" fmla="*/ 6747068 h 6858000"/>
              <a:gd name="connsiteX319" fmla="*/ 5032723 w 7467600"/>
              <a:gd name="connsiteY319" fmla="*/ 6644957 h 6858000"/>
              <a:gd name="connsiteX320" fmla="*/ 5242949 w 7467600"/>
              <a:gd name="connsiteY320" fmla="*/ 6125175 h 6858000"/>
              <a:gd name="connsiteX321" fmla="*/ 5286321 w 7467600"/>
              <a:gd name="connsiteY321" fmla="*/ 6033555 h 6858000"/>
              <a:gd name="connsiteX322" fmla="*/ 5008210 w 7467600"/>
              <a:gd name="connsiteY322" fmla="*/ 6649194 h 6858000"/>
              <a:gd name="connsiteX323" fmla="*/ 4986321 w 7467600"/>
              <a:gd name="connsiteY323" fmla="*/ 6765687 h 6858000"/>
              <a:gd name="connsiteX324" fmla="*/ 4973474 w 7467600"/>
              <a:gd name="connsiteY324" fmla="*/ 6858000 h 6858000"/>
              <a:gd name="connsiteX325" fmla="*/ 4907178 w 7467600"/>
              <a:gd name="connsiteY325" fmla="*/ 6858000 h 6858000"/>
              <a:gd name="connsiteX326" fmla="*/ 4910810 w 7467600"/>
              <a:gd name="connsiteY326" fmla="*/ 6829660 h 6858000"/>
              <a:gd name="connsiteX327" fmla="*/ 4987461 w 7467600"/>
              <a:gd name="connsiteY327" fmla="*/ 6432994 h 6858000"/>
              <a:gd name="connsiteX328" fmla="*/ 5179262 w 7467600"/>
              <a:gd name="connsiteY328" fmla="*/ 6035044 h 6858000"/>
              <a:gd name="connsiteX329" fmla="*/ 4689678 w 7467600"/>
              <a:gd name="connsiteY329" fmla="*/ 6440241 h 6858000"/>
              <a:gd name="connsiteX330" fmla="*/ 4477543 w 7467600"/>
              <a:gd name="connsiteY330" fmla="*/ 6674836 h 6858000"/>
              <a:gd name="connsiteX331" fmla="*/ 4329957 w 7467600"/>
              <a:gd name="connsiteY331" fmla="*/ 6858000 h 6858000"/>
              <a:gd name="connsiteX332" fmla="*/ 4218595 w 7467600"/>
              <a:gd name="connsiteY332" fmla="*/ 6858000 h 6858000"/>
              <a:gd name="connsiteX333" fmla="*/ 4368888 w 7467600"/>
              <a:gd name="connsiteY333" fmla="*/ 6668412 h 6858000"/>
              <a:gd name="connsiteX334" fmla="*/ 4563091 w 7467600"/>
              <a:gd name="connsiteY334" fmla="*/ 6442508 h 6858000"/>
              <a:gd name="connsiteX335" fmla="*/ 5387324 w 7467600"/>
              <a:gd name="connsiteY335" fmla="*/ 5705830 h 6858000"/>
              <a:gd name="connsiteX336" fmla="*/ 5073620 w 7467600"/>
              <a:gd name="connsiteY336" fmla="*/ 5955437 h 6858000"/>
              <a:gd name="connsiteX337" fmla="*/ 4689789 w 7467600"/>
              <a:gd name="connsiteY337" fmla="*/ 6268382 h 6858000"/>
              <a:gd name="connsiteX338" fmla="*/ 4418722 w 7467600"/>
              <a:gd name="connsiteY338" fmla="*/ 6570886 h 6858000"/>
              <a:gd name="connsiteX339" fmla="*/ 4214944 w 7467600"/>
              <a:gd name="connsiteY339" fmla="*/ 6858000 h 6858000"/>
              <a:gd name="connsiteX340" fmla="*/ 4177898 w 7467600"/>
              <a:gd name="connsiteY340" fmla="*/ 6858000 h 6858000"/>
              <a:gd name="connsiteX341" fmla="*/ 4391597 w 7467600"/>
              <a:gd name="connsiteY341" fmla="*/ 6556370 h 6858000"/>
              <a:gd name="connsiteX342" fmla="*/ 4668889 w 7467600"/>
              <a:gd name="connsiteY342" fmla="*/ 6246399 h 6858000"/>
              <a:gd name="connsiteX343" fmla="*/ 5055427 w 7467600"/>
              <a:gd name="connsiteY343" fmla="*/ 5931476 h 6858000"/>
              <a:gd name="connsiteX344" fmla="*/ 5371814 w 7467600"/>
              <a:gd name="connsiteY344" fmla="*/ 5678975 h 6858000"/>
              <a:gd name="connsiteX345" fmla="*/ 4987918 w 7467600"/>
              <a:gd name="connsiteY345" fmla="*/ 5838701 h 6858000"/>
              <a:gd name="connsiteX346" fmla="*/ 4317146 w 7467600"/>
              <a:gd name="connsiteY346" fmla="*/ 6587716 h 6858000"/>
              <a:gd name="connsiteX347" fmla="*/ 4171627 w 7467600"/>
              <a:gd name="connsiteY347" fmla="*/ 6858000 h 6858000"/>
              <a:gd name="connsiteX348" fmla="*/ 4081585 w 7467600"/>
              <a:gd name="connsiteY348" fmla="*/ 6858000 h 6858000"/>
              <a:gd name="connsiteX349" fmla="*/ 4238603 w 7467600"/>
              <a:gd name="connsiteY349" fmla="*/ 6559341 h 6858000"/>
              <a:gd name="connsiteX350" fmla="*/ 4778333 w 7467600"/>
              <a:gd name="connsiteY350" fmla="*/ 5873626 h 6858000"/>
              <a:gd name="connsiteX351" fmla="*/ 5414185 w 7467600"/>
              <a:gd name="connsiteY351" fmla="*/ 5573882 h 6858000"/>
              <a:gd name="connsiteX352" fmla="*/ 5959648 w 7467600"/>
              <a:gd name="connsiteY352" fmla="*/ 4760797 h 6858000"/>
              <a:gd name="connsiteX353" fmla="*/ 5355019 w 7467600"/>
              <a:gd name="connsiteY353" fmla="*/ 4734672 h 6858000"/>
              <a:gd name="connsiteX354" fmla="*/ 5083565 w 7467600"/>
              <a:gd name="connsiteY354" fmla="*/ 5179121 h 6858000"/>
              <a:gd name="connsiteX355" fmla="*/ 4713577 w 7467600"/>
              <a:gd name="connsiteY355" fmla="*/ 5616803 h 6858000"/>
              <a:gd name="connsiteX356" fmla="*/ 3989559 w 7467600"/>
              <a:gd name="connsiteY356" fmla="*/ 6145945 h 6858000"/>
              <a:gd name="connsiteX357" fmla="*/ 3939824 w 7467600"/>
              <a:gd name="connsiteY357" fmla="*/ 6066900 h 6858000"/>
              <a:gd name="connsiteX358" fmla="*/ 4584537 w 7467600"/>
              <a:gd name="connsiteY358" fmla="*/ 5324826 h 6858000"/>
              <a:gd name="connsiteX359" fmla="*/ 5037105 w 7467600"/>
              <a:gd name="connsiteY359" fmla="*/ 5088765 h 6858000"/>
              <a:gd name="connsiteX360" fmla="*/ 5039930 w 7467600"/>
              <a:gd name="connsiteY360" fmla="*/ 5089585 h 6858000"/>
              <a:gd name="connsiteX361" fmla="*/ 5263764 w 7467600"/>
              <a:gd name="connsiteY361" fmla="*/ 4735525 h 6858000"/>
              <a:gd name="connsiteX362" fmla="*/ 4086300 w 7467600"/>
              <a:gd name="connsiteY362" fmla="*/ 4884599 h 6858000"/>
              <a:gd name="connsiteX363" fmla="*/ 4085485 w 7467600"/>
              <a:gd name="connsiteY363" fmla="*/ 4899070 h 6858000"/>
              <a:gd name="connsiteX364" fmla="*/ 3871915 w 7467600"/>
              <a:gd name="connsiteY364" fmla="*/ 5253645 h 6858000"/>
              <a:gd name="connsiteX365" fmla="*/ 3799374 w 7467600"/>
              <a:gd name="connsiteY365" fmla="*/ 5466127 h 6858000"/>
              <a:gd name="connsiteX366" fmla="*/ 3498850 w 7467600"/>
              <a:gd name="connsiteY366" fmla="*/ 6661888 h 6858000"/>
              <a:gd name="connsiteX367" fmla="*/ 3399216 w 7467600"/>
              <a:gd name="connsiteY367" fmla="*/ 6858000 h 6858000"/>
              <a:gd name="connsiteX368" fmla="*/ 3303688 w 7467600"/>
              <a:gd name="connsiteY368" fmla="*/ 6858000 h 6858000"/>
              <a:gd name="connsiteX369" fmla="*/ 3391774 w 7467600"/>
              <a:gd name="connsiteY369" fmla="*/ 6697181 h 6858000"/>
              <a:gd name="connsiteX370" fmla="*/ 3735540 w 7467600"/>
              <a:gd name="connsiteY370" fmla="*/ 5546923 h 6858000"/>
              <a:gd name="connsiteX371" fmla="*/ 3729438 w 7467600"/>
              <a:gd name="connsiteY371" fmla="*/ 5569058 h 6858000"/>
              <a:gd name="connsiteX372" fmla="*/ 3707782 w 7467600"/>
              <a:gd name="connsiteY372" fmla="*/ 5644908 h 6858000"/>
              <a:gd name="connsiteX373" fmla="*/ 3583827 w 7467600"/>
              <a:gd name="connsiteY373" fmla="*/ 6039215 h 6858000"/>
              <a:gd name="connsiteX374" fmla="*/ 3547861 w 7467600"/>
              <a:gd name="connsiteY374" fmla="*/ 6129609 h 6858000"/>
              <a:gd name="connsiteX375" fmla="*/ 3490905 w 7467600"/>
              <a:gd name="connsiteY375" fmla="*/ 6277660 h 6858000"/>
              <a:gd name="connsiteX376" fmla="*/ 3455859 w 7467600"/>
              <a:gd name="connsiteY376" fmla="*/ 6391301 h 6858000"/>
              <a:gd name="connsiteX377" fmla="*/ 3429112 w 7467600"/>
              <a:gd name="connsiteY377" fmla="*/ 6479469 h 6858000"/>
              <a:gd name="connsiteX378" fmla="*/ 3304862 w 7467600"/>
              <a:gd name="connsiteY378" fmla="*/ 6796476 h 6858000"/>
              <a:gd name="connsiteX379" fmla="*/ 3276071 w 7467600"/>
              <a:gd name="connsiteY379" fmla="*/ 6858000 h 6858000"/>
              <a:gd name="connsiteX380" fmla="*/ 3240805 w 7467600"/>
              <a:gd name="connsiteY380" fmla="*/ 6858000 h 6858000"/>
              <a:gd name="connsiteX381" fmla="*/ 3275917 w 7467600"/>
              <a:gd name="connsiteY381" fmla="*/ 6783192 h 6858000"/>
              <a:gd name="connsiteX382" fmla="*/ 3399358 w 7467600"/>
              <a:gd name="connsiteY382" fmla="*/ 6469011 h 6858000"/>
              <a:gd name="connsiteX383" fmla="*/ 3425650 w 7467600"/>
              <a:gd name="connsiteY383" fmla="*/ 6381333 h 6858000"/>
              <a:gd name="connsiteX384" fmla="*/ 3460661 w 7467600"/>
              <a:gd name="connsiteY384" fmla="*/ 6266763 h 6858000"/>
              <a:gd name="connsiteX385" fmla="*/ 3518021 w 7467600"/>
              <a:gd name="connsiteY385" fmla="*/ 6117298 h 6858000"/>
              <a:gd name="connsiteX386" fmla="*/ 3554035 w 7467600"/>
              <a:gd name="connsiteY386" fmla="*/ 6027832 h 6858000"/>
              <a:gd name="connsiteX387" fmla="*/ 3677174 w 7467600"/>
              <a:gd name="connsiteY387" fmla="*/ 5636351 h 6858000"/>
              <a:gd name="connsiteX388" fmla="*/ 3698819 w 7467600"/>
              <a:gd name="connsiteY388" fmla="*/ 5560503 h 6858000"/>
              <a:gd name="connsiteX389" fmla="*/ 3702094 w 7467600"/>
              <a:gd name="connsiteY389" fmla="*/ 5549194 h 6858000"/>
              <a:gd name="connsiteX390" fmla="*/ 3398355 w 7467600"/>
              <a:gd name="connsiteY390" fmla="*/ 6094603 h 6858000"/>
              <a:gd name="connsiteX391" fmla="*/ 3193941 w 7467600"/>
              <a:gd name="connsiteY391" fmla="*/ 6798775 h 6858000"/>
              <a:gd name="connsiteX392" fmla="*/ 3184140 w 7467600"/>
              <a:gd name="connsiteY392" fmla="*/ 6858000 h 6858000"/>
              <a:gd name="connsiteX393" fmla="*/ 3099978 w 7467600"/>
              <a:gd name="connsiteY393" fmla="*/ 6858000 h 6858000"/>
              <a:gd name="connsiteX394" fmla="*/ 3101556 w 7467600"/>
              <a:gd name="connsiteY394" fmla="*/ 6843337 h 6858000"/>
              <a:gd name="connsiteX395" fmla="*/ 3370162 w 7467600"/>
              <a:gd name="connsiteY395" fmla="*/ 5785550 h 6858000"/>
              <a:gd name="connsiteX396" fmla="*/ 3746477 w 7467600"/>
              <a:gd name="connsiteY396" fmla="*/ 5377889 h 6858000"/>
              <a:gd name="connsiteX397" fmla="*/ 3863399 w 7467600"/>
              <a:gd name="connsiteY397" fmla="*/ 5087257 h 6858000"/>
              <a:gd name="connsiteX398" fmla="*/ 3968712 w 7467600"/>
              <a:gd name="connsiteY398" fmla="*/ 4913989 h 6858000"/>
              <a:gd name="connsiteX399" fmla="*/ 2792390 w 7467600"/>
              <a:gd name="connsiteY399" fmla="*/ 5382974 h 6858000"/>
              <a:gd name="connsiteX400" fmla="*/ 2714982 w 7467600"/>
              <a:gd name="connsiteY400" fmla="*/ 5427051 h 6858000"/>
              <a:gd name="connsiteX401" fmla="*/ 2813361 w 7467600"/>
              <a:gd name="connsiteY401" fmla="*/ 6023912 h 6858000"/>
              <a:gd name="connsiteX402" fmla="*/ 2688430 w 7467600"/>
              <a:gd name="connsiteY402" fmla="*/ 6801564 h 6858000"/>
              <a:gd name="connsiteX403" fmla="*/ 2629626 w 7467600"/>
              <a:gd name="connsiteY403" fmla="*/ 6763394 h 6858000"/>
              <a:gd name="connsiteX404" fmla="*/ 2565328 w 7467600"/>
              <a:gd name="connsiteY404" fmla="*/ 5516399 h 6858000"/>
              <a:gd name="connsiteX405" fmla="*/ 1922999 w 7467600"/>
              <a:gd name="connsiteY405" fmla="*/ 5980343 h 6858000"/>
              <a:gd name="connsiteX406" fmla="*/ 1950261 w 7467600"/>
              <a:gd name="connsiteY406" fmla="*/ 6405858 h 6858000"/>
              <a:gd name="connsiteX407" fmla="*/ 2365554 w 7467600"/>
              <a:gd name="connsiteY407" fmla="*/ 6759107 h 6858000"/>
              <a:gd name="connsiteX408" fmla="*/ 2424142 w 7467600"/>
              <a:gd name="connsiteY408" fmla="*/ 6858000 h 6858000"/>
              <a:gd name="connsiteX409" fmla="*/ 2395994 w 7467600"/>
              <a:gd name="connsiteY409" fmla="*/ 6858000 h 6858000"/>
              <a:gd name="connsiteX410" fmla="*/ 2392863 w 7467600"/>
              <a:gd name="connsiteY410" fmla="*/ 6852964 h 6858000"/>
              <a:gd name="connsiteX411" fmla="*/ 2017589 w 7467600"/>
              <a:gd name="connsiteY411" fmla="*/ 6493982 h 6858000"/>
              <a:gd name="connsiteX412" fmla="*/ 2147336 w 7467600"/>
              <a:gd name="connsiteY412" fmla="*/ 6594052 h 6858000"/>
              <a:gd name="connsiteX413" fmla="*/ 2207047 w 7467600"/>
              <a:gd name="connsiteY413" fmla="*/ 6654540 h 6858000"/>
              <a:gd name="connsiteX414" fmla="*/ 2299106 w 7467600"/>
              <a:gd name="connsiteY414" fmla="*/ 6778931 h 6858000"/>
              <a:gd name="connsiteX415" fmla="*/ 2314430 w 7467600"/>
              <a:gd name="connsiteY415" fmla="*/ 6801144 h 6858000"/>
              <a:gd name="connsiteX416" fmla="*/ 2352406 w 7467600"/>
              <a:gd name="connsiteY416" fmla="*/ 6858000 h 6858000"/>
              <a:gd name="connsiteX417" fmla="*/ 2314492 w 7467600"/>
              <a:gd name="connsiteY417" fmla="*/ 6858000 h 6858000"/>
              <a:gd name="connsiteX418" fmla="*/ 2288095 w 7467600"/>
              <a:gd name="connsiteY418" fmla="*/ 6818030 h 6858000"/>
              <a:gd name="connsiteX419" fmla="*/ 2272768 w 7467600"/>
              <a:gd name="connsiteY419" fmla="*/ 6795822 h 6858000"/>
              <a:gd name="connsiteX420" fmla="*/ 2182715 w 7467600"/>
              <a:gd name="connsiteY420" fmla="*/ 6675071 h 6858000"/>
              <a:gd name="connsiteX421" fmla="*/ 2032061 w 7467600"/>
              <a:gd name="connsiteY421" fmla="*/ 6541380 h 6858000"/>
              <a:gd name="connsiteX422" fmla="*/ 2257220 w 7467600"/>
              <a:gd name="connsiteY422" fmla="*/ 6826257 h 6858000"/>
              <a:gd name="connsiteX423" fmla="*/ 2281324 w 7467600"/>
              <a:gd name="connsiteY423" fmla="*/ 6858000 h 6858000"/>
              <a:gd name="connsiteX424" fmla="*/ 2242860 w 7467600"/>
              <a:gd name="connsiteY424" fmla="*/ 6858000 h 6858000"/>
              <a:gd name="connsiteX425" fmla="*/ 2232818 w 7467600"/>
              <a:gd name="connsiteY425" fmla="*/ 6844926 h 6858000"/>
              <a:gd name="connsiteX426" fmla="*/ 1990172 w 7467600"/>
              <a:gd name="connsiteY426" fmla="*/ 6542121 h 6858000"/>
              <a:gd name="connsiteX427" fmla="*/ 2124090 w 7467600"/>
              <a:gd name="connsiteY427" fmla="*/ 6761017 h 6858000"/>
              <a:gd name="connsiteX428" fmla="*/ 2200380 w 7467600"/>
              <a:gd name="connsiteY428" fmla="*/ 6858000 h 6858000"/>
              <a:gd name="connsiteX429" fmla="*/ 2147507 w 7467600"/>
              <a:gd name="connsiteY429" fmla="*/ 6858000 h 6858000"/>
              <a:gd name="connsiteX430" fmla="*/ 2070668 w 7467600"/>
              <a:gd name="connsiteY430" fmla="*/ 6761520 h 6858000"/>
              <a:gd name="connsiteX431" fmla="*/ 1975142 w 7467600"/>
              <a:gd name="connsiteY431" fmla="*/ 6585570 h 6858000"/>
              <a:gd name="connsiteX432" fmla="*/ 2050035 w 7467600"/>
              <a:gd name="connsiteY432" fmla="*/ 6813345 h 6858000"/>
              <a:gd name="connsiteX433" fmla="*/ 2063025 w 7467600"/>
              <a:gd name="connsiteY433" fmla="*/ 6858000 h 6858000"/>
              <a:gd name="connsiteX434" fmla="*/ 2021675 w 7467600"/>
              <a:gd name="connsiteY434" fmla="*/ 6858000 h 6858000"/>
              <a:gd name="connsiteX435" fmla="*/ 2019308 w 7467600"/>
              <a:gd name="connsiteY435" fmla="*/ 6847118 h 6858000"/>
              <a:gd name="connsiteX436" fmla="*/ 1938835 w 7467600"/>
              <a:gd name="connsiteY436" fmla="*/ 6551160 h 6858000"/>
              <a:gd name="connsiteX437" fmla="*/ 1953230 w 7467600"/>
              <a:gd name="connsiteY437" fmla="*/ 6759699 h 6858000"/>
              <a:gd name="connsiteX438" fmla="*/ 1956763 w 7467600"/>
              <a:gd name="connsiteY438" fmla="*/ 6778191 h 6858000"/>
              <a:gd name="connsiteX439" fmla="*/ 1967925 w 7467600"/>
              <a:gd name="connsiteY439" fmla="*/ 6858000 h 6858000"/>
              <a:gd name="connsiteX440" fmla="*/ 1936622 w 7467600"/>
              <a:gd name="connsiteY440" fmla="*/ 6858000 h 6858000"/>
              <a:gd name="connsiteX441" fmla="*/ 1926261 w 7467600"/>
              <a:gd name="connsiteY441" fmla="*/ 6784064 h 6858000"/>
              <a:gd name="connsiteX442" fmla="*/ 1922724 w 7467600"/>
              <a:gd name="connsiteY442" fmla="*/ 6765577 h 6858000"/>
              <a:gd name="connsiteX443" fmla="*/ 1904650 w 7467600"/>
              <a:gd name="connsiteY443" fmla="*/ 6639616 h 6858000"/>
              <a:gd name="connsiteX444" fmla="*/ 1885273 w 7467600"/>
              <a:gd name="connsiteY444" fmla="*/ 6858000 h 6858000"/>
              <a:gd name="connsiteX445" fmla="*/ 1854363 w 7467600"/>
              <a:gd name="connsiteY445" fmla="*/ 6858000 h 6858000"/>
              <a:gd name="connsiteX446" fmla="*/ 1880391 w 7467600"/>
              <a:gd name="connsiteY446" fmla="*/ 6603796 h 6858000"/>
              <a:gd name="connsiteX447" fmla="*/ 1818273 w 7467600"/>
              <a:gd name="connsiteY447" fmla="*/ 6715729 h 6858000"/>
              <a:gd name="connsiteX448" fmla="*/ 1794691 w 7467600"/>
              <a:gd name="connsiteY448" fmla="*/ 6843239 h 6858000"/>
              <a:gd name="connsiteX449" fmla="*/ 1794914 w 7467600"/>
              <a:gd name="connsiteY449" fmla="*/ 6858000 h 6858000"/>
              <a:gd name="connsiteX450" fmla="*/ 1746128 w 7467600"/>
              <a:gd name="connsiteY450" fmla="*/ 6858000 h 6858000"/>
              <a:gd name="connsiteX451" fmla="*/ 1753934 w 7467600"/>
              <a:gd name="connsiteY451" fmla="*/ 6724796 h 6858000"/>
              <a:gd name="connsiteX452" fmla="*/ 1792053 w 7467600"/>
              <a:gd name="connsiteY452" fmla="*/ 6572396 h 6858000"/>
              <a:gd name="connsiteX453" fmla="*/ 1862248 w 7467600"/>
              <a:gd name="connsiteY453" fmla="*/ 6266397 h 6858000"/>
              <a:gd name="connsiteX454" fmla="*/ 1862250 w 7467600"/>
              <a:gd name="connsiteY454" fmla="*/ 6033531 h 6858000"/>
              <a:gd name="connsiteX455" fmla="*/ 1211999 w 7467600"/>
              <a:gd name="connsiteY455" fmla="*/ 6683610 h 6858000"/>
              <a:gd name="connsiteX456" fmla="*/ 1213266 w 7467600"/>
              <a:gd name="connsiteY456" fmla="*/ 6691947 h 6858000"/>
              <a:gd name="connsiteX457" fmla="*/ 1203370 w 7467600"/>
              <a:gd name="connsiteY457" fmla="*/ 6850676 h 6858000"/>
              <a:gd name="connsiteX458" fmla="*/ 1203671 w 7467600"/>
              <a:gd name="connsiteY458" fmla="*/ 6858000 h 6858000"/>
              <a:gd name="connsiteX459" fmla="*/ 1143180 w 7467600"/>
              <a:gd name="connsiteY459" fmla="*/ 6858000 h 6858000"/>
              <a:gd name="connsiteX460" fmla="*/ 1142176 w 7467600"/>
              <a:gd name="connsiteY460" fmla="*/ 6766045 h 6858000"/>
              <a:gd name="connsiteX461" fmla="*/ 1067484 w 7467600"/>
              <a:gd name="connsiteY461" fmla="*/ 6858000 h 6858000"/>
              <a:gd name="connsiteX462" fmla="*/ 953928 w 7467600"/>
              <a:gd name="connsiteY462" fmla="*/ 6858000 h 6858000"/>
              <a:gd name="connsiteX463" fmla="*/ 959715 w 7467600"/>
              <a:gd name="connsiteY463" fmla="*/ 6850185 h 6858000"/>
              <a:gd name="connsiteX464" fmla="*/ 1483788 w 7467600"/>
              <a:gd name="connsiteY464" fmla="*/ 6259174 h 6858000"/>
              <a:gd name="connsiteX465" fmla="*/ 1100671 w 7467600"/>
              <a:gd name="connsiteY465" fmla="*/ 6252137 h 6858000"/>
              <a:gd name="connsiteX466" fmla="*/ 1090144 w 7467600"/>
              <a:gd name="connsiteY466" fmla="*/ 6256748 h 6858000"/>
              <a:gd name="connsiteX467" fmla="*/ 1095872 w 7467600"/>
              <a:gd name="connsiteY467" fmla="*/ 6271892 h 6858000"/>
              <a:gd name="connsiteX468" fmla="*/ 262785 w 7467600"/>
              <a:gd name="connsiteY468" fmla="*/ 6845450 h 6858000"/>
              <a:gd name="connsiteX469" fmla="*/ 209968 w 7467600"/>
              <a:gd name="connsiteY469" fmla="*/ 6770713 h 6858000"/>
              <a:gd name="connsiteX470" fmla="*/ 873460 w 7467600"/>
              <a:gd name="connsiteY470" fmla="*/ 6253768 h 6858000"/>
              <a:gd name="connsiteX471" fmla="*/ 192686 w 7467600"/>
              <a:gd name="connsiteY471" fmla="*/ 5849257 h 6858000"/>
              <a:gd name="connsiteX472" fmla="*/ 4696 w 7467600"/>
              <a:gd name="connsiteY472" fmla="*/ 5697668 h 6858000"/>
              <a:gd name="connsiteX473" fmla="*/ 0 w 7467600"/>
              <a:gd name="connsiteY473" fmla="*/ 5689984 h 6858000"/>
              <a:gd name="connsiteX474" fmla="*/ 0 w 7467600"/>
              <a:gd name="connsiteY474" fmla="*/ 5513472 h 6858000"/>
              <a:gd name="connsiteX475" fmla="*/ 174101 w 7467600"/>
              <a:gd name="connsiteY475" fmla="*/ 5620277 h 6858000"/>
              <a:gd name="connsiteX476" fmla="*/ 891800 w 7467600"/>
              <a:gd name="connsiteY476" fmla="*/ 6036935 h 6858000"/>
              <a:gd name="connsiteX477" fmla="*/ 1072219 w 7467600"/>
              <a:gd name="connsiteY477" fmla="*/ 6169443 h 6858000"/>
              <a:gd name="connsiteX478" fmla="*/ 1074117 w 7467600"/>
              <a:gd name="connsiteY478" fmla="*/ 6170301 h 6858000"/>
              <a:gd name="connsiteX479" fmla="*/ 1083114 w 7467600"/>
              <a:gd name="connsiteY479" fmla="*/ 6174131 h 6858000"/>
              <a:gd name="connsiteX480" fmla="*/ 1543010 w 7467600"/>
              <a:gd name="connsiteY480" fmla="*/ 6191140 h 6858000"/>
              <a:gd name="connsiteX481" fmla="*/ 1551080 w 7467600"/>
              <a:gd name="connsiteY481" fmla="*/ 6195006 h 6858000"/>
              <a:gd name="connsiteX482" fmla="*/ 2345443 w 7467600"/>
              <a:gd name="connsiteY482" fmla="*/ 5549882 h 6858000"/>
              <a:gd name="connsiteX483" fmla="*/ 1721499 w 7467600"/>
              <a:gd name="connsiteY483" fmla="*/ 5599969 h 6858000"/>
              <a:gd name="connsiteX484" fmla="*/ 767716 w 7467600"/>
              <a:gd name="connsiteY484" fmla="*/ 5472768 h 6858000"/>
              <a:gd name="connsiteX485" fmla="*/ 722147 w 7467600"/>
              <a:gd name="connsiteY485" fmla="*/ 5393091 h 6858000"/>
              <a:gd name="connsiteX486" fmla="*/ 1485552 w 7467600"/>
              <a:gd name="connsiteY486" fmla="*/ 5313202 h 6858000"/>
              <a:gd name="connsiteX487" fmla="*/ 2143004 w 7467600"/>
              <a:gd name="connsiteY487" fmla="*/ 5402420 h 6858000"/>
              <a:gd name="connsiteX488" fmla="*/ 1933391 w 7467600"/>
              <a:gd name="connsiteY488" fmla="*/ 5156971 h 6858000"/>
              <a:gd name="connsiteX489" fmla="*/ 1827118 w 7467600"/>
              <a:gd name="connsiteY489" fmla="*/ 4968410 h 6858000"/>
              <a:gd name="connsiteX490" fmla="*/ 1837349 w 7467600"/>
              <a:gd name="connsiteY490" fmla="*/ 4956357 h 6858000"/>
              <a:gd name="connsiteX491" fmla="*/ 2162835 w 7467600"/>
              <a:gd name="connsiteY491" fmla="*/ 5187853 h 6858000"/>
              <a:gd name="connsiteX492" fmla="*/ 2257167 w 7467600"/>
              <a:gd name="connsiteY492" fmla="*/ 5462123 h 6858000"/>
              <a:gd name="connsiteX493" fmla="*/ 2261598 w 7467600"/>
              <a:gd name="connsiteY493" fmla="*/ 5467998 h 6858000"/>
              <a:gd name="connsiteX494" fmla="*/ 2437177 w 7467600"/>
              <a:gd name="connsiteY494" fmla="*/ 5479608 h 6858000"/>
              <a:gd name="connsiteX495" fmla="*/ 2445247 w 7467600"/>
              <a:gd name="connsiteY495" fmla="*/ 5483476 h 6858000"/>
              <a:gd name="connsiteX496" fmla="*/ 2743626 w 7467600"/>
              <a:gd name="connsiteY496" fmla="*/ 5304819 h 6858000"/>
              <a:gd name="connsiteX497" fmla="*/ 3048102 w 7467600"/>
              <a:gd name="connsiteY497" fmla="*/ 5150595 h 6858000"/>
              <a:gd name="connsiteX498" fmla="*/ 1799414 w 7467600"/>
              <a:gd name="connsiteY498" fmla="*/ 4694732 h 6858000"/>
              <a:gd name="connsiteX499" fmla="*/ 1771735 w 7467600"/>
              <a:gd name="connsiteY499" fmla="*/ 4619929 h 6858000"/>
              <a:gd name="connsiteX500" fmla="*/ 3104273 w 7467600"/>
              <a:gd name="connsiteY500" fmla="*/ 5076159 h 6858000"/>
              <a:gd name="connsiteX501" fmla="*/ 3113245 w 7467600"/>
              <a:gd name="connsiteY501" fmla="*/ 5090705 h 6858000"/>
              <a:gd name="connsiteX502" fmla="*/ 3126294 w 7467600"/>
              <a:gd name="connsiteY502" fmla="*/ 5114400 h 6858000"/>
              <a:gd name="connsiteX503" fmla="*/ 3937433 w 7467600"/>
              <a:gd name="connsiteY503" fmla="*/ 4830473 h 6858000"/>
              <a:gd name="connsiteX504" fmla="*/ 3590475 w 7467600"/>
              <a:gd name="connsiteY504" fmla="*/ 4597974 h 6858000"/>
              <a:gd name="connsiteX505" fmla="*/ 3100264 w 7467600"/>
              <a:gd name="connsiteY505" fmla="*/ 4579845 h 6858000"/>
              <a:gd name="connsiteX506" fmla="*/ 2183576 w 7467600"/>
              <a:gd name="connsiteY506" fmla="*/ 4227150 h 6858000"/>
              <a:gd name="connsiteX507" fmla="*/ 2151029 w 7467600"/>
              <a:gd name="connsiteY507" fmla="*/ 4146947 h 6858000"/>
              <a:gd name="connsiteX508" fmla="*/ 3563434 w 7467600"/>
              <a:gd name="connsiteY508" fmla="*/ 4469115 h 6858000"/>
              <a:gd name="connsiteX509" fmla="*/ 3177952 w 7467600"/>
              <a:gd name="connsiteY509" fmla="*/ 3657386 h 6858000"/>
              <a:gd name="connsiteX510" fmla="*/ 3189263 w 7467600"/>
              <a:gd name="connsiteY510" fmla="*/ 3625726 h 6858000"/>
              <a:gd name="connsiteX511" fmla="*/ 3560912 w 7467600"/>
              <a:gd name="connsiteY511" fmla="*/ 4079863 h 6858000"/>
              <a:gd name="connsiteX512" fmla="*/ 3626636 w 7467600"/>
              <a:gd name="connsiteY512" fmla="*/ 4512230 h 6858000"/>
              <a:gd name="connsiteX513" fmla="*/ 3653088 w 7467600"/>
              <a:gd name="connsiteY513" fmla="*/ 4521417 h 6858000"/>
              <a:gd name="connsiteX514" fmla="*/ 3988128 w 7467600"/>
              <a:gd name="connsiteY514" fmla="*/ 4817267 h 6858000"/>
              <a:gd name="connsiteX515" fmla="*/ 4830582 w 7467600"/>
              <a:gd name="connsiteY515" fmla="*/ 4676000 h 6858000"/>
              <a:gd name="connsiteX516" fmla="*/ 4830100 w 7467600"/>
              <a:gd name="connsiteY516" fmla="*/ 4675554 h 6858000"/>
              <a:gd name="connsiteX517" fmla="*/ 4036318 w 7467600"/>
              <a:gd name="connsiteY517" fmla="*/ 4147013 h 6858000"/>
              <a:gd name="connsiteX518" fmla="*/ 3432098 w 7467600"/>
              <a:gd name="connsiteY518" fmla="*/ 3537312 h 6858000"/>
              <a:gd name="connsiteX519" fmla="*/ 3446761 w 7467600"/>
              <a:gd name="connsiteY519" fmla="*/ 3461278 h 6858000"/>
              <a:gd name="connsiteX520" fmla="*/ 4419733 w 7467600"/>
              <a:gd name="connsiteY520" fmla="*/ 3963555 h 6858000"/>
              <a:gd name="connsiteX521" fmla="*/ 4781371 w 7467600"/>
              <a:gd name="connsiteY521" fmla="*/ 4458604 h 6858000"/>
              <a:gd name="connsiteX522" fmla="*/ 4780440 w 7467600"/>
              <a:gd name="connsiteY522" fmla="*/ 4470290 h 6858000"/>
              <a:gd name="connsiteX523" fmla="*/ 4898954 w 7467600"/>
              <a:gd name="connsiteY523" fmla="*/ 4662092 h 6858000"/>
              <a:gd name="connsiteX524" fmla="*/ 4900699 w 7467600"/>
              <a:gd name="connsiteY524" fmla="*/ 4670867 h 6858000"/>
              <a:gd name="connsiteX525" fmla="*/ 5714511 w 7467600"/>
              <a:gd name="connsiteY525" fmla="*/ 4663483 h 6858000"/>
              <a:gd name="connsiteX526" fmla="*/ 5464793 w 7467600"/>
              <a:gd name="connsiteY526" fmla="*/ 4393556 h 6858000"/>
              <a:gd name="connsiteX527" fmla="*/ 5461897 w 7467600"/>
              <a:gd name="connsiteY527" fmla="*/ 4390879 h 6858000"/>
              <a:gd name="connsiteX528" fmla="*/ 4294126 w 7467600"/>
              <a:gd name="connsiteY528" fmla="*/ 3303048 h 6858000"/>
              <a:gd name="connsiteX529" fmla="*/ 4305321 w 7467600"/>
              <a:gd name="connsiteY529" fmla="*/ 3256953 h 6858000"/>
              <a:gd name="connsiteX530" fmla="*/ 4949299 w 7467600"/>
              <a:gd name="connsiteY530" fmla="*/ 3766336 h 6858000"/>
              <a:gd name="connsiteX531" fmla="*/ 5291452 w 7467600"/>
              <a:gd name="connsiteY531" fmla="*/ 4076801 h 6858000"/>
              <a:gd name="connsiteX532" fmla="*/ 5434998 w 7467600"/>
              <a:gd name="connsiteY532" fmla="*/ 4254100 h 6858000"/>
              <a:gd name="connsiteX533" fmla="*/ 5351015 w 7467600"/>
              <a:gd name="connsiteY533" fmla="*/ 3760989 h 6858000"/>
              <a:gd name="connsiteX534" fmla="*/ 5413780 w 7467600"/>
              <a:gd name="connsiteY534" fmla="*/ 2966265 h 6858000"/>
              <a:gd name="connsiteX535" fmla="*/ 5425627 w 7467600"/>
              <a:gd name="connsiteY535" fmla="*/ 2954192 h 6858000"/>
              <a:gd name="connsiteX536" fmla="*/ 6604735 w 7467600"/>
              <a:gd name="connsiteY536" fmla="*/ 2041381 h 6858000"/>
              <a:gd name="connsiteX537" fmla="*/ 7204487 w 7467600"/>
              <a:gd name="connsiteY537" fmla="*/ 2742112 h 6858000"/>
              <a:gd name="connsiteX538" fmla="*/ 7131592 w 7467600"/>
              <a:gd name="connsiteY538" fmla="*/ 2672096 h 6858000"/>
              <a:gd name="connsiteX539" fmla="*/ 6996344 w 7467600"/>
              <a:gd name="connsiteY539" fmla="*/ 2518310 h 6858000"/>
              <a:gd name="connsiteX540" fmla="*/ 6735495 w 7467600"/>
              <a:gd name="connsiteY540" fmla="*/ 2196890 h 6858000"/>
              <a:gd name="connsiteX541" fmla="*/ 6721901 w 7467600"/>
              <a:gd name="connsiteY541" fmla="*/ 2179274 h 6858000"/>
              <a:gd name="connsiteX542" fmla="*/ 6604735 w 7467600"/>
              <a:gd name="connsiteY542" fmla="*/ 2041381 h 6858000"/>
              <a:gd name="connsiteX543" fmla="*/ 6591670 w 7467600"/>
              <a:gd name="connsiteY543" fmla="*/ 1988277 h 6858000"/>
              <a:gd name="connsiteX544" fmla="*/ 6747349 w 7467600"/>
              <a:gd name="connsiteY544" fmla="*/ 2160069 h 6858000"/>
              <a:gd name="connsiteX545" fmla="*/ 6760943 w 7467600"/>
              <a:gd name="connsiteY545" fmla="*/ 2177686 h 6858000"/>
              <a:gd name="connsiteX546" fmla="*/ 7021065 w 7467600"/>
              <a:gd name="connsiteY546" fmla="*/ 2498102 h 6858000"/>
              <a:gd name="connsiteX547" fmla="*/ 7155223 w 7467600"/>
              <a:gd name="connsiteY547" fmla="*/ 2650386 h 6858000"/>
              <a:gd name="connsiteX548" fmla="*/ 7203167 w 7467600"/>
              <a:gd name="connsiteY548" fmla="*/ 2697288 h 6858000"/>
              <a:gd name="connsiteX549" fmla="*/ 6937703 w 7467600"/>
              <a:gd name="connsiteY549" fmla="*/ 2321981 h 6858000"/>
              <a:gd name="connsiteX550" fmla="*/ 6591670 w 7467600"/>
              <a:gd name="connsiteY550" fmla="*/ 1988277 h 6858000"/>
              <a:gd name="connsiteX551" fmla="*/ 5798671 w 7467600"/>
              <a:gd name="connsiteY551" fmla="*/ 1981601 h 6858000"/>
              <a:gd name="connsiteX552" fmla="*/ 5754709 w 7467600"/>
              <a:gd name="connsiteY552" fmla="*/ 2071454 h 6858000"/>
              <a:gd name="connsiteX553" fmla="*/ 5763044 w 7467600"/>
              <a:gd name="connsiteY553" fmla="*/ 2842206 h 6858000"/>
              <a:gd name="connsiteX554" fmla="*/ 5764974 w 7467600"/>
              <a:gd name="connsiteY554" fmla="*/ 2799609 h 6858000"/>
              <a:gd name="connsiteX555" fmla="*/ 5767665 w 7467600"/>
              <a:gd name="connsiteY555" fmla="*/ 2666409 h 6858000"/>
              <a:gd name="connsiteX556" fmla="*/ 5763055 w 7467600"/>
              <a:gd name="connsiteY556" fmla="*/ 2579705 h 6858000"/>
              <a:gd name="connsiteX557" fmla="*/ 5758079 w 7467600"/>
              <a:gd name="connsiteY557" fmla="*/ 2492508 h 6858000"/>
              <a:gd name="connsiteX558" fmla="*/ 5779325 w 7467600"/>
              <a:gd name="connsiteY558" fmla="*/ 2197069 h 6858000"/>
              <a:gd name="connsiteX559" fmla="*/ 5798671 w 7467600"/>
              <a:gd name="connsiteY559" fmla="*/ 1981601 h 6858000"/>
              <a:gd name="connsiteX560" fmla="*/ 5829202 w 7467600"/>
              <a:gd name="connsiteY560" fmla="*/ 1971679 h 6858000"/>
              <a:gd name="connsiteX561" fmla="*/ 5809558 w 7467600"/>
              <a:gd name="connsiteY561" fmla="*/ 2198043 h 6858000"/>
              <a:gd name="connsiteX562" fmla="*/ 5788653 w 7467600"/>
              <a:gd name="connsiteY562" fmla="*/ 2489430 h 6858000"/>
              <a:gd name="connsiteX563" fmla="*/ 5793439 w 7467600"/>
              <a:gd name="connsiteY563" fmla="*/ 2575235 h 6858000"/>
              <a:gd name="connsiteX564" fmla="*/ 5796837 w 7467600"/>
              <a:gd name="connsiteY564" fmla="*/ 2637633 h 6858000"/>
              <a:gd name="connsiteX565" fmla="*/ 5818614 w 7467600"/>
              <a:gd name="connsiteY565" fmla="*/ 2473055 h 6858000"/>
              <a:gd name="connsiteX566" fmla="*/ 5829202 w 7467600"/>
              <a:gd name="connsiteY566" fmla="*/ 1971679 h 6858000"/>
              <a:gd name="connsiteX567" fmla="*/ 5911389 w 7467600"/>
              <a:gd name="connsiteY567" fmla="*/ 1898371 h 6858000"/>
              <a:gd name="connsiteX568" fmla="*/ 6237627 w 7467600"/>
              <a:gd name="connsiteY568" fmla="*/ 2231921 h 6858000"/>
              <a:gd name="connsiteX569" fmla="*/ 5911389 w 7467600"/>
              <a:gd name="connsiteY569" fmla="*/ 1898371 h 6858000"/>
              <a:gd name="connsiteX570" fmla="*/ 6944437 w 7467600"/>
              <a:gd name="connsiteY570" fmla="*/ 1575402 h 6858000"/>
              <a:gd name="connsiteX571" fmla="*/ 6304730 w 7467600"/>
              <a:gd name="connsiteY571" fmla="*/ 1766654 h 6858000"/>
              <a:gd name="connsiteX572" fmla="*/ 6944437 w 7467600"/>
              <a:gd name="connsiteY572" fmla="*/ 1575402 h 6858000"/>
              <a:gd name="connsiteX573" fmla="*/ 7019523 w 7467600"/>
              <a:gd name="connsiteY573" fmla="*/ 1519450 h 6858000"/>
              <a:gd name="connsiteX574" fmla="*/ 6298091 w 7467600"/>
              <a:gd name="connsiteY574" fmla="*/ 1737122 h 6858000"/>
              <a:gd name="connsiteX575" fmla="*/ 7019523 w 7467600"/>
              <a:gd name="connsiteY575" fmla="*/ 1519450 h 6858000"/>
              <a:gd name="connsiteX576" fmla="*/ 2399523 w 7467600"/>
              <a:gd name="connsiteY576" fmla="*/ 1428234 h 6858000"/>
              <a:gd name="connsiteX577" fmla="*/ 2224982 w 7467600"/>
              <a:gd name="connsiteY577" fmla="*/ 1826201 h 6858000"/>
              <a:gd name="connsiteX578" fmla="*/ 2096099 w 7467600"/>
              <a:gd name="connsiteY578" fmla="*/ 2345900 h 6858000"/>
              <a:gd name="connsiteX579" fmla="*/ 2283317 w 7467600"/>
              <a:gd name="connsiteY579" fmla="*/ 1796925 h 6858000"/>
              <a:gd name="connsiteX580" fmla="*/ 2399523 w 7467600"/>
              <a:gd name="connsiteY580" fmla="*/ 1428234 h 6858000"/>
              <a:gd name="connsiteX581" fmla="*/ 2448558 w 7467600"/>
              <a:gd name="connsiteY581" fmla="*/ 1373435 h 6858000"/>
              <a:gd name="connsiteX582" fmla="*/ 2312521 w 7467600"/>
              <a:gd name="connsiteY582" fmla="*/ 1806140 h 6858000"/>
              <a:gd name="connsiteX583" fmla="*/ 2127533 w 7467600"/>
              <a:gd name="connsiteY583" fmla="*/ 2348380 h 6858000"/>
              <a:gd name="connsiteX584" fmla="*/ 2358080 w 7467600"/>
              <a:gd name="connsiteY584" fmla="*/ 1866134 h 6858000"/>
              <a:gd name="connsiteX585" fmla="*/ 2407436 w 7467600"/>
              <a:gd name="connsiteY585" fmla="*/ 1651070 h 6858000"/>
              <a:gd name="connsiteX586" fmla="*/ 2448558 w 7467600"/>
              <a:gd name="connsiteY586" fmla="*/ 1373435 h 6858000"/>
              <a:gd name="connsiteX587" fmla="*/ 278707 w 7467600"/>
              <a:gd name="connsiteY587" fmla="*/ 1352270 h 6858000"/>
              <a:gd name="connsiteX588" fmla="*/ 321570 w 7467600"/>
              <a:gd name="connsiteY588" fmla="*/ 1861610 h 6858000"/>
              <a:gd name="connsiteX589" fmla="*/ 294281 w 7467600"/>
              <a:gd name="connsiteY589" fmla="*/ 1440658 h 6858000"/>
              <a:gd name="connsiteX590" fmla="*/ 278707 w 7467600"/>
              <a:gd name="connsiteY590" fmla="*/ 1352270 h 6858000"/>
              <a:gd name="connsiteX591" fmla="*/ 1423821 w 7467600"/>
              <a:gd name="connsiteY591" fmla="*/ 1351958 h 6858000"/>
              <a:gd name="connsiteX592" fmla="*/ 1638521 w 7467600"/>
              <a:gd name="connsiteY592" fmla="*/ 1908470 h 6858000"/>
              <a:gd name="connsiteX593" fmla="*/ 1754199 w 7467600"/>
              <a:gd name="connsiteY593" fmla="*/ 2149284 h 6858000"/>
              <a:gd name="connsiteX594" fmla="*/ 1908359 w 7467600"/>
              <a:gd name="connsiteY594" fmla="*/ 2364988 h 6858000"/>
              <a:gd name="connsiteX595" fmla="*/ 1647661 w 7467600"/>
              <a:gd name="connsiteY595" fmla="*/ 1825945 h 6858000"/>
              <a:gd name="connsiteX596" fmla="*/ 1423821 w 7467600"/>
              <a:gd name="connsiteY596" fmla="*/ 1351958 h 6858000"/>
              <a:gd name="connsiteX597" fmla="*/ 1431890 w 7467600"/>
              <a:gd name="connsiteY597" fmla="*/ 1306475 h 6858000"/>
              <a:gd name="connsiteX598" fmla="*/ 1507597 w 7467600"/>
              <a:gd name="connsiteY598" fmla="*/ 1446132 h 6858000"/>
              <a:gd name="connsiteX599" fmla="*/ 1674586 w 7467600"/>
              <a:gd name="connsiteY599" fmla="*/ 1813832 h 6858000"/>
              <a:gd name="connsiteX600" fmla="*/ 1815950 w 7467600"/>
              <a:gd name="connsiteY600" fmla="*/ 2128564 h 6858000"/>
              <a:gd name="connsiteX601" fmla="*/ 1984242 w 7467600"/>
              <a:gd name="connsiteY601" fmla="*/ 2430829 h 6858000"/>
              <a:gd name="connsiteX602" fmla="*/ 2014023 w 7467600"/>
              <a:gd name="connsiteY602" fmla="*/ 2450995 h 6858000"/>
              <a:gd name="connsiteX603" fmla="*/ 1747337 w 7467600"/>
              <a:gd name="connsiteY603" fmla="*/ 1855264 h 6858000"/>
              <a:gd name="connsiteX604" fmla="*/ 1533749 w 7467600"/>
              <a:gd name="connsiteY604" fmla="*/ 1478656 h 6858000"/>
              <a:gd name="connsiteX605" fmla="*/ 1431890 w 7467600"/>
              <a:gd name="connsiteY605" fmla="*/ 1306475 h 6858000"/>
              <a:gd name="connsiteX606" fmla="*/ 5052692 w 7467600"/>
              <a:gd name="connsiteY606" fmla="*/ 1292994 h 6858000"/>
              <a:gd name="connsiteX607" fmla="*/ 5200661 w 7467600"/>
              <a:gd name="connsiteY607" fmla="*/ 1635186 h 6858000"/>
              <a:gd name="connsiteX608" fmla="*/ 5297138 w 7467600"/>
              <a:gd name="connsiteY608" fmla="*/ 1906351 h 6858000"/>
              <a:gd name="connsiteX609" fmla="*/ 5052692 w 7467600"/>
              <a:gd name="connsiteY609" fmla="*/ 1292994 h 6858000"/>
              <a:gd name="connsiteX610" fmla="*/ 5009948 w 7467600"/>
              <a:gd name="connsiteY610" fmla="*/ 1273619 h 6858000"/>
              <a:gd name="connsiteX611" fmla="*/ 5121777 w 7467600"/>
              <a:gd name="connsiteY611" fmla="*/ 1654213 h 6858000"/>
              <a:gd name="connsiteX612" fmla="*/ 5293545 w 7467600"/>
              <a:gd name="connsiteY612" fmla="*/ 2072247 h 6858000"/>
              <a:gd name="connsiteX613" fmla="*/ 5294042 w 7467600"/>
              <a:gd name="connsiteY613" fmla="*/ 2065019 h 6858000"/>
              <a:gd name="connsiteX614" fmla="*/ 5171936 w 7467600"/>
              <a:gd name="connsiteY614" fmla="*/ 1647613 h 6858000"/>
              <a:gd name="connsiteX615" fmla="*/ 5009948 w 7467600"/>
              <a:gd name="connsiteY615" fmla="*/ 1273619 h 6858000"/>
              <a:gd name="connsiteX616" fmla="*/ 655236 w 7467600"/>
              <a:gd name="connsiteY616" fmla="*/ 1268632 h 6858000"/>
              <a:gd name="connsiteX617" fmla="*/ 839521 w 7467600"/>
              <a:gd name="connsiteY617" fmla="*/ 1685315 h 6858000"/>
              <a:gd name="connsiteX618" fmla="*/ 1109416 w 7467600"/>
              <a:gd name="connsiteY618" fmla="*/ 2061663 h 6858000"/>
              <a:gd name="connsiteX619" fmla="*/ 1298300 w 7467600"/>
              <a:gd name="connsiteY619" fmla="*/ 2247742 h 6858000"/>
              <a:gd name="connsiteX620" fmla="*/ 1125871 w 7467600"/>
              <a:gd name="connsiteY620" fmla="*/ 1989513 h 6858000"/>
              <a:gd name="connsiteX621" fmla="*/ 981574 w 7467600"/>
              <a:gd name="connsiteY621" fmla="*/ 1783157 h 6858000"/>
              <a:gd name="connsiteX622" fmla="*/ 922198 w 7467600"/>
              <a:gd name="connsiteY622" fmla="*/ 1677437 h 6858000"/>
              <a:gd name="connsiteX623" fmla="*/ 869293 w 7467600"/>
              <a:gd name="connsiteY623" fmla="*/ 1583214 h 6858000"/>
              <a:gd name="connsiteX624" fmla="*/ 751431 w 7467600"/>
              <a:gd name="connsiteY624" fmla="*/ 1405731 h 6858000"/>
              <a:gd name="connsiteX625" fmla="*/ 655236 w 7467600"/>
              <a:gd name="connsiteY625" fmla="*/ 1268632 h 6858000"/>
              <a:gd name="connsiteX626" fmla="*/ 6516292 w 7467600"/>
              <a:gd name="connsiteY626" fmla="*/ 1263064 h 6858000"/>
              <a:gd name="connsiteX627" fmla="*/ 5736320 w 7467600"/>
              <a:gd name="connsiteY627" fmla="*/ 1501803 h 6858000"/>
              <a:gd name="connsiteX628" fmla="*/ 6516292 w 7467600"/>
              <a:gd name="connsiteY628" fmla="*/ 1263064 h 6858000"/>
              <a:gd name="connsiteX629" fmla="*/ 291466 w 7467600"/>
              <a:gd name="connsiteY629" fmla="*/ 1250369 h 6858000"/>
              <a:gd name="connsiteX630" fmla="*/ 323180 w 7467600"/>
              <a:gd name="connsiteY630" fmla="*/ 1435283 h 6858000"/>
              <a:gd name="connsiteX631" fmla="*/ 349381 w 7467600"/>
              <a:gd name="connsiteY631" fmla="*/ 1875041 h 6858000"/>
              <a:gd name="connsiteX632" fmla="*/ 374363 w 7467600"/>
              <a:gd name="connsiteY632" fmla="*/ 1506494 h 6858000"/>
              <a:gd name="connsiteX633" fmla="*/ 302168 w 7467600"/>
              <a:gd name="connsiteY633" fmla="*/ 1274495 h 6858000"/>
              <a:gd name="connsiteX634" fmla="*/ 291466 w 7467600"/>
              <a:gd name="connsiteY634" fmla="*/ 1250369 h 6858000"/>
              <a:gd name="connsiteX635" fmla="*/ 678222 w 7467600"/>
              <a:gd name="connsiteY635" fmla="*/ 1248670 h 6858000"/>
              <a:gd name="connsiteX636" fmla="*/ 775536 w 7467600"/>
              <a:gd name="connsiteY636" fmla="*/ 1388015 h 6858000"/>
              <a:gd name="connsiteX637" fmla="*/ 894529 w 7467600"/>
              <a:gd name="connsiteY637" fmla="*/ 1567739 h 6858000"/>
              <a:gd name="connsiteX638" fmla="*/ 948000 w 7467600"/>
              <a:gd name="connsiteY638" fmla="*/ 1663088 h 6858000"/>
              <a:gd name="connsiteX639" fmla="*/ 1006812 w 7467600"/>
              <a:gd name="connsiteY639" fmla="*/ 1767683 h 6858000"/>
              <a:gd name="connsiteX640" fmla="*/ 1149133 w 7467600"/>
              <a:gd name="connsiteY640" fmla="*/ 1971513 h 6858000"/>
              <a:gd name="connsiteX641" fmla="*/ 1333952 w 7467600"/>
              <a:gd name="connsiteY641" fmla="*/ 2251620 h 6858000"/>
              <a:gd name="connsiteX642" fmla="*/ 1337329 w 7467600"/>
              <a:gd name="connsiteY642" fmla="*/ 2258350 h 6858000"/>
              <a:gd name="connsiteX643" fmla="*/ 1014726 w 7467600"/>
              <a:gd name="connsiteY643" fmla="*/ 1615556 h 6858000"/>
              <a:gd name="connsiteX644" fmla="*/ 678222 w 7467600"/>
              <a:gd name="connsiteY644" fmla="*/ 1248670 h 6858000"/>
              <a:gd name="connsiteX645" fmla="*/ 6691602 w 7467600"/>
              <a:gd name="connsiteY645" fmla="*/ 1140573 h 6858000"/>
              <a:gd name="connsiteX646" fmla="*/ 6571100 w 7467600"/>
              <a:gd name="connsiteY646" fmla="*/ 1183662 h 6858000"/>
              <a:gd name="connsiteX647" fmla="*/ 6241687 w 7467600"/>
              <a:gd name="connsiteY647" fmla="*/ 1257600 h 6858000"/>
              <a:gd name="connsiteX648" fmla="*/ 5693009 w 7467600"/>
              <a:gd name="connsiteY648" fmla="*/ 1478256 h 6858000"/>
              <a:gd name="connsiteX649" fmla="*/ 6548420 w 7467600"/>
              <a:gd name="connsiteY649" fmla="*/ 1214599 h 6858000"/>
              <a:gd name="connsiteX650" fmla="*/ 6605473 w 7467600"/>
              <a:gd name="connsiteY650" fmla="*/ 1184686 h 6858000"/>
              <a:gd name="connsiteX651" fmla="*/ 6691602 w 7467600"/>
              <a:gd name="connsiteY651" fmla="*/ 1140573 h 6858000"/>
              <a:gd name="connsiteX652" fmla="*/ 4002475 w 7467600"/>
              <a:gd name="connsiteY652" fmla="*/ 1037802 h 6858000"/>
              <a:gd name="connsiteX653" fmla="*/ 4000324 w 7467600"/>
              <a:gd name="connsiteY653" fmla="*/ 1039362 h 6858000"/>
              <a:gd name="connsiteX654" fmla="*/ 4002862 w 7467600"/>
              <a:gd name="connsiteY654" fmla="*/ 1042866 h 6858000"/>
              <a:gd name="connsiteX655" fmla="*/ 4002475 w 7467600"/>
              <a:gd name="connsiteY655" fmla="*/ 1037802 h 6858000"/>
              <a:gd name="connsiteX656" fmla="*/ 506322 w 7467600"/>
              <a:gd name="connsiteY656" fmla="*/ 1020997 h 6858000"/>
              <a:gd name="connsiteX657" fmla="*/ 533068 w 7467600"/>
              <a:gd name="connsiteY657" fmla="*/ 1029409 h 6858000"/>
              <a:gd name="connsiteX658" fmla="*/ 1232525 w 7467600"/>
              <a:gd name="connsiteY658" fmla="*/ 1804675 h 6858000"/>
              <a:gd name="connsiteX659" fmla="*/ 1388858 w 7467600"/>
              <a:gd name="connsiteY659" fmla="*/ 2368011 h 6858000"/>
              <a:gd name="connsiteX660" fmla="*/ 1384098 w 7467600"/>
              <a:gd name="connsiteY660" fmla="*/ 2378125 h 6858000"/>
              <a:gd name="connsiteX661" fmla="*/ 1425393 w 7467600"/>
              <a:gd name="connsiteY661" fmla="*/ 2589124 h 6858000"/>
              <a:gd name="connsiteX662" fmla="*/ 1424001 w 7467600"/>
              <a:gd name="connsiteY662" fmla="*/ 2597541 h 6858000"/>
              <a:gd name="connsiteX663" fmla="*/ 2152729 w 7467600"/>
              <a:gd name="connsiteY663" fmla="*/ 2864487 h 6858000"/>
              <a:gd name="connsiteX664" fmla="*/ 2020609 w 7467600"/>
              <a:gd name="connsiteY664" fmla="*/ 2539671 h 6858000"/>
              <a:gd name="connsiteX665" fmla="*/ 2018920 w 7467600"/>
              <a:gd name="connsiteY665" fmla="*/ 2536309 h 6858000"/>
              <a:gd name="connsiteX666" fmla="*/ 1342441 w 7467600"/>
              <a:gd name="connsiteY666" fmla="*/ 1173017 h 6858000"/>
              <a:gd name="connsiteX667" fmla="*/ 1367925 w 7467600"/>
              <a:gd name="connsiteY667" fmla="*/ 1135648 h 6858000"/>
              <a:gd name="connsiteX668" fmla="*/ 1771401 w 7467600"/>
              <a:gd name="connsiteY668" fmla="*/ 1806673 h 6858000"/>
              <a:gd name="connsiteX669" fmla="*/ 1972385 w 7467600"/>
              <a:gd name="connsiteY669" fmla="*/ 2198735 h 6858000"/>
              <a:gd name="connsiteX670" fmla="*/ 2040892 w 7467600"/>
              <a:gd name="connsiteY670" fmla="*/ 2405205 h 6858000"/>
              <a:gd name="connsiteX671" fmla="*/ 2131689 w 7467600"/>
              <a:gd name="connsiteY671" fmla="*/ 1936926 h 6858000"/>
              <a:gd name="connsiteX672" fmla="*/ 2454820 w 7467600"/>
              <a:gd name="connsiteY672" fmla="*/ 1248808 h 6858000"/>
              <a:gd name="connsiteX673" fmla="*/ 2492512 w 7467600"/>
              <a:gd name="connsiteY673" fmla="*/ 1302920 h 6858000"/>
              <a:gd name="connsiteX674" fmla="*/ 2081216 w 7467600"/>
              <a:gd name="connsiteY674" fmla="*/ 2527513 h 6858000"/>
              <a:gd name="connsiteX675" fmla="*/ 2081211 w 7467600"/>
              <a:gd name="connsiteY675" fmla="*/ 2528916 h 6858000"/>
              <a:gd name="connsiteX676" fmla="*/ 2199067 w 7467600"/>
              <a:gd name="connsiteY676" fmla="*/ 2884061 h 6858000"/>
              <a:gd name="connsiteX677" fmla="*/ 3192586 w 7467600"/>
              <a:gd name="connsiteY677" fmla="*/ 3411496 h 6858000"/>
              <a:gd name="connsiteX678" fmla="*/ 3182620 w 7467600"/>
              <a:gd name="connsiteY678" fmla="*/ 3483279 h 6858000"/>
              <a:gd name="connsiteX679" fmla="*/ 2435119 w 7467600"/>
              <a:gd name="connsiteY679" fmla="*/ 3080173 h 6858000"/>
              <a:gd name="connsiteX680" fmla="*/ 2410152 w 7467600"/>
              <a:gd name="connsiteY680" fmla="*/ 3063751 h 6858000"/>
              <a:gd name="connsiteX681" fmla="*/ 2408099 w 7467600"/>
              <a:gd name="connsiteY681" fmla="*/ 3064403 h 6858000"/>
              <a:gd name="connsiteX682" fmla="*/ 2407218 w 7467600"/>
              <a:gd name="connsiteY682" fmla="*/ 3070324 h 6858000"/>
              <a:gd name="connsiteX683" fmla="*/ 2380138 w 7467600"/>
              <a:gd name="connsiteY683" fmla="*/ 3099341 h 6858000"/>
              <a:gd name="connsiteX684" fmla="*/ 1765923 w 7467600"/>
              <a:gd name="connsiteY684" fmla="*/ 3581043 h 6858000"/>
              <a:gd name="connsiteX685" fmla="*/ 1702258 w 7467600"/>
              <a:gd name="connsiteY685" fmla="*/ 3612286 h 6858000"/>
              <a:gd name="connsiteX686" fmla="*/ 1538370 w 7467600"/>
              <a:gd name="connsiteY686" fmla="*/ 3811804 h 6858000"/>
              <a:gd name="connsiteX687" fmla="*/ 542867 w 7467600"/>
              <a:gd name="connsiteY687" fmla="*/ 4944092 h 6858000"/>
              <a:gd name="connsiteX688" fmla="*/ 515800 w 7467600"/>
              <a:gd name="connsiteY688" fmla="*/ 4862180 h 6858000"/>
              <a:gd name="connsiteX689" fmla="*/ 909145 w 7467600"/>
              <a:gd name="connsiteY689" fmla="*/ 4199225 h 6858000"/>
              <a:gd name="connsiteX690" fmla="*/ 1214067 w 7467600"/>
              <a:gd name="connsiteY690" fmla="*/ 3908561 h 6858000"/>
              <a:gd name="connsiteX691" fmla="*/ 640967 w 7467600"/>
              <a:gd name="connsiteY691" fmla="*/ 4105601 h 6858000"/>
              <a:gd name="connsiteX692" fmla="*/ 112563 w 7467600"/>
              <a:gd name="connsiteY692" fmla="*/ 4396952 h 6858000"/>
              <a:gd name="connsiteX693" fmla="*/ 0 w 7467600"/>
              <a:gd name="connsiteY693" fmla="*/ 4466006 h 6858000"/>
              <a:gd name="connsiteX694" fmla="*/ 0 w 7467600"/>
              <a:gd name="connsiteY694" fmla="*/ 4233763 h 6858000"/>
              <a:gd name="connsiteX695" fmla="*/ 36881 w 7467600"/>
              <a:gd name="connsiteY695" fmla="*/ 4200118 h 6858000"/>
              <a:gd name="connsiteX696" fmla="*/ 910534 w 7467600"/>
              <a:gd name="connsiteY696" fmla="*/ 3629753 h 6858000"/>
              <a:gd name="connsiteX697" fmla="*/ 1578717 w 7467600"/>
              <a:gd name="connsiteY697" fmla="*/ 3575982 h 6858000"/>
              <a:gd name="connsiteX698" fmla="*/ 2338780 w 7467600"/>
              <a:gd name="connsiteY698" fmla="*/ 3033725 h 6858000"/>
              <a:gd name="connsiteX699" fmla="*/ 1807991 w 7467600"/>
              <a:gd name="connsiteY699" fmla="*/ 2807184 h 6858000"/>
              <a:gd name="connsiteX700" fmla="*/ 1416358 w 7467600"/>
              <a:gd name="connsiteY700" fmla="*/ 3112571 h 6858000"/>
              <a:gd name="connsiteX701" fmla="*/ 939066 w 7467600"/>
              <a:gd name="connsiteY701" fmla="*/ 3378798 h 6858000"/>
              <a:gd name="connsiteX702" fmla="*/ 115099 w 7467600"/>
              <a:gd name="connsiteY702" fmla="*/ 3607650 h 6858000"/>
              <a:gd name="connsiteX703" fmla="*/ 97284 w 7467600"/>
              <a:gd name="connsiteY703" fmla="*/ 3520393 h 6858000"/>
              <a:gd name="connsiteX704" fmla="*/ 922050 w 7467600"/>
              <a:gd name="connsiteY704" fmla="*/ 3074867 h 6858000"/>
              <a:gd name="connsiteX705" fmla="*/ 1405265 w 7467600"/>
              <a:gd name="connsiteY705" fmla="*/ 3016319 h 6858000"/>
              <a:gd name="connsiteX706" fmla="*/ 1407512 w 7467600"/>
              <a:gd name="connsiteY706" fmla="*/ 3018001 h 6858000"/>
              <a:gd name="connsiteX707" fmla="*/ 1726266 w 7467600"/>
              <a:gd name="connsiteY707" fmla="*/ 2777274 h 6858000"/>
              <a:gd name="connsiteX708" fmla="*/ 625390 w 7467600"/>
              <a:gd name="connsiteY708" fmla="*/ 2514541 h 6858000"/>
              <a:gd name="connsiteX709" fmla="*/ 619799 w 7467600"/>
              <a:gd name="connsiteY709" fmla="*/ 2527180 h 6858000"/>
              <a:gd name="connsiteX710" fmla="*/ 310030 w 7467600"/>
              <a:gd name="connsiteY710" fmla="*/ 2771818 h 6858000"/>
              <a:gd name="connsiteX711" fmla="*/ 173877 w 7467600"/>
              <a:gd name="connsiteY711" fmla="*/ 2937056 h 6858000"/>
              <a:gd name="connsiteX712" fmla="*/ 77889 w 7467600"/>
              <a:gd name="connsiteY712" fmla="*/ 3138440 h 6858000"/>
              <a:gd name="connsiteX713" fmla="*/ 0 w 7467600"/>
              <a:gd name="connsiteY713" fmla="*/ 3271395 h 6858000"/>
              <a:gd name="connsiteX714" fmla="*/ 0 w 7467600"/>
              <a:gd name="connsiteY714" fmla="*/ 3153002 h 6858000"/>
              <a:gd name="connsiteX715" fmla="*/ 2386 w 7467600"/>
              <a:gd name="connsiteY715" fmla="*/ 3149203 h 6858000"/>
              <a:gd name="connsiteX716" fmla="*/ 89753 w 7467600"/>
              <a:gd name="connsiteY716" fmla="*/ 2987702 h 6858000"/>
              <a:gd name="connsiteX717" fmla="*/ 76869 w 7467600"/>
              <a:gd name="connsiteY717" fmla="*/ 3005404 h 6858000"/>
              <a:gd name="connsiteX718" fmla="*/ 32049 w 7467600"/>
              <a:gd name="connsiteY718" fmla="*/ 3065814 h 6858000"/>
              <a:gd name="connsiteX719" fmla="*/ 0 w 7467600"/>
              <a:gd name="connsiteY719" fmla="*/ 3108744 h 6858000"/>
              <a:gd name="connsiteX720" fmla="*/ 0 w 7467600"/>
              <a:gd name="connsiteY720" fmla="*/ 3058059 h 6858000"/>
              <a:gd name="connsiteX721" fmla="*/ 7610 w 7467600"/>
              <a:gd name="connsiteY721" fmla="*/ 3047889 h 6858000"/>
              <a:gd name="connsiteX722" fmla="*/ 52419 w 7467600"/>
              <a:gd name="connsiteY722" fmla="*/ 2987479 h 6858000"/>
              <a:gd name="connsiteX723" fmla="*/ 59142 w 7467600"/>
              <a:gd name="connsiteY723" fmla="*/ 2978488 h 6858000"/>
              <a:gd name="connsiteX724" fmla="*/ 0 w 7467600"/>
              <a:gd name="connsiteY724" fmla="*/ 3015334 h 6858000"/>
              <a:gd name="connsiteX725" fmla="*/ 0 w 7467600"/>
              <a:gd name="connsiteY725" fmla="*/ 2914286 h 6858000"/>
              <a:gd name="connsiteX726" fmla="*/ 36383 w 7467600"/>
              <a:gd name="connsiteY726" fmla="*/ 2901128 h 6858000"/>
              <a:gd name="connsiteX727" fmla="*/ 156329 w 7467600"/>
              <a:gd name="connsiteY727" fmla="*/ 2840533 h 6858000"/>
              <a:gd name="connsiteX728" fmla="*/ 358355 w 7467600"/>
              <a:gd name="connsiteY728" fmla="*/ 2620471 h 6858000"/>
              <a:gd name="connsiteX729" fmla="*/ 510577 w 7467600"/>
              <a:gd name="connsiteY729" fmla="*/ 2501244 h 6858000"/>
              <a:gd name="connsiteX730" fmla="*/ 211967 w 7467600"/>
              <a:gd name="connsiteY730" fmla="*/ 2479171 h 6858000"/>
              <a:gd name="connsiteX731" fmla="*/ 0 w 7467600"/>
              <a:gd name="connsiteY731" fmla="*/ 2476398 h 6858000"/>
              <a:gd name="connsiteX732" fmla="*/ 0 w 7467600"/>
              <a:gd name="connsiteY732" fmla="*/ 2389189 h 6858000"/>
              <a:gd name="connsiteX733" fmla="*/ 103062 w 7467600"/>
              <a:gd name="connsiteY733" fmla="*/ 2389518 h 6858000"/>
              <a:gd name="connsiteX734" fmla="*/ 510734 w 7467600"/>
              <a:gd name="connsiteY734" fmla="*/ 2416201 h 6858000"/>
              <a:gd name="connsiteX735" fmla="*/ 279257 w 7467600"/>
              <a:gd name="connsiteY735" fmla="*/ 2092102 h 6858000"/>
              <a:gd name="connsiteX736" fmla="*/ 65265 w 7467600"/>
              <a:gd name="connsiteY736" fmla="*/ 2006049 h 6858000"/>
              <a:gd name="connsiteX737" fmla="*/ 0 w 7467600"/>
              <a:gd name="connsiteY737" fmla="*/ 1982532 h 6858000"/>
              <a:gd name="connsiteX738" fmla="*/ 0 w 7467600"/>
              <a:gd name="connsiteY738" fmla="*/ 1912789 h 6858000"/>
              <a:gd name="connsiteX739" fmla="*/ 97460 w 7467600"/>
              <a:gd name="connsiteY739" fmla="*/ 1953725 h 6858000"/>
              <a:gd name="connsiteX740" fmla="*/ 221272 w 7467600"/>
              <a:gd name="connsiteY740" fmla="*/ 1980766 h 6858000"/>
              <a:gd name="connsiteX741" fmla="*/ 116765 w 7467600"/>
              <a:gd name="connsiteY741" fmla="*/ 1911033 h 6858000"/>
              <a:gd name="connsiteX742" fmla="*/ 16405 w 7467600"/>
              <a:gd name="connsiteY742" fmla="*/ 1803412 h 6858000"/>
              <a:gd name="connsiteX743" fmla="*/ 0 w 7467600"/>
              <a:gd name="connsiteY743" fmla="*/ 1784777 h 6858000"/>
              <a:gd name="connsiteX744" fmla="*/ 0 w 7467600"/>
              <a:gd name="connsiteY744" fmla="*/ 1740082 h 6858000"/>
              <a:gd name="connsiteX745" fmla="*/ 39394 w 7467600"/>
              <a:gd name="connsiteY745" fmla="*/ 1784856 h 6858000"/>
              <a:gd name="connsiteX746" fmla="*/ 135813 w 7467600"/>
              <a:gd name="connsiteY746" fmla="*/ 1888838 h 6858000"/>
              <a:gd name="connsiteX747" fmla="*/ 242575 w 7467600"/>
              <a:gd name="connsiteY747" fmla="*/ 1958841 h 6858000"/>
              <a:gd name="connsiteX748" fmla="*/ 82197 w 7467600"/>
              <a:gd name="connsiteY748" fmla="*/ 1754826 h 6858000"/>
              <a:gd name="connsiteX749" fmla="*/ 0 w 7467600"/>
              <a:gd name="connsiteY749" fmla="*/ 1679650 h 6858000"/>
              <a:gd name="connsiteX750" fmla="*/ 0 w 7467600"/>
              <a:gd name="connsiteY750" fmla="*/ 1602463 h 6858000"/>
              <a:gd name="connsiteX751" fmla="*/ 84689 w 7467600"/>
              <a:gd name="connsiteY751" fmla="*/ 1677442 h 6858000"/>
              <a:gd name="connsiteX752" fmla="*/ 298437 w 7467600"/>
              <a:gd name="connsiteY752" fmla="*/ 1968019 h 6858000"/>
              <a:gd name="connsiteX753" fmla="*/ 227269 w 7467600"/>
              <a:gd name="connsiteY753" fmla="*/ 1114064 h 6858000"/>
              <a:gd name="connsiteX754" fmla="*/ 248003 w 7467600"/>
              <a:gd name="connsiteY754" fmla="*/ 1089613 h 6858000"/>
              <a:gd name="connsiteX755" fmla="*/ 427020 w 7467600"/>
              <a:gd name="connsiteY755" fmla="*/ 1619803 h 6858000"/>
              <a:gd name="connsiteX756" fmla="*/ 340345 w 7467600"/>
              <a:gd name="connsiteY756" fmla="*/ 2027739 h 6858000"/>
              <a:gd name="connsiteX757" fmla="*/ 360865 w 7467600"/>
              <a:gd name="connsiteY757" fmla="*/ 2044827 h 6858000"/>
              <a:gd name="connsiteX758" fmla="*/ 560414 w 7467600"/>
              <a:gd name="connsiteY758" fmla="*/ 2421457 h 6858000"/>
              <a:gd name="connsiteX759" fmla="*/ 1359703 w 7467600"/>
              <a:gd name="connsiteY759" fmla="*/ 2578554 h 6858000"/>
              <a:gd name="connsiteX760" fmla="*/ 1359422 w 7467600"/>
              <a:gd name="connsiteY760" fmla="*/ 2577994 h 6858000"/>
              <a:gd name="connsiteX761" fmla="*/ 828701 w 7467600"/>
              <a:gd name="connsiteY761" fmla="*/ 1839520 h 6858000"/>
              <a:gd name="connsiteX762" fmla="*/ 494427 w 7467600"/>
              <a:gd name="connsiteY762" fmla="*/ 1092333 h 6858000"/>
              <a:gd name="connsiteX763" fmla="*/ 506322 w 7467600"/>
              <a:gd name="connsiteY763" fmla="*/ 1020997 h 6858000"/>
              <a:gd name="connsiteX764" fmla="*/ 4570198 w 7467600"/>
              <a:gd name="connsiteY764" fmla="*/ 978081 h 6858000"/>
              <a:gd name="connsiteX765" fmla="*/ 4523691 w 7467600"/>
              <a:gd name="connsiteY765" fmla="*/ 1127776 h 6858000"/>
              <a:gd name="connsiteX766" fmla="*/ 4509875 w 7467600"/>
              <a:gd name="connsiteY766" fmla="*/ 1167552 h 6858000"/>
              <a:gd name="connsiteX767" fmla="*/ 4478168 w 7467600"/>
              <a:gd name="connsiteY767" fmla="*/ 1260735 h 6858000"/>
              <a:gd name="connsiteX768" fmla="*/ 4409309 w 7467600"/>
              <a:gd name="connsiteY768" fmla="*/ 1666996 h 6858000"/>
              <a:gd name="connsiteX769" fmla="*/ 4370031 w 7467600"/>
              <a:gd name="connsiteY769" fmla="*/ 1955666 h 6858000"/>
              <a:gd name="connsiteX770" fmla="*/ 4570198 w 7467600"/>
              <a:gd name="connsiteY770" fmla="*/ 978081 h 6858000"/>
              <a:gd name="connsiteX771" fmla="*/ 4557898 w 7467600"/>
              <a:gd name="connsiteY771" fmla="*/ 900011 h 6858000"/>
              <a:gd name="connsiteX772" fmla="*/ 4344840 w 7467600"/>
              <a:gd name="connsiteY772" fmla="*/ 1922038 h 6858000"/>
              <a:gd name="connsiteX773" fmla="*/ 4378710 w 7467600"/>
              <a:gd name="connsiteY773" fmla="*/ 1665516 h 6858000"/>
              <a:gd name="connsiteX774" fmla="*/ 4448798 w 7467600"/>
              <a:gd name="connsiteY774" fmla="*/ 1253024 h 6858000"/>
              <a:gd name="connsiteX775" fmla="*/ 4480315 w 7467600"/>
              <a:gd name="connsiteY775" fmla="*/ 1158454 h 6858000"/>
              <a:gd name="connsiteX776" fmla="*/ 4494133 w 7467600"/>
              <a:gd name="connsiteY776" fmla="*/ 1118676 h 6858000"/>
              <a:gd name="connsiteX777" fmla="*/ 4557898 w 7467600"/>
              <a:gd name="connsiteY777" fmla="*/ 900011 h 6858000"/>
              <a:gd name="connsiteX778" fmla="*/ 5870151 w 7467600"/>
              <a:gd name="connsiteY778" fmla="*/ 898890 h 6858000"/>
              <a:gd name="connsiteX779" fmla="*/ 5861335 w 7467600"/>
              <a:gd name="connsiteY779" fmla="*/ 899177 h 6858000"/>
              <a:gd name="connsiteX780" fmla="*/ 5843702 w 7467600"/>
              <a:gd name="connsiteY780" fmla="*/ 899748 h 6858000"/>
              <a:gd name="connsiteX781" fmla="*/ 5651107 w 7467600"/>
              <a:gd name="connsiteY781" fmla="*/ 920306 h 6858000"/>
              <a:gd name="connsiteX782" fmla="*/ 5459407 w 7467600"/>
              <a:gd name="connsiteY782" fmla="*/ 940975 h 6858000"/>
              <a:gd name="connsiteX783" fmla="*/ 5374846 w 7467600"/>
              <a:gd name="connsiteY783" fmla="*/ 941988 h 6858000"/>
              <a:gd name="connsiteX784" fmla="*/ 5256105 w 7467600"/>
              <a:gd name="connsiteY784" fmla="*/ 945632 h 6858000"/>
              <a:gd name="connsiteX785" fmla="*/ 5107071 w 7467600"/>
              <a:gd name="connsiteY785" fmla="*/ 969720 h 6858000"/>
              <a:gd name="connsiteX786" fmla="*/ 4998681 w 7467600"/>
              <a:gd name="connsiteY786" fmla="*/ 988771 h 6858000"/>
              <a:gd name="connsiteX787" fmla="*/ 5870151 w 7467600"/>
              <a:gd name="connsiteY787" fmla="*/ 898890 h 6858000"/>
              <a:gd name="connsiteX788" fmla="*/ 5504425 w 7467600"/>
              <a:gd name="connsiteY788" fmla="*/ 848067 h 6858000"/>
              <a:gd name="connsiteX789" fmla="*/ 4968849 w 7467600"/>
              <a:gd name="connsiteY789" fmla="*/ 962318 h 6858000"/>
              <a:gd name="connsiteX790" fmla="*/ 5104039 w 7467600"/>
              <a:gd name="connsiteY790" fmla="*/ 940634 h 6858000"/>
              <a:gd name="connsiteX791" fmla="*/ 5256311 w 7467600"/>
              <a:gd name="connsiteY791" fmla="*/ 916490 h 6858000"/>
              <a:gd name="connsiteX792" fmla="*/ 5377381 w 7467600"/>
              <a:gd name="connsiteY792" fmla="*/ 912671 h 6858000"/>
              <a:gd name="connsiteX793" fmla="*/ 5460148 w 7467600"/>
              <a:gd name="connsiteY793" fmla="*/ 911442 h 6858000"/>
              <a:gd name="connsiteX794" fmla="*/ 5648971 w 7467600"/>
              <a:gd name="connsiteY794" fmla="*/ 891331 h 6858000"/>
              <a:gd name="connsiteX795" fmla="*/ 5844807 w 7467600"/>
              <a:gd name="connsiteY795" fmla="*/ 870718 h 6858000"/>
              <a:gd name="connsiteX796" fmla="*/ 5862975 w 7467600"/>
              <a:gd name="connsiteY796" fmla="*/ 869756 h 6858000"/>
              <a:gd name="connsiteX797" fmla="*/ 5920887 w 7467600"/>
              <a:gd name="connsiteY797" fmla="*/ 865929 h 6858000"/>
              <a:gd name="connsiteX798" fmla="*/ 5504425 w 7467600"/>
              <a:gd name="connsiteY798" fmla="*/ 848067 h 6858000"/>
              <a:gd name="connsiteX799" fmla="*/ 3607114 w 7467600"/>
              <a:gd name="connsiteY799" fmla="*/ 467441 h 6858000"/>
              <a:gd name="connsiteX800" fmla="*/ 3296242 w 7467600"/>
              <a:gd name="connsiteY800" fmla="*/ 807991 h 6858000"/>
              <a:gd name="connsiteX801" fmla="*/ 3174674 w 7467600"/>
              <a:gd name="connsiteY801" fmla="*/ 919759 h 6858000"/>
              <a:gd name="connsiteX802" fmla="*/ 3042978 w 7467600"/>
              <a:gd name="connsiteY802" fmla="*/ 1054894 h 6858000"/>
              <a:gd name="connsiteX803" fmla="*/ 2968914 w 7467600"/>
              <a:gd name="connsiteY803" fmla="*/ 1133756 h 6858000"/>
              <a:gd name="connsiteX804" fmla="*/ 3103823 w 7467600"/>
              <a:gd name="connsiteY804" fmla="*/ 1026814 h 6858000"/>
              <a:gd name="connsiteX805" fmla="*/ 3607114 w 7467600"/>
              <a:gd name="connsiteY805" fmla="*/ 467441 h 6858000"/>
              <a:gd name="connsiteX806" fmla="*/ 3744487 w 7467600"/>
              <a:gd name="connsiteY806" fmla="*/ 383136 h 6858000"/>
              <a:gd name="connsiteX807" fmla="*/ 3970213 w 7467600"/>
              <a:gd name="connsiteY807" fmla="*/ 995559 h 6858000"/>
              <a:gd name="connsiteX808" fmla="*/ 3744487 w 7467600"/>
              <a:gd name="connsiteY808" fmla="*/ 383136 h 6858000"/>
              <a:gd name="connsiteX809" fmla="*/ 3624562 w 7467600"/>
              <a:gd name="connsiteY809" fmla="*/ 367041 h 6858000"/>
              <a:gd name="connsiteX810" fmla="*/ 3489712 w 7467600"/>
              <a:gd name="connsiteY810" fmla="*/ 485386 h 6858000"/>
              <a:gd name="connsiteX811" fmla="*/ 3182994 w 7467600"/>
              <a:gd name="connsiteY811" fmla="*/ 828265 h 6858000"/>
              <a:gd name="connsiteX812" fmla="*/ 2892114 w 7467600"/>
              <a:gd name="connsiteY812" fmla="*/ 1172635 h 6858000"/>
              <a:gd name="connsiteX813" fmla="*/ 3021459 w 7467600"/>
              <a:gd name="connsiteY813" fmla="*/ 1035385 h 6858000"/>
              <a:gd name="connsiteX814" fmla="*/ 3153873 w 7467600"/>
              <a:gd name="connsiteY814" fmla="*/ 898971 h 6858000"/>
              <a:gd name="connsiteX815" fmla="*/ 3276511 w 7467600"/>
              <a:gd name="connsiteY815" fmla="*/ 786423 h 6858000"/>
              <a:gd name="connsiteX816" fmla="*/ 3584154 w 7467600"/>
              <a:gd name="connsiteY816" fmla="*/ 448218 h 6858000"/>
              <a:gd name="connsiteX817" fmla="*/ 3624562 w 7467600"/>
              <a:gd name="connsiteY817" fmla="*/ 367041 h 6858000"/>
              <a:gd name="connsiteX818" fmla="*/ 3766672 w 7467600"/>
              <a:gd name="connsiteY818" fmla="*/ 359429 h 6858000"/>
              <a:gd name="connsiteX819" fmla="*/ 3996338 w 7467600"/>
              <a:gd name="connsiteY819" fmla="*/ 968237 h 6858000"/>
              <a:gd name="connsiteX820" fmla="*/ 3766672 w 7467600"/>
              <a:gd name="connsiteY820" fmla="*/ 359429 h 6858000"/>
              <a:gd name="connsiteX821" fmla="*/ 5805386 w 7467600"/>
              <a:gd name="connsiteY821" fmla="*/ 239240 h 6858000"/>
              <a:gd name="connsiteX822" fmla="*/ 5736947 w 7467600"/>
              <a:gd name="connsiteY822" fmla="*/ 261367 h 6858000"/>
              <a:gd name="connsiteX823" fmla="*/ 5427012 w 7467600"/>
              <a:gd name="connsiteY823" fmla="*/ 311272 h 6858000"/>
              <a:gd name="connsiteX824" fmla="*/ 5147818 w 7467600"/>
              <a:gd name="connsiteY824" fmla="*/ 322112 h 6858000"/>
              <a:gd name="connsiteX825" fmla="*/ 5060854 w 7467600"/>
              <a:gd name="connsiteY825" fmla="*/ 311882 h 6858000"/>
              <a:gd name="connsiteX826" fmla="*/ 4945989 w 7467600"/>
              <a:gd name="connsiteY826" fmla="*/ 300516 h 6858000"/>
              <a:gd name="connsiteX827" fmla="*/ 5410479 w 7467600"/>
              <a:gd name="connsiteY827" fmla="*/ 348434 h 6858000"/>
              <a:gd name="connsiteX828" fmla="*/ 5805386 w 7467600"/>
              <a:gd name="connsiteY828" fmla="*/ 239240 h 6858000"/>
              <a:gd name="connsiteX829" fmla="*/ 5905192 w 7467600"/>
              <a:gd name="connsiteY829" fmla="*/ 163079 h 6858000"/>
              <a:gd name="connsiteX830" fmla="*/ 5865655 w 7467600"/>
              <a:gd name="connsiteY830" fmla="*/ 171901 h 6858000"/>
              <a:gd name="connsiteX831" fmla="*/ 5259740 w 7467600"/>
              <a:gd name="connsiteY831" fmla="*/ 257013 h 6858000"/>
              <a:gd name="connsiteX832" fmla="*/ 5208466 w 7467600"/>
              <a:gd name="connsiteY832" fmla="*/ 257550 h 6858000"/>
              <a:gd name="connsiteX833" fmla="*/ 4980204 w 7467600"/>
              <a:gd name="connsiteY833" fmla="*/ 271903 h 6858000"/>
              <a:gd name="connsiteX834" fmla="*/ 5068068 w 7467600"/>
              <a:gd name="connsiteY834" fmla="*/ 282244 h 6858000"/>
              <a:gd name="connsiteX835" fmla="*/ 5153231 w 7467600"/>
              <a:gd name="connsiteY835" fmla="*/ 292240 h 6858000"/>
              <a:gd name="connsiteX836" fmla="*/ 5426491 w 7467600"/>
              <a:gd name="connsiteY836" fmla="*/ 281128 h 6858000"/>
              <a:gd name="connsiteX837" fmla="*/ 5731212 w 7467600"/>
              <a:gd name="connsiteY837" fmla="*/ 231951 h 6858000"/>
              <a:gd name="connsiteX838" fmla="*/ 5905192 w 7467600"/>
              <a:gd name="connsiteY838" fmla="*/ 163079 h 6858000"/>
              <a:gd name="connsiteX839" fmla="*/ 5944437 w 7467600"/>
              <a:gd name="connsiteY839" fmla="*/ 113829 h 6858000"/>
              <a:gd name="connsiteX840" fmla="*/ 5825032 w 7467600"/>
              <a:gd name="connsiteY840" fmla="*/ 146405 h 6858000"/>
              <a:gd name="connsiteX841" fmla="*/ 4955599 w 7467600"/>
              <a:gd name="connsiteY841" fmla="*/ 247008 h 6858000"/>
              <a:gd name="connsiteX842" fmla="*/ 5210104 w 7467600"/>
              <a:gd name="connsiteY842" fmla="*/ 228123 h 6858000"/>
              <a:gd name="connsiteX843" fmla="*/ 5261015 w 7467600"/>
              <a:gd name="connsiteY843" fmla="*/ 227087 h 6858000"/>
              <a:gd name="connsiteX844" fmla="*/ 5861181 w 7467600"/>
              <a:gd name="connsiteY844" fmla="*/ 143093 h 6858000"/>
              <a:gd name="connsiteX845" fmla="*/ 5961252 w 7467600"/>
              <a:gd name="connsiteY845" fmla="*/ 114820 h 6858000"/>
              <a:gd name="connsiteX846" fmla="*/ 5944437 w 7467600"/>
              <a:gd name="connsiteY846" fmla="*/ 113829 h 6858000"/>
              <a:gd name="connsiteX847" fmla="*/ 3882765 w 7467600"/>
              <a:gd name="connsiteY847" fmla="*/ 0 h 6858000"/>
              <a:gd name="connsiteX848" fmla="*/ 3995099 w 7467600"/>
              <a:gd name="connsiteY848" fmla="*/ 0 h 6858000"/>
              <a:gd name="connsiteX849" fmla="*/ 4163818 w 7467600"/>
              <a:gd name="connsiteY849" fmla="*/ 234104 h 6858000"/>
              <a:gd name="connsiteX850" fmla="*/ 4172099 w 7467600"/>
              <a:gd name="connsiteY850" fmla="*/ 234207 h 6858000"/>
              <a:gd name="connsiteX851" fmla="*/ 4784282 w 7467600"/>
              <a:gd name="connsiteY851" fmla="*/ 276561 h 6858000"/>
              <a:gd name="connsiteX852" fmla="*/ 4801687 w 7467600"/>
              <a:gd name="connsiteY852" fmla="*/ 267764 h 6858000"/>
              <a:gd name="connsiteX853" fmla="*/ 6082788 w 7467600"/>
              <a:gd name="connsiteY853" fmla="*/ 64119 h 6858000"/>
              <a:gd name="connsiteX854" fmla="*/ 6099442 w 7467600"/>
              <a:gd name="connsiteY854" fmla="*/ 82568 h 6858000"/>
              <a:gd name="connsiteX855" fmla="*/ 4804137 w 7467600"/>
              <a:gd name="connsiteY855" fmla="*/ 320931 h 6858000"/>
              <a:gd name="connsiteX856" fmla="*/ 4227047 w 7467600"/>
              <a:gd name="connsiteY856" fmla="*/ 313415 h 6858000"/>
              <a:gd name="connsiteX857" fmla="*/ 4346041 w 7467600"/>
              <a:gd name="connsiteY857" fmla="*/ 456086 h 6858000"/>
              <a:gd name="connsiteX858" fmla="*/ 4870967 w 7467600"/>
              <a:gd name="connsiteY858" fmla="*/ 963061 h 6858000"/>
              <a:gd name="connsiteX859" fmla="*/ 4889647 w 7467600"/>
              <a:gd name="connsiteY859" fmla="*/ 957147 h 6858000"/>
              <a:gd name="connsiteX860" fmla="*/ 5422504 w 7467600"/>
              <a:gd name="connsiteY860" fmla="*/ 805191 h 6858000"/>
              <a:gd name="connsiteX861" fmla="*/ 6087656 w 7467600"/>
              <a:gd name="connsiteY861" fmla="*/ 826703 h 6858000"/>
              <a:gd name="connsiteX862" fmla="*/ 6058717 w 7467600"/>
              <a:gd name="connsiteY862" fmla="*/ 865992 h 6858000"/>
              <a:gd name="connsiteX863" fmla="*/ 4974153 w 7467600"/>
              <a:gd name="connsiteY863" fmla="*/ 1045456 h 6858000"/>
              <a:gd name="connsiteX864" fmla="*/ 5627835 w 7467600"/>
              <a:gd name="connsiteY864" fmla="*/ 1472077 h 6858000"/>
              <a:gd name="connsiteX865" fmla="*/ 5629817 w 7467600"/>
              <a:gd name="connsiteY865" fmla="*/ 1471412 h 6858000"/>
              <a:gd name="connsiteX866" fmla="*/ 5634124 w 7467600"/>
              <a:gd name="connsiteY866" fmla="*/ 1470572 h 6858000"/>
              <a:gd name="connsiteX867" fmla="*/ 5755832 w 7467600"/>
              <a:gd name="connsiteY867" fmla="*/ 1383886 h 6858000"/>
              <a:gd name="connsiteX868" fmla="*/ 6014186 w 7467600"/>
              <a:gd name="connsiteY868" fmla="*/ 1279799 h 6858000"/>
              <a:gd name="connsiteX869" fmla="*/ 6901619 w 7467600"/>
              <a:gd name="connsiteY869" fmla="*/ 1047874 h 6858000"/>
              <a:gd name="connsiteX870" fmla="*/ 6931566 w 7467600"/>
              <a:gd name="connsiteY870" fmla="*/ 1062034 h 6858000"/>
              <a:gd name="connsiteX871" fmla="*/ 5790982 w 7467600"/>
              <a:gd name="connsiteY871" fmla="*/ 1561380 h 6858000"/>
              <a:gd name="connsiteX872" fmla="*/ 6188971 w 7467600"/>
              <a:gd name="connsiteY872" fmla="*/ 1755168 h 6858000"/>
              <a:gd name="connsiteX873" fmla="*/ 6202446 w 7467600"/>
              <a:gd name="connsiteY873" fmla="*/ 1752268 h 6858000"/>
              <a:gd name="connsiteX874" fmla="*/ 7179560 w 7467600"/>
              <a:gd name="connsiteY874" fmla="*/ 1467551 h 6858000"/>
              <a:gd name="connsiteX875" fmla="*/ 7158730 w 7467600"/>
              <a:gd name="connsiteY875" fmla="*/ 1507835 h 6858000"/>
              <a:gd name="connsiteX876" fmla="*/ 6326959 w 7467600"/>
              <a:gd name="connsiteY876" fmla="*/ 1817686 h 6858000"/>
              <a:gd name="connsiteX877" fmla="*/ 6537433 w 7467600"/>
              <a:gd name="connsiteY877" fmla="*/ 1907790 h 6858000"/>
              <a:gd name="connsiteX878" fmla="*/ 6550221 w 7467600"/>
              <a:gd name="connsiteY878" fmla="*/ 1910729 h 6858000"/>
              <a:gd name="connsiteX879" fmla="*/ 6964438 w 7467600"/>
              <a:gd name="connsiteY879" fmla="*/ 2209505 h 6858000"/>
              <a:gd name="connsiteX880" fmla="*/ 7367862 w 7467600"/>
              <a:gd name="connsiteY880" fmla="*/ 2806833 h 6858000"/>
              <a:gd name="connsiteX881" fmla="*/ 7364329 w 7467600"/>
              <a:gd name="connsiteY881" fmla="*/ 2826907 h 6858000"/>
              <a:gd name="connsiteX882" fmla="*/ 7290545 w 7467600"/>
              <a:gd name="connsiteY882" fmla="*/ 2850663 h 6858000"/>
              <a:gd name="connsiteX883" fmla="*/ 6472036 w 7467600"/>
              <a:gd name="connsiteY883" fmla="*/ 1959003 h 6858000"/>
              <a:gd name="connsiteX884" fmla="*/ 5792897 w 7467600"/>
              <a:gd name="connsiteY884" fmla="*/ 1647747 h 6858000"/>
              <a:gd name="connsiteX885" fmla="*/ 5842751 w 7467600"/>
              <a:gd name="connsiteY885" fmla="*/ 1816112 h 6858000"/>
              <a:gd name="connsiteX886" fmla="*/ 5847424 w 7467600"/>
              <a:gd name="connsiteY886" fmla="*/ 1815776 h 6858000"/>
              <a:gd name="connsiteX887" fmla="*/ 6399821 w 7467600"/>
              <a:gd name="connsiteY887" fmla="*/ 2344799 h 6858000"/>
              <a:gd name="connsiteX888" fmla="*/ 6323232 w 7467600"/>
              <a:gd name="connsiteY888" fmla="*/ 2389634 h 6858000"/>
              <a:gd name="connsiteX889" fmla="*/ 5942958 w 7467600"/>
              <a:gd name="connsiteY889" fmla="*/ 2077708 h 6858000"/>
              <a:gd name="connsiteX890" fmla="*/ 5921559 w 7467600"/>
              <a:gd name="connsiteY890" fmla="*/ 2378596 h 6858000"/>
              <a:gd name="connsiteX891" fmla="*/ 5817651 w 7467600"/>
              <a:gd name="connsiteY891" fmla="*/ 3023919 h 6858000"/>
              <a:gd name="connsiteX892" fmla="*/ 5729634 w 7467600"/>
              <a:gd name="connsiteY892" fmla="*/ 3051849 h 6858000"/>
              <a:gd name="connsiteX893" fmla="*/ 5611018 w 7467600"/>
              <a:gd name="connsiteY893" fmla="*/ 2316769 h 6858000"/>
              <a:gd name="connsiteX894" fmla="*/ 5687608 w 7467600"/>
              <a:gd name="connsiteY894" fmla="*/ 2039972 h 6858000"/>
              <a:gd name="connsiteX895" fmla="*/ 5657554 w 7467600"/>
              <a:gd name="connsiteY895" fmla="*/ 1576445 h 6858000"/>
              <a:gd name="connsiteX896" fmla="*/ 5150475 w 7467600"/>
              <a:gd name="connsiteY896" fmla="*/ 1274012 h 6858000"/>
              <a:gd name="connsiteX897" fmla="*/ 5349142 w 7467600"/>
              <a:gd name="connsiteY897" fmla="*/ 2204405 h 6858000"/>
              <a:gd name="connsiteX898" fmla="*/ 5262214 w 7467600"/>
              <a:gd name="connsiteY898" fmla="*/ 2233836 h 6858000"/>
              <a:gd name="connsiteX899" fmla="*/ 4981539 w 7467600"/>
              <a:gd name="connsiteY899" fmla="*/ 1542201 h 6858000"/>
              <a:gd name="connsiteX900" fmla="*/ 4958461 w 7467600"/>
              <a:gd name="connsiteY900" fmla="*/ 1136957 h 6858000"/>
              <a:gd name="connsiteX901" fmla="*/ 4655015 w 7467600"/>
              <a:gd name="connsiteY901" fmla="*/ 891426 h 6858000"/>
              <a:gd name="connsiteX902" fmla="*/ 4348002 w 7467600"/>
              <a:gd name="connsiteY902" fmla="*/ 2205895 h 6858000"/>
              <a:gd name="connsiteX903" fmla="*/ 4262250 w 7467600"/>
              <a:gd name="connsiteY903" fmla="*/ 2219972 h 6858000"/>
              <a:gd name="connsiteX904" fmla="*/ 4550611 w 7467600"/>
              <a:gd name="connsiteY904" fmla="*/ 817540 h 6858000"/>
              <a:gd name="connsiteX905" fmla="*/ 4564418 w 7467600"/>
              <a:gd name="connsiteY905" fmla="*/ 808293 h 6858000"/>
              <a:gd name="connsiteX906" fmla="*/ 4266388 w 7467600"/>
              <a:gd name="connsiteY906" fmla="*/ 500083 h 6858000"/>
              <a:gd name="connsiteX907" fmla="*/ 4032842 w 7467600"/>
              <a:gd name="connsiteY907" fmla="*/ 211809 h 6858000"/>
              <a:gd name="connsiteX908" fmla="*/ 3882765 w 7467600"/>
              <a:gd name="connsiteY908" fmla="*/ 0 h 6858000"/>
              <a:gd name="connsiteX909" fmla="*/ 3721337 w 7467600"/>
              <a:gd name="connsiteY909" fmla="*/ 0 h 6858000"/>
              <a:gd name="connsiteX910" fmla="*/ 3797544 w 7467600"/>
              <a:gd name="connsiteY910" fmla="*/ 0 h 6858000"/>
              <a:gd name="connsiteX911" fmla="*/ 3775734 w 7467600"/>
              <a:gd name="connsiteY911" fmla="*/ 95131 h 6858000"/>
              <a:gd name="connsiteX912" fmla="*/ 3724807 w 7467600"/>
              <a:gd name="connsiteY912" fmla="*/ 272257 h 6858000"/>
              <a:gd name="connsiteX913" fmla="*/ 3726844 w 7467600"/>
              <a:gd name="connsiteY913" fmla="*/ 282988 h 6858000"/>
              <a:gd name="connsiteX914" fmla="*/ 3742664 w 7467600"/>
              <a:gd name="connsiteY914" fmla="*/ 279918 h 6858000"/>
              <a:gd name="connsiteX915" fmla="*/ 4103910 w 7467600"/>
              <a:gd name="connsiteY915" fmla="*/ 1161917 h 6858000"/>
              <a:gd name="connsiteX916" fmla="*/ 4020269 w 7467600"/>
              <a:gd name="connsiteY916" fmla="*/ 1200406 h 6858000"/>
              <a:gd name="connsiteX917" fmla="*/ 3674882 w 7467600"/>
              <a:gd name="connsiteY917" fmla="*/ 488524 h 6858000"/>
              <a:gd name="connsiteX918" fmla="*/ 3132682 w 7467600"/>
              <a:gd name="connsiteY918" fmla="*/ 1072284 h 6858000"/>
              <a:gd name="connsiteX919" fmla="*/ 2716346 w 7467600"/>
              <a:gd name="connsiteY919" fmla="*/ 1276376 h 6858000"/>
              <a:gd name="connsiteX920" fmla="*/ 2716772 w 7467600"/>
              <a:gd name="connsiteY920" fmla="*/ 1255462 h 6858000"/>
              <a:gd name="connsiteX921" fmla="*/ 3471096 w 7467600"/>
              <a:gd name="connsiteY921" fmla="*/ 437072 h 6858000"/>
              <a:gd name="connsiteX922" fmla="*/ 3639057 w 7467600"/>
              <a:gd name="connsiteY922" fmla="*/ 286334 h 6858000"/>
              <a:gd name="connsiteX923" fmla="*/ 3640309 w 7467600"/>
              <a:gd name="connsiteY923" fmla="*/ 284664 h 6858000"/>
              <a:gd name="connsiteX924" fmla="*/ 3646022 w 7467600"/>
              <a:gd name="connsiteY924" fmla="*/ 276711 h 6858000"/>
              <a:gd name="connsiteX925" fmla="*/ 3707943 w 7467600"/>
              <a:gd name="connsiteY925" fmla="*/ 65958 h 6858000"/>
              <a:gd name="connsiteX926" fmla="*/ 3721337 w 7467600"/>
              <a:gd name="connsiteY926" fmla="*/ 0 h 6858000"/>
              <a:gd name="connsiteX927" fmla="*/ 2867960 w 7467600"/>
              <a:gd name="connsiteY927" fmla="*/ 0 h 6858000"/>
              <a:gd name="connsiteX928" fmla="*/ 2926351 w 7467600"/>
              <a:gd name="connsiteY928" fmla="*/ 0 h 6858000"/>
              <a:gd name="connsiteX929" fmla="*/ 2902823 w 7467600"/>
              <a:gd name="connsiteY929" fmla="*/ 262929 h 6858000"/>
              <a:gd name="connsiteX930" fmla="*/ 2940663 w 7467600"/>
              <a:gd name="connsiteY930" fmla="*/ 140884 h 6858000"/>
              <a:gd name="connsiteX931" fmla="*/ 2947039 w 7467600"/>
              <a:gd name="connsiteY931" fmla="*/ 122524 h 6858000"/>
              <a:gd name="connsiteX932" fmla="*/ 2984316 w 7467600"/>
              <a:gd name="connsiteY932" fmla="*/ 0 h 6858000"/>
              <a:gd name="connsiteX933" fmla="*/ 3016114 w 7467600"/>
              <a:gd name="connsiteY933" fmla="*/ 0 h 6858000"/>
              <a:gd name="connsiteX934" fmla="*/ 2979949 w 7467600"/>
              <a:gd name="connsiteY934" fmla="*/ 119274 h 6858000"/>
              <a:gd name="connsiteX935" fmla="*/ 3023879 w 7467600"/>
              <a:gd name="connsiteY935" fmla="*/ 0 h 6858000"/>
              <a:gd name="connsiteX936" fmla="*/ 3105400 w 7467600"/>
              <a:gd name="connsiteY936" fmla="*/ 0 h 6858000"/>
              <a:gd name="connsiteX937" fmla="*/ 3094669 w 7467600"/>
              <a:gd name="connsiteY937" fmla="*/ 30308 h 6858000"/>
              <a:gd name="connsiteX938" fmla="*/ 2901945 w 7467600"/>
              <a:gd name="connsiteY938" fmla="*/ 466538 h 6858000"/>
              <a:gd name="connsiteX939" fmla="*/ 2815209 w 7467600"/>
              <a:gd name="connsiteY939" fmla="*/ 497361 h 6858000"/>
              <a:gd name="connsiteX940" fmla="*/ 2844845 w 7467600"/>
              <a:gd name="connsiteY940" fmla="*/ 127638 h 6858000"/>
              <a:gd name="connsiteX941" fmla="*/ 2867960 w 7467600"/>
              <a:gd name="connsiteY941" fmla="*/ 0 h 6858000"/>
              <a:gd name="connsiteX942" fmla="*/ 1057230 w 7467600"/>
              <a:gd name="connsiteY942" fmla="*/ 0 h 6858000"/>
              <a:gd name="connsiteX943" fmla="*/ 1111003 w 7467600"/>
              <a:gd name="connsiteY943" fmla="*/ 0 h 6858000"/>
              <a:gd name="connsiteX944" fmla="*/ 1125553 w 7467600"/>
              <a:gd name="connsiteY944" fmla="*/ 52588 h 6858000"/>
              <a:gd name="connsiteX945" fmla="*/ 1304276 w 7467600"/>
              <a:gd name="connsiteY945" fmla="*/ 476275 h 6858000"/>
              <a:gd name="connsiteX946" fmla="*/ 1492066 w 7467600"/>
              <a:gd name="connsiteY946" fmla="*/ 886333 h 6858000"/>
              <a:gd name="connsiteX947" fmla="*/ 1423698 w 7467600"/>
              <a:gd name="connsiteY947" fmla="*/ 710817 h 6858000"/>
              <a:gd name="connsiteX948" fmla="*/ 1357609 w 7467600"/>
              <a:gd name="connsiteY948" fmla="*/ 532892 h 6858000"/>
              <a:gd name="connsiteX949" fmla="*/ 1309550 w 7467600"/>
              <a:gd name="connsiteY949" fmla="*/ 374031 h 6858000"/>
              <a:gd name="connsiteX950" fmla="*/ 1193673 w 7467600"/>
              <a:gd name="connsiteY950" fmla="*/ 49533 h 6858000"/>
              <a:gd name="connsiteX951" fmla="*/ 1164391 w 7467600"/>
              <a:gd name="connsiteY951" fmla="*/ 0 h 6858000"/>
              <a:gd name="connsiteX952" fmla="*/ 1200666 w 7467600"/>
              <a:gd name="connsiteY952" fmla="*/ 0 h 6858000"/>
              <a:gd name="connsiteX953" fmla="*/ 1223408 w 7467600"/>
              <a:gd name="connsiteY953" fmla="*/ 38996 h 6858000"/>
              <a:gd name="connsiteX954" fmla="*/ 1339635 w 7467600"/>
              <a:gd name="connsiteY954" fmla="*/ 365517 h 6858000"/>
              <a:gd name="connsiteX955" fmla="*/ 1387469 w 7467600"/>
              <a:gd name="connsiteY955" fmla="*/ 523079 h 6858000"/>
              <a:gd name="connsiteX956" fmla="*/ 1452685 w 7467600"/>
              <a:gd name="connsiteY956" fmla="*/ 699806 h 6858000"/>
              <a:gd name="connsiteX957" fmla="*/ 1492092 w 7467600"/>
              <a:gd name="connsiteY957" fmla="*/ 800424 h 6858000"/>
              <a:gd name="connsiteX958" fmla="*/ 1455302 w 7467600"/>
              <a:gd name="connsiteY958" fmla="*/ 632913 h 6858000"/>
              <a:gd name="connsiteX959" fmla="*/ 1222336 w 7467600"/>
              <a:gd name="connsiteY959" fmla="*/ 9480 h 6858000"/>
              <a:gd name="connsiteX960" fmla="*/ 1214634 w 7467600"/>
              <a:gd name="connsiteY960" fmla="*/ 0 h 6858000"/>
              <a:gd name="connsiteX961" fmla="*/ 1289827 w 7467600"/>
              <a:gd name="connsiteY961" fmla="*/ 0 h 6858000"/>
              <a:gd name="connsiteX962" fmla="*/ 1321076 w 7467600"/>
              <a:gd name="connsiteY962" fmla="*/ 59722 h 6858000"/>
              <a:gd name="connsiteX963" fmla="*/ 1512579 w 7467600"/>
              <a:gd name="connsiteY963" fmla="*/ 626441 h 6858000"/>
              <a:gd name="connsiteX964" fmla="*/ 1506076 w 7467600"/>
              <a:gd name="connsiteY964" fmla="*/ 1089289 h 6858000"/>
              <a:gd name="connsiteX965" fmla="*/ 1486346 w 7467600"/>
              <a:gd name="connsiteY965" fmla="*/ 1079919 h 6858000"/>
              <a:gd name="connsiteX966" fmla="*/ 1070511 w 7467600"/>
              <a:gd name="connsiteY966" fmla="*/ 48609 h 6858000"/>
              <a:gd name="connsiteX967" fmla="*/ 1057230 w 7467600"/>
              <a:gd name="connsiteY967" fmla="*/ 0 h 6858000"/>
              <a:gd name="connsiteX968" fmla="*/ 43151 w 7467600"/>
              <a:gd name="connsiteY968" fmla="*/ 0 h 6858000"/>
              <a:gd name="connsiteX969" fmla="*/ 95283 w 7467600"/>
              <a:gd name="connsiteY969" fmla="*/ 0 h 6858000"/>
              <a:gd name="connsiteX970" fmla="*/ 300708 w 7467600"/>
              <a:gd name="connsiteY970" fmla="*/ 154571 h 6858000"/>
              <a:gd name="connsiteX971" fmla="*/ 530414 w 7467600"/>
              <a:gd name="connsiteY971" fmla="*/ 354673 h 6858000"/>
              <a:gd name="connsiteX972" fmla="*/ 333785 w 7467600"/>
              <a:gd name="connsiteY972" fmla="*/ 161564 h 6858000"/>
              <a:gd name="connsiteX973" fmla="*/ 147005 w 7467600"/>
              <a:gd name="connsiteY973" fmla="*/ 0 h 6858000"/>
              <a:gd name="connsiteX974" fmla="*/ 272509 w 7467600"/>
              <a:gd name="connsiteY974" fmla="*/ 0 h 6858000"/>
              <a:gd name="connsiteX975" fmla="*/ 326276 w 7467600"/>
              <a:gd name="connsiteY975" fmla="*/ 45847 h 6858000"/>
              <a:gd name="connsiteX976" fmla="*/ 823759 w 7467600"/>
              <a:gd name="connsiteY976" fmla="*/ 574145 h 6858000"/>
              <a:gd name="connsiteX977" fmla="*/ 811254 w 7467600"/>
              <a:gd name="connsiteY977" fmla="*/ 665546 h 6858000"/>
              <a:gd name="connsiteX978" fmla="*/ 154042 w 7467600"/>
              <a:gd name="connsiteY978" fmla="*/ 261522 h 6858000"/>
              <a:gd name="connsiteX979" fmla="*/ 13550 w 7467600"/>
              <a:gd name="connsiteY979" fmla="*/ 158423 h 6858000"/>
              <a:gd name="connsiteX980" fmla="*/ 0 w 7467600"/>
              <a:gd name="connsiteY980" fmla="*/ 146618 h 6858000"/>
              <a:gd name="connsiteX981" fmla="*/ 0 w 7467600"/>
              <a:gd name="connsiteY981" fmla="*/ 59161 h 6858000"/>
              <a:gd name="connsiteX982" fmla="*/ 45427 w 7467600"/>
              <a:gd name="connsiteY982" fmla="*/ 101078 h 6858000"/>
              <a:gd name="connsiteX983" fmla="*/ 630103 w 7467600"/>
              <a:gd name="connsiteY983" fmla="*/ 485885 h 6858000"/>
              <a:gd name="connsiteX984" fmla="*/ 532040 w 7467600"/>
              <a:gd name="connsiteY984" fmla="*/ 399359 h 6858000"/>
              <a:gd name="connsiteX985" fmla="*/ 517618 w 7467600"/>
              <a:gd name="connsiteY985" fmla="*/ 385726 h 6858000"/>
              <a:gd name="connsiteX986" fmla="*/ 285074 w 7467600"/>
              <a:gd name="connsiteY986" fmla="*/ 182755 h 6858000"/>
              <a:gd name="connsiteX987" fmla="*/ 43151 w 7467600"/>
              <a:gd name="connsiteY98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312201 w 7467600"/>
              <a:gd name="connsiteY130" fmla="*/ 5128278 h 6858000"/>
              <a:gd name="connsiteX131" fmla="*/ 1903353 w 7467600"/>
              <a:gd name="connsiteY131" fmla="*/ 5044827 h 6858000"/>
              <a:gd name="connsiteX132" fmla="*/ 1936931 w 7467600"/>
              <a:gd name="connsiteY132" fmla="*/ 5093954 h 6858000"/>
              <a:gd name="connsiteX133" fmla="*/ 2195868 w 7467600"/>
              <a:gd name="connsiteY133" fmla="*/ 5396574 h 6858000"/>
              <a:gd name="connsiteX134" fmla="*/ 2088852 w 7467600"/>
              <a:gd name="connsiteY134" fmla="*/ 5166123 h 6858000"/>
              <a:gd name="connsiteX135" fmla="*/ 1958241 w 7467600"/>
              <a:gd name="connsiteY135" fmla="*/ 5067955 h 6858000"/>
              <a:gd name="connsiteX136" fmla="*/ 1903353 w 7467600"/>
              <a:gd name="connsiteY136" fmla="*/ 5044827 h 6858000"/>
              <a:gd name="connsiteX137" fmla="*/ 1979378 w 7467600"/>
              <a:gd name="connsiteY137" fmla="*/ 4769504 h 6858000"/>
              <a:gd name="connsiteX138" fmla="*/ 2882120 w 7467600"/>
              <a:gd name="connsiteY138" fmla="*/ 5064547 h 6858000"/>
              <a:gd name="connsiteX139" fmla="*/ 2793103 w 7467600"/>
              <a:gd name="connsiteY139" fmla="*/ 5039699 h 6858000"/>
              <a:gd name="connsiteX140" fmla="*/ 2770041 w 7467600"/>
              <a:gd name="connsiteY140" fmla="*/ 5033634 h 6858000"/>
              <a:gd name="connsiteX141" fmla="*/ 1979378 w 7467600"/>
              <a:gd name="connsiteY141" fmla="*/ 4769504 h 6858000"/>
              <a:gd name="connsiteX142" fmla="*/ 1927410 w 7467600"/>
              <a:gd name="connsiteY142" fmla="*/ 4716164 h 6858000"/>
              <a:gd name="connsiteX143" fmla="*/ 1959587 w 7467600"/>
              <a:gd name="connsiteY143" fmla="*/ 4728849 h 6858000"/>
              <a:gd name="connsiteX144" fmla="*/ 2777707 w 7467600"/>
              <a:gd name="connsiteY144" fmla="*/ 5003991 h 6858000"/>
              <a:gd name="connsiteX145" fmla="*/ 2800768 w 7467600"/>
              <a:gd name="connsiteY145" fmla="*/ 5010056 h 6858000"/>
              <a:gd name="connsiteX146" fmla="*/ 2879408 w 7467600"/>
              <a:gd name="connsiteY146" fmla="*/ 5031590 h 6858000"/>
              <a:gd name="connsiteX147" fmla="*/ 2862295 w 7467600"/>
              <a:gd name="connsiteY147" fmla="*/ 5022958 h 6858000"/>
              <a:gd name="connsiteX148" fmla="*/ 2813343 w 7467600"/>
              <a:gd name="connsiteY148" fmla="*/ 4998369 h 6858000"/>
              <a:gd name="connsiteX149" fmla="*/ 2646245 w 7467600"/>
              <a:gd name="connsiteY149" fmla="*/ 4930999 h 6858000"/>
              <a:gd name="connsiteX150" fmla="*/ 1999243 w 7467600"/>
              <a:gd name="connsiteY150" fmla="*/ 4730524 h 6858000"/>
              <a:gd name="connsiteX151" fmla="*/ 1979527 w 7467600"/>
              <a:gd name="connsiteY151" fmla="*/ 4726651 h 6858000"/>
              <a:gd name="connsiteX152" fmla="*/ 1927410 w 7467600"/>
              <a:gd name="connsiteY152" fmla="*/ 4716164 h 6858000"/>
              <a:gd name="connsiteX153" fmla="*/ 1997014 w 7467600"/>
              <a:gd name="connsiteY153" fmla="*/ 4698007 h 6858000"/>
              <a:gd name="connsiteX154" fmla="*/ 2005458 w 7467600"/>
              <a:gd name="connsiteY154" fmla="*/ 4699540 h 6858000"/>
              <a:gd name="connsiteX155" fmla="*/ 2657186 w 7467600"/>
              <a:gd name="connsiteY155" fmla="*/ 4901687 h 6858000"/>
              <a:gd name="connsiteX156" fmla="*/ 2826662 w 7467600"/>
              <a:gd name="connsiteY156" fmla="*/ 4970362 h 6858000"/>
              <a:gd name="connsiteX157" fmla="*/ 2876100 w 7467600"/>
              <a:gd name="connsiteY157" fmla="*/ 4995397 h 6858000"/>
              <a:gd name="connsiteX158" fmla="*/ 3042600 w 7467600"/>
              <a:gd name="connsiteY158" fmla="*/ 5059532 h 6858000"/>
              <a:gd name="connsiteX159" fmla="*/ 1997014 w 7467600"/>
              <a:gd name="connsiteY159" fmla="*/ 4698007 h 6858000"/>
              <a:gd name="connsiteX160" fmla="*/ 2305292 w 7467600"/>
              <a:gd name="connsiteY160" fmla="*/ 4219492 h 6858000"/>
              <a:gd name="connsiteX161" fmla="*/ 3360922 w 7467600"/>
              <a:gd name="connsiteY161" fmla="*/ 4529373 h 6858000"/>
              <a:gd name="connsiteX162" fmla="*/ 3492420 w 7467600"/>
              <a:gd name="connsiteY162" fmla="*/ 4510145 h 6858000"/>
              <a:gd name="connsiteX163" fmla="*/ 3364086 w 7467600"/>
              <a:gd name="connsiteY163" fmla="*/ 4480340 h 6858000"/>
              <a:gd name="connsiteX164" fmla="*/ 3225818 w 7467600"/>
              <a:gd name="connsiteY164" fmla="*/ 4411822 h 6858000"/>
              <a:gd name="connsiteX165" fmla="*/ 3129696 w 7467600"/>
              <a:gd name="connsiteY165" fmla="*/ 4360704 h 6858000"/>
              <a:gd name="connsiteX166" fmla="*/ 2814545 w 7467600"/>
              <a:gd name="connsiteY166" fmla="*/ 4282955 h 6858000"/>
              <a:gd name="connsiteX167" fmla="*/ 2305292 w 7467600"/>
              <a:gd name="connsiteY167" fmla="*/ 4219492 h 6858000"/>
              <a:gd name="connsiteX168" fmla="*/ 2626982 w 7467600"/>
              <a:gd name="connsiteY168" fmla="*/ 4206450 h 6858000"/>
              <a:gd name="connsiteX169" fmla="*/ 2490617 w 7467600"/>
              <a:gd name="connsiteY169" fmla="*/ 4206951 h 6858000"/>
              <a:gd name="connsiteX170" fmla="*/ 2819869 w 7467600"/>
              <a:gd name="connsiteY170" fmla="*/ 4252936 h 6858000"/>
              <a:gd name="connsiteX171" fmla="*/ 3143018 w 7467600"/>
              <a:gd name="connsiteY171" fmla="*/ 4332698 h 6858000"/>
              <a:gd name="connsiteX172" fmla="*/ 3241520 w 7467600"/>
              <a:gd name="connsiteY172" fmla="*/ 4385112 h 6858000"/>
              <a:gd name="connsiteX173" fmla="*/ 3374575 w 7467600"/>
              <a:gd name="connsiteY173" fmla="*/ 4451517 h 6858000"/>
              <a:gd name="connsiteX174" fmla="*/ 3505221 w 7467600"/>
              <a:gd name="connsiteY174" fmla="*/ 4480757 h 6858000"/>
              <a:gd name="connsiteX175" fmla="*/ 2626982 w 7467600"/>
              <a:gd name="connsiteY175" fmla="*/ 4206450 h 6858000"/>
              <a:gd name="connsiteX176" fmla="*/ 1310106 w 7467600"/>
              <a:gd name="connsiteY176" fmla="*/ 3943217 h 6858000"/>
              <a:gd name="connsiteX177" fmla="*/ 854994 w 7467600"/>
              <a:gd name="connsiteY177" fmla="*/ 4399136 h 6858000"/>
              <a:gd name="connsiteX178" fmla="*/ 742462 w 7467600"/>
              <a:gd name="connsiteY178" fmla="*/ 4594648 h 6858000"/>
              <a:gd name="connsiteX179" fmla="*/ 820602 w 7467600"/>
              <a:gd name="connsiteY179" fmla="*/ 4485915 h 6858000"/>
              <a:gd name="connsiteX180" fmla="*/ 878295 w 7467600"/>
              <a:gd name="connsiteY180" fmla="*/ 4403594 h 6858000"/>
              <a:gd name="connsiteX181" fmla="*/ 1240607 w 7467600"/>
              <a:gd name="connsiteY181" fmla="*/ 4010401 h 6858000"/>
              <a:gd name="connsiteX182" fmla="*/ 1310106 w 7467600"/>
              <a:gd name="connsiteY182" fmla="*/ 3943217 h 6858000"/>
              <a:gd name="connsiteX183" fmla="*/ 1423113 w 7467600"/>
              <a:gd name="connsiteY183" fmla="*/ 3874565 h 6858000"/>
              <a:gd name="connsiteX184" fmla="*/ 1260565 w 7467600"/>
              <a:gd name="connsiteY184" fmla="*/ 4031982 h 6858000"/>
              <a:gd name="connsiteX185" fmla="*/ 901900 w 7467600"/>
              <a:gd name="connsiteY185" fmla="*/ 4421236 h 6858000"/>
              <a:gd name="connsiteX186" fmla="*/ 845044 w 7467600"/>
              <a:gd name="connsiteY186" fmla="*/ 4502436 h 6858000"/>
              <a:gd name="connsiteX187" fmla="*/ 685926 w 7467600"/>
              <a:gd name="connsiteY187" fmla="*/ 4703069 h 6858000"/>
              <a:gd name="connsiteX188" fmla="*/ 684248 w 7467600"/>
              <a:gd name="connsiteY188" fmla="*/ 4706721 h 6858000"/>
              <a:gd name="connsiteX189" fmla="*/ 1423113 w 7467600"/>
              <a:gd name="connsiteY189" fmla="*/ 3874565 h 6858000"/>
              <a:gd name="connsiteX190" fmla="*/ 3316479 w 7467600"/>
              <a:gd name="connsiteY190" fmla="*/ 3872136 h 6858000"/>
              <a:gd name="connsiteX191" fmla="*/ 3546806 w 7467600"/>
              <a:gd name="connsiteY191" fmla="*/ 4356139 h 6858000"/>
              <a:gd name="connsiteX192" fmla="*/ 3364433 w 7467600"/>
              <a:gd name="connsiteY192" fmla="*/ 3953121 h 6858000"/>
              <a:gd name="connsiteX193" fmla="*/ 3316479 w 7467600"/>
              <a:gd name="connsiteY193" fmla="*/ 3872136 h 6858000"/>
              <a:gd name="connsiteX194" fmla="*/ 3291335 w 7467600"/>
              <a:gd name="connsiteY194" fmla="*/ 3767420 h 6858000"/>
              <a:gd name="connsiteX195" fmla="*/ 3390805 w 7467600"/>
              <a:gd name="connsiteY195" fmla="*/ 3937163 h 6858000"/>
              <a:gd name="connsiteX196" fmla="*/ 3579062 w 7467600"/>
              <a:gd name="connsiteY196" fmla="*/ 4359040 h 6858000"/>
              <a:gd name="connsiteX197" fmla="*/ 3467355 w 7467600"/>
              <a:gd name="connsiteY197" fmla="*/ 3988130 h 6858000"/>
              <a:gd name="connsiteX198" fmla="*/ 3310753 w 7467600"/>
              <a:gd name="connsiteY198" fmla="*/ 3787140 h 6858000"/>
              <a:gd name="connsiteX199" fmla="*/ 3291335 w 7467600"/>
              <a:gd name="connsiteY199" fmla="*/ 3767420 h 6858000"/>
              <a:gd name="connsiteX200" fmla="*/ 1635889 w 7467600"/>
              <a:gd name="connsiteY200" fmla="*/ 3709494 h 6858000"/>
              <a:gd name="connsiteX201" fmla="*/ 1634800 w 7467600"/>
              <a:gd name="connsiteY201" fmla="*/ 3731111 h 6858000"/>
              <a:gd name="connsiteX202" fmla="*/ 1635889 w 7467600"/>
              <a:gd name="connsiteY202" fmla="*/ 3709494 h 6858000"/>
              <a:gd name="connsiteX203" fmla="*/ 1510397 w 7467600"/>
              <a:gd name="connsiteY203" fmla="*/ 3684705 h 6858000"/>
              <a:gd name="connsiteX204" fmla="*/ 1146550 w 7467600"/>
              <a:gd name="connsiteY204" fmla="*/ 3802012 h 6858000"/>
              <a:gd name="connsiteX205" fmla="*/ 698834 w 7467600"/>
              <a:gd name="connsiteY205" fmla="*/ 3952272 h 6858000"/>
              <a:gd name="connsiteX206" fmla="*/ 34256 w 7467600"/>
              <a:gd name="connsiteY206" fmla="*/ 4347603 h 6858000"/>
              <a:gd name="connsiteX207" fmla="*/ 527241 w 7467600"/>
              <a:gd name="connsiteY207" fmla="*/ 4065078 h 6858000"/>
              <a:gd name="connsiteX208" fmla="*/ 1510397 w 7467600"/>
              <a:gd name="connsiteY208" fmla="*/ 3684705 h 6858000"/>
              <a:gd name="connsiteX209" fmla="*/ 1313114 w 7467600"/>
              <a:gd name="connsiteY209" fmla="*/ 3655216 h 6858000"/>
              <a:gd name="connsiteX210" fmla="*/ 1109304 w 7467600"/>
              <a:gd name="connsiteY210" fmla="*/ 3669030 h 6858000"/>
              <a:gd name="connsiteX211" fmla="*/ 8129 w 7467600"/>
              <a:gd name="connsiteY211" fmla="*/ 4330519 h 6858000"/>
              <a:gd name="connsiteX212" fmla="*/ 687572 w 7467600"/>
              <a:gd name="connsiteY212" fmla="*/ 3925629 h 6858000"/>
              <a:gd name="connsiteX213" fmla="*/ 1138365 w 7467600"/>
              <a:gd name="connsiteY213" fmla="*/ 3774515 h 6858000"/>
              <a:gd name="connsiteX214" fmla="*/ 1505579 w 7467600"/>
              <a:gd name="connsiteY214" fmla="*/ 3655526 h 6858000"/>
              <a:gd name="connsiteX215" fmla="*/ 1313114 w 7467600"/>
              <a:gd name="connsiteY215" fmla="*/ 3655216 h 6858000"/>
              <a:gd name="connsiteX216" fmla="*/ 3655073 w 7467600"/>
              <a:gd name="connsiteY216" fmla="*/ 3650884 h 6858000"/>
              <a:gd name="connsiteX217" fmla="*/ 3989938 w 7467600"/>
              <a:gd name="connsiteY217" fmla="*/ 3991685 h 6858000"/>
              <a:gd name="connsiteX218" fmla="*/ 4393907 w 7467600"/>
              <a:gd name="connsiteY218" fmla="*/ 4261258 h 6858000"/>
              <a:gd name="connsiteX219" fmla="*/ 4648051 w 7467600"/>
              <a:gd name="connsiteY219" fmla="*/ 4374051 h 6858000"/>
              <a:gd name="connsiteX220" fmla="*/ 4383389 w 7467600"/>
              <a:gd name="connsiteY220" fmla="*/ 4184369 h 6858000"/>
              <a:gd name="connsiteX221" fmla="*/ 4165508 w 7467600"/>
              <a:gd name="connsiteY221" fmla="*/ 4035196 h 6858000"/>
              <a:gd name="connsiteX222" fmla="*/ 4068162 w 7467600"/>
              <a:gd name="connsiteY222" fmla="*/ 3953394 h 6858000"/>
              <a:gd name="connsiteX223" fmla="*/ 3981416 w 7467600"/>
              <a:gd name="connsiteY223" fmla="*/ 3880482 h 6858000"/>
              <a:gd name="connsiteX224" fmla="*/ 3800147 w 7467600"/>
              <a:gd name="connsiteY224" fmla="*/ 3749872 h 6858000"/>
              <a:gd name="connsiteX225" fmla="*/ 3655073 w 7467600"/>
              <a:gd name="connsiteY225" fmla="*/ 3650884 h 6858000"/>
              <a:gd name="connsiteX226" fmla="*/ 3670252 w 7467600"/>
              <a:gd name="connsiteY226" fmla="*/ 3622798 h 6858000"/>
              <a:gd name="connsiteX227" fmla="*/ 3817258 w 7467600"/>
              <a:gd name="connsiteY227" fmla="*/ 3723577 h 6858000"/>
              <a:gd name="connsiteX228" fmla="*/ 4000461 w 7467600"/>
              <a:gd name="connsiteY228" fmla="*/ 3855966 h 6858000"/>
              <a:gd name="connsiteX229" fmla="*/ 4088180 w 7467600"/>
              <a:gd name="connsiteY229" fmla="*/ 3929774 h 6858000"/>
              <a:gd name="connsiteX230" fmla="*/ 4184555 w 7467600"/>
              <a:gd name="connsiteY230" fmla="*/ 4010683 h 6858000"/>
              <a:gd name="connsiteX231" fmla="*/ 4399563 w 7467600"/>
              <a:gd name="connsiteY231" fmla="*/ 4158106 h 6858000"/>
              <a:gd name="connsiteX232" fmla="*/ 4684469 w 7467600"/>
              <a:gd name="connsiteY232" fmla="*/ 4364680 h 6858000"/>
              <a:gd name="connsiteX233" fmla="*/ 4690271 w 7467600"/>
              <a:gd name="connsiteY233" fmla="*/ 4370034 h 6858000"/>
              <a:gd name="connsiteX234" fmla="*/ 4136093 w 7467600"/>
              <a:gd name="connsiteY234" fmla="*/ 3858466 h 6858000"/>
              <a:gd name="connsiteX235" fmla="*/ 3670252 w 7467600"/>
              <a:gd name="connsiteY235" fmla="*/ 3622798 h 6858000"/>
              <a:gd name="connsiteX236" fmla="*/ 4440129 w 7467600"/>
              <a:gd name="connsiteY236" fmla="*/ 3448571 h 6858000"/>
              <a:gd name="connsiteX237" fmla="*/ 4856525 w 7467600"/>
              <a:gd name="connsiteY237" fmla="*/ 3915351 h 6858000"/>
              <a:gd name="connsiteX238" fmla="*/ 5059055 w 7467600"/>
              <a:gd name="connsiteY238" fmla="*/ 4108918 h 6858000"/>
              <a:gd name="connsiteX239" fmla="*/ 5290070 w 7467600"/>
              <a:gd name="connsiteY239" fmla="*/ 4263619 h 6858000"/>
              <a:gd name="connsiteX240" fmla="*/ 4834991 w 7467600"/>
              <a:gd name="connsiteY240" fmla="*/ 3830985 h 6858000"/>
              <a:gd name="connsiteX241" fmla="*/ 4440129 w 7467600"/>
              <a:gd name="connsiteY241" fmla="*/ 3448571 h 6858000"/>
              <a:gd name="connsiteX242" fmla="*/ 4441737 w 7467600"/>
              <a:gd name="connsiteY242" fmla="*/ 3399734 h 6858000"/>
              <a:gd name="connsiteX243" fmla="*/ 4431236 w 7467600"/>
              <a:gd name="connsiteY243" fmla="*/ 3400954 h 6858000"/>
              <a:gd name="connsiteX244" fmla="*/ 4557150 w 7467600"/>
              <a:gd name="connsiteY244" fmla="*/ 3510023 h 6858000"/>
              <a:gd name="connsiteX245" fmla="*/ 4856936 w 7467600"/>
              <a:gd name="connsiteY245" fmla="*/ 3809146 h 6858000"/>
              <a:gd name="connsiteX246" fmla="*/ 5111996 w 7467600"/>
              <a:gd name="connsiteY246" fmla="*/ 4065759 h 6858000"/>
              <a:gd name="connsiteX247" fmla="*/ 5388878 w 7467600"/>
              <a:gd name="connsiteY247" fmla="*/ 4300185 h 6858000"/>
              <a:gd name="connsiteX248" fmla="*/ 5425556 w 7467600"/>
              <a:gd name="connsiteY248" fmla="*/ 4308967 h 6858000"/>
              <a:gd name="connsiteX249" fmla="*/ 4943646 w 7467600"/>
              <a:gd name="connsiteY249" fmla="*/ 3822916 h 6858000"/>
              <a:gd name="connsiteX250" fmla="*/ 4594837 w 7467600"/>
              <a:gd name="connsiteY250" fmla="*/ 3532274 h 6858000"/>
              <a:gd name="connsiteX251" fmla="*/ 4441737 w 7467600"/>
              <a:gd name="connsiteY251" fmla="*/ 3399734 h 6858000"/>
              <a:gd name="connsiteX252" fmla="*/ 5425834 w 7467600"/>
              <a:gd name="connsiteY252" fmla="*/ 3162785 h 6858000"/>
              <a:gd name="connsiteX253" fmla="*/ 5401644 w 7467600"/>
              <a:gd name="connsiteY253" fmla="*/ 3617847 h 6858000"/>
              <a:gd name="connsiteX254" fmla="*/ 5467256 w 7467600"/>
              <a:gd name="connsiteY254" fmla="*/ 4175494 h 6858000"/>
              <a:gd name="connsiteX255" fmla="*/ 5448069 w 7467600"/>
              <a:gd name="connsiteY255" fmla="*/ 3567554 h 6858000"/>
              <a:gd name="connsiteX256" fmla="*/ 5425834 w 7467600"/>
              <a:gd name="connsiteY256" fmla="*/ 3162785 h 6858000"/>
              <a:gd name="connsiteX257" fmla="*/ 1318687 w 7467600"/>
              <a:gd name="connsiteY257" fmla="*/ 3113840 h 6858000"/>
              <a:gd name="connsiteX258" fmla="*/ 1066793 w 7467600"/>
              <a:gd name="connsiteY258" fmla="*/ 3212171 h 6858000"/>
              <a:gd name="connsiteX259" fmla="*/ 993319 w 7467600"/>
              <a:gd name="connsiteY259" fmla="*/ 3247648 h 6858000"/>
              <a:gd name="connsiteX260" fmla="*/ 853081 w 7467600"/>
              <a:gd name="connsiteY260" fmla="*/ 3312410 h 6858000"/>
              <a:gd name="connsiteX261" fmla="*/ 805957 w 7467600"/>
              <a:gd name="connsiteY261" fmla="*/ 3330443 h 6858000"/>
              <a:gd name="connsiteX262" fmla="*/ 1318687 w 7467600"/>
              <a:gd name="connsiteY262" fmla="*/ 3113840 h 6858000"/>
              <a:gd name="connsiteX263" fmla="*/ 5453702 w 7467600"/>
              <a:gd name="connsiteY263" fmla="*/ 3090882 h 6858000"/>
              <a:gd name="connsiteX264" fmla="*/ 5480135 w 7467600"/>
              <a:gd name="connsiteY264" fmla="*/ 3565802 h 6858000"/>
              <a:gd name="connsiteX265" fmla="*/ 5499023 w 7467600"/>
              <a:gd name="connsiteY265" fmla="*/ 4166310 h 6858000"/>
              <a:gd name="connsiteX266" fmla="*/ 5547022 w 7467600"/>
              <a:gd name="connsiteY266" fmla="*/ 3607838 h 6858000"/>
              <a:gd name="connsiteX267" fmla="*/ 5515964 w 7467600"/>
              <a:gd name="connsiteY267" fmla="*/ 3378541 h 6858000"/>
              <a:gd name="connsiteX268" fmla="*/ 5453702 w 7467600"/>
              <a:gd name="connsiteY268" fmla="*/ 3090882 h 6858000"/>
              <a:gd name="connsiteX269" fmla="*/ 1238695 w 7467600"/>
              <a:gd name="connsiteY269" fmla="*/ 3076820 h 6858000"/>
              <a:gd name="connsiteX270" fmla="*/ 716371 w 7467600"/>
              <a:gd name="connsiteY270" fmla="*/ 3293249 h 6858000"/>
              <a:gd name="connsiteX271" fmla="*/ 579522 w 7467600"/>
              <a:gd name="connsiteY271" fmla="*/ 3371759 h 6858000"/>
              <a:gd name="connsiteX272" fmla="*/ 600288 w 7467600"/>
              <a:gd name="connsiteY272" fmla="*/ 3365555 h 6858000"/>
              <a:gd name="connsiteX273" fmla="*/ 840692 w 7467600"/>
              <a:gd name="connsiteY273" fmla="*/ 3284921 h 6858000"/>
              <a:gd name="connsiteX274" fmla="*/ 979248 w 7467600"/>
              <a:gd name="connsiteY274" fmla="*/ 3221003 h 6858000"/>
              <a:gd name="connsiteX275" fmla="*/ 1053282 w 7467600"/>
              <a:gd name="connsiteY275" fmla="*/ 3185247 h 6858000"/>
              <a:gd name="connsiteX276" fmla="*/ 1320603 w 7467600"/>
              <a:gd name="connsiteY276" fmla="*/ 3081281 h 6858000"/>
              <a:gd name="connsiteX277" fmla="*/ 1238695 w 7467600"/>
              <a:gd name="connsiteY277" fmla="*/ 3076820 h 6858000"/>
              <a:gd name="connsiteX278" fmla="*/ 5425627 w 7467600"/>
              <a:gd name="connsiteY278" fmla="*/ 2954192 h 6858000"/>
              <a:gd name="connsiteX279" fmla="*/ 5470770 w 7467600"/>
              <a:gd name="connsiteY279" fmla="*/ 3005435 h 6858000"/>
              <a:gd name="connsiteX280" fmla="*/ 5519779 w 7467600"/>
              <a:gd name="connsiteY280" fmla="*/ 4359223 h 6858000"/>
              <a:gd name="connsiteX281" fmla="*/ 5520293 w 7467600"/>
              <a:gd name="connsiteY281" fmla="*/ 4360602 h 6858000"/>
              <a:gd name="connsiteX282" fmla="*/ 5767221 w 7467600"/>
              <a:gd name="connsiteY282" fmla="*/ 4665564 h 6858000"/>
              <a:gd name="connsiteX283" fmla="*/ 6937169 w 7467600"/>
              <a:gd name="connsiteY283" fmla="*/ 4815941 h 6858000"/>
              <a:gd name="connsiteX284" fmla="*/ 6953922 w 7467600"/>
              <a:gd name="connsiteY284" fmla="*/ 4890068 h 6858000"/>
              <a:gd name="connsiteX285" fmla="*/ 6071359 w 7467600"/>
              <a:gd name="connsiteY285" fmla="*/ 4770770 h 6858000"/>
              <a:gd name="connsiteX286" fmla="*/ 6038839 w 7467600"/>
              <a:gd name="connsiteY286" fmla="*/ 4764474 h 6858000"/>
              <a:gd name="connsiteX287" fmla="*/ 6038706 w 7467600"/>
              <a:gd name="connsiteY287" fmla="*/ 4763847 h 6858000"/>
              <a:gd name="connsiteX288" fmla="*/ 6037784 w 7467600"/>
              <a:gd name="connsiteY288" fmla="*/ 4764270 h 6858000"/>
              <a:gd name="connsiteX289" fmla="*/ 6038839 w 7467600"/>
              <a:gd name="connsiteY289" fmla="*/ 4764474 h 6858000"/>
              <a:gd name="connsiteX290" fmla="*/ 6040338 w 7467600"/>
              <a:gd name="connsiteY290" fmla="*/ 4771418 h 6858000"/>
              <a:gd name="connsiteX291" fmla="*/ 6024488 w 7467600"/>
              <a:gd name="connsiteY291" fmla="*/ 4809903 h 6858000"/>
              <a:gd name="connsiteX292" fmla="*/ 5599771 w 7467600"/>
              <a:gd name="connsiteY292" fmla="*/ 5509652 h 6858000"/>
              <a:gd name="connsiteX293" fmla="*/ 5548843 w 7467600"/>
              <a:gd name="connsiteY293" fmla="*/ 5563845 h 6858000"/>
              <a:gd name="connsiteX294" fmla="*/ 5940952 w 7467600"/>
              <a:gd name="connsiteY294" fmla="*/ 6250028 h 6858000"/>
              <a:gd name="connsiteX295" fmla="*/ 6043441 w 7467600"/>
              <a:gd name="connsiteY295" fmla="*/ 6665847 h 6858000"/>
              <a:gd name="connsiteX296" fmla="*/ 6093432 w 7467600"/>
              <a:gd name="connsiteY296" fmla="*/ 6858000 h 6858000"/>
              <a:gd name="connsiteX297" fmla="*/ 6034344 w 7467600"/>
              <a:gd name="connsiteY297" fmla="*/ 6858000 h 6858000"/>
              <a:gd name="connsiteX298" fmla="*/ 6026679 w 7467600"/>
              <a:gd name="connsiteY298" fmla="*/ 6836959 h 6858000"/>
              <a:gd name="connsiteX299" fmla="*/ 5800441 w 7467600"/>
              <a:gd name="connsiteY299" fmla="*/ 6335286 h 6858000"/>
              <a:gd name="connsiteX300" fmla="*/ 5526562 w 7467600"/>
              <a:gd name="connsiteY300" fmla="*/ 5705388 h 6858000"/>
              <a:gd name="connsiteX301" fmla="*/ 5519640 w 7467600"/>
              <a:gd name="connsiteY301" fmla="*/ 5683774 h 6858000"/>
              <a:gd name="connsiteX302" fmla="*/ 5844559 w 7467600"/>
              <a:gd name="connsiteY302" fmla="*/ 6553349 h 6858000"/>
              <a:gd name="connsiteX303" fmla="*/ 5975994 w 7467600"/>
              <a:gd name="connsiteY303" fmla="*/ 6858000 h 6858000"/>
              <a:gd name="connsiteX304" fmla="*/ 5898547 w 7467600"/>
              <a:gd name="connsiteY304" fmla="*/ 6858000 h 6858000"/>
              <a:gd name="connsiteX305" fmla="*/ 5682041 w 7467600"/>
              <a:gd name="connsiteY305" fmla="*/ 6355860 h 6858000"/>
              <a:gd name="connsiteX306" fmla="*/ 5461758 w 7467600"/>
              <a:gd name="connsiteY306" fmla="*/ 5820220 h 6858000"/>
              <a:gd name="connsiteX307" fmla="*/ 5237282 w 7467600"/>
              <a:gd name="connsiteY307" fmla="*/ 6579086 h 6858000"/>
              <a:gd name="connsiteX308" fmla="*/ 5115009 w 7467600"/>
              <a:gd name="connsiteY308" fmla="*/ 6858000 h 6858000"/>
              <a:gd name="connsiteX309" fmla="*/ 5028074 w 7467600"/>
              <a:gd name="connsiteY309" fmla="*/ 6858000 h 6858000"/>
              <a:gd name="connsiteX310" fmla="*/ 5079508 w 7467600"/>
              <a:gd name="connsiteY310" fmla="*/ 6749074 h 6858000"/>
              <a:gd name="connsiteX311" fmla="*/ 5371846 w 7467600"/>
              <a:gd name="connsiteY311" fmla="*/ 5924413 h 6858000"/>
              <a:gd name="connsiteX312" fmla="*/ 5270512 w 7467600"/>
              <a:gd name="connsiteY312" fmla="*/ 6138975 h 6858000"/>
              <a:gd name="connsiteX313" fmla="*/ 5062409 w 7467600"/>
              <a:gd name="connsiteY313" fmla="*/ 6653544 h 6858000"/>
              <a:gd name="connsiteX314" fmla="*/ 5036628 w 7467600"/>
              <a:gd name="connsiteY314" fmla="*/ 6754247 h 6858000"/>
              <a:gd name="connsiteX315" fmla="*/ 5009112 w 7467600"/>
              <a:gd name="connsiteY315" fmla="*/ 6858000 h 6858000"/>
              <a:gd name="connsiteX316" fmla="*/ 4976679 w 7467600"/>
              <a:gd name="connsiteY316" fmla="*/ 6858000 h 6858000"/>
              <a:gd name="connsiteX317" fmla="*/ 5006537 w 7467600"/>
              <a:gd name="connsiteY317" fmla="*/ 6747068 h 6858000"/>
              <a:gd name="connsiteX318" fmla="*/ 5032723 w 7467600"/>
              <a:gd name="connsiteY318" fmla="*/ 6644957 h 6858000"/>
              <a:gd name="connsiteX319" fmla="*/ 5242949 w 7467600"/>
              <a:gd name="connsiteY319" fmla="*/ 6125175 h 6858000"/>
              <a:gd name="connsiteX320" fmla="*/ 5286321 w 7467600"/>
              <a:gd name="connsiteY320" fmla="*/ 6033555 h 6858000"/>
              <a:gd name="connsiteX321" fmla="*/ 5008210 w 7467600"/>
              <a:gd name="connsiteY321" fmla="*/ 6649194 h 6858000"/>
              <a:gd name="connsiteX322" fmla="*/ 4986321 w 7467600"/>
              <a:gd name="connsiteY322" fmla="*/ 6765687 h 6858000"/>
              <a:gd name="connsiteX323" fmla="*/ 4973474 w 7467600"/>
              <a:gd name="connsiteY323" fmla="*/ 6858000 h 6858000"/>
              <a:gd name="connsiteX324" fmla="*/ 4907178 w 7467600"/>
              <a:gd name="connsiteY324" fmla="*/ 6858000 h 6858000"/>
              <a:gd name="connsiteX325" fmla="*/ 4910810 w 7467600"/>
              <a:gd name="connsiteY325" fmla="*/ 6829660 h 6858000"/>
              <a:gd name="connsiteX326" fmla="*/ 4987461 w 7467600"/>
              <a:gd name="connsiteY326" fmla="*/ 6432994 h 6858000"/>
              <a:gd name="connsiteX327" fmla="*/ 5179262 w 7467600"/>
              <a:gd name="connsiteY327" fmla="*/ 6035044 h 6858000"/>
              <a:gd name="connsiteX328" fmla="*/ 4689678 w 7467600"/>
              <a:gd name="connsiteY328" fmla="*/ 6440241 h 6858000"/>
              <a:gd name="connsiteX329" fmla="*/ 4477543 w 7467600"/>
              <a:gd name="connsiteY329" fmla="*/ 6674836 h 6858000"/>
              <a:gd name="connsiteX330" fmla="*/ 4329957 w 7467600"/>
              <a:gd name="connsiteY330" fmla="*/ 6858000 h 6858000"/>
              <a:gd name="connsiteX331" fmla="*/ 4218595 w 7467600"/>
              <a:gd name="connsiteY331" fmla="*/ 6858000 h 6858000"/>
              <a:gd name="connsiteX332" fmla="*/ 4368888 w 7467600"/>
              <a:gd name="connsiteY332" fmla="*/ 6668412 h 6858000"/>
              <a:gd name="connsiteX333" fmla="*/ 4563091 w 7467600"/>
              <a:gd name="connsiteY333" fmla="*/ 6442508 h 6858000"/>
              <a:gd name="connsiteX334" fmla="*/ 5387324 w 7467600"/>
              <a:gd name="connsiteY334" fmla="*/ 5705830 h 6858000"/>
              <a:gd name="connsiteX335" fmla="*/ 5073620 w 7467600"/>
              <a:gd name="connsiteY335" fmla="*/ 5955437 h 6858000"/>
              <a:gd name="connsiteX336" fmla="*/ 4689789 w 7467600"/>
              <a:gd name="connsiteY336" fmla="*/ 6268382 h 6858000"/>
              <a:gd name="connsiteX337" fmla="*/ 4418722 w 7467600"/>
              <a:gd name="connsiteY337" fmla="*/ 6570886 h 6858000"/>
              <a:gd name="connsiteX338" fmla="*/ 4214944 w 7467600"/>
              <a:gd name="connsiteY338" fmla="*/ 6858000 h 6858000"/>
              <a:gd name="connsiteX339" fmla="*/ 4177898 w 7467600"/>
              <a:gd name="connsiteY339" fmla="*/ 6858000 h 6858000"/>
              <a:gd name="connsiteX340" fmla="*/ 4391597 w 7467600"/>
              <a:gd name="connsiteY340" fmla="*/ 6556370 h 6858000"/>
              <a:gd name="connsiteX341" fmla="*/ 4668889 w 7467600"/>
              <a:gd name="connsiteY341" fmla="*/ 6246399 h 6858000"/>
              <a:gd name="connsiteX342" fmla="*/ 5055427 w 7467600"/>
              <a:gd name="connsiteY342" fmla="*/ 5931476 h 6858000"/>
              <a:gd name="connsiteX343" fmla="*/ 5371814 w 7467600"/>
              <a:gd name="connsiteY343" fmla="*/ 5678975 h 6858000"/>
              <a:gd name="connsiteX344" fmla="*/ 4987918 w 7467600"/>
              <a:gd name="connsiteY344" fmla="*/ 5838701 h 6858000"/>
              <a:gd name="connsiteX345" fmla="*/ 4317146 w 7467600"/>
              <a:gd name="connsiteY345" fmla="*/ 6587716 h 6858000"/>
              <a:gd name="connsiteX346" fmla="*/ 4171627 w 7467600"/>
              <a:gd name="connsiteY346" fmla="*/ 6858000 h 6858000"/>
              <a:gd name="connsiteX347" fmla="*/ 4081585 w 7467600"/>
              <a:gd name="connsiteY347" fmla="*/ 6858000 h 6858000"/>
              <a:gd name="connsiteX348" fmla="*/ 4238603 w 7467600"/>
              <a:gd name="connsiteY348" fmla="*/ 6559341 h 6858000"/>
              <a:gd name="connsiteX349" fmla="*/ 4778333 w 7467600"/>
              <a:gd name="connsiteY349" fmla="*/ 5873626 h 6858000"/>
              <a:gd name="connsiteX350" fmla="*/ 5414185 w 7467600"/>
              <a:gd name="connsiteY350" fmla="*/ 5573882 h 6858000"/>
              <a:gd name="connsiteX351" fmla="*/ 5959648 w 7467600"/>
              <a:gd name="connsiteY351" fmla="*/ 4760797 h 6858000"/>
              <a:gd name="connsiteX352" fmla="*/ 5355019 w 7467600"/>
              <a:gd name="connsiteY352" fmla="*/ 4734672 h 6858000"/>
              <a:gd name="connsiteX353" fmla="*/ 5083565 w 7467600"/>
              <a:gd name="connsiteY353" fmla="*/ 5179121 h 6858000"/>
              <a:gd name="connsiteX354" fmla="*/ 4713577 w 7467600"/>
              <a:gd name="connsiteY354" fmla="*/ 5616803 h 6858000"/>
              <a:gd name="connsiteX355" fmla="*/ 3989559 w 7467600"/>
              <a:gd name="connsiteY355" fmla="*/ 6145945 h 6858000"/>
              <a:gd name="connsiteX356" fmla="*/ 3939824 w 7467600"/>
              <a:gd name="connsiteY356" fmla="*/ 6066900 h 6858000"/>
              <a:gd name="connsiteX357" fmla="*/ 4584537 w 7467600"/>
              <a:gd name="connsiteY357" fmla="*/ 5324826 h 6858000"/>
              <a:gd name="connsiteX358" fmla="*/ 5037105 w 7467600"/>
              <a:gd name="connsiteY358" fmla="*/ 5088765 h 6858000"/>
              <a:gd name="connsiteX359" fmla="*/ 5039930 w 7467600"/>
              <a:gd name="connsiteY359" fmla="*/ 5089585 h 6858000"/>
              <a:gd name="connsiteX360" fmla="*/ 5263764 w 7467600"/>
              <a:gd name="connsiteY360" fmla="*/ 4735525 h 6858000"/>
              <a:gd name="connsiteX361" fmla="*/ 4086300 w 7467600"/>
              <a:gd name="connsiteY361" fmla="*/ 4884599 h 6858000"/>
              <a:gd name="connsiteX362" fmla="*/ 4085485 w 7467600"/>
              <a:gd name="connsiteY362" fmla="*/ 4899070 h 6858000"/>
              <a:gd name="connsiteX363" fmla="*/ 3871915 w 7467600"/>
              <a:gd name="connsiteY363" fmla="*/ 5253645 h 6858000"/>
              <a:gd name="connsiteX364" fmla="*/ 3799374 w 7467600"/>
              <a:gd name="connsiteY364" fmla="*/ 5466127 h 6858000"/>
              <a:gd name="connsiteX365" fmla="*/ 3498850 w 7467600"/>
              <a:gd name="connsiteY365" fmla="*/ 6661888 h 6858000"/>
              <a:gd name="connsiteX366" fmla="*/ 3399216 w 7467600"/>
              <a:gd name="connsiteY366" fmla="*/ 6858000 h 6858000"/>
              <a:gd name="connsiteX367" fmla="*/ 3303688 w 7467600"/>
              <a:gd name="connsiteY367" fmla="*/ 6858000 h 6858000"/>
              <a:gd name="connsiteX368" fmla="*/ 3391774 w 7467600"/>
              <a:gd name="connsiteY368" fmla="*/ 6697181 h 6858000"/>
              <a:gd name="connsiteX369" fmla="*/ 3735540 w 7467600"/>
              <a:gd name="connsiteY369" fmla="*/ 5546923 h 6858000"/>
              <a:gd name="connsiteX370" fmla="*/ 3729438 w 7467600"/>
              <a:gd name="connsiteY370" fmla="*/ 5569058 h 6858000"/>
              <a:gd name="connsiteX371" fmla="*/ 3707782 w 7467600"/>
              <a:gd name="connsiteY371" fmla="*/ 5644908 h 6858000"/>
              <a:gd name="connsiteX372" fmla="*/ 3583827 w 7467600"/>
              <a:gd name="connsiteY372" fmla="*/ 6039215 h 6858000"/>
              <a:gd name="connsiteX373" fmla="*/ 3547861 w 7467600"/>
              <a:gd name="connsiteY373" fmla="*/ 6129609 h 6858000"/>
              <a:gd name="connsiteX374" fmla="*/ 3490905 w 7467600"/>
              <a:gd name="connsiteY374" fmla="*/ 6277660 h 6858000"/>
              <a:gd name="connsiteX375" fmla="*/ 3455859 w 7467600"/>
              <a:gd name="connsiteY375" fmla="*/ 6391301 h 6858000"/>
              <a:gd name="connsiteX376" fmla="*/ 3429112 w 7467600"/>
              <a:gd name="connsiteY376" fmla="*/ 6479469 h 6858000"/>
              <a:gd name="connsiteX377" fmla="*/ 3304862 w 7467600"/>
              <a:gd name="connsiteY377" fmla="*/ 6796476 h 6858000"/>
              <a:gd name="connsiteX378" fmla="*/ 3276071 w 7467600"/>
              <a:gd name="connsiteY378" fmla="*/ 6858000 h 6858000"/>
              <a:gd name="connsiteX379" fmla="*/ 3240805 w 7467600"/>
              <a:gd name="connsiteY379" fmla="*/ 6858000 h 6858000"/>
              <a:gd name="connsiteX380" fmla="*/ 3275917 w 7467600"/>
              <a:gd name="connsiteY380" fmla="*/ 6783192 h 6858000"/>
              <a:gd name="connsiteX381" fmla="*/ 3399358 w 7467600"/>
              <a:gd name="connsiteY381" fmla="*/ 6469011 h 6858000"/>
              <a:gd name="connsiteX382" fmla="*/ 3425650 w 7467600"/>
              <a:gd name="connsiteY382" fmla="*/ 6381333 h 6858000"/>
              <a:gd name="connsiteX383" fmla="*/ 3460661 w 7467600"/>
              <a:gd name="connsiteY383" fmla="*/ 6266763 h 6858000"/>
              <a:gd name="connsiteX384" fmla="*/ 3518021 w 7467600"/>
              <a:gd name="connsiteY384" fmla="*/ 6117298 h 6858000"/>
              <a:gd name="connsiteX385" fmla="*/ 3554035 w 7467600"/>
              <a:gd name="connsiteY385" fmla="*/ 6027832 h 6858000"/>
              <a:gd name="connsiteX386" fmla="*/ 3677174 w 7467600"/>
              <a:gd name="connsiteY386" fmla="*/ 5636351 h 6858000"/>
              <a:gd name="connsiteX387" fmla="*/ 3698819 w 7467600"/>
              <a:gd name="connsiteY387" fmla="*/ 5560503 h 6858000"/>
              <a:gd name="connsiteX388" fmla="*/ 3702094 w 7467600"/>
              <a:gd name="connsiteY388" fmla="*/ 5549194 h 6858000"/>
              <a:gd name="connsiteX389" fmla="*/ 3398355 w 7467600"/>
              <a:gd name="connsiteY389" fmla="*/ 6094603 h 6858000"/>
              <a:gd name="connsiteX390" fmla="*/ 3193941 w 7467600"/>
              <a:gd name="connsiteY390" fmla="*/ 6798775 h 6858000"/>
              <a:gd name="connsiteX391" fmla="*/ 3184140 w 7467600"/>
              <a:gd name="connsiteY391" fmla="*/ 6858000 h 6858000"/>
              <a:gd name="connsiteX392" fmla="*/ 3099978 w 7467600"/>
              <a:gd name="connsiteY392" fmla="*/ 6858000 h 6858000"/>
              <a:gd name="connsiteX393" fmla="*/ 3101556 w 7467600"/>
              <a:gd name="connsiteY393" fmla="*/ 6843337 h 6858000"/>
              <a:gd name="connsiteX394" fmla="*/ 3370162 w 7467600"/>
              <a:gd name="connsiteY394" fmla="*/ 5785550 h 6858000"/>
              <a:gd name="connsiteX395" fmla="*/ 3746477 w 7467600"/>
              <a:gd name="connsiteY395" fmla="*/ 5377889 h 6858000"/>
              <a:gd name="connsiteX396" fmla="*/ 3863399 w 7467600"/>
              <a:gd name="connsiteY396" fmla="*/ 5087257 h 6858000"/>
              <a:gd name="connsiteX397" fmla="*/ 3968712 w 7467600"/>
              <a:gd name="connsiteY397" fmla="*/ 4913989 h 6858000"/>
              <a:gd name="connsiteX398" fmla="*/ 2792390 w 7467600"/>
              <a:gd name="connsiteY398" fmla="*/ 5382974 h 6858000"/>
              <a:gd name="connsiteX399" fmla="*/ 2714982 w 7467600"/>
              <a:gd name="connsiteY399" fmla="*/ 5427051 h 6858000"/>
              <a:gd name="connsiteX400" fmla="*/ 2813361 w 7467600"/>
              <a:gd name="connsiteY400" fmla="*/ 6023912 h 6858000"/>
              <a:gd name="connsiteX401" fmla="*/ 2688430 w 7467600"/>
              <a:gd name="connsiteY401" fmla="*/ 6801564 h 6858000"/>
              <a:gd name="connsiteX402" fmla="*/ 2629626 w 7467600"/>
              <a:gd name="connsiteY402" fmla="*/ 6763394 h 6858000"/>
              <a:gd name="connsiteX403" fmla="*/ 2565328 w 7467600"/>
              <a:gd name="connsiteY403" fmla="*/ 5516399 h 6858000"/>
              <a:gd name="connsiteX404" fmla="*/ 1922999 w 7467600"/>
              <a:gd name="connsiteY404" fmla="*/ 5980343 h 6858000"/>
              <a:gd name="connsiteX405" fmla="*/ 1950261 w 7467600"/>
              <a:gd name="connsiteY405" fmla="*/ 6405858 h 6858000"/>
              <a:gd name="connsiteX406" fmla="*/ 2365554 w 7467600"/>
              <a:gd name="connsiteY406" fmla="*/ 6759107 h 6858000"/>
              <a:gd name="connsiteX407" fmla="*/ 2424142 w 7467600"/>
              <a:gd name="connsiteY407" fmla="*/ 6858000 h 6858000"/>
              <a:gd name="connsiteX408" fmla="*/ 2395994 w 7467600"/>
              <a:gd name="connsiteY408" fmla="*/ 6858000 h 6858000"/>
              <a:gd name="connsiteX409" fmla="*/ 2392863 w 7467600"/>
              <a:gd name="connsiteY409" fmla="*/ 6852964 h 6858000"/>
              <a:gd name="connsiteX410" fmla="*/ 2017589 w 7467600"/>
              <a:gd name="connsiteY410" fmla="*/ 6493982 h 6858000"/>
              <a:gd name="connsiteX411" fmla="*/ 2147336 w 7467600"/>
              <a:gd name="connsiteY411" fmla="*/ 6594052 h 6858000"/>
              <a:gd name="connsiteX412" fmla="*/ 2207047 w 7467600"/>
              <a:gd name="connsiteY412" fmla="*/ 6654540 h 6858000"/>
              <a:gd name="connsiteX413" fmla="*/ 2299106 w 7467600"/>
              <a:gd name="connsiteY413" fmla="*/ 6778931 h 6858000"/>
              <a:gd name="connsiteX414" fmla="*/ 2314430 w 7467600"/>
              <a:gd name="connsiteY414" fmla="*/ 6801144 h 6858000"/>
              <a:gd name="connsiteX415" fmla="*/ 2352406 w 7467600"/>
              <a:gd name="connsiteY415" fmla="*/ 6858000 h 6858000"/>
              <a:gd name="connsiteX416" fmla="*/ 2314492 w 7467600"/>
              <a:gd name="connsiteY416" fmla="*/ 6858000 h 6858000"/>
              <a:gd name="connsiteX417" fmla="*/ 2288095 w 7467600"/>
              <a:gd name="connsiteY417" fmla="*/ 6818030 h 6858000"/>
              <a:gd name="connsiteX418" fmla="*/ 2272768 w 7467600"/>
              <a:gd name="connsiteY418" fmla="*/ 6795822 h 6858000"/>
              <a:gd name="connsiteX419" fmla="*/ 2182715 w 7467600"/>
              <a:gd name="connsiteY419" fmla="*/ 6675071 h 6858000"/>
              <a:gd name="connsiteX420" fmla="*/ 2032061 w 7467600"/>
              <a:gd name="connsiteY420" fmla="*/ 6541380 h 6858000"/>
              <a:gd name="connsiteX421" fmla="*/ 2257220 w 7467600"/>
              <a:gd name="connsiteY421" fmla="*/ 6826257 h 6858000"/>
              <a:gd name="connsiteX422" fmla="*/ 2281324 w 7467600"/>
              <a:gd name="connsiteY422" fmla="*/ 6858000 h 6858000"/>
              <a:gd name="connsiteX423" fmla="*/ 2242860 w 7467600"/>
              <a:gd name="connsiteY423" fmla="*/ 6858000 h 6858000"/>
              <a:gd name="connsiteX424" fmla="*/ 2232818 w 7467600"/>
              <a:gd name="connsiteY424" fmla="*/ 6844926 h 6858000"/>
              <a:gd name="connsiteX425" fmla="*/ 1990172 w 7467600"/>
              <a:gd name="connsiteY425" fmla="*/ 6542121 h 6858000"/>
              <a:gd name="connsiteX426" fmla="*/ 2124090 w 7467600"/>
              <a:gd name="connsiteY426" fmla="*/ 6761017 h 6858000"/>
              <a:gd name="connsiteX427" fmla="*/ 2200380 w 7467600"/>
              <a:gd name="connsiteY427" fmla="*/ 6858000 h 6858000"/>
              <a:gd name="connsiteX428" fmla="*/ 2147507 w 7467600"/>
              <a:gd name="connsiteY428" fmla="*/ 6858000 h 6858000"/>
              <a:gd name="connsiteX429" fmla="*/ 2070668 w 7467600"/>
              <a:gd name="connsiteY429" fmla="*/ 6761520 h 6858000"/>
              <a:gd name="connsiteX430" fmla="*/ 1975142 w 7467600"/>
              <a:gd name="connsiteY430" fmla="*/ 6585570 h 6858000"/>
              <a:gd name="connsiteX431" fmla="*/ 2050035 w 7467600"/>
              <a:gd name="connsiteY431" fmla="*/ 6813345 h 6858000"/>
              <a:gd name="connsiteX432" fmla="*/ 2063025 w 7467600"/>
              <a:gd name="connsiteY432" fmla="*/ 6858000 h 6858000"/>
              <a:gd name="connsiteX433" fmla="*/ 2021675 w 7467600"/>
              <a:gd name="connsiteY433" fmla="*/ 6858000 h 6858000"/>
              <a:gd name="connsiteX434" fmla="*/ 2019308 w 7467600"/>
              <a:gd name="connsiteY434" fmla="*/ 6847118 h 6858000"/>
              <a:gd name="connsiteX435" fmla="*/ 1938835 w 7467600"/>
              <a:gd name="connsiteY435" fmla="*/ 6551160 h 6858000"/>
              <a:gd name="connsiteX436" fmla="*/ 1953230 w 7467600"/>
              <a:gd name="connsiteY436" fmla="*/ 6759699 h 6858000"/>
              <a:gd name="connsiteX437" fmla="*/ 1956763 w 7467600"/>
              <a:gd name="connsiteY437" fmla="*/ 6778191 h 6858000"/>
              <a:gd name="connsiteX438" fmla="*/ 1967925 w 7467600"/>
              <a:gd name="connsiteY438" fmla="*/ 6858000 h 6858000"/>
              <a:gd name="connsiteX439" fmla="*/ 1936622 w 7467600"/>
              <a:gd name="connsiteY439" fmla="*/ 6858000 h 6858000"/>
              <a:gd name="connsiteX440" fmla="*/ 1926261 w 7467600"/>
              <a:gd name="connsiteY440" fmla="*/ 6784064 h 6858000"/>
              <a:gd name="connsiteX441" fmla="*/ 1922724 w 7467600"/>
              <a:gd name="connsiteY441" fmla="*/ 6765577 h 6858000"/>
              <a:gd name="connsiteX442" fmla="*/ 1904650 w 7467600"/>
              <a:gd name="connsiteY442" fmla="*/ 6639616 h 6858000"/>
              <a:gd name="connsiteX443" fmla="*/ 1885273 w 7467600"/>
              <a:gd name="connsiteY443" fmla="*/ 6858000 h 6858000"/>
              <a:gd name="connsiteX444" fmla="*/ 1854363 w 7467600"/>
              <a:gd name="connsiteY444" fmla="*/ 6858000 h 6858000"/>
              <a:gd name="connsiteX445" fmla="*/ 1880391 w 7467600"/>
              <a:gd name="connsiteY445" fmla="*/ 6603796 h 6858000"/>
              <a:gd name="connsiteX446" fmla="*/ 1818273 w 7467600"/>
              <a:gd name="connsiteY446" fmla="*/ 6715729 h 6858000"/>
              <a:gd name="connsiteX447" fmla="*/ 1794691 w 7467600"/>
              <a:gd name="connsiteY447" fmla="*/ 6843239 h 6858000"/>
              <a:gd name="connsiteX448" fmla="*/ 1794914 w 7467600"/>
              <a:gd name="connsiteY448" fmla="*/ 6858000 h 6858000"/>
              <a:gd name="connsiteX449" fmla="*/ 1746128 w 7467600"/>
              <a:gd name="connsiteY449" fmla="*/ 6858000 h 6858000"/>
              <a:gd name="connsiteX450" fmla="*/ 1753934 w 7467600"/>
              <a:gd name="connsiteY450" fmla="*/ 6724796 h 6858000"/>
              <a:gd name="connsiteX451" fmla="*/ 1792053 w 7467600"/>
              <a:gd name="connsiteY451" fmla="*/ 6572396 h 6858000"/>
              <a:gd name="connsiteX452" fmla="*/ 1862248 w 7467600"/>
              <a:gd name="connsiteY452" fmla="*/ 6266397 h 6858000"/>
              <a:gd name="connsiteX453" fmla="*/ 1862250 w 7467600"/>
              <a:gd name="connsiteY453" fmla="*/ 6033531 h 6858000"/>
              <a:gd name="connsiteX454" fmla="*/ 1211999 w 7467600"/>
              <a:gd name="connsiteY454" fmla="*/ 6683610 h 6858000"/>
              <a:gd name="connsiteX455" fmla="*/ 1213266 w 7467600"/>
              <a:gd name="connsiteY455" fmla="*/ 6691947 h 6858000"/>
              <a:gd name="connsiteX456" fmla="*/ 1203370 w 7467600"/>
              <a:gd name="connsiteY456" fmla="*/ 6850676 h 6858000"/>
              <a:gd name="connsiteX457" fmla="*/ 1203671 w 7467600"/>
              <a:gd name="connsiteY457" fmla="*/ 6858000 h 6858000"/>
              <a:gd name="connsiteX458" fmla="*/ 1143180 w 7467600"/>
              <a:gd name="connsiteY458" fmla="*/ 6858000 h 6858000"/>
              <a:gd name="connsiteX459" fmla="*/ 1142176 w 7467600"/>
              <a:gd name="connsiteY459" fmla="*/ 6766045 h 6858000"/>
              <a:gd name="connsiteX460" fmla="*/ 1067484 w 7467600"/>
              <a:gd name="connsiteY460" fmla="*/ 6858000 h 6858000"/>
              <a:gd name="connsiteX461" fmla="*/ 953928 w 7467600"/>
              <a:gd name="connsiteY461" fmla="*/ 6858000 h 6858000"/>
              <a:gd name="connsiteX462" fmla="*/ 959715 w 7467600"/>
              <a:gd name="connsiteY462" fmla="*/ 6850185 h 6858000"/>
              <a:gd name="connsiteX463" fmla="*/ 1483788 w 7467600"/>
              <a:gd name="connsiteY463" fmla="*/ 6259174 h 6858000"/>
              <a:gd name="connsiteX464" fmla="*/ 1100671 w 7467600"/>
              <a:gd name="connsiteY464" fmla="*/ 6252137 h 6858000"/>
              <a:gd name="connsiteX465" fmla="*/ 1090144 w 7467600"/>
              <a:gd name="connsiteY465" fmla="*/ 6256748 h 6858000"/>
              <a:gd name="connsiteX466" fmla="*/ 1095872 w 7467600"/>
              <a:gd name="connsiteY466" fmla="*/ 6271892 h 6858000"/>
              <a:gd name="connsiteX467" fmla="*/ 262785 w 7467600"/>
              <a:gd name="connsiteY467" fmla="*/ 6845450 h 6858000"/>
              <a:gd name="connsiteX468" fmla="*/ 209968 w 7467600"/>
              <a:gd name="connsiteY468" fmla="*/ 6770713 h 6858000"/>
              <a:gd name="connsiteX469" fmla="*/ 873460 w 7467600"/>
              <a:gd name="connsiteY469" fmla="*/ 6253768 h 6858000"/>
              <a:gd name="connsiteX470" fmla="*/ 192686 w 7467600"/>
              <a:gd name="connsiteY470" fmla="*/ 5849257 h 6858000"/>
              <a:gd name="connsiteX471" fmla="*/ 4696 w 7467600"/>
              <a:gd name="connsiteY471" fmla="*/ 5697668 h 6858000"/>
              <a:gd name="connsiteX472" fmla="*/ 0 w 7467600"/>
              <a:gd name="connsiteY472" fmla="*/ 5689984 h 6858000"/>
              <a:gd name="connsiteX473" fmla="*/ 0 w 7467600"/>
              <a:gd name="connsiteY473" fmla="*/ 5513472 h 6858000"/>
              <a:gd name="connsiteX474" fmla="*/ 174101 w 7467600"/>
              <a:gd name="connsiteY474" fmla="*/ 5620277 h 6858000"/>
              <a:gd name="connsiteX475" fmla="*/ 891800 w 7467600"/>
              <a:gd name="connsiteY475" fmla="*/ 6036935 h 6858000"/>
              <a:gd name="connsiteX476" fmla="*/ 1072219 w 7467600"/>
              <a:gd name="connsiteY476" fmla="*/ 6169443 h 6858000"/>
              <a:gd name="connsiteX477" fmla="*/ 1074117 w 7467600"/>
              <a:gd name="connsiteY477" fmla="*/ 6170301 h 6858000"/>
              <a:gd name="connsiteX478" fmla="*/ 1083114 w 7467600"/>
              <a:gd name="connsiteY478" fmla="*/ 6174131 h 6858000"/>
              <a:gd name="connsiteX479" fmla="*/ 1543010 w 7467600"/>
              <a:gd name="connsiteY479" fmla="*/ 6191140 h 6858000"/>
              <a:gd name="connsiteX480" fmla="*/ 1551080 w 7467600"/>
              <a:gd name="connsiteY480" fmla="*/ 6195006 h 6858000"/>
              <a:gd name="connsiteX481" fmla="*/ 2345443 w 7467600"/>
              <a:gd name="connsiteY481" fmla="*/ 5549882 h 6858000"/>
              <a:gd name="connsiteX482" fmla="*/ 1721499 w 7467600"/>
              <a:gd name="connsiteY482" fmla="*/ 5599969 h 6858000"/>
              <a:gd name="connsiteX483" fmla="*/ 767716 w 7467600"/>
              <a:gd name="connsiteY483" fmla="*/ 5472768 h 6858000"/>
              <a:gd name="connsiteX484" fmla="*/ 722147 w 7467600"/>
              <a:gd name="connsiteY484" fmla="*/ 5393091 h 6858000"/>
              <a:gd name="connsiteX485" fmla="*/ 1485552 w 7467600"/>
              <a:gd name="connsiteY485" fmla="*/ 5313202 h 6858000"/>
              <a:gd name="connsiteX486" fmla="*/ 2143004 w 7467600"/>
              <a:gd name="connsiteY486" fmla="*/ 5402420 h 6858000"/>
              <a:gd name="connsiteX487" fmla="*/ 1933391 w 7467600"/>
              <a:gd name="connsiteY487" fmla="*/ 5156971 h 6858000"/>
              <a:gd name="connsiteX488" fmla="*/ 1827118 w 7467600"/>
              <a:gd name="connsiteY488" fmla="*/ 4968410 h 6858000"/>
              <a:gd name="connsiteX489" fmla="*/ 1837349 w 7467600"/>
              <a:gd name="connsiteY489" fmla="*/ 4956357 h 6858000"/>
              <a:gd name="connsiteX490" fmla="*/ 2162835 w 7467600"/>
              <a:gd name="connsiteY490" fmla="*/ 5187853 h 6858000"/>
              <a:gd name="connsiteX491" fmla="*/ 2257167 w 7467600"/>
              <a:gd name="connsiteY491" fmla="*/ 5462123 h 6858000"/>
              <a:gd name="connsiteX492" fmla="*/ 2261598 w 7467600"/>
              <a:gd name="connsiteY492" fmla="*/ 5467998 h 6858000"/>
              <a:gd name="connsiteX493" fmla="*/ 2437177 w 7467600"/>
              <a:gd name="connsiteY493" fmla="*/ 5479608 h 6858000"/>
              <a:gd name="connsiteX494" fmla="*/ 2445247 w 7467600"/>
              <a:gd name="connsiteY494" fmla="*/ 5483476 h 6858000"/>
              <a:gd name="connsiteX495" fmla="*/ 2743626 w 7467600"/>
              <a:gd name="connsiteY495" fmla="*/ 5304819 h 6858000"/>
              <a:gd name="connsiteX496" fmla="*/ 3048102 w 7467600"/>
              <a:gd name="connsiteY496" fmla="*/ 5150595 h 6858000"/>
              <a:gd name="connsiteX497" fmla="*/ 1799414 w 7467600"/>
              <a:gd name="connsiteY497" fmla="*/ 4694732 h 6858000"/>
              <a:gd name="connsiteX498" fmla="*/ 1771735 w 7467600"/>
              <a:gd name="connsiteY498" fmla="*/ 4619929 h 6858000"/>
              <a:gd name="connsiteX499" fmla="*/ 3104273 w 7467600"/>
              <a:gd name="connsiteY499" fmla="*/ 5076159 h 6858000"/>
              <a:gd name="connsiteX500" fmla="*/ 3113245 w 7467600"/>
              <a:gd name="connsiteY500" fmla="*/ 5090705 h 6858000"/>
              <a:gd name="connsiteX501" fmla="*/ 3126294 w 7467600"/>
              <a:gd name="connsiteY501" fmla="*/ 5114400 h 6858000"/>
              <a:gd name="connsiteX502" fmla="*/ 3937433 w 7467600"/>
              <a:gd name="connsiteY502" fmla="*/ 4830473 h 6858000"/>
              <a:gd name="connsiteX503" fmla="*/ 3590475 w 7467600"/>
              <a:gd name="connsiteY503" fmla="*/ 4597974 h 6858000"/>
              <a:gd name="connsiteX504" fmla="*/ 3100264 w 7467600"/>
              <a:gd name="connsiteY504" fmla="*/ 4579845 h 6858000"/>
              <a:gd name="connsiteX505" fmla="*/ 2183576 w 7467600"/>
              <a:gd name="connsiteY505" fmla="*/ 4227150 h 6858000"/>
              <a:gd name="connsiteX506" fmla="*/ 2151029 w 7467600"/>
              <a:gd name="connsiteY506" fmla="*/ 4146947 h 6858000"/>
              <a:gd name="connsiteX507" fmla="*/ 3563434 w 7467600"/>
              <a:gd name="connsiteY507" fmla="*/ 4469115 h 6858000"/>
              <a:gd name="connsiteX508" fmla="*/ 3177952 w 7467600"/>
              <a:gd name="connsiteY508" fmla="*/ 3657386 h 6858000"/>
              <a:gd name="connsiteX509" fmla="*/ 3189263 w 7467600"/>
              <a:gd name="connsiteY509" fmla="*/ 3625726 h 6858000"/>
              <a:gd name="connsiteX510" fmla="*/ 3560912 w 7467600"/>
              <a:gd name="connsiteY510" fmla="*/ 4079863 h 6858000"/>
              <a:gd name="connsiteX511" fmla="*/ 3626636 w 7467600"/>
              <a:gd name="connsiteY511" fmla="*/ 4512230 h 6858000"/>
              <a:gd name="connsiteX512" fmla="*/ 3653088 w 7467600"/>
              <a:gd name="connsiteY512" fmla="*/ 4521417 h 6858000"/>
              <a:gd name="connsiteX513" fmla="*/ 3988128 w 7467600"/>
              <a:gd name="connsiteY513" fmla="*/ 4817267 h 6858000"/>
              <a:gd name="connsiteX514" fmla="*/ 4830582 w 7467600"/>
              <a:gd name="connsiteY514" fmla="*/ 4676000 h 6858000"/>
              <a:gd name="connsiteX515" fmla="*/ 4830100 w 7467600"/>
              <a:gd name="connsiteY515" fmla="*/ 4675554 h 6858000"/>
              <a:gd name="connsiteX516" fmla="*/ 4036318 w 7467600"/>
              <a:gd name="connsiteY516" fmla="*/ 4147013 h 6858000"/>
              <a:gd name="connsiteX517" fmla="*/ 3432098 w 7467600"/>
              <a:gd name="connsiteY517" fmla="*/ 3537312 h 6858000"/>
              <a:gd name="connsiteX518" fmla="*/ 3446761 w 7467600"/>
              <a:gd name="connsiteY518" fmla="*/ 3461278 h 6858000"/>
              <a:gd name="connsiteX519" fmla="*/ 4419733 w 7467600"/>
              <a:gd name="connsiteY519" fmla="*/ 3963555 h 6858000"/>
              <a:gd name="connsiteX520" fmla="*/ 4781371 w 7467600"/>
              <a:gd name="connsiteY520" fmla="*/ 4458604 h 6858000"/>
              <a:gd name="connsiteX521" fmla="*/ 4780440 w 7467600"/>
              <a:gd name="connsiteY521" fmla="*/ 4470290 h 6858000"/>
              <a:gd name="connsiteX522" fmla="*/ 4898954 w 7467600"/>
              <a:gd name="connsiteY522" fmla="*/ 4662092 h 6858000"/>
              <a:gd name="connsiteX523" fmla="*/ 4900699 w 7467600"/>
              <a:gd name="connsiteY523" fmla="*/ 4670867 h 6858000"/>
              <a:gd name="connsiteX524" fmla="*/ 5714511 w 7467600"/>
              <a:gd name="connsiteY524" fmla="*/ 4663483 h 6858000"/>
              <a:gd name="connsiteX525" fmla="*/ 5464793 w 7467600"/>
              <a:gd name="connsiteY525" fmla="*/ 4393556 h 6858000"/>
              <a:gd name="connsiteX526" fmla="*/ 5461897 w 7467600"/>
              <a:gd name="connsiteY526" fmla="*/ 4390879 h 6858000"/>
              <a:gd name="connsiteX527" fmla="*/ 4294126 w 7467600"/>
              <a:gd name="connsiteY527" fmla="*/ 3303048 h 6858000"/>
              <a:gd name="connsiteX528" fmla="*/ 4305321 w 7467600"/>
              <a:gd name="connsiteY528" fmla="*/ 3256953 h 6858000"/>
              <a:gd name="connsiteX529" fmla="*/ 4949299 w 7467600"/>
              <a:gd name="connsiteY529" fmla="*/ 3766336 h 6858000"/>
              <a:gd name="connsiteX530" fmla="*/ 5291452 w 7467600"/>
              <a:gd name="connsiteY530" fmla="*/ 4076801 h 6858000"/>
              <a:gd name="connsiteX531" fmla="*/ 5434998 w 7467600"/>
              <a:gd name="connsiteY531" fmla="*/ 4254100 h 6858000"/>
              <a:gd name="connsiteX532" fmla="*/ 5351015 w 7467600"/>
              <a:gd name="connsiteY532" fmla="*/ 3760989 h 6858000"/>
              <a:gd name="connsiteX533" fmla="*/ 5413780 w 7467600"/>
              <a:gd name="connsiteY533" fmla="*/ 2966265 h 6858000"/>
              <a:gd name="connsiteX534" fmla="*/ 5425627 w 7467600"/>
              <a:gd name="connsiteY534" fmla="*/ 2954192 h 6858000"/>
              <a:gd name="connsiteX535" fmla="*/ 6604735 w 7467600"/>
              <a:gd name="connsiteY535" fmla="*/ 2041381 h 6858000"/>
              <a:gd name="connsiteX536" fmla="*/ 7204487 w 7467600"/>
              <a:gd name="connsiteY536" fmla="*/ 2742112 h 6858000"/>
              <a:gd name="connsiteX537" fmla="*/ 7131592 w 7467600"/>
              <a:gd name="connsiteY537" fmla="*/ 2672096 h 6858000"/>
              <a:gd name="connsiteX538" fmla="*/ 6996344 w 7467600"/>
              <a:gd name="connsiteY538" fmla="*/ 2518310 h 6858000"/>
              <a:gd name="connsiteX539" fmla="*/ 6735495 w 7467600"/>
              <a:gd name="connsiteY539" fmla="*/ 2196890 h 6858000"/>
              <a:gd name="connsiteX540" fmla="*/ 6721901 w 7467600"/>
              <a:gd name="connsiteY540" fmla="*/ 2179274 h 6858000"/>
              <a:gd name="connsiteX541" fmla="*/ 6604735 w 7467600"/>
              <a:gd name="connsiteY541" fmla="*/ 2041381 h 6858000"/>
              <a:gd name="connsiteX542" fmla="*/ 6591670 w 7467600"/>
              <a:gd name="connsiteY542" fmla="*/ 1988277 h 6858000"/>
              <a:gd name="connsiteX543" fmla="*/ 6747349 w 7467600"/>
              <a:gd name="connsiteY543" fmla="*/ 2160069 h 6858000"/>
              <a:gd name="connsiteX544" fmla="*/ 6760943 w 7467600"/>
              <a:gd name="connsiteY544" fmla="*/ 2177686 h 6858000"/>
              <a:gd name="connsiteX545" fmla="*/ 7021065 w 7467600"/>
              <a:gd name="connsiteY545" fmla="*/ 2498102 h 6858000"/>
              <a:gd name="connsiteX546" fmla="*/ 7155223 w 7467600"/>
              <a:gd name="connsiteY546" fmla="*/ 2650386 h 6858000"/>
              <a:gd name="connsiteX547" fmla="*/ 7203167 w 7467600"/>
              <a:gd name="connsiteY547" fmla="*/ 2697288 h 6858000"/>
              <a:gd name="connsiteX548" fmla="*/ 6937703 w 7467600"/>
              <a:gd name="connsiteY548" fmla="*/ 2321981 h 6858000"/>
              <a:gd name="connsiteX549" fmla="*/ 6591670 w 7467600"/>
              <a:gd name="connsiteY549" fmla="*/ 1988277 h 6858000"/>
              <a:gd name="connsiteX550" fmla="*/ 5798671 w 7467600"/>
              <a:gd name="connsiteY550" fmla="*/ 1981601 h 6858000"/>
              <a:gd name="connsiteX551" fmla="*/ 5754709 w 7467600"/>
              <a:gd name="connsiteY551" fmla="*/ 2071454 h 6858000"/>
              <a:gd name="connsiteX552" fmla="*/ 5763044 w 7467600"/>
              <a:gd name="connsiteY552" fmla="*/ 2842206 h 6858000"/>
              <a:gd name="connsiteX553" fmla="*/ 5764974 w 7467600"/>
              <a:gd name="connsiteY553" fmla="*/ 2799609 h 6858000"/>
              <a:gd name="connsiteX554" fmla="*/ 5767665 w 7467600"/>
              <a:gd name="connsiteY554" fmla="*/ 2666409 h 6858000"/>
              <a:gd name="connsiteX555" fmla="*/ 5763055 w 7467600"/>
              <a:gd name="connsiteY555" fmla="*/ 2579705 h 6858000"/>
              <a:gd name="connsiteX556" fmla="*/ 5758079 w 7467600"/>
              <a:gd name="connsiteY556" fmla="*/ 2492508 h 6858000"/>
              <a:gd name="connsiteX557" fmla="*/ 5779325 w 7467600"/>
              <a:gd name="connsiteY557" fmla="*/ 2197069 h 6858000"/>
              <a:gd name="connsiteX558" fmla="*/ 5798671 w 7467600"/>
              <a:gd name="connsiteY558" fmla="*/ 1981601 h 6858000"/>
              <a:gd name="connsiteX559" fmla="*/ 5829202 w 7467600"/>
              <a:gd name="connsiteY559" fmla="*/ 1971679 h 6858000"/>
              <a:gd name="connsiteX560" fmla="*/ 5809558 w 7467600"/>
              <a:gd name="connsiteY560" fmla="*/ 2198043 h 6858000"/>
              <a:gd name="connsiteX561" fmla="*/ 5788653 w 7467600"/>
              <a:gd name="connsiteY561" fmla="*/ 2489430 h 6858000"/>
              <a:gd name="connsiteX562" fmla="*/ 5793439 w 7467600"/>
              <a:gd name="connsiteY562" fmla="*/ 2575235 h 6858000"/>
              <a:gd name="connsiteX563" fmla="*/ 5796837 w 7467600"/>
              <a:gd name="connsiteY563" fmla="*/ 2637633 h 6858000"/>
              <a:gd name="connsiteX564" fmla="*/ 5818614 w 7467600"/>
              <a:gd name="connsiteY564" fmla="*/ 2473055 h 6858000"/>
              <a:gd name="connsiteX565" fmla="*/ 5829202 w 7467600"/>
              <a:gd name="connsiteY565" fmla="*/ 1971679 h 6858000"/>
              <a:gd name="connsiteX566" fmla="*/ 5911389 w 7467600"/>
              <a:gd name="connsiteY566" fmla="*/ 1898371 h 6858000"/>
              <a:gd name="connsiteX567" fmla="*/ 6237627 w 7467600"/>
              <a:gd name="connsiteY567" fmla="*/ 2231921 h 6858000"/>
              <a:gd name="connsiteX568" fmla="*/ 5911389 w 7467600"/>
              <a:gd name="connsiteY568" fmla="*/ 1898371 h 6858000"/>
              <a:gd name="connsiteX569" fmla="*/ 6944437 w 7467600"/>
              <a:gd name="connsiteY569" fmla="*/ 1575402 h 6858000"/>
              <a:gd name="connsiteX570" fmla="*/ 6304730 w 7467600"/>
              <a:gd name="connsiteY570" fmla="*/ 1766654 h 6858000"/>
              <a:gd name="connsiteX571" fmla="*/ 6944437 w 7467600"/>
              <a:gd name="connsiteY571" fmla="*/ 1575402 h 6858000"/>
              <a:gd name="connsiteX572" fmla="*/ 7019523 w 7467600"/>
              <a:gd name="connsiteY572" fmla="*/ 1519450 h 6858000"/>
              <a:gd name="connsiteX573" fmla="*/ 6298091 w 7467600"/>
              <a:gd name="connsiteY573" fmla="*/ 1737122 h 6858000"/>
              <a:gd name="connsiteX574" fmla="*/ 7019523 w 7467600"/>
              <a:gd name="connsiteY574" fmla="*/ 1519450 h 6858000"/>
              <a:gd name="connsiteX575" fmla="*/ 2399523 w 7467600"/>
              <a:gd name="connsiteY575" fmla="*/ 1428234 h 6858000"/>
              <a:gd name="connsiteX576" fmla="*/ 2224982 w 7467600"/>
              <a:gd name="connsiteY576" fmla="*/ 1826201 h 6858000"/>
              <a:gd name="connsiteX577" fmla="*/ 2096099 w 7467600"/>
              <a:gd name="connsiteY577" fmla="*/ 2345900 h 6858000"/>
              <a:gd name="connsiteX578" fmla="*/ 2283317 w 7467600"/>
              <a:gd name="connsiteY578" fmla="*/ 1796925 h 6858000"/>
              <a:gd name="connsiteX579" fmla="*/ 2399523 w 7467600"/>
              <a:gd name="connsiteY579" fmla="*/ 1428234 h 6858000"/>
              <a:gd name="connsiteX580" fmla="*/ 2448558 w 7467600"/>
              <a:gd name="connsiteY580" fmla="*/ 1373435 h 6858000"/>
              <a:gd name="connsiteX581" fmla="*/ 2312521 w 7467600"/>
              <a:gd name="connsiteY581" fmla="*/ 1806140 h 6858000"/>
              <a:gd name="connsiteX582" fmla="*/ 2127533 w 7467600"/>
              <a:gd name="connsiteY582" fmla="*/ 2348380 h 6858000"/>
              <a:gd name="connsiteX583" fmla="*/ 2358080 w 7467600"/>
              <a:gd name="connsiteY583" fmla="*/ 1866134 h 6858000"/>
              <a:gd name="connsiteX584" fmla="*/ 2407436 w 7467600"/>
              <a:gd name="connsiteY584" fmla="*/ 1651070 h 6858000"/>
              <a:gd name="connsiteX585" fmla="*/ 2448558 w 7467600"/>
              <a:gd name="connsiteY585" fmla="*/ 1373435 h 6858000"/>
              <a:gd name="connsiteX586" fmla="*/ 278707 w 7467600"/>
              <a:gd name="connsiteY586" fmla="*/ 1352270 h 6858000"/>
              <a:gd name="connsiteX587" fmla="*/ 321570 w 7467600"/>
              <a:gd name="connsiteY587" fmla="*/ 1861610 h 6858000"/>
              <a:gd name="connsiteX588" fmla="*/ 294281 w 7467600"/>
              <a:gd name="connsiteY588" fmla="*/ 1440658 h 6858000"/>
              <a:gd name="connsiteX589" fmla="*/ 278707 w 7467600"/>
              <a:gd name="connsiteY589" fmla="*/ 1352270 h 6858000"/>
              <a:gd name="connsiteX590" fmla="*/ 1423821 w 7467600"/>
              <a:gd name="connsiteY590" fmla="*/ 1351958 h 6858000"/>
              <a:gd name="connsiteX591" fmla="*/ 1638521 w 7467600"/>
              <a:gd name="connsiteY591" fmla="*/ 1908470 h 6858000"/>
              <a:gd name="connsiteX592" fmla="*/ 1754199 w 7467600"/>
              <a:gd name="connsiteY592" fmla="*/ 2149284 h 6858000"/>
              <a:gd name="connsiteX593" fmla="*/ 1908359 w 7467600"/>
              <a:gd name="connsiteY593" fmla="*/ 2364988 h 6858000"/>
              <a:gd name="connsiteX594" fmla="*/ 1647661 w 7467600"/>
              <a:gd name="connsiteY594" fmla="*/ 1825945 h 6858000"/>
              <a:gd name="connsiteX595" fmla="*/ 1423821 w 7467600"/>
              <a:gd name="connsiteY595" fmla="*/ 1351958 h 6858000"/>
              <a:gd name="connsiteX596" fmla="*/ 1431890 w 7467600"/>
              <a:gd name="connsiteY596" fmla="*/ 1306475 h 6858000"/>
              <a:gd name="connsiteX597" fmla="*/ 1507597 w 7467600"/>
              <a:gd name="connsiteY597" fmla="*/ 1446132 h 6858000"/>
              <a:gd name="connsiteX598" fmla="*/ 1674586 w 7467600"/>
              <a:gd name="connsiteY598" fmla="*/ 1813832 h 6858000"/>
              <a:gd name="connsiteX599" fmla="*/ 1815950 w 7467600"/>
              <a:gd name="connsiteY599" fmla="*/ 2128564 h 6858000"/>
              <a:gd name="connsiteX600" fmla="*/ 1984242 w 7467600"/>
              <a:gd name="connsiteY600" fmla="*/ 2430829 h 6858000"/>
              <a:gd name="connsiteX601" fmla="*/ 2014023 w 7467600"/>
              <a:gd name="connsiteY601" fmla="*/ 2450995 h 6858000"/>
              <a:gd name="connsiteX602" fmla="*/ 1747337 w 7467600"/>
              <a:gd name="connsiteY602" fmla="*/ 1855264 h 6858000"/>
              <a:gd name="connsiteX603" fmla="*/ 1533749 w 7467600"/>
              <a:gd name="connsiteY603" fmla="*/ 1478656 h 6858000"/>
              <a:gd name="connsiteX604" fmla="*/ 1431890 w 7467600"/>
              <a:gd name="connsiteY604" fmla="*/ 1306475 h 6858000"/>
              <a:gd name="connsiteX605" fmla="*/ 5052692 w 7467600"/>
              <a:gd name="connsiteY605" fmla="*/ 1292994 h 6858000"/>
              <a:gd name="connsiteX606" fmla="*/ 5200661 w 7467600"/>
              <a:gd name="connsiteY606" fmla="*/ 1635186 h 6858000"/>
              <a:gd name="connsiteX607" fmla="*/ 5297138 w 7467600"/>
              <a:gd name="connsiteY607" fmla="*/ 1906351 h 6858000"/>
              <a:gd name="connsiteX608" fmla="*/ 5052692 w 7467600"/>
              <a:gd name="connsiteY608" fmla="*/ 1292994 h 6858000"/>
              <a:gd name="connsiteX609" fmla="*/ 5009948 w 7467600"/>
              <a:gd name="connsiteY609" fmla="*/ 1273619 h 6858000"/>
              <a:gd name="connsiteX610" fmla="*/ 5121777 w 7467600"/>
              <a:gd name="connsiteY610" fmla="*/ 1654213 h 6858000"/>
              <a:gd name="connsiteX611" fmla="*/ 5293545 w 7467600"/>
              <a:gd name="connsiteY611" fmla="*/ 2072247 h 6858000"/>
              <a:gd name="connsiteX612" fmla="*/ 5294042 w 7467600"/>
              <a:gd name="connsiteY612" fmla="*/ 2065019 h 6858000"/>
              <a:gd name="connsiteX613" fmla="*/ 5171936 w 7467600"/>
              <a:gd name="connsiteY613" fmla="*/ 1647613 h 6858000"/>
              <a:gd name="connsiteX614" fmla="*/ 5009948 w 7467600"/>
              <a:gd name="connsiteY614" fmla="*/ 1273619 h 6858000"/>
              <a:gd name="connsiteX615" fmla="*/ 655236 w 7467600"/>
              <a:gd name="connsiteY615" fmla="*/ 1268632 h 6858000"/>
              <a:gd name="connsiteX616" fmla="*/ 839521 w 7467600"/>
              <a:gd name="connsiteY616" fmla="*/ 1685315 h 6858000"/>
              <a:gd name="connsiteX617" fmla="*/ 1109416 w 7467600"/>
              <a:gd name="connsiteY617" fmla="*/ 2061663 h 6858000"/>
              <a:gd name="connsiteX618" fmla="*/ 1298300 w 7467600"/>
              <a:gd name="connsiteY618" fmla="*/ 2247742 h 6858000"/>
              <a:gd name="connsiteX619" fmla="*/ 1125871 w 7467600"/>
              <a:gd name="connsiteY619" fmla="*/ 1989513 h 6858000"/>
              <a:gd name="connsiteX620" fmla="*/ 981574 w 7467600"/>
              <a:gd name="connsiteY620" fmla="*/ 1783157 h 6858000"/>
              <a:gd name="connsiteX621" fmla="*/ 922198 w 7467600"/>
              <a:gd name="connsiteY621" fmla="*/ 1677437 h 6858000"/>
              <a:gd name="connsiteX622" fmla="*/ 869293 w 7467600"/>
              <a:gd name="connsiteY622" fmla="*/ 1583214 h 6858000"/>
              <a:gd name="connsiteX623" fmla="*/ 751431 w 7467600"/>
              <a:gd name="connsiteY623" fmla="*/ 1405731 h 6858000"/>
              <a:gd name="connsiteX624" fmla="*/ 655236 w 7467600"/>
              <a:gd name="connsiteY624" fmla="*/ 1268632 h 6858000"/>
              <a:gd name="connsiteX625" fmla="*/ 6516292 w 7467600"/>
              <a:gd name="connsiteY625" fmla="*/ 1263064 h 6858000"/>
              <a:gd name="connsiteX626" fmla="*/ 5736320 w 7467600"/>
              <a:gd name="connsiteY626" fmla="*/ 1501803 h 6858000"/>
              <a:gd name="connsiteX627" fmla="*/ 6516292 w 7467600"/>
              <a:gd name="connsiteY627" fmla="*/ 1263064 h 6858000"/>
              <a:gd name="connsiteX628" fmla="*/ 291466 w 7467600"/>
              <a:gd name="connsiteY628" fmla="*/ 1250369 h 6858000"/>
              <a:gd name="connsiteX629" fmla="*/ 323180 w 7467600"/>
              <a:gd name="connsiteY629" fmla="*/ 1435283 h 6858000"/>
              <a:gd name="connsiteX630" fmla="*/ 349381 w 7467600"/>
              <a:gd name="connsiteY630" fmla="*/ 1875041 h 6858000"/>
              <a:gd name="connsiteX631" fmla="*/ 374363 w 7467600"/>
              <a:gd name="connsiteY631" fmla="*/ 1506494 h 6858000"/>
              <a:gd name="connsiteX632" fmla="*/ 302168 w 7467600"/>
              <a:gd name="connsiteY632" fmla="*/ 1274495 h 6858000"/>
              <a:gd name="connsiteX633" fmla="*/ 291466 w 7467600"/>
              <a:gd name="connsiteY633" fmla="*/ 1250369 h 6858000"/>
              <a:gd name="connsiteX634" fmla="*/ 678222 w 7467600"/>
              <a:gd name="connsiteY634" fmla="*/ 1248670 h 6858000"/>
              <a:gd name="connsiteX635" fmla="*/ 775536 w 7467600"/>
              <a:gd name="connsiteY635" fmla="*/ 1388015 h 6858000"/>
              <a:gd name="connsiteX636" fmla="*/ 894529 w 7467600"/>
              <a:gd name="connsiteY636" fmla="*/ 1567739 h 6858000"/>
              <a:gd name="connsiteX637" fmla="*/ 948000 w 7467600"/>
              <a:gd name="connsiteY637" fmla="*/ 1663088 h 6858000"/>
              <a:gd name="connsiteX638" fmla="*/ 1006812 w 7467600"/>
              <a:gd name="connsiteY638" fmla="*/ 1767683 h 6858000"/>
              <a:gd name="connsiteX639" fmla="*/ 1149133 w 7467600"/>
              <a:gd name="connsiteY639" fmla="*/ 1971513 h 6858000"/>
              <a:gd name="connsiteX640" fmla="*/ 1333952 w 7467600"/>
              <a:gd name="connsiteY640" fmla="*/ 2251620 h 6858000"/>
              <a:gd name="connsiteX641" fmla="*/ 1337329 w 7467600"/>
              <a:gd name="connsiteY641" fmla="*/ 2258350 h 6858000"/>
              <a:gd name="connsiteX642" fmla="*/ 1014726 w 7467600"/>
              <a:gd name="connsiteY642" fmla="*/ 1615556 h 6858000"/>
              <a:gd name="connsiteX643" fmla="*/ 678222 w 7467600"/>
              <a:gd name="connsiteY643" fmla="*/ 1248670 h 6858000"/>
              <a:gd name="connsiteX644" fmla="*/ 6691602 w 7467600"/>
              <a:gd name="connsiteY644" fmla="*/ 1140573 h 6858000"/>
              <a:gd name="connsiteX645" fmla="*/ 6571100 w 7467600"/>
              <a:gd name="connsiteY645" fmla="*/ 1183662 h 6858000"/>
              <a:gd name="connsiteX646" fmla="*/ 6241687 w 7467600"/>
              <a:gd name="connsiteY646" fmla="*/ 1257600 h 6858000"/>
              <a:gd name="connsiteX647" fmla="*/ 5693009 w 7467600"/>
              <a:gd name="connsiteY647" fmla="*/ 1478256 h 6858000"/>
              <a:gd name="connsiteX648" fmla="*/ 6548420 w 7467600"/>
              <a:gd name="connsiteY648" fmla="*/ 1214599 h 6858000"/>
              <a:gd name="connsiteX649" fmla="*/ 6605473 w 7467600"/>
              <a:gd name="connsiteY649" fmla="*/ 1184686 h 6858000"/>
              <a:gd name="connsiteX650" fmla="*/ 6691602 w 7467600"/>
              <a:gd name="connsiteY650" fmla="*/ 1140573 h 6858000"/>
              <a:gd name="connsiteX651" fmla="*/ 4002475 w 7467600"/>
              <a:gd name="connsiteY651" fmla="*/ 1037802 h 6858000"/>
              <a:gd name="connsiteX652" fmla="*/ 4000324 w 7467600"/>
              <a:gd name="connsiteY652" fmla="*/ 1039362 h 6858000"/>
              <a:gd name="connsiteX653" fmla="*/ 4002862 w 7467600"/>
              <a:gd name="connsiteY653" fmla="*/ 1042866 h 6858000"/>
              <a:gd name="connsiteX654" fmla="*/ 4002475 w 7467600"/>
              <a:gd name="connsiteY654" fmla="*/ 1037802 h 6858000"/>
              <a:gd name="connsiteX655" fmla="*/ 506322 w 7467600"/>
              <a:gd name="connsiteY655" fmla="*/ 1020997 h 6858000"/>
              <a:gd name="connsiteX656" fmla="*/ 533068 w 7467600"/>
              <a:gd name="connsiteY656" fmla="*/ 1029409 h 6858000"/>
              <a:gd name="connsiteX657" fmla="*/ 1232525 w 7467600"/>
              <a:gd name="connsiteY657" fmla="*/ 1804675 h 6858000"/>
              <a:gd name="connsiteX658" fmla="*/ 1388858 w 7467600"/>
              <a:gd name="connsiteY658" fmla="*/ 2368011 h 6858000"/>
              <a:gd name="connsiteX659" fmla="*/ 1384098 w 7467600"/>
              <a:gd name="connsiteY659" fmla="*/ 2378125 h 6858000"/>
              <a:gd name="connsiteX660" fmla="*/ 1425393 w 7467600"/>
              <a:gd name="connsiteY660" fmla="*/ 2589124 h 6858000"/>
              <a:gd name="connsiteX661" fmla="*/ 1424001 w 7467600"/>
              <a:gd name="connsiteY661" fmla="*/ 2597541 h 6858000"/>
              <a:gd name="connsiteX662" fmla="*/ 2152729 w 7467600"/>
              <a:gd name="connsiteY662" fmla="*/ 2864487 h 6858000"/>
              <a:gd name="connsiteX663" fmla="*/ 2020609 w 7467600"/>
              <a:gd name="connsiteY663" fmla="*/ 2539671 h 6858000"/>
              <a:gd name="connsiteX664" fmla="*/ 2018920 w 7467600"/>
              <a:gd name="connsiteY664" fmla="*/ 2536309 h 6858000"/>
              <a:gd name="connsiteX665" fmla="*/ 1342441 w 7467600"/>
              <a:gd name="connsiteY665" fmla="*/ 1173017 h 6858000"/>
              <a:gd name="connsiteX666" fmla="*/ 1367925 w 7467600"/>
              <a:gd name="connsiteY666" fmla="*/ 1135648 h 6858000"/>
              <a:gd name="connsiteX667" fmla="*/ 1771401 w 7467600"/>
              <a:gd name="connsiteY667" fmla="*/ 1806673 h 6858000"/>
              <a:gd name="connsiteX668" fmla="*/ 1972385 w 7467600"/>
              <a:gd name="connsiteY668" fmla="*/ 2198735 h 6858000"/>
              <a:gd name="connsiteX669" fmla="*/ 2040892 w 7467600"/>
              <a:gd name="connsiteY669" fmla="*/ 2405205 h 6858000"/>
              <a:gd name="connsiteX670" fmla="*/ 2131689 w 7467600"/>
              <a:gd name="connsiteY670" fmla="*/ 1936926 h 6858000"/>
              <a:gd name="connsiteX671" fmla="*/ 2454820 w 7467600"/>
              <a:gd name="connsiteY671" fmla="*/ 1248808 h 6858000"/>
              <a:gd name="connsiteX672" fmla="*/ 2492512 w 7467600"/>
              <a:gd name="connsiteY672" fmla="*/ 1302920 h 6858000"/>
              <a:gd name="connsiteX673" fmla="*/ 2081216 w 7467600"/>
              <a:gd name="connsiteY673" fmla="*/ 2527513 h 6858000"/>
              <a:gd name="connsiteX674" fmla="*/ 2081211 w 7467600"/>
              <a:gd name="connsiteY674" fmla="*/ 2528916 h 6858000"/>
              <a:gd name="connsiteX675" fmla="*/ 2199067 w 7467600"/>
              <a:gd name="connsiteY675" fmla="*/ 2884061 h 6858000"/>
              <a:gd name="connsiteX676" fmla="*/ 3192586 w 7467600"/>
              <a:gd name="connsiteY676" fmla="*/ 3411496 h 6858000"/>
              <a:gd name="connsiteX677" fmla="*/ 3182620 w 7467600"/>
              <a:gd name="connsiteY677" fmla="*/ 3483279 h 6858000"/>
              <a:gd name="connsiteX678" fmla="*/ 2435119 w 7467600"/>
              <a:gd name="connsiteY678" fmla="*/ 3080173 h 6858000"/>
              <a:gd name="connsiteX679" fmla="*/ 2410152 w 7467600"/>
              <a:gd name="connsiteY679" fmla="*/ 3063751 h 6858000"/>
              <a:gd name="connsiteX680" fmla="*/ 2408099 w 7467600"/>
              <a:gd name="connsiteY680" fmla="*/ 3064403 h 6858000"/>
              <a:gd name="connsiteX681" fmla="*/ 2407218 w 7467600"/>
              <a:gd name="connsiteY681" fmla="*/ 3070324 h 6858000"/>
              <a:gd name="connsiteX682" fmla="*/ 2380138 w 7467600"/>
              <a:gd name="connsiteY682" fmla="*/ 3099341 h 6858000"/>
              <a:gd name="connsiteX683" fmla="*/ 1765923 w 7467600"/>
              <a:gd name="connsiteY683" fmla="*/ 3581043 h 6858000"/>
              <a:gd name="connsiteX684" fmla="*/ 1702258 w 7467600"/>
              <a:gd name="connsiteY684" fmla="*/ 3612286 h 6858000"/>
              <a:gd name="connsiteX685" fmla="*/ 1538370 w 7467600"/>
              <a:gd name="connsiteY685" fmla="*/ 3811804 h 6858000"/>
              <a:gd name="connsiteX686" fmla="*/ 542867 w 7467600"/>
              <a:gd name="connsiteY686" fmla="*/ 4944092 h 6858000"/>
              <a:gd name="connsiteX687" fmla="*/ 515800 w 7467600"/>
              <a:gd name="connsiteY687" fmla="*/ 4862180 h 6858000"/>
              <a:gd name="connsiteX688" fmla="*/ 909145 w 7467600"/>
              <a:gd name="connsiteY688" fmla="*/ 4199225 h 6858000"/>
              <a:gd name="connsiteX689" fmla="*/ 1214067 w 7467600"/>
              <a:gd name="connsiteY689" fmla="*/ 3908561 h 6858000"/>
              <a:gd name="connsiteX690" fmla="*/ 640967 w 7467600"/>
              <a:gd name="connsiteY690" fmla="*/ 4105601 h 6858000"/>
              <a:gd name="connsiteX691" fmla="*/ 112563 w 7467600"/>
              <a:gd name="connsiteY691" fmla="*/ 4396952 h 6858000"/>
              <a:gd name="connsiteX692" fmla="*/ 0 w 7467600"/>
              <a:gd name="connsiteY692" fmla="*/ 4466006 h 6858000"/>
              <a:gd name="connsiteX693" fmla="*/ 0 w 7467600"/>
              <a:gd name="connsiteY693" fmla="*/ 4233763 h 6858000"/>
              <a:gd name="connsiteX694" fmla="*/ 36881 w 7467600"/>
              <a:gd name="connsiteY694" fmla="*/ 4200118 h 6858000"/>
              <a:gd name="connsiteX695" fmla="*/ 910534 w 7467600"/>
              <a:gd name="connsiteY695" fmla="*/ 3629753 h 6858000"/>
              <a:gd name="connsiteX696" fmla="*/ 1578717 w 7467600"/>
              <a:gd name="connsiteY696" fmla="*/ 3575982 h 6858000"/>
              <a:gd name="connsiteX697" fmla="*/ 2338780 w 7467600"/>
              <a:gd name="connsiteY697" fmla="*/ 3033725 h 6858000"/>
              <a:gd name="connsiteX698" fmla="*/ 1807991 w 7467600"/>
              <a:gd name="connsiteY698" fmla="*/ 2807184 h 6858000"/>
              <a:gd name="connsiteX699" fmla="*/ 1416358 w 7467600"/>
              <a:gd name="connsiteY699" fmla="*/ 3112571 h 6858000"/>
              <a:gd name="connsiteX700" fmla="*/ 939066 w 7467600"/>
              <a:gd name="connsiteY700" fmla="*/ 3378798 h 6858000"/>
              <a:gd name="connsiteX701" fmla="*/ 115099 w 7467600"/>
              <a:gd name="connsiteY701" fmla="*/ 3607650 h 6858000"/>
              <a:gd name="connsiteX702" fmla="*/ 97284 w 7467600"/>
              <a:gd name="connsiteY702" fmla="*/ 3520393 h 6858000"/>
              <a:gd name="connsiteX703" fmla="*/ 922050 w 7467600"/>
              <a:gd name="connsiteY703" fmla="*/ 3074867 h 6858000"/>
              <a:gd name="connsiteX704" fmla="*/ 1405265 w 7467600"/>
              <a:gd name="connsiteY704" fmla="*/ 3016319 h 6858000"/>
              <a:gd name="connsiteX705" fmla="*/ 1407512 w 7467600"/>
              <a:gd name="connsiteY705" fmla="*/ 3018001 h 6858000"/>
              <a:gd name="connsiteX706" fmla="*/ 1726266 w 7467600"/>
              <a:gd name="connsiteY706" fmla="*/ 2777274 h 6858000"/>
              <a:gd name="connsiteX707" fmla="*/ 625390 w 7467600"/>
              <a:gd name="connsiteY707" fmla="*/ 2514541 h 6858000"/>
              <a:gd name="connsiteX708" fmla="*/ 619799 w 7467600"/>
              <a:gd name="connsiteY708" fmla="*/ 2527180 h 6858000"/>
              <a:gd name="connsiteX709" fmla="*/ 310030 w 7467600"/>
              <a:gd name="connsiteY709" fmla="*/ 2771818 h 6858000"/>
              <a:gd name="connsiteX710" fmla="*/ 173877 w 7467600"/>
              <a:gd name="connsiteY710" fmla="*/ 2937056 h 6858000"/>
              <a:gd name="connsiteX711" fmla="*/ 77889 w 7467600"/>
              <a:gd name="connsiteY711" fmla="*/ 3138440 h 6858000"/>
              <a:gd name="connsiteX712" fmla="*/ 0 w 7467600"/>
              <a:gd name="connsiteY712" fmla="*/ 3271395 h 6858000"/>
              <a:gd name="connsiteX713" fmla="*/ 0 w 7467600"/>
              <a:gd name="connsiteY713" fmla="*/ 3153002 h 6858000"/>
              <a:gd name="connsiteX714" fmla="*/ 2386 w 7467600"/>
              <a:gd name="connsiteY714" fmla="*/ 3149203 h 6858000"/>
              <a:gd name="connsiteX715" fmla="*/ 89753 w 7467600"/>
              <a:gd name="connsiteY715" fmla="*/ 2987702 h 6858000"/>
              <a:gd name="connsiteX716" fmla="*/ 76869 w 7467600"/>
              <a:gd name="connsiteY716" fmla="*/ 3005404 h 6858000"/>
              <a:gd name="connsiteX717" fmla="*/ 32049 w 7467600"/>
              <a:gd name="connsiteY717" fmla="*/ 3065814 h 6858000"/>
              <a:gd name="connsiteX718" fmla="*/ 0 w 7467600"/>
              <a:gd name="connsiteY718" fmla="*/ 3108744 h 6858000"/>
              <a:gd name="connsiteX719" fmla="*/ 0 w 7467600"/>
              <a:gd name="connsiteY719" fmla="*/ 3058059 h 6858000"/>
              <a:gd name="connsiteX720" fmla="*/ 7610 w 7467600"/>
              <a:gd name="connsiteY720" fmla="*/ 3047889 h 6858000"/>
              <a:gd name="connsiteX721" fmla="*/ 52419 w 7467600"/>
              <a:gd name="connsiteY721" fmla="*/ 2987479 h 6858000"/>
              <a:gd name="connsiteX722" fmla="*/ 59142 w 7467600"/>
              <a:gd name="connsiteY722" fmla="*/ 2978488 h 6858000"/>
              <a:gd name="connsiteX723" fmla="*/ 0 w 7467600"/>
              <a:gd name="connsiteY723" fmla="*/ 3015334 h 6858000"/>
              <a:gd name="connsiteX724" fmla="*/ 0 w 7467600"/>
              <a:gd name="connsiteY724" fmla="*/ 2914286 h 6858000"/>
              <a:gd name="connsiteX725" fmla="*/ 36383 w 7467600"/>
              <a:gd name="connsiteY725" fmla="*/ 2901128 h 6858000"/>
              <a:gd name="connsiteX726" fmla="*/ 156329 w 7467600"/>
              <a:gd name="connsiteY726" fmla="*/ 2840533 h 6858000"/>
              <a:gd name="connsiteX727" fmla="*/ 358355 w 7467600"/>
              <a:gd name="connsiteY727" fmla="*/ 2620471 h 6858000"/>
              <a:gd name="connsiteX728" fmla="*/ 510577 w 7467600"/>
              <a:gd name="connsiteY728" fmla="*/ 2501244 h 6858000"/>
              <a:gd name="connsiteX729" fmla="*/ 211967 w 7467600"/>
              <a:gd name="connsiteY729" fmla="*/ 2479171 h 6858000"/>
              <a:gd name="connsiteX730" fmla="*/ 0 w 7467600"/>
              <a:gd name="connsiteY730" fmla="*/ 2476398 h 6858000"/>
              <a:gd name="connsiteX731" fmla="*/ 0 w 7467600"/>
              <a:gd name="connsiteY731" fmla="*/ 2389189 h 6858000"/>
              <a:gd name="connsiteX732" fmla="*/ 103062 w 7467600"/>
              <a:gd name="connsiteY732" fmla="*/ 2389518 h 6858000"/>
              <a:gd name="connsiteX733" fmla="*/ 510734 w 7467600"/>
              <a:gd name="connsiteY733" fmla="*/ 2416201 h 6858000"/>
              <a:gd name="connsiteX734" fmla="*/ 279257 w 7467600"/>
              <a:gd name="connsiteY734" fmla="*/ 2092102 h 6858000"/>
              <a:gd name="connsiteX735" fmla="*/ 65265 w 7467600"/>
              <a:gd name="connsiteY735" fmla="*/ 2006049 h 6858000"/>
              <a:gd name="connsiteX736" fmla="*/ 0 w 7467600"/>
              <a:gd name="connsiteY736" fmla="*/ 1982532 h 6858000"/>
              <a:gd name="connsiteX737" fmla="*/ 0 w 7467600"/>
              <a:gd name="connsiteY737" fmla="*/ 1912789 h 6858000"/>
              <a:gd name="connsiteX738" fmla="*/ 97460 w 7467600"/>
              <a:gd name="connsiteY738" fmla="*/ 1953725 h 6858000"/>
              <a:gd name="connsiteX739" fmla="*/ 221272 w 7467600"/>
              <a:gd name="connsiteY739" fmla="*/ 1980766 h 6858000"/>
              <a:gd name="connsiteX740" fmla="*/ 116765 w 7467600"/>
              <a:gd name="connsiteY740" fmla="*/ 1911033 h 6858000"/>
              <a:gd name="connsiteX741" fmla="*/ 16405 w 7467600"/>
              <a:gd name="connsiteY741" fmla="*/ 1803412 h 6858000"/>
              <a:gd name="connsiteX742" fmla="*/ 0 w 7467600"/>
              <a:gd name="connsiteY742" fmla="*/ 1784777 h 6858000"/>
              <a:gd name="connsiteX743" fmla="*/ 0 w 7467600"/>
              <a:gd name="connsiteY743" fmla="*/ 1740082 h 6858000"/>
              <a:gd name="connsiteX744" fmla="*/ 39394 w 7467600"/>
              <a:gd name="connsiteY744" fmla="*/ 1784856 h 6858000"/>
              <a:gd name="connsiteX745" fmla="*/ 135813 w 7467600"/>
              <a:gd name="connsiteY745" fmla="*/ 1888838 h 6858000"/>
              <a:gd name="connsiteX746" fmla="*/ 242575 w 7467600"/>
              <a:gd name="connsiteY746" fmla="*/ 1958841 h 6858000"/>
              <a:gd name="connsiteX747" fmla="*/ 82197 w 7467600"/>
              <a:gd name="connsiteY747" fmla="*/ 1754826 h 6858000"/>
              <a:gd name="connsiteX748" fmla="*/ 0 w 7467600"/>
              <a:gd name="connsiteY748" fmla="*/ 1679650 h 6858000"/>
              <a:gd name="connsiteX749" fmla="*/ 0 w 7467600"/>
              <a:gd name="connsiteY749" fmla="*/ 1602463 h 6858000"/>
              <a:gd name="connsiteX750" fmla="*/ 84689 w 7467600"/>
              <a:gd name="connsiteY750" fmla="*/ 1677442 h 6858000"/>
              <a:gd name="connsiteX751" fmla="*/ 298437 w 7467600"/>
              <a:gd name="connsiteY751" fmla="*/ 1968019 h 6858000"/>
              <a:gd name="connsiteX752" fmla="*/ 227269 w 7467600"/>
              <a:gd name="connsiteY752" fmla="*/ 1114064 h 6858000"/>
              <a:gd name="connsiteX753" fmla="*/ 248003 w 7467600"/>
              <a:gd name="connsiteY753" fmla="*/ 1089613 h 6858000"/>
              <a:gd name="connsiteX754" fmla="*/ 427020 w 7467600"/>
              <a:gd name="connsiteY754" fmla="*/ 1619803 h 6858000"/>
              <a:gd name="connsiteX755" fmla="*/ 340345 w 7467600"/>
              <a:gd name="connsiteY755" fmla="*/ 2027739 h 6858000"/>
              <a:gd name="connsiteX756" fmla="*/ 360865 w 7467600"/>
              <a:gd name="connsiteY756" fmla="*/ 2044827 h 6858000"/>
              <a:gd name="connsiteX757" fmla="*/ 560414 w 7467600"/>
              <a:gd name="connsiteY757" fmla="*/ 2421457 h 6858000"/>
              <a:gd name="connsiteX758" fmla="*/ 1359703 w 7467600"/>
              <a:gd name="connsiteY758" fmla="*/ 2578554 h 6858000"/>
              <a:gd name="connsiteX759" fmla="*/ 1359422 w 7467600"/>
              <a:gd name="connsiteY759" fmla="*/ 2577994 h 6858000"/>
              <a:gd name="connsiteX760" fmla="*/ 828701 w 7467600"/>
              <a:gd name="connsiteY760" fmla="*/ 1839520 h 6858000"/>
              <a:gd name="connsiteX761" fmla="*/ 494427 w 7467600"/>
              <a:gd name="connsiteY761" fmla="*/ 1092333 h 6858000"/>
              <a:gd name="connsiteX762" fmla="*/ 506322 w 7467600"/>
              <a:gd name="connsiteY762" fmla="*/ 1020997 h 6858000"/>
              <a:gd name="connsiteX763" fmla="*/ 4570198 w 7467600"/>
              <a:gd name="connsiteY763" fmla="*/ 978081 h 6858000"/>
              <a:gd name="connsiteX764" fmla="*/ 4523691 w 7467600"/>
              <a:gd name="connsiteY764" fmla="*/ 1127776 h 6858000"/>
              <a:gd name="connsiteX765" fmla="*/ 4509875 w 7467600"/>
              <a:gd name="connsiteY765" fmla="*/ 1167552 h 6858000"/>
              <a:gd name="connsiteX766" fmla="*/ 4478168 w 7467600"/>
              <a:gd name="connsiteY766" fmla="*/ 1260735 h 6858000"/>
              <a:gd name="connsiteX767" fmla="*/ 4409309 w 7467600"/>
              <a:gd name="connsiteY767" fmla="*/ 1666996 h 6858000"/>
              <a:gd name="connsiteX768" fmla="*/ 4370031 w 7467600"/>
              <a:gd name="connsiteY768" fmla="*/ 1955666 h 6858000"/>
              <a:gd name="connsiteX769" fmla="*/ 4570198 w 7467600"/>
              <a:gd name="connsiteY769" fmla="*/ 978081 h 6858000"/>
              <a:gd name="connsiteX770" fmla="*/ 4557898 w 7467600"/>
              <a:gd name="connsiteY770" fmla="*/ 900011 h 6858000"/>
              <a:gd name="connsiteX771" fmla="*/ 4344840 w 7467600"/>
              <a:gd name="connsiteY771" fmla="*/ 1922038 h 6858000"/>
              <a:gd name="connsiteX772" fmla="*/ 4378710 w 7467600"/>
              <a:gd name="connsiteY772" fmla="*/ 1665516 h 6858000"/>
              <a:gd name="connsiteX773" fmla="*/ 4448798 w 7467600"/>
              <a:gd name="connsiteY773" fmla="*/ 1253024 h 6858000"/>
              <a:gd name="connsiteX774" fmla="*/ 4480315 w 7467600"/>
              <a:gd name="connsiteY774" fmla="*/ 1158454 h 6858000"/>
              <a:gd name="connsiteX775" fmla="*/ 4494133 w 7467600"/>
              <a:gd name="connsiteY775" fmla="*/ 1118676 h 6858000"/>
              <a:gd name="connsiteX776" fmla="*/ 4557898 w 7467600"/>
              <a:gd name="connsiteY776" fmla="*/ 900011 h 6858000"/>
              <a:gd name="connsiteX777" fmla="*/ 5870151 w 7467600"/>
              <a:gd name="connsiteY777" fmla="*/ 898890 h 6858000"/>
              <a:gd name="connsiteX778" fmla="*/ 5861335 w 7467600"/>
              <a:gd name="connsiteY778" fmla="*/ 899177 h 6858000"/>
              <a:gd name="connsiteX779" fmla="*/ 5843702 w 7467600"/>
              <a:gd name="connsiteY779" fmla="*/ 899748 h 6858000"/>
              <a:gd name="connsiteX780" fmla="*/ 5651107 w 7467600"/>
              <a:gd name="connsiteY780" fmla="*/ 920306 h 6858000"/>
              <a:gd name="connsiteX781" fmla="*/ 5459407 w 7467600"/>
              <a:gd name="connsiteY781" fmla="*/ 940975 h 6858000"/>
              <a:gd name="connsiteX782" fmla="*/ 5374846 w 7467600"/>
              <a:gd name="connsiteY782" fmla="*/ 941988 h 6858000"/>
              <a:gd name="connsiteX783" fmla="*/ 5256105 w 7467600"/>
              <a:gd name="connsiteY783" fmla="*/ 945632 h 6858000"/>
              <a:gd name="connsiteX784" fmla="*/ 5107071 w 7467600"/>
              <a:gd name="connsiteY784" fmla="*/ 969720 h 6858000"/>
              <a:gd name="connsiteX785" fmla="*/ 4998681 w 7467600"/>
              <a:gd name="connsiteY785" fmla="*/ 988771 h 6858000"/>
              <a:gd name="connsiteX786" fmla="*/ 5870151 w 7467600"/>
              <a:gd name="connsiteY786" fmla="*/ 898890 h 6858000"/>
              <a:gd name="connsiteX787" fmla="*/ 5504425 w 7467600"/>
              <a:gd name="connsiteY787" fmla="*/ 848067 h 6858000"/>
              <a:gd name="connsiteX788" fmla="*/ 4968849 w 7467600"/>
              <a:gd name="connsiteY788" fmla="*/ 962318 h 6858000"/>
              <a:gd name="connsiteX789" fmla="*/ 5104039 w 7467600"/>
              <a:gd name="connsiteY789" fmla="*/ 940634 h 6858000"/>
              <a:gd name="connsiteX790" fmla="*/ 5256311 w 7467600"/>
              <a:gd name="connsiteY790" fmla="*/ 916490 h 6858000"/>
              <a:gd name="connsiteX791" fmla="*/ 5377381 w 7467600"/>
              <a:gd name="connsiteY791" fmla="*/ 912671 h 6858000"/>
              <a:gd name="connsiteX792" fmla="*/ 5460148 w 7467600"/>
              <a:gd name="connsiteY792" fmla="*/ 911442 h 6858000"/>
              <a:gd name="connsiteX793" fmla="*/ 5648971 w 7467600"/>
              <a:gd name="connsiteY793" fmla="*/ 891331 h 6858000"/>
              <a:gd name="connsiteX794" fmla="*/ 5844807 w 7467600"/>
              <a:gd name="connsiteY794" fmla="*/ 870718 h 6858000"/>
              <a:gd name="connsiteX795" fmla="*/ 5862975 w 7467600"/>
              <a:gd name="connsiteY795" fmla="*/ 869756 h 6858000"/>
              <a:gd name="connsiteX796" fmla="*/ 5920887 w 7467600"/>
              <a:gd name="connsiteY796" fmla="*/ 865929 h 6858000"/>
              <a:gd name="connsiteX797" fmla="*/ 5504425 w 7467600"/>
              <a:gd name="connsiteY797" fmla="*/ 848067 h 6858000"/>
              <a:gd name="connsiteX798" fmla="*/ 3607114 w 7467600"/>
              <a:gd name="connsiteY798" fmla="*/ 467441 h 6858000"/>
              <a:gd name="connsiteX799" fmla="*/ 3296242 w 7467600"/>
              <a:gd name="connsiteY799" fmla="*/ 807991 h 6858000"/>
              <a:gd name="connsiteX800" fmla="*/ 3174674 w 7467600"/>
              <a:gd name="connsiteY800" fmla="*/ 919759 h 6858000"/>
              <a:gd name="connsiteX801" fmla="*/ 3042978 w 7467600"/>
              <a:gd name="connsiteY801" fmla="*/ 1054894 h 6858000"/>
              <a:gd name="connsiteX802" fmla="*/ 2968914 w 7467600"/>
              <a:gd name="connsiteY802" fmla="*/ 1133756 h 6858000"/>
              <a:gd name="connsiteX803" fmla="*/ 3103823 w 7467600"/>
              <a:gd name="connsiteY803" fmla="*/ 1026814 h 6858000"/>
              <a:gd name="connsiteX804" fmla="*/ 3607114 w 7467600"/>
              <a:gd name="connsiteY804" fmla="*/ 467441 h 6858000"/>
              <a:gd name="connsiteX805" fmla="*/ 3744487 w 7467600"/>
              <a:gd name="connsiteY805" fmla="*/ 383136 h 6858000"/>
              <a:gd name="connsiteX806" fmla="*/ 3970213 w 7467600"/>
              <a:gd name="connsiteY806" fmla="*/ 995559 h 6858000"/>
              <a:gd name="connsiteX807" fmla="*/ 3744487 w 7467600"/>
              <a:gd name="connsiteY807" fmla="*/ 383136 h 6858000"/>
              <a:gd name="connsiteX808" fmla="*/ 3624562 w 7467600"/>
              <a:gd name="connsiteY808" fmla="*/ 367041 h 6858000"/>
              <a:gd name="connsiteX809" fmla="*/ 3489712 w 7467600"/>
              <a:gd name="connsiteY809" fmla="*/ 485386 h 6858000"/>
              <a:gd name="connsiteX810" fmla="*/ 3182994 w 7467600"/>
              <a:gd name="connsiteY810" fmla="*/ 828265 h 6858000"/>
              <a:gd name="connsiteX811" fmla="*/ 2892114 w 7467600"/>
              <a:gd name="connsiteY811" fmla="*/ 1172635 h 6858000"/>
              <a:gd name="connsiteX812" fmla="*/ 3021459 w 7467600"/>
              <a:gd name="connsiteY812" fmla="*/ 1035385 h 6858000"/>
              <a:gd name="connsiteX813" fmla="*/ 3153873 w 7467600"/>
              <a:gd name="connsiteY813" fmla="*/ 898971 h 6858000"/>
              <a:gd name="connsiteX814" fmla="*/ 3276511 w 7467600"/>
              <a:gd name="connsiteY814" fmla="*/ 786423 h 6858000"/>
              <a:gd name="connsiteX815" fmla="*/ 3584154 w 7467600"/>
              <a:gd name="connsiteY815" fmla="*/ 448218 h 6858000"/>
              <a:gd name="connsiteX816" fmla="*/ 3624562 w 7467600"/>
              <a:gd name="connsiteY816" fmla="*/ 367041 h 6858000"/>
              <a:gd name="connsiteX817" fmla="*/ 3766672 w 7467600"/>
              <a:gd name="connsiteY817" fmla="*/ 359429 h 6858000"/>
              <a:gd name="connsiteX818" fmla="*/ 3996338 w 7467600"/>
              <a:gd name="connsiteY818" fmla="*/ 968237 h 6858000"/>
              <a:gd name="connsiteX819" fmla="*/ 3766672 w 7467600"/>
              <a:gd name="connsiteY819" fmla="*/ 359429 h 6858000"/>
              <a:gd name="connsiteX820" fmla="*/ 5805386 w 7467600"/>
              <a:gd name="connsiteY820" fmla="*/ 239240 h 6858000"/>
              <a:gd name="connsiteX821" fmla="*/ 5736947 w 7467600"/>
              <a:gd name="connsiteY821" fmla="*/ 261367 h 6858000"/>
              <a:gd name="connsiteX822" fmla="*/ 5427012 w 7467600"/>
              <a:gd name="connsiteY822" fmla="*/ 311272 h 6858000"/>
              <a:gd name="connsiteX823" fmla="*/ 5147818 w 7467600"/>
              <a:gd name="connsiteY823" fmla="*/ 322112 h 6858000"/>
              <a:gd name="connsiteX824" fmla="*/ 5060854 w 7467600"/>
              <a:gd name="connsiteY824" fmla="*/ 311882 h 6858000"/>
              <a:gd name="connsiteX825" fmla="*/ 4945989 w 7467600"/>
              <a:gd name="connsiteY825" fmla="*/ 300516 h 6858000"/>
              <a:gd name="connsiteX826" fmla="*/ 5410479 w 7467600"/>
              <a:gd name="connsiteY826" fmla="*/ 348434 h 6858000"/>
              <a:gd name="connsiteX827" fmla="*/ 5805386 w 7467600"/>
              <a:gd name="connsiteY827" fmla="*/ 239240 h 6858000"/>
              <a:gd name="connsiteX828" fmla="*/ 5905192 w 7467600"/>
              <a:gd name="connsiteY828" fmla="*/ 163079 h 6858000"/>
              <a:gd name="connsiteX829" fmla="*/ 5865655 w 7467600"/>
              <a:gd name="connsiteY829" fmla="*/ 171901 h 6858000"/>
              <a:gd name="connsiteX830" fmla="*/ 5259740 w 7467600"/>
              <a:gd name="connsiteY830" fmla="*/ 257013 h 6858000"/>
              <a:gd name="connsiteX831" fmla="*/ 5208466 w 7467600"/>
              <a:gd name="connsiteY831" fmla="*/ 257550 h 6858000"/>
              <a:gd name="connsiteX832" fmla="*/ 4980204 w 7467600"/>
              <a:gd name="connsiteY832" fmla="*/ 271903 h 6858000"/>
              <a:gd name="connsiteX833" fmla="*/ 5068068 w 7467600"/>
              <a:gd name="connsiteY833" fmla="*/ 282244 h 6858000"/>
              <a:gd name="connsiteX834" fmla="*/ 5153231 w 7467600"/>
              <a:gd name="connsiteY834" fmla="*/ 292240 h 6858000"/>
              <a:gd name="connsiteX835" fmla="*/ 5426491 w 7467600"/>
              <a:gd name="connsiteY835" fmla="*/ 281128 h 6858000"/>
              <a:gd name="connsiteX836" fmla="*/ 5731212 w 7467600"/>
              <a:gd name="connsiteY836" fmla="*/ 231951 h 6858000"/>
              <a:gd name="connsiteX837" fmla="*/ 5905192 w 7467600"/>
              <a:gd name="connsiteY837" fmla="*/ 163079 h 6858000"/>
              <a:gd name="connsiteX838" fmla="*/ 5944437 w 7467600"/>
              <a:gd name="connsiteY838" fmla="*/ 113829 h 6858000"/>
              <a:gd name="connsiteX839" fmla="*/ 5825032 w 7467600"/>
              <a:gd name="connsiteY839" fmla="*/ 146405 h 6858000"/>
              <a:gd name="connsiteX840" fmla="*/ 4955599 w 7467600"/>
              <a:gd name="connsiteY840" fmla="*/ 247008 h 6858000"/>
              <a:gd name="connsiteX841" fmla="*/ 5210104 w 7467600"/>
              <a:gd name="connsiteY841" fmla="*/ 228123 h 6858000"/>
              <a:gd name="connsiteX842" fmla="*/ 5261015 w 7467600"/>
              <a:gd name="connsiteY842" fmla="*/ 227087 h 6858000"/>
              <a:gd name="connsiteX843" fmla="*/ 5861181 w 7467600"/>
              <a:gd name="connsiteY843" fmla="*/ 143093 h 6858000"/>
              <a:gd name="connsiteX844" fmla="*/ 5961252 w 7467600"/>
              <a:gd name="connsiteY844" fmla="*/ 114820 h 6858000"/>
              <a:gd name="connsiteX845" fmla="*/ 5944437 w 7467600"/>
              <a:gd name="connsiteY845" fmla="*/ 113829 h 6858000"/>
              <a:gd name="connsiteX846" fmla="*/ 3882765 w 7467600"/>
              <a:gd name="connsiteY846" fmla="*/ 0 h 6858000"/>
              <a:gd name="connsiteX847" fmla="*/ 3995099 w 7467600"/>
              <a:gd name="connsiteY847" fmla="*/ 0 h 6858000"/>
              <a:gd name="connsiteX848" fmla="*/ 4163818 w 7467600"/>
              <a:gd name="connsiteY848" fmla="*/ 234104 h 6858000"/>
              <a:gd name="connsiteX849" fmla="*/ 4172099 w 7467600"/>
              <a:gd name="connsiteY849" fmla="*/ 234207 h 6858000"/>
              <a:gd name="connsiteX850" fmla="*/ 4784282 w 7467600"/>
              <a:gd name="connsiteY850" fmla="*/ 276561 h 6858000"/>
              <a:gd name="connsiteX851" fmla="*/ 4801687 w 7467600"/>
              <a:gd name="connsiteY851" fmla="*/ 267764 h 6858000"/>
              <a:gd name="connsiteX852" fmla="*/ 6082788 w 7467600"/>
              <a:gd name="connsiteY852" fmla="*/ 64119 h 6858000"/>
              <a:gd name="connsiteX853" fmla="*/ 6099442 w 7467600"/>
              <a:gd name="connsiteY853" fmla="*/ 82568 h 6858000"/>
              <a:gd name="connsiteX854" fmla="*/ 4804137 w 7467600"/>
              <a:gd name="connsiteY854" fmla="*/ 320931 h 6858000"/>
              <a:gd name="connsiteX855" fmla="*/ 4227047 w 7467600"/>
              <a:gd name="connsiteY855" fmla="*/ 313415 h 6858000"/>
              <a:gd name="connsiteX856" fmla="*/ 4346041 w 7467600"/>
              <a:gd name="connsiteY856" fmla="*/ 456086 h 6858000"/>
              <a:gd name="connsiteX857" fmla="*/ 4870967 w 7467600"/>
              <a:gd name="connsiteY857" fmla="*/ 963061 h 6858000"/>
              <a:gd name="connsiteX858" fmla="*/ 4889647 w 7467600"/>
              <a:gd name="connsiteY858" fmla="*/ 957147 h 6858000"/>
              <a:gd name="connsiteX859" fmla="*/ 5422504 w 7467600"/>
              <a:gd name="connsiteY859" fmla="*/ 805191 h 6858000"/>
              <a:gd name="connsiteX860" fmla="*/ 6087656 w 7467600"/>
              <a:gd name="connsiteY860" fmla="*/ 826703 h 6858000"/>
              <a:gd name="connsiteX861" fmla="*/ 6058717 w 7467600"/>
              <a:gd name="connsiteY861" fmla="*/ 865992 h 6858000"/>
              <a:gd name="connsiteX862" fmla="*/ 4974153 w 7467600"/>
              <a:gd name="connsiteY862" fmla="*/ 1045456 h 6858000"/>
              <a:gd name="connsiteX863" fmla="*/ 5627835 w 7467600"/>
              <a:gd name="connsiteY863" fmla="*/ 1472077 h 6858000"/>
              <a:gd name="connsiteX864" fmla="*/ 5629817 w 7467600"/>
              <a:gd name="connsiteY864" fmla="*/ 1471412 h 6858000"/>
              <a:gd name="connsiteX865" fmla="*/ 5634124 w 7467600"/>
              <a:gd name="connsiteY865" fmla="*/ 1470572 h 6858000"/>
              <a:gd name="connsiteX866" fmla="*/ 5755832 w 7467600"/>
              <a:gd name="connsiteY866" fmla="*/ 1383886 h 6858000"/>
              <a:gd name="connsiteX867" fmla="*/ 6014186 w 7467600"/>
              <a:gd name="connsiteY867" fmla="*/ 1279799 h 6858000"/>
              <a:gd name="connsiteX868" fmla="*/ 6901619 w 7467600"/>
              <a:gd name="connsiteY868" fmla="*/ 1047874 h 6858000"/>
              <a:gd name="connsiteX869" fmla="*/ 6931566 w 7467600"/>
              <a:gd name="connsiteY869" fmla="*/ 1062034 h 6858000"/>
              <a:gd name="connsiteX870" fmla="*/ 5790982 w 7467600"/>
              <a:gd name="connsiteY870" fmla="*/ 1561380 h 6858000"/>
              <a:gd name="connsiteX871" fmla="*/ 6188971 w 7467600"/>
              <a:gd name="connsiteY871" fmla="*/ 1755168 h 6858000"/>
              <a:gd name="connsiteX872" fmla="*/ 6202446 w 7467600"/>
              <a:gd name="connsiteY872" fmla="*/ 1752268 h 6858000"/>
              <a:gd name="connsiteX873" fmla="*/ 7179560 w 7467600"/>
              <a:gd name="connsiteY873" fmla="*/ 1467551 h 6858000"/>
              <a:gd name="connsiteX874" fmla="*/ 7158730 w 7467600"/>
              <a:gd name="connsiteY874" fmla="*/ 1507835 h 6858000"/>
              <a:gd name="connsiteX875" fmla="*/ 6326959 w 7467600"/>
              <a:gd name="connsiteY875" fmla="*/ 1817686 h 6858000"/>
              <a:gd name="connsiteX876" fmla="*/ 6537433 w 7467600"/>
              <a:gd name="connsiteY876" fmla="*/ 1907790 h 6858000"/>
              <a:gd name="connsiteX877" fmla="*/ 6550221 w 7467600"/>
              <a:gd name="connsiteY877" fmla="*/ 1910729 h 6858000"/>
              <a:gd name="connsiteX878" fmla="*/ 6964438 w 7467600"/>
              <a:gd name="connsiteY878" fmla="*/ 2209505 h 6858000"/>
              <a:gd name="connsiteX879" fmla="*/ 7367862 w 7467600"/>
              <a:gd name="connsiteY879" fmla="*/ 2806833 h 6858000"/>
              <a:gd name="connsiteX880" fmla="*/ 7364329 w 7467600"/>
              <a:gd name="connsiteY880" fmla="*/ 2826907 h 6858000"/>
              <a:gd name="connsiteX881" fmla="*/ 7290545 w 7467600"/>
              <a:gd name="connsiteY881" fmla="*/ 2850663 h 6858000"/>
              <a:gd name="connsiteX882" fmla="*/ 6472036 w 7467600"/>
              <a:gd name="connsiteY882" fmla="*/ 1959003 h 6858000"/>
              <a:gd name="connsiteX883" fmla="*/ 5792897 w 7467600"/>
              <a:gd name="connsiteY883" fmla="*/ 1647747 h 6858000"/>
              <a:gd name="connsiteX884" fmla="*/ 5842751 w 7467600"/>
              <a:gd name="connsiteY884" fmla="*/ 1816112 h 6858000"/>
              <a:gd name="connsiteX885" fmla="*/ 5847424 w 7467600"/>
              <a:gd name="connsiteY885" fmla="*/ 1815776 h 6858000"/>
              <a:gd name="connsiteX886" fmla="*/ 6399821 w 7467600"/>
              <a:gd name="connsiteY886" fmla="*/ 2344799 h 6858000"/>
              <a:gd name="connsiteX887" fmla="*/ 6323232 w 7467600"/>
              <a:gd name="connsiteY887" fmla="*/ 2389634 h 6858000"/>
              <a:gd name="connsiteX888" fmla="*/ 5942958 w 7467600"/>
              <a:gd name="connsiteY888" fmla="*/ 2077708 h 6858000"/>
              <a:gd name="connsiteX889" fmla="*/ 5921559 w 7467600"/>
              <a:gd name="connsiteY889" fmla="*/ 2378596 h 6858000"/>
              <a:gd name="connsiteX890" fmla="*/ 5817651 w 7467600"/>
              <a:gd name="connsiteY890" fmla="*/ 3023919 h 6858000"/>
              <a:gd name="connsiteX891" fmla="*/ 5729634 w 7467600"/>
              <a:gd name="connsiteY891" fmla="*/ 3051849 h 6858000"/>
              <a:gd name="connsiteX892" fmla="*/ 5611018 w 7467600"/>
              <a:gd name="connsiteY892" fmla="*/ 2316769 h 6858000"/>
              <a:gd name="connsiteX893" fmla="*/ 5687608 w 7467600"/>
              <a:gd name="connsiteY893" fmla="*/ 2039972 h 6858000"/>
              <a:gd name="connsiteX894" fmla="*/ 5657554 w 7467600"/>
              <a:gd name="connsiteY894" fmla="*/ 1576445 h 6858000"/>
              <a:gd name="connsiteX895" fmla="*/ 5150475 w 7467600"/>
              <a:gd name="connsiteY895" fmla="*/ 1274012 h 6858000"/>
              <a:gd name="connsiteX896" fmla="*/ 5349142 w 7467600"/>
              <a:gd name="connsiteY896" fmla="*/ 2204405 h 6858000"/>
              <a:gd name="connsiteX897" fmla="*/ 5262214 w 7467600"/>
              <a:gd name="connsiteY897" fmla="*/ 2233836 h 6858000"/>
              <a:gd name="connsiteX898" fmla="*/ 4981539 w 7467600"/>
              <a:gd name="connsiteY898" fmla="*/ 1542201 h 6858000"/>
              <a:gd name="connsiteX899" fmla="*/ 4958461 w 7467600"/>
              <a:gd name="connsiteY899" fmla="*/ 1136957 h 6858000"/>
              <a:gd name="connsiteX900" fmla="*/ 4655015 w 7467600"/>
              <a:gd name="connsiteY900" fmla="*/ 891426 h 6858000"/>
              <a:gd name="connsiteX901" fmla="*/ 4348002 w 7467600"/>
              <a:gd name="connsiteY901" fmla="*/ 2205895 h 6858000"/>
              <a:gd name="connsiteX902" fmla="*/ 4262250 w 7467600"/>
              <a:gd name="connsiteY902" fmla="*/ 2219972 h 6858000"/>
              <a:gd name="connsiteX903" fmla="*/ 4550611 w 7467600"/>
              <a:gd name="connsiteY903" fmla="*/ 817540 h 6858000"/>
              <a:gd name="connsiteX904" fmla="*/ 4564418 w 7467600"/>
              <a:gd name="connsiteY904" fmla="*/ 808293 h 6858000"/>
              <a:gd name="connsiteX905" fmla="*/ 4266388 w 7467600"/>
              <a:gd name="connsiteY905" fmla="*/ 500083 h 6858000"/>
              <a:gd name="connsiteX906" fmla="*/ 4032842 w 7467600"/>
              <a:gd name="connsiteY906" fmla="*/ 211809 h 6858000"/>
              <a:gd name="connsiteX907" fmla="*/ 3882765 w 7467600"/>
              <a:gd name="connsiteY907" fmla="*/ 0 h 6858000"/>
              <a:gd name="connsiteX908" fmla="*/ 3721337 w 7467600"/>
              <a:gd name="connsiteY908" fmla="*/ 0 h 6858000"/>
              <a:gd name="connsiteX909" fmla="*/ 3797544 w 7467600"/>
              <a:gd name="connsiteY909" fmla="*/ 0 h 6858000"/>
              <a:gd name="connsiteX910" fmla="*/ 3775734 w 7467600"/>
              <a:gd name="connsiteY910" fmla="*/ 95131 h 6858000"/>
              <a:gd name="connsiteX911" fmla="*/ 3724807 w 7467600"/>
              <a:gd name="connsiteY911" fmla="*/ 272257 h 6858000"/>
              <a:gd name="connsiteX912" fmla="*/ 3726844 w 7467600"/>
              <a:gd name="connsiteY912" fmla="*/ 282988 h 6858000"/>
              <a:gd name="connsiteX913" fmla="*/ 3742664 w 7467600"/>
              <a:gd name="connsiteY913" fmla="*/ 279918 h 6858000"/>
              <a:gd name="connsiteX914" fmla="*/ 4103910 w 7467600"/>
              <a:gd name="connsiteY914" fmla="*/ 1161917 h 6858000"/>
              <a:gd name="connsiteX915" fmla="*/ 4020269 w 7467600"/>
              <a:gd name="connsiteY915" fmla="*/ 1200406 h 6858000"/>
              <a:gd name="connsiteX916" fmla="*/ 3674882 w 7467600"/>
              <a:gd name="connsiteY916" fmla="*/ 488524 h 6858000"/>
              <a:gd name="connsiteX917" fmla="*/ 3132682 w 7467600"/>
              <a:gd name="connsiteY917" fmla="*/ 1072284 h 6858000"/>
              <a:gd name="connsiteX918" fmla="*/ 2716346 w 7467600"/>
              <a:gd name="connsiteY918" fmla="*/ 1276376 h 6858000"/>
              <a:gd name="connsiteX919" fmla="*/ 2716772 w 7467600"/>
              <a:gd name="connsiteY919" fmla="*/ 1255462 h 6858000"/>
              <a:gd name="connsiteX920" fmla="*/ 3471096 w 7467600"/>
              <a:gd name="connsiteY920" fmla="*/ 437072 h 6858000"/>
              <a:gd name="connsiteX921" fmla="*/ 3639057 w 7467600"/>
              <a:gd name="connsiteY921" fmla="*/ 286334 h 6858000"/>
              <a:gd name="connsiteX922" fmla="*/ 3640309 w 7467600"/>
              <a:gd name="connsiteY922" fmla="*/ 284664 h 6858000"/>
              <a:gd name="connsiteX923" fmla="*/ 3646022 w 7467600"/>
              <a:gd name="connsiteY923" fmla="*/ 276711 h 6858000"/>
              <a:gd name="connsiteX924" fmla="*/ 3707943 w 7467600"/>
              <a:gd name="connsiteY924" fmla="*/ 65958 h 6858000"/>
              <a:gd name="connsiteX925" fmla="*/ 3721337 w 7467600"/>
              <a:gd name="connsiteY925" fmla="*/ 0 h 6858000"/>
              <a:gd name="connsiteX926" fmla="*/ 2867960 w 7467600"/>
              <a:gd name="connsiteY926" fmla="*/ 0 h 6858000"/>
              <a:gd name="connsiteX927" fmla="*/ 2926351 w 7467600"/>
              <a:gd name="connsiteY927" fmla="*/ 0 h 6858000"/>
              <a:gd name="connsiteX928" fmla="*/ 2902823 w 7467600"/>
              <a:gd name="connsiteY928" fmla="*/ 262929 h 6858000"/>
              <a:gd name="connsiteX929" fmla="*/ 2940663 w 7467600"/>
              <a:gd name="connsiteY929" fmla="*/ 140884 h 6858000"/>
              <a:gd name="connsiteX930" fmla="*/ 2947039 w 7467600"/>
              <a:gd name="connsiteY930" fmla="*/ 122524 h 6858000"/>
              <a:gd name="connsiteX931" fmla="*/ 2984316 w 7467600"/>
              <a:gd name="connsiteY931" fmla="*/ 0 h 6858000"/>
              <a:gd name="connsiteX932" fmla="*/ 3016114 w 7467600"/>
              <a:gd name="connsiteY932" fmla="*/ 0 h 6858000"/>
              <a:gd name="connsiteX933" fmla="*/ 2979949 w 7467600"/>
              <a:gd name="connsiteY933" fmla="*/ 119274 h 6858000"/>
              <a:gd name="connsiteX934" fmla="*/ 3023879 w 7467600"/>
              <a:gd name="connsiteY934" fmla="*/ 0 h 6858000"/>
              <a:gd name="connsiteX935" fmla="*/ 3105400 w 7467600"/>
              <a:gd name="connsiteY935" fmla="*/ 0 h 6858000"/>
              <a:gd name="connsiteX936" fmla="*/ 3094669 w 7467600"/>
              <a:gd name="connsiteY936" fmla="*/ 30308 h 6858000"/>
              <a:gd name="connsiteX937" fmla="*/ 2901945 w 7467600"/>
              <a:gd name="connsiteY937" fmla="*/ 466538 h 6858000"/>
              <a:gd name="connsiteX938" fmla="*/ 2815209 w 7467600"/>
              <a:gd name="connsiteY938" fmla="*/ 497361 h 6858000"/>
              <a:gd name="connsiteX939" fmla="*/ 2844845 w 7467600"/>
              <a:gd name="connsiteY939" fmla="*/ 127638 h 6858000"/>
              <a:gd name="connsiteX940" fmla="*/ 2867960 w 7467600"/>
              <a:gd name="connsiteY940" fmla="*/ 0 h 6858000"/>
              <a:gd name="connsiteX941" fmla="*/ 1057230 w 7467600"/>
              <a:gd name="connsiteY941" fmla="*/ 0 h 6858000"/>
              <a:gd name="connsiteX942" fmla="*/ 1111003 w 7467600"/>
              <a:gd name="connsiteY942" fmla="*/ 0 h 6858000"/>
              <a:gd name="connsiteX943" fmla="*/ 1125553 w 7467600"/>
              <a:gd name="connsiteY943" fmla="*/ 52588 h 6858000"/>
              <a:gd name="connsiteX944" fmla="*/ 1304276 w 7467600"/>
              <a:gd name="connsiteY944" fmla="*/ 476275 h 6858000"/>
              <a:gd name="connsiteX945" fmla="*/ 1492066 w 7467600"/>
              <a:gd name="connsiteY945" fmla="*/ 886333 h 6858000"/>
              <a:gd name="connsiteX946" fmla="*/ 1423698 w 7467600"/>
              <a:gd name="connsiteY946" fmla="*/ 710817 h 6858000"/>
              <a:gd name="connsiteX947" fmla="*/ 1357609 w 7467600"/>
              <a:gd name="connsiteY947" fmla="*/ 532892 h 6858000"/>
              <a:gd name="connsiteX948" fmla="*/ 1309550 w 7467600"/>
              <a:gd name="connsiteY948" fmla="*/ 374031 h 6858000"/>
              <a:gd name="connsiteX949" fmla="*/ 1193673 w 7467600"/>
              <a:gd name="connsiteY949" fmla="*/ 49533 h 6858000"/>
              <a:gd name="connsiteX950" fmla="*/ 1164391 w 7467600"/>
              <a:gd name="connsiteY950" fmla="*/ 0 h 6858000"/>
              <a:gd name="connsiteX951" fmla="*/ 1200666 w 7467600"/>
              <a:gd name="connsiteY951" fmla="*/ 0 h 6858000"/>
              <a:gd name="connsiteX952" fmla="*/ 1223408 w 7467600"/>
              <a:gd name="connsiteY952" fmla="*/ 38996 h 6858000"/>
              <a:gd name="connsiteX953" fmla="*/ 1339635 w 7467600"/>
              <a:gd name="connsiteY953" fmla="*/ 365517 h 6858000"/>
              <a:gd name="connsiteX954" fmla="*/ 1387469 w 7467600"/>
              <a:gd name="connsiteY954" fmla="*/ 523079 h 6858000"/>
              <a:gd name="connsiteX955" fmla="*/ 1452685 w 7467600"/>
              <a:gd name="connsiteY955" fmla="*/ 699806 h 6858000"/>
              <a:gd name="connsiteX956" fmla="*/ 1492092 w 7467600"/>
              <a:gd name="connsiteY956" fmla="*/ 800424 h 6858000"/>
              <a:gd name="connsiteX957" fmla="*/ 1455302 w 7467600"/>
              <a:gd name="connsiteY957" fmla="*/ 632913 h 6858000"/>
              <a:gd name="connsiteX958" fmla="*/ 1222336 w 7467600"/>
              <a:gd name="connsiteY958" fmla="*/ 9480 h 6858000"/>
              <a:gd name="connsiteX959" fmla="*/ 1214634 w 7467600"/>
              <a:gd name="connsiteY959" fmla="*/ 0 h 6858000"/>
              <a:gd name="connsiteX960" fmla="*/ 1289827 w 7467600"/>
              <a:gd name="connsiteY960" fmla="*/ 0 h 6858000"/>
              <a:gd name="connsiteX961" fmla="*/ 1321076 w 7467600"/>
              <a:gd name="connsiteY961" fmla="*/ 59722 h 6858000"/>
              <a:gd name="connsiteX962" fmla="*/ 1512579 w 7467600"/>
              <a:gd name="connsiteY962" fmla="*/ 626441 h 6858000"/>
              <a:gd name="connsiteX963" fmla="*/ 1506076 w 7467600"/>
              <a:gd name="connsiteY963" fmla="*/ 1089289 h 6858000"/>
              <a:gd name="connsiteX964" fmla="*/ 1486346 w 7467600"/>
              <a:gd name="connsiteY964" fmla="*/ 1079919 h 6858000"/>
              <a:gd name="connsiteX965" fmla="*/ 1070511 w 7467600"/>
              <a:gd name="connsiteY965" fmla="*/ 48609 h 6858000"/>
              <a:gd name="connsiteX966" fmla="*/ 1057230 w 7467600"/>
              <a:gd name="connsiteY966" fmla="*/ 0 h 6858000"/>
              <a:gd name="connsiteX967" fmla="*/ 43151 w 7467600"/>
              <a:gd name="connsiteY967" fmla="*/ 0 h 6858000"/>
              <a:gd name="connsiteX968" fmla="*/ 95283 w 7467600"/>
              <a:gd name="connsiteY968" fmla="*/ 0 h 6858000"/>
              <a:gd name="connsiteX969" fmla="*/ 300708 w 7467600"/>
              <a:gd name="connsiteY969" fmla="*/ 154571 h 6858000"/>
              <a:gd name="connsiteX970" fmla="*/ 530414 w 7467600"/>
              <a:gd name="connsiteY970" fmla="*/ 354673 h 6858000"/>
              <a:gd name="connsiteX971" fmla="*/ 333785 w 7467600"/>
              <a:gd name="connsiteY971" fmla="*/ 161564 h 6858000"/>
              <a:gd name="connsiteX972" fmla="*/ 147005 w 7467600"/>
              <a:gd name="connsiteY972" fmla="*/ 0 h 6858000"/>
              <a:gd name="connsiteX973" fmla="*/ 272509 w 7467600"/>
              <a:gd name="connsiteY973" fmla="*/ 0 h 6858000"/>
              <a:gd name="connsiteX974" fmla="*/ 326276 w 7467600"/>
              <a:gd name="connsiteY974" fmla="*/ 45847 h 6858000"/>
              <a:gd name="connsiteX975" fmla="*/ 823759 w 7467600"/>
              <a:gd name="connsiteY975" fmla="*/ 574145 h 6858000"/>
              <a:gd name="connsiteX976" fmla="*/ 811254 w 7467600"/>
              <a:gd name="connsiteY976" fmla="*/ 665546 h 6858000"/>
              <a:gd name="connsiteX977" fmla="*/ 154042 w 7467600"/>
              <a:gd name="connsiteY977" fmla="*/ 261522 h 6858000"/>
              <a:gd name="connsiteX978" fmla="*/ 13550 w 7467600"/>
              <a:gd name="connsiteY978" fmla="*/ 158423 h 6858000"/>
              <a:gd name="connsiteX979" fmla="*/ 0 w 7467600"/>
              <a:gd name="connsiteY979" fmla="*/ 146618 h 6858000"/>
              <a:gd name="connsiteX980" fmla="*/ 0 w 7467600"/>
              <a:gd name="connsiteY980" fmla="*/ 59161 h 6858000"/>
              <a:gd name="connsiteX981" fmla="*/ 45427 w 7467600"/>
              <a:gd name="connsiteY981" fmla="*/ 101078 h 6858000"/>
              <a:gd name="connsiteX982" fmla="*/ 630103 w 7467600"/>
              <a:gd name="connsiteY982" fmla="*/ 485885 h 6858000"/>
              <a:gd name="connsiteX983" fmla="*/ 532040 w 7467600"/>
              <a:gd name="connsiteY983" fmla="*/ 399359 h 6858000"/>
              <a:gd name="connsiteX984" fmla="*/ 517618 w 7467600"/>
              <a:gd name="connsiteY984" fmla="*/ 385726 h 6858000"/>
              <a:gd name="connsiteX985" fmla="*/ 285074 w 7467600"/>
              <a:gd name="connsiteY985" fmla="*/ 182755 h 6858000"/>
              <a:gd name="connsiteX986" fmla="*/ 43151 w 7467600"/>
              <a:gd name="connsiteY98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312201 w 7467600"/>
              <a:gd name="connsiteY129" fmla="*/ 5128278 h 6858000"/>
              <a:gd name="connsiteX130" fmla="*/ 1903353 w 7467600"/>
              <a:gd name="connsiteY130" fmla="*/ 5044827 h 6858000"/>
              <a:gd name="connsiteX131" fmla="*/ 1936931 w 7467600"/>
              <a:gd name="connsiteY131" fmla="*/ 5093954 h 6858000"/>
              <a:gd name="connsiteX132" fmla="*/ 2195868 w 7467600"/>
              <a:gd name="connsiteY132" fmla="*/ 5396574 h 6858000"/>
              <a:gd name="connsiteX133" fmla="*/ 2088852 w 7467600"/>
              <a:gd name="connsiteY133" fmla="*/ 5166123 h 6858000"/>
              <a:gd name="connsiteX134" fmla="*/ 1958241 w 7467600"/>
              <a:gd name="connsiteY134" fmla="*/ 5067955 h 6858000"/>
              <a:gd name="connsiteX135" fmla="*/ 1903353 w 7467600"/>
              <a:gd name="connsiteY135" fmla="*/ 5044827 h 6858000"/>
              <a:gd name="connsiteX136" fmla="*/ 1979378 w 7467600"/>
              <a:gd name="connsiteY136" fmla="*/ 4769504 h 6858000"/>
              <a:gd name="connsiteX137" fmla="*/ 2882120 w 7467600"/>
              <a:gd name="connsiteY137" fmla="*/ 5064547 h 6858000"/>
              <a:gd name="connsiteX138" fmla="*/ 2793103 w 7467600"/>
              <a:gd name="connsiteY138" fmla="*/ 5039699 h 6858000"/>
              <a:gd name="connsiteX139" fmla="*/ 2770041 w 7467600"/>
              <a:gd name="connsiteY139" fmla="*/ 5033634 h 6858000"/>
              <a:gd name="connsiteX140" fmla="*/ 1979378 w 7467600"/>
              <a:gd name="connsiteY140" fmla="*/ 4769504 h 6858000"/>
              <a:gd name="connsiteX141" fmla="*/ 1927410 w 7467600"/>
              <a:gd name="connsiteY141" fmla="*/ 4716164 h 6858000"/>
              <a:gd name="connsiteX142" fmla="*/ 1959587 w 7467600"/>
              <a:gd name="connsiteY142" fmla="*/ 4728849 h 6858000"/>
              <a:gd name="connsiteX143" fmla="*/ 2777707 w 7467600"/>
              <a:gd name="connsiteY143" fmla="*/ 5003991 h 6858000"/>
              <a:gd name="connsiteX144" fmla="*/ 2800768 w 7467600"/>
              <a:gd name="connsiteY144" fmla="*/ 5010056 h 6858000"/>
              <a:gd name="connsiteX145" fmla="*/ 2879408 w 7467600"/>
              <a:gd name="connsiteY145" fmla="*/ 5031590 h 6858000"/>
              <a:gd name="connsiteX146" fmla="*/ 2862295 w 7467600"/>
              <a:gd name="connsiteY146" fmla="*/ 5022958 h 6858000"/>
              <a:gd name="connsiteX147" fmla="*/ 2813343 w 7467600"/>
              <a:gd name="connsiteY147" fmla="*/ 4998369 h 6858000"/>
              <a:gd name="connsiteX148" fmla="*/ 2646245 w 7467600"/>
              <a:gd name="connsiteY148" fmla="*/ 4930999 h 6858000"/>
              <a:gd name="connsiteX149" fmla="*/ 1999243 w 7467600"/>
              <a:gd name="connsiteY149" fmla="*/ 4730524 h 6858000"/>
              <a:gd name="connsiteX150" fmla="*/ 1979527 w 7467600"/>
              <a:gd name="connsiteY150" fmla="*/ 4726651 h 6858000"/>
              <a:gd name="connsiteX151" fmla="*/ 1927410 w 7467600"/>
              <a:gd name="connsiteY151" fmla="*/ 4716164 h 6858000"/>
              <a:gd name="connsiteX152" fmla="*/ 1997014 w 7467600"/>
              <a:gd name="connsiteY152" fmla="*/ 4698007 h 6858000"/>
              <a:gd name="connsiteX153" fmla="*/ 2005458 w 7467600"/>
              <a:gd name="connsiteY153" fmla="*/ 4699540 h 6858000"/>
              <a:gd name="connsiteX154" fmla="*/ 2657186 w 7467600"/>
              <a:gd name="connsiteY154" fmla="*/ 4901687 h 6858000"/>
              <a:gd name="connsiteX155" fmla="*/ 2826662 w 7467600"/>
              <a:gd name="connsiteY155" fmla="*/ 4970362 h 6858000"/>
              <a:gd name="connsiteX156" fmla="*/ 2876100 w 7467600"/>
              <a:gd name="connsiteY156" fmla="*/ 4995397 h 6858000"/>
              <a:gd name="connsiteX157" fmla="*/ 3042600 w 7467600"/>
              <a:gd name="connsiteY157" fmla="*/ 5059532 h 6858000"/>
              <a:gd name="connsiteX158" fmla="*/ 1997014 w 7467600"/>
              <a:gd name="connsiteY158" fmla="*/ 4698007 h 6858000"/>
              <a:gd name="connsiteX159" fmla="*/ 2305292 w 7467600"/>
              <a:gd name="connsiteY159" fmla="*/ 4219492 h 6858000"/>
              <a:gd name="connsiteX160" fmla="*/ 3360922 w 7467600"/>
              <a:gd name="connsiteY160" fmla="*/ 4529373 h 6858000"/>
              <a:gd name="connsiteX161" fmla="*/ 3492420 w 7467600"/>
              <a:gd name="connsiteY161" fmla="*/ 4510145 h 6858000"/>
              <a:gd name="connsiteX162" fmla="*/ 3364086 w 7467600"/>
              <a:gd name="connsiteY162" fmla="*/ 4480340 h 6858000"/>
              <a:gd name="connsiteX163" fmla="*/ 3225818 w 7467600"/>
              <a:gd name="connsiteY163" fmla="*/ 4411822 h 6858000"/>
              <a:gd name="connsiteX164" fmla="*/ 3129696 w 7467600"/>
              <a:gd name="connsiteY164" fmla="*/ 4360704 h 6858000"/>
              <a:gd name="connsiteX165" fmla="*/ 2814545 w 7467600"/>
              <a:gd name="connsiteY165" fmla="*/ 4282955 h 6858000"/>
              <a:gd name="connsiteX166" fmla="*/ 2305292 w 7467600"/>
              <a:gd name="connsiteY166" fmla="*/ 4219492 h 6858000"/>
              <a:gd name="connsiteX167" fmla="*/ 2626982 w 7467600"/>
              <a:gd name="connsiteY167" fmla="*/ 4206450 h 6858000"/>
              <a:gd name="connsiteX168" fmla="*/ 2490617 w 7467600"/>
              <a:gd name="connsiteY168" fmla="*/ 4206951 h 6858000"/>
              <a:gd name="connsiteX169" fmla="*/ 2819869 w 7467600"/>
              <a:gd name="connsiteY169" fmla="*/ 4252936 h 6858000"/>
              <a:gd name="connsiteX170" fmla="*/ 3143018 w 7467600"/>
              <a:gd name="connsiteY170" fmla="*/ 4332698 h 6858000"/>
              <a:gd name="connsiteX171" fmla="*/ 3241520 w 7467600"/>
              <a:gd name="connsiteY171" fmla="*/ 4385112 h 6858000"/>
              <a:gd name="connsiteX172" fmla="*/ 3374575 w 7467600"/>
              <a:gd name="connsiteY172" fmla="*/ 4451517 h 6858000"/>
              <a:gd name="connsiteX173" fmla="*/ 3505221 w 7467600"/>
              <a:gd name="connsiteY173" fmla="*/ 4480757 h 6858000"/>
              <a:gd name="connsiteX174" fmla="*/ 2626982 w 7467600"/>
              <a:gd name="connsiteY174" fmla="*/ 4206450 h 6858000"/>
              <a:gd name="connsiteX175" fmla="*/ 1310106 w 7467600"/>
              <a:gd name="connsiteY175" fmla="*/ 3943217 h 6858000"/>
              <a:gd name="connsiteX176" fmla="*/ 854994 w 7467600"/>
              <a:gd name="connsiteY176" fmla="*/ 4399136 h 6858000"/>
              <a:gd name="connsiteX177" fmla="*/ 742462 w 7467600"/>
              <a:gd name="connsiteY177" fmla="*/ 4594648 h 6858000"/>
              <a:gd name="connsiteX178" fmla="*/ 820602 w 7467600"/>
              <a:gd name="connsiteY178" fmla="*/ 4485915 h 6858000"/>
              <a:gd name="connsiteX179" fmla="*/ 878295 w 7467600"/>
              <a:gd name="connsiteY179" fmla="*/ 4403594 h 6858000"/>
              <a:gd name="connsiteX180" fmla="*/ 1240607 w 7467600"/>
              <a:gd name="connsiteY180" fmla="*/ 4010401 h 6858000"/>
              <a:gd name="connsiteX181" fmla="*/ 1310106 w 7467600"/>
              <a:gd name="connsiteY181" fmla="*/ 3943217 h 6858000"/>
              <a:gd name="connsiteX182" fmla="*/ 1423113 w 7467600"/>
              <a:gd name="connsiteY182" fmla="*/ 3874565 h 6858000"/>
              <a:gd name="connsiteX183" fmla="*/ 1260565 w 7467600"/>
              <a:gd name="connsiteY183" fmla="*/ 4031982 h 6858000"/>
              <a:gd name="connsiteX184" fmla="*/ 901900 w 7467600"/>
              <a:gd name="connsiteY184" fmla="*/ 4421236 h 6858000"/>
              <a:gd name="connsiteX185" fmla="*/ 845044 w 7467600"/>
              <a:gd name="connsiteY185" fmla="*/ 4502436 h 6858000"/>
              <a:gd name="connsiteX186" fmla="*/ 685926 w 7467600"/>
              <a:gd name="connsiteY186" fmla="*/ 4703069 h 6858000"/>
              <a:gd name="connsiteX187" fmla="*/ 684248 w 7467600"/>
              <a:gd name="connsiteY187" fmla="*/ 4706721 h 6858000"/>
              <a:gd name="connsiteX188" fmla="*/ 1423113 w 7467600"/>
              <a:gd name="connsiteY188" fmla="*/ 3874565 h 6858000"/>
              <a:gd name="connsiteX189" fmla="*/ 3316479 w 7467600"/>
              <a:gd name="connsiteY189" fmla="*/ 3872136 h 6858000"/>
              <a:gd name="connsiteX190" fmla="*/ 3546806 w 7467600"/>
              <a:gd name="connsiteY190" fmla="*/ 4356139 h 6858000"/>
              <a:gd name="connsiteX191" fmla="*/ 3364433 w 7467600"/>
              <a:gd name="connsiteY191" fmla="*/ 3953121 h 6858000"/>
              <a:gd name="connsiteX192" fmla="*/ 3316479 w 7467600"/>
              <a:gd name="connsiteY192" fmla="*/ 3872136 h 6858000"/>
              <a:gd name="connsiteX193" fmla="*/ 3291335 w 7467600"/>
              <a:gd name="connsiteY193" fmla="*/ 3767420 h 6858000"/>
              <a:gd name="connsiteX194" fmla="*/ 3390805 w 7467600"/>
              <a:gd name="connsiteY194" fmla="*/ 3937163 h 6858000"/>
              <a:gd name="connsiteX195" fmla="*/ 3579062 w 7467600"/>
              <a:gd name="connsiteY195" fmla="*/ 4359040 h 6858000"/>
              <a:gd name="connsiteX196" fmla="*/ 3467355 w 7467600"/>
              <a:gd name="connsiteY196" fmla="*/ 3988130 h 6858000"/>
              <a:gd name="connsiteX197" fmla="*/ 3310753 w 7467600"/>
              <a:gd name="connsiteY197" fmla="*/ 3787140 h 6858000"/>
              <a:gd name="connsiteX198" fmla="*/ 3291335 w 7467600"/>
              <a:gd name="connsiteY198" fmla="*/ 3767420 h 6858000"/>
              <a:gd name="connsiteX199" fmla="*/ 1635889 w 7467600"/>
              <a:gd name="connsiteY199" fmla="*/ 3709494 h 6858000"/>
              <a:gd name="connsiteX200" fmla="*/ 1634800 w 7467600"/>
              <a:gd name="connsiteY200" fmla="*/ 3731111 h 6858000"/>
              <a:gd name="connsiteX201" fmla="*/ 1635889 w 7467600"/>
              <a:gd name="connsiteY201" fmla="*/ 3709494 h 6858000"/>
              <a:gd name="connsiteX202" fmla="*/ 1510397 w 7467600"/>
              <a:gd name="connsiteY202" fmla="*/ 3684705 h 6858000"/>
              <a:gd name="connsiteX203" fmla="*/ 1146550 w 7467600"/>
              <a:gd name="connsiteY203" fmla="*/ 3802012 h 6858000"/>
              <a:gd name="connsiteX204" fmla="*/ 698834 w 7467600"/>
              <a:gd name="connsiteY204" fmla="*/ 3952272 h 6858000"/>
              <a:gd name="connsiteX205" fmla="*/ 34256 w 7467600"/>
              <a:gd name="connsiteY205" fmla="*/ 4347603 h 6858000"/>
              <a:gd name="connsiteX206" fmla="*/ 527241 w 7467600"/>
              <a:gd name="connsiteY206" fmla="*/ 4065078 h 6858000"/>
              <a:gd name="connsiteX207" fmla="*/ 1510397 w 7467600"/>
              <a:gd name="connsiteY207" fmla="*/ 3684705 h 6858000"/>
              <a:gd name="connsiteX208" fmla="*/ 1313114 w 7467600"/>
              <a:gd name="connsiteY208" fmla="*/ 3655216 h 6858000"/>
              <a:gd name="connsiteX209" fmla="*/ 1109304 w 7467600"/>
              <a:gd name="connsiteY209" fmla="*/ 3669030 h 6858000"/>
              <a:gd name="connsiteX210" fmla="*/ 8129 w 7467600"/>
              <a:gd name="connsiteY210" fmla="*/ 4330519 h 6858000"/>
              <a:gd name="connsiteX211" fmla="*/ 687572 w 7467600"/>
              <a:gd name="connsiteY211" fmla="*/ 3925629 h 6858000"/>
              <a:gd name="connsiteX212" fmla="*/ 1138365 w 7467600"/>
              <a:gd name="connsiteY212" fmla="*/ 3774515 h 6858000"/>
              <a:gd name="connsiteX213" fmla="*/ 1505579 w 7467600"/>
              <a:gd name="connsiteY213" fmla="*/ 3655526 h 6858000"/>
              <a:gd name="connsiteX214" fmla="*/ 1313114 w 7467600"/>
              <a:gd name="connsiteY214" fmla="*/ 3655216 h 6858000"/>
              <a:gd name="connsiteX215" fmla="*/ 3655073 w 7467600"/>
              <a:gd name="connsiteY215" fmla="*/ 3650884 h 6858000"/>
              <a:gd name="connsiteX216" fmla="*/ 3989938 w 7467600"/>
              <a:gd name="connsiteY216" fmla="*/ 3991685 h 6858000"/>
              <a:gd name="connsiteX217" fmla="*/ 4393907 w 7467600"/>
              <a:gd name="connsiteY217" fmla="*/ 4261258 h 6858000"/>
              <a:gd name="connsiteX218" fmla="*/ 4648051 w 7467600"/>
              <a:gd name="connsiteY218" fmla="*/ 4374051 h 6858000"/>
              <a:gd name="connsiteX219" fmla="*/ 4383389 w 7467600"/>
              <a:gd name="connsiteY219" fmla="*/ 4184369 h 6858000"/>
              <a:gd name="connsiteX220" fmla="*/ 4165508 w 7467600"/>
              <a:gd name="connsiteY220" fmla="*/ 4035196 h 6858000"/>
              <a:gd name="connsiteX221" fmla="*/ 4068162 w 7467600"/>
              <a:gd name="connsiteY221" fmla="*/ 3953394 h 6858000"/>
              <a:gd name="connsiteX222" fmla="*/ 3981416 w 7467600"/>
              <a:gd name="connsiteY222" fmla="*/ 3880482 h 6858000"/>
              <a:gd name="connsiteX223" fmla="*/ 3800147 w 7467600"/>
              <a:gd name="connsiteY223" fmla="*/ 3749872 h 6858000"/>
              <a:gd name="connsiteX224" fmla="*/ 3655073 w 7467600"/>
              <a:gd name="connsiteY224" fmla="*/ 3650884 h 6858000"/>
              <a:gd name="connsiteX225" fmla="*/ 3670252 w 7467600"/>
              <a:gd name="connsiteY225" fmla="*/ 3622798 h 6858000"/>
              <a:gd name="connsiteX226" fmla="*/ 3817258 w 7467600"/>
              <a:gd name="connsiteY226" fmla="*/ 3723577 h 6858000"/>
              <a:gd name="connsiteX227" fmla="*/ 4000461 w 7467600"/>
              <a:gd name="connsiteY227" fmla="*/ 3855966 h 6858000"/>
              <a:gd name="connsiteX228" fmla="*/ 4088180 w 7467600"/>
              <a:gd name="connsiteY228" fmla="*/ 3929774 h 6858000"/>
              <a:gd name="connsiteX229" fmla="*/ 4184555 w 7467600"/>
              <a:gd name="connsiteY229" fmla="*/ 4010683 h 6858000"/>
              <a:gd name="connsiteX230" fmla="*/ 4399563 w 7467600"/>
              <a:gd name="connsiteY230" fmla="*/ 4158106 h 6858000"/>
              <a:gd name="connsiteX231" fmla="*/ 4684469 w 7467600"/>
              <a:gd name="connsiteY231" fmla="*/ 4364680 h 6858000"/>
              <a:gd name="connsiteX232" fmla="*/ 4690271 w 7467600"/>
              <a:gd name="connsiteY232" fmla="*/ 4370034 h 6858000"/>
              <a:gd name="connsiteX233" fmla="*/ 4136093 w 7467600"/>
              <a:gd name="connsiteY233" fmla="*/ 3858466 h 6858000"/>
              <a:gd name="connsiteX234" fmla="*/ 3670252 w 7467600"/>
              <a:gd name="connsiteY234" fmla="*/ 3622798 h 6858000"/>
              <a:gd name="connsiteX235" fmla="*/ 4440129 w 7467600"/>
              <a:gd name="connsiteY235" fmla="*/ 3448571 h 6858000"/>
              <a:gd name="connsiteX236" fmla="*/ 4856525 w 7467600"/>
              <a:gd name="connsiteY236" fmla="*/ 3915351 h 6858000"/>
              <a:gd name="connsiteX237" fmla="*/ 5059055 w 7467600"/>
              <a:gd name="connsiteY237" fmla="*/ 4108918 h 6858000"/>
              <a:gd name="connsiteX238" fmla="*/ 5290070 w 7467600"/>
              <a:gd name="connsiteY238" fmla="*/ 4263619 h 6858000"/>
              <a:gd name="connsiteX239" fmla="*/ 4834991 w 7467600"/>
              <a:gd name="connsiteY239" fmla="*/ 3830985 h 6858000"/>
              <a:gd name="connsiteX240" fmla="*/ 4440129 w 7467600"/>
              <a:gd name="connsiteY240" fmla="*/ 3448571 h 6858000"/>
              <a:gd name="connsiteX241" fmla="*/ 4441737 w 7467600"/>
              <a:gd name="connsiteY241" fmla="*/ 3399734 h 6858000"/>
              <a:gd name="connsiteX242" fmla="*/ 4431236 w 7467600"/>
              <a:gd name="connsiteY242" fmla="*/ 3400954 h 6858000"/>
              <a:gd name="connsiteX243" fmla="*/ 4557150 w 7467600"/>
              <a:gd name="connsiteY243" fmla="*/ 3510023 h 6858000"/>
              <a:gd name="connsiteX244" fmla="*/ 4856936 w 7467600"/>
              <a:gd name="connsiteY244" fmla="*/ 3809146 h 6858000"/>
              <a:gd name="connsiteX245" fmla="*/ 5111996 w 7467600"/>
              <a:gd name="connsiteY245" fmla="*/ 4065759 h 6858000"/>
              <a:gd name="connsiteX246" fmla="*/ 5388878 w 7467600"/>
              <a:gd name="connsiteY246" fmla="*/ 4300185 h 6858000"/>
              <a:gd name="connsiteX247" fmla="*/ 5425556 w 7467600"/>
              <a:gd name="connsiteY247" fmla="*/ 4308967 h 6858000"/>
              <a:gd name="connsiteX248" fmla="*/ 4943646 w 7467600"/>
              <a:gd name="connsiteY248" fmla="*/ 3822916 h 6858000"/>
              <a:gd name="connsiteX249" fmla="*/ 4594837 w 7467600"/>
              <a:gd name="connsiteY249" fmla="*/ 3532274 h 6858000"/>
              <a:gd name="connsiteX250" fmla="*/ 4441737 w 7467600"/>
              <a:gd name="connsiteY250" fmla="*/ 3399734 h 6858000"/>
              <a:gd name="connsiteX251" fmla="*/ 5425834 w 7467600"/>
              <a:gd name="connsiteY251" fmla="*/ 3162785 h 6858000"/>
              <a:gd name="connsiteX252" fmla="*/ 5401644 w 7467600"/>
              <a:gd name="connsiteY252" fmla="*/ 3617847 h 6858000"/>
              <a:gd name="connsiteX253" fmla="*/ 5467256 w 7467600"/>
              <a:gd name="connsiteY253" fmla="*/ 4175494 h 6858000"/>
              <a:gd name="connsiteX254" fmla="*/ 5448069 w 7467600"/>
              <a:gd name="connsiteY254" fmla="*/ 3567554 h 6858000"/>
              <a:gd name="connsiteX255" fmla="*/ 5425834 w 7467600"/>
              <a:gd name="connsiteY255" fmla="*/ 3162785 h 6858000"/>
              <a:gd name="connsiteX256" fmla="*/ 1318687 w 7467600"/>
              <a:gd name="connsiteY256" fmla="*/ 3113840 h 6858000"/>
              <a:gd name="connsiteX257" fmla="*/ 1066793 w 7467600"/>
              <a:gd name="connsiteY257" fmla="*/ 3212171 h 6858000"/>
              <a:gd name="connsiteX258" fmla="*/ 993319 w 7467600"/>
              <a:gd name="connsiteY258" fmla="*/ 3247648 h 6858000"/>
              <a:gd name="connsiteX259" fmla="*/ 853081 w 7467600"/>
              <a:gd name="connsiteY259" fmla="*/ 3312410 h 6858000"/>
              <a:gd name="connsiteX260" fmla="*/ 805957 w 7467600"/>
              <a:gd name="connsiteY260" fmla="*/ 3330443 h 6858000"/>
              <a:gd name="connsiteX261" fmla="*/ 1318687 w 7467600"/>
              <a:gd name="connsiteY261" fmla="*/ 3113840 h 6858000"/>
              <a:gd name="connsiteX262" fmla="*/ 5453702 w 7467600"/>
              <a:gd name="connsiteY262" fmla="*/ 3090882 h 6858000"/>
              <a:gd name="connsiteX263" fmla="*/ 5480135 w 7467600"/>
              <a:gd name="connsiteY263" fmla="*/ 3565802 h 6858000"/>
              <a:gd name="connsiteX264" fmla="*/ 5499023 w 7467600"/>
              <a:gd name="connsiteY264" fmla="*/ 4166310 h 6858000"/>
              <a:gd name="connsiteX265" fmla="*/ 5547022 w 7467600"/>
              <a:gd name="connsiteY265" fmla="*/ 3607838 h 6858000"/>
              <a:gd name="connsiteX266" fmla="*/ 5515964 w 7467600"/>
              <a:gd name="connsiteY266" fmla="*/ 3378541 h 6858000"/>
              <a:gd name="connsiteX267" fmla="*/ 5453702 w 7467600"/>
              <a:gd name="connsiteY267" fmla="*/ 3090882 h 6858000"/>
              <a:gd name="connsiteX268" fmla="*/ 1238695 w 7467600"/>
              <a:gd name="connsiteY268" fmla="*/ 3076820 h 6858000"/>
              <a:gd name="connsiteX269" fmla="*/ 716371 w 7467600"/>
              <a:gd name="connsiteY269" fmla="*/ 3293249 h 6858000"/>
              <a:gd name="connsiteX270" fmla="*/ 579522 w 7467600"/>
              <a:gd name="connsiteY270" fmla="*/ 3371759 h 6858000"/>
              <a:gd name="connsiteX271" fmla="*/ 600288 w 7467600"/>
              <a:gd name="connsiteY271" fmla="*/ 3365555 h 6858000"/>
              <a:gd name="connsiteX272" fmla="*/ 840692 w 7467600"/>
              <a:gd name="connsiteY272" fmla="*/ 3284921 h 6858000"/>
              <a:gd name="connsiteX273" fmla="*/ 979248 w 7467600"/>
              <a:gd name="connsiteY273" fmla="*/ 3221003 h 6858000"/>
              <a:gd name="connsiteX274" fmla="*/ 1053282 w 7467600"/>
              <a:gd name="connsiteY274" fmla="*/ 3185247 h 6858000"/>
              <a:gd name="connsiteX275" fmla="*/ 1320603 w 7467600"/>
              <a:gd name="connsiteY275" fmla="*/ 3081281 h 6858000"/>
              <a:gd name="connsiteX276" fmla="*/ 1238695 w 7467600"/>
              <a:gd name="connsiteY276" fmla="*/ 3076820 h 6858000"/>
              <a:gd name="connsiteX277" fmla="*/ 5425627 w 7467600"/>
              <a:gd name="connsiteY277" fmla="*/ 2954192 h 6858000"/>
              <a:gd name="connsiteX278" fmla="*/ 5470770 w 7467600"/>
              <a:gd name="connsiteY278" fmla="*/ 3005435 h 6858000"/>
              <a:gd name="connsiteX279" fmla="*/ 5519779 w 7467600"/>
              <a:gd name="connsiteY279" fmla="*/ 4359223 h 6858000"/>
              <a:gd name="connsiteX280" fmla="*/ 5520293 w 7467600"/>
              <a:gd name="connsiteY280" fmla="*/ 4360602 h 6858000"/>
              <a:gd name="connsiteX281" fmla="*/ 5767221 w 7467600"/>
              <a:gd name="connsiteY281" fmla="*/ 4665564 h 6858000"/>
              <a:gd name="connsiteX282" fmla="*/ 6937169 w 7467600"/>
              <a:gd name="connsiteY282" fmla="*/ 4815941 h 6858000"/>
              <a:gd name="connsiteX283" fmla="*/ 6953922 w 7467600"/>
              <a:gd name="connsiteY283" fmla="*/ 4890068 h 6858000"/>
              <a:gd name="connsiteX284" fmla="*/ 6071359 w 7467600"/>
              <a:gd name="connsiteY284" fmla="*/ 4770770 h 6858000"/>
              <a:gd name="connsiteX285" fmla="*/ 6038839 w 7467600"/>
              <a:gd name="connsiteY285" fmla="*/ 4764474 h 6858000"/>
              <a:gd name="connsiteX286" fmla="*/ 6038706 w 7467600"/>
              <a:gd name="connsiteY286" fmla="*/ 4763847 h 6858000"/>
              <a:gd name="connsiteX287" fmla="*/ 6037784 w 7467600"/>
              <a:gd name="connsiteY287" fmla="*/ 4764270 h 6858000"/>
              <a:gd name="connsiteX288" fmla="*/ 6038839 w 7467600"/>
              <a:gd name="connsiteY288" fmla="*/ 4764474 h 6858000"/>
              <a:gd name="connsiteX289" fmla="*/ 6040338 w 7467600"/>
              <a:gd name="connsiteY289" fmla="*/ 4771418 h 6858000"/>
              <a:gd name="connsiteX290" fmla="*/ 6024488 w 7467600"/>
              <a:gd name="connsiteY290" fmla="*/ 4809903 h 6858000"/>
              <a:gd name="connsiteX291" fmla="*/ 5599771 w 7467600"/>
              <a:gd name="connsiteY291" fmla="*/ 5509652 h 6858000"/>
              <a:gd name="connsiteX292" fmla="*/ 5548843 w 7467600"/>
              <a:gd name="connsiteY292" fmla="*/ 5563845 h 6858000"/>
              <a:gd name="connsiteX293" fmla="*/ 5940952 w 7467600"/>
              <a:gd name="connsiteY293" fmla="*/ 6250028 h 6858000"/>
              <a:gd name="connsiteX294" fmla="*/ 6043441 w 7467600"/>
              <a:gd name="connsiteY294" fmla="*/ 6665847 h 6858000"/>
              <a:gd name="connsiteX295" fmla="*/ 6093432 w 7467600"/>
              <a:gd name="connsiteY295" fmla="*/ 6858000 h 6858000"/>
              <a:gd name="connsiteX296" fmla="*/ 6034344 w 7467600"/>
              <a:gd name="connsiteY296" fmla="*/ 6858000 h 6858000"/>
              <a:gd name="connsiteX297" fmla="*/ 6026679 w 7467600"/>
              <a:gd name="connsiteY297" fmla="*/ 6836959 h 6858000"/>
              <a:gd name="connsiteX298" fmla="*/ 5800441 w 7467600"/>
              <a:gd name="connsiteY298" fmla="*/ 6335286 h 6858000"/>
              <a:gd name="connsiteX299" fmla="*/ 5526562 w 7467600"/>
              <a:gd name="connsiteY299" fmla="*/ 5705388 h 6858000"/>
              <a:gd name="connsiteX300" fmla="*/ 5519640 w 7467600"/>
              <a:gd name="connsiteY300" fmla="*/ 5683774 h 6858000"/>
              <a:gd name="connsiteX301" fmla="*/ 5844559 w 7467600"/>
              <a:gd name="connsiteY301" fmla="*/ 6553349 h 6858000"/>
              <a:gd name="connsiteX302" fmla="*/ 5975994 w 7467600"/>
              <a:gd name="connsiteY302" fmla="*/ 6858000 h 6858000"/>
              <a:gd name="connsiteX303" fmla="*/ 5898547 w 7467600"/>
              <a:gd name="connsiteY303" fmla="*/ 6858000 h 6858000"/>
              <a:gd name="connsiteX304" fmla="*/ 5682041 w 7467600"/>
              <a:gd name="connsiteY304" fmla="*/ 6355860 h 6858000"/>
              <a:gd name="connsiteX305" fmla="*/ 5461758 w 7467600"/>
              <a:gd name="connsiteY305" fmla="*/ 5820220 h 6858000"/>
              <a:gd name="connsiteX306" fmla="*/ 5237282 w 7467600"/>
              <a:gd name="connsiteY306" fmla="*/ 6579086 h 6858000"/>
              <a:gd name="connsiteX307" fmla="*/ 5115009 w 7467600"/>
              <a:gd name="connsiteY307" fmla="*/ 6858000 h 6858000"/>
              <a:gd name="connsiteX308" fmla="*/ 5028074 w 7467600"/>
              <a:gd name="connsiteY308" fmla="*/ 6858000 h 6858000"/>
              <a:gd name="connsiteX309" fmla="*/ 5079508 w 7467600"/>
              <a:gd name="connsiteY309" fmla="*/ 6749074 h 6858000"/>
              <a:gd name="connsiteX310" fmla="*/ 5371846 w 7467600"/>
              <a:gd name="connsiteY310" fmla="*/ 5924413 h 6858000"/>
              <a:gd name="connsiteX311" fmla="*/ 5270512 w 7467600"/>
              <a:gd name="connsiteY311" fmla="*/ 6138975 h 6858000"/>
              <a:gd name="connsiteX312" fmla="*/ 5062409 w 7467600"/>
              <a:gd name="connsiteY312" fmla="*/ 6653544 h 6858000"/>
              <a:gd name="connsiteX313" fmla="*/ 5036628 w 7467600"/>
              <a:gd name="connsiteY313" fmla="*/ 6754247 h 6858000"/>
              <a:gd name="connsiteX314" fmla="*/ 5009112 w 7467600"/>
              <a:gd name="connsiteY314" fmla="*/ 6858000 h 6858000"/>
              <a:gd name="connsiteX315" fmla="*/ 4976679 w 7467600"/>
              <a:gd name="connsiteY315" fmla="*/ 6858000 h 6858000"/>
              <a:gd name="connsiteX316" fmla="*/ 5006537 w 7467600"/>
              <a:gd name="connsiteY316" fmla="*/ 6747068 h 6858000"/>
              <a:gd name="connsiteX317" fmla="*/ 5032723 w 7467600"/>
              <a:gd name="connsiteY317" fmla="*/ 6644957 h 6858000"/>
              <a:gd name="connsiteX318" fmla="*/ 5242949 w 7467600"/>
              <a:gd name="connsiteY318" fmla="*/ 6125175 h 6858000"/>
              <a:gd name="connsiteX319" fmla="*/ 5286321 w 7467600"/>
              <a:gd name="connsiteY319" fmla="*/ 6033555 h 6858000"/>
              <a:gd name="connsiteX320" fmla="*/ 5008210 w 7467600"/>
              <a:gd name="connsiteY320" fmla="*/ 6649194 h 6858000"/>
              <a:gd name="connsiteX321" fmla="*/ 4986321 w 7467600"/>
              <a:gd name="connsiteY321" fmla="*/ 6765687 h 6858000"/>
              <a:gd name="connsiteX322" fmla="*/ 4973474 w 7467600"/>
              <a:gd name="connsiteY322" fmla="*/ 6858000 h 6858000"/>
              <a:gd name="connsiteX323" fmla="*/ 4907178 w 7467600"/>
              <a:gd name="connsiteY323" fmla="*/ 6858000 h 6858000"/>
              <a:gd name="connsiteX324" fmla="*/ 4910810 w 7467600"/>
              <a:gd name="connsiteY324" fmla="*/ 6829660 h 6858000"/>
              <a:gd name="connsiteX325" fmla="*/ 4987461 w 7467600"/>
              <a:gd name="connsiteY325" fmla="*/ 6432994 h 6858000"/>
              <a:gd name="connsiteX326" fmla="*/ 5179262 w 7467600"/>
              <a:gd name="connsiteY326" fmla="*/ 6035044 h 6858000"/>
              <a:gd name="connsiteX327" fmla="*/ 4689678 w 7467600"/>
              <a:gd name="connsiteY327" fmla="*/ 6440241 h 6858000"/>
              <a:gd name="connsiteX328" fmla="*/ 4477543 w 7467600"/>
              <a:gd name="connsiteY328" fmla="*/ 6674836 h 6858000"/>
              <a:gd name="connsiteX329" fmla="*/ 4329957 w 7467600"/>
              <a:gd name="connsiteY329" fmla="*/ 6858000 h 6858000"/>
              <a:gd name="connsiteX330" fmla="*/ 4218595 w 7467600"/>
              <a:gd name="connsiteY330" fmla="*/ 6858000 h 6858000"/>
              <a:gd name="connsiteX331" fmla="*/ 4368888 w 7467600"/>
              <a:gd name="connsiteY331" fmla="*/ 6668412 h 6858000"/>
              <a:gd name="connsiteX332" fmla="*/ 4563091 w 7467600"/>
              <a:gd name="connsiteY332" fmla="*/ 6442508 h 6858000"/>
              <a:gd name="connsiteX333" fmla="*/ 5387324 w 7467600"/>
              <a:gd name="connsiteY333" fmla="*/ 5705830 h 6858000"/>
              <a:gd name="connsiteX334" fmla="*/ 5073620 w 7467600"/>
              <a:gd name="connsiteY334" fmla="*/ 5955437 h 6858000"/>
              <a:gd name="connsiteX335" fmla="*/ 4689789 w 7467600"/>
              <a:gd name="connsiteY335" fmla="*/ 6268382 h 6858000"/>
              <a:gd name="connsiteX336" fmla="*/ 4418722 w 7467600"/>
              <a:gd name="connsiteY336" fmla="*/ 6570886 h 6858000"/>
              <a:gd name="connsiteX337" fmla="*/ 4214944 w 7467600"/>
              <a:gd name="connsiteY337" fmla="*/ 6858000 h 6858000"/>
              <a:gd name="connsiteX338" fmla="*/ 4177898 w 7467600"/>
              <a:gd name="connsiteY338" fmla="*/ 6858000 h 6858000"/>
              <a:gd name="connsiteX339" fmla="*/ 4391597 w 7467600"/>
              <a:gd name="connsiteY339" fmla="*/ 6556370 h 6858000"/>
              <a:gd name="connsiteX340" fmla="*/ 4668889 w 7467600"/>
              <a:gd name="connsiteY340" fmla="*/ 6246399 h 6858000"/>
              <a:gd name="connsiteX341" fmla="*/ 5055427 w 7467600"/>
              <a:gd name="connsiteY341" fmla="*/ 5931476 h 6858000"/>
              <a:gd name="connsiteX342" fmla="*/ 5371814 w 7467600"/>
              <a:gd name="connsiteY342" fmla="*/ 5678975 h 6858000"/>
              <a:gd name="connsiteX343" fmla="*/ 4987918 w 7467600"/>
              <a:gd name="connsiteY343" fmla="*/ 5838701 h 6858000"/>
              <a:gd name="connsiteX344" fmla="*/ 4317146 w 7467600"/>
              <a:gd name="connsiteY344" fmla="*/ 6587716 h 6858000"/>
              <a:gd name="connsiteX345" fmla="*/ 4171627 w 7467600"/>
              <a:gd name="connsiteY345" fmla="*/ 6858000 h 6858000"/>
              <a:gd name="connsiteX346" fmla="*/ 4081585 w 7467600"/>
              <a:gd name="connsiteY346" fmla="*/ 6858000 h 6858000"/>
              <a:gd name="connsiteX347" fmla="*/ 4238603 w 7467600"/>
              <a:gd name="connsiteY347" fmla="*/ 6559341 h 6858000"/>
              <a:gd name="connsiteX348" fmla="*/ 4778333 w 7467600"/>
              <a:gd name="connsiteY348" fmla="*/ 5873626 h 6858000"/>
              <a:gd name="connsiteX349" fmla="*/ 5414185 w 7467600"/>
              <a:gd name="connsiteY349" fmla="*/ 5573882 h 6858000"/>
              <a:gd name="connsiteX350" fmla="*/ 5959648 w 7467600"/>
              <a:gd name="connsiteY350" fmla="*/ 4760797 h 6858000"/>
              <a:gd name="connsiteX351" fmla="*/ 5355019 w 7467600"/>
              <a:gd name="connsiteY351" fmla="*/ 4734672 h 6858000"/>
              <a:gd name="connsiteX352" fmla="*/ 5083565 w 7467600"/>
              <a:gd name="connsiteY352" fmla="*/ 5179121 h 6858000"/>
              <a:gd name="connsiteX353" fmla="*/ 4713577 w 7467600"/>
              <a:gd name="connsiteY353" fmla="*/ 5616803 h 6858000"/>
              <a:gd name="connsiteX354" fmla="*/ 3989559 w 7467600"/>
              <a:gd name="connsiteY354" fmla="*/ 6145945 h 6858000"/>
              <a:gd name="connsiteX355" fmla="*/ 3939824 w 7467600"/>
              <a:gd name="connsiteY355" fmla="*/ 6066900 h 6858000"/>
              <a:gd name="connsiteX356" fmla="*/ 4584537 w 7467600"/>
              <a:gd name="connsiteY356" fmla="*/ 5324826 h 6858000"/>
              <a:gd name="connsiteX357" fmla="*/ 5037105 w 7467600"/>
              <a:gd name="connsiteY357" fmla="*/ 5088765 h 6858000"/>
              <a:gd name="connsiteX358" fmla="*/ 5039930 w 7467600"/>
              <a:gd name="connsiteY358" fmla="*/ 5089585 h 6858000"/>
              <a:gd name="connsiteX359" fmla="*/ 5263764 w 7467600"/>
              <a:gd name="connsiteY359" fmla="*/ 4735525 h 6858000"/>
              <a:gd name="connsiteX360" fmla="*/ 4086300 w 7467600"/>
              <a:gd name="connsiteY360" fmla="*/ 4884599 h 6858000"/>
              <a:gd name="connsiteX361" fmla="*/ 4085485 w 7467600"/>
              <a:gd name="connsiteY361" fmla="*/ 4899070 h 6858000"/>
              <a:gd name="connsiteX362" fmla="*/ 3871915 w 7467600"/>
              <a:gd name="connsiteY362" fmla="*/ 5253645 h 6858000"/>
              <a:gd name="connsiteX363" fmla="*/ 3799374 w 7467600"/>
              <a:gd name="connsiteY363" fmla="*/ 5466127 h 6858000"/>
              <a:gd name="connsiteX364" fmla="*/ 3498850 w 7467600"/>
              <a:gd name="connsiteY364" fmla="*/ 6661888 h 6858000"/>
              <a:gd name="connsiteX365" fmla="*/ 3399216 w 7467600"/>
              <a:gd name="connsiteY365" fmla="*/ 6858000 h 6858000"/>
              <a:gd name="connsiteX366" fmla="*/ 3303688 w 7467600"/>
              <a:gd name="connsiteY366" fmla="*/ 6858000 h 6858000"/>
              <a:gd name="connsiteX367" fmla="*/ 3391774 w 7467600"/>
              <a:gd name="connsiteY367" fmla="*/ 6697181 h 6858000"/>
              <a:gd name="connsiteX368" fmla="*/ 3735540 w 7467600"/>
              <a:gd name="connsiteY368" fmla="*/ 5546923 h 6858000"/>
              <a:gd name="connsiteX369" fmla="*/ 3729438 w 7467600"/>
              <a:gd name="connsiteY369" fmla="*/ 5569058 h 6858000"/>
              <a:gd name="connsiteX370" fmla="*/ 3707782 w 7467600"/>
              <a:gd name="connsiteY370" fmla="*/ 5644908 h 6858000"/>
              <a:gd name="connsiteX371" fmla="*/ 3583827 w 7467600"/>
              <a:gd name="connsiteY371" fmla="*/ 6039215 h 6858000"/>
              <a:gd name="connsiteX372" fmla="*/ 3547861 w 7467600"/>
              <a:gd name="connsiteY372" fmla="*/ 6129609 h 6858000"/>
              <a:gd name="connsiteX373" fmla="*/ 3490905 w 7467600"/>
              <a:gd name="connsiteY373" fmla="*/ 6277660 h 6858000"/>
              <a:gd name="connsiteX374" fmla="*/ 3455859 w 7467600"/>
              <a:gd name="connsiteY374" fmla="*/ 6391301 h 6858000"/>
              <a:gd name="connsiteX375" fmla="*/ 3429112 w 7467600"/>
              <a:gd name="connsiteY375" fmla="*/ 6479469 h 6858000"/>
              <a:gd name="connsiteX376" fmla="*/ 3304862 w 7467600"/>
              <a:gd name="connsiteY376" fmla="*/ 6796476 h 6858000"/>
              <a:gd name="connsiteX377" fmla="*/ 3276071 w 7467600"/>
              <a:gd name="connsiteY377" fmla="*/ 6858000 h 6858000"/>
              <a:gd name="connsiteX378" fmla="*/ 3240805 w 7467600"/>
              <a:gd name="connsiteY378" fmla="*/ 6858000 h 6858000"/>
              <a:gd name="connsiteX379" fmla="*/ 3275917 w 7467600"/>
              <a:gd name="connsiteY379" fmla="*/ 6783192 h 6858000"/>
              <a:gd name="connsiteX380" fmla="*/ 3399358 w 7467600"/>
              <a:gd name="connsiteY380" fmla="*/ 6469011 h 6858000"/>
              <a:gd name="connsiteX381" fmla="*/ 3425650 w 7467600"/>
              <a:gd name="connsiteY381" fmla="*/ 6381333 h 6858000"/>
              <a:gd name="connsiteX382" fmla="*/ 3460661 w 7467600"/>
              <a:gd name="connsiteY382" fmla="*/ 6266763 h 6858000"/>
              <a:gd name="connsiteX383" fmla="*/ 3518021 w 7467600"/>
              <a:gd name="connsiteY383" fmla="*/ 6117298 h 6858000"/>
              <a:gd name="connsiteX384" fmla="*/ 3554035 w 7467600"/>
              <a:gd name="connsiteY384" fmla="*/ 6027832 h 6858000"/>
              <a:gd name="connsiteX385" fmla="*/ 3677174 w 7467600"/>
              <a:gd name="connsiteY385" fmla="*/ 5636351 h 6858000"/>
              <a:gd name="connsiteX386" fmla="*/ 3698819 w 7467600"/>
              <a:gd name="connsiteY386" fmla="*/ 5560503 h 6858000"/>
              <a:gd name="connsiteX387" fmla="*/ 3702094 w 7467600"/>
              <a:gd name="connsiteY387" fmla="*/ 5549194 h 6858000"/>
              <a:gd name="connsiteX388" fmla="*/ 3398355 w 7467600"/>
              <a:gd name="connsiteY388" fmla="*/ 6094603 h 6858000"/>
              <a:gd name="connsiteX389" fmla="*/ 3193941 w 7467600"/>
              <a:gd name="connsiteY389" fmla="*/ 6798775 h 6858000"/>
              <a:gd name="connsiteX390" fmla="*/ 3184140 w 7467600"/>
              <a:gd name="connsiteY390" fmla="*/ 6858000 h 6858000"/>
              <a:gd name="connsiteX391" fmla="*/ 3099978 w 7467600"/>
              <a:gd name="connsiteY391" fmla="*/ 6858000 h 6858000"/>
              <a:gd name="connsiteX392" fmla="*/ 3101556 w 7467600"/>
              <a:gd name="connsiteY392" fmla="*/ 6843337 h 6858000"/>
              <a:gd name="connsiteX393" fmla="*/ 3370162 w 7467600"/>
              <a:gd name="connsiteY393" fmla="*/ 5785550 h 6858000"/>
              <a:gd name="connsiteX394" fmla="*/ 3746477 w 7467600"/>
              <a:gd name="connsiteY394" fmla="*/ 5377889 h 6858000"/>
              <a:gd name="connsiteX395" fmla="*/ 3863399 w 7467600"/>
              <a:gd name="connsiteY395" fmla="*/ 5087257 h 6858000"/>
              <a:gd name="connsiteX396" fmla="*/ 3968712 w 7467600"/>
              <a:gd name="connsiteY396" fmla="*/ 4913989 h 6858000"/>
              <a:gd name="connsiteX397" fmla="*/ 2792390 w 7467600"/>
              <a:gd name="connsiteY397" fmla="*/ 5382974 h 6858000"/>
              <a:gd name="connsiteX398" fmla="*/ 2714982 w 7467600"/>
              <a:gd name="connsiteY398" fmla="*/ 5427051 h 6858000"/>
              <a:gd name="connsiteX399" fmla="*/ 2813361 w 7467600"/>
              <a:gd name="connsiteY399" fmla="*/ 6023912 h 6858000"/>
              <a:gd name="connsiteX400" fmla="*/ 2688430 w 7467600"/>
              <a:gd name="connsiteY400" fmla="*/ 6801564 h 6858000"/>
              <a:gd name="connsiteX401" fmla="*/ 2629626 w 7467600"/>
              <a:gd name="connsiteY401" fmla="*/ 6763394 h 6858000"/>
              <a:gd name="connsiteX402" fmla="*/ 2565328 w 7467600"/>
              <a:gd name="connsiteY402" fmla="*/ 5516399 h 6858000"/>
              <a:gd name="connsiteX403" fmla="*/ 1922999 w 7467600"/>
              <a:gd name="connsiteY403" fmla="*/ 5980343 h 6858000"/>
              <a:gd name="connsiteX404" fmla="*/ 1950261 w 7467600"/>
              <a:gd name="connsiteY404" fmla="*/ 6405858 h 6858000"/>
              <a:gd name="connsiteX405" fmla="*/ 2365554 w 7467600"/>
              <a:gd name="connsiteY405" fmla="*/ 6759107 h 6858000"/>
              <a:gd name="connsiteX406" fmla="*/ 2424142 w 7467600"/>
              <a:gd name="connsiteY406" fmla="*/ 6858000 h 6858000"/>
              <a:gd name="connsiteX407" fmla="*/ 2395994 w 7467600"/>
              <a:gd name="connsiteY407" fmla="*/ 6858000 h 6858000"/>
              <a:gd name="connsiteX408" fmla="*/ 2392863 w 7467600"/>
              <a:gd name="connsiteY408" fmla="*/ 6852964 h 6858000"/>
              <a:gd name="connsiteX409" fmla="*/ 2017589 w 7467600"/>
              <a:gd name="connsiteY409" fmla="*/ 6493982 h 6858000"/>
              <a:gd name="connsiteX410" fmla="*/ 2147336 w 7467600"/>
              <a:gd name="connsiteY410" fmla="*/ 6594052 h 6858000"/>
              <a:gd name="connsiteX411" fmla="*/ 2207047 w 7467600"/>
              <a:gd name="connsiteY411" fmla="*/ 6654540 h 6858000"/>
              <a:gd name="connsiteX412" fmla="*/ 2299106 w 7467600"/>
              <a:gd name="connsiteY412" fmla="*/ 6778931 h 6858000"/>
              <a:gd name="connsiteX413" fmla="*/ 2314430 w 7467600"/>
              <a:gd name="connsiteY413" fmla="*/ 6801144 h 6858000"/>
              <a:gd name="connsiteX414" fmla="*/ 2352406 w 7467600"/>
              <a:gd name="connsiteY414" fmla="*/ 6858000 h 6858000"/>
              <a:gd name="connsiteX415" fmla="*/ 2314492 w 7467600"/>
              <a:gd name="connsiteY415" fmla="*/ 6858000 h 6858000"/>
              <a:gd name="connsiteX416" fmla="*/ 2288095 w 7467600"/>
              <a:gd name="connsiteY416" fmla="*/ 6818030 h 6858000"/>
              <a:gd name="connsiteX417" fmla="*/ 2272768 w 7467600"/>
              <a:gd name="connsiteY417" fmla="*/ 6795822 h 6858000"/>
              <a:gd name="connsiteX418" fmla="*/ 2182715 w 7467600"/>
              <a:gd name="connsiteY418" fmla="*/ 6675071 h 6858000"/>
              <a:gd name="connsiteX419" fmla="*/ 2032061 w 7467600"/>
              <a:gd name="connsiteY419" fmla="*/ 6541380 h 6858000"/>
              <a:gd name="connsiteX420" fmla="*/ 2257220 w 7467600"/>
              <a:gd name="connsiteY420" fmla="*/ 6826257 h 6858000"/>
              <a:gd name="connsiteX421" fmla="*/ 2281324 w 7467600"/>
              <a:gd name="connsiteY421" fmla="*/ 6858000 h 6858000"/>
              <a:gd name="connsiteX422" fmla="*/ 2242860 w 7467600"/>
              <a:gd name="connsiteY422" fmla="*/ 6858000 h 6858000"/>
              <a:gd name="connsiteX423" fmla="*/ 2232818 w 7467600"/>
              <a:gd name="connsiteY423" fmla="*/ 6844926 h 6858000"/>
              <a:gd name="connsiteX424" fmla="*/ 1990172 w 7467600"/>
              <a:gd name="connsiteY424" fmla="*/ 6542121 h 6858000"/>
              <a:gd name="connsiteX425" fmla="*/ 2124090 w 7467600"/>
              <a:gd name="connsiteY425" fmla="*/ 6761017 h 6858000"/>
              <a:gd name="connsiteX426" fmla="*/ 2200380 w 7467600"/>
              <a:gd name="connsiteY426" fmla="*/ 6858000 h 6858000"/>
              <a:gd name="connsiteX427" fmla="*/ 2147507 w 7467600"/>
              <a:gd name="connsiteY427" fmla="*/ 6858000 h 6858000"/>
              <a:gd name="connsiteX428" fmla="*/ 2070668 w 7467600"/>
              <a:gd name="connsiteY428" fmla="*/ 6761520 h 6858000"/>
              <a:gd name="connsiteX429" fmla="*/ 1975142 w 7467600"/>
              <a:gd name="connsiteY429" fmla="*/ 6585570 h 6858000"/>
              <a:gd name="connsiteX430" fmla="*/ 2050035 w 7467600"/>
              <a:gd name="connsiteY430" fmla="*/ 6813345 h 6858000"/>
              <a:gd name="connsiteX431" fmla="*/ 2063025 w 7467600"/>
              <a:gd name="connsiteY431" fmla="*/ 6858000 h 6858000"/>
              <a:gd name="connsiteX432" fmla="*/ 2021675 w 7467600"/>
              <a:gd name="connsiteY432" fmla="*/ 6858000 h 6858000"/>
              <a:gd name="connsiteX433" fmla="*/ 2019308 w 7467600"/>
              <a:gd name="connsiteY433" fmla="*/ 6847118 h 6858000"/>
              <a:gd name="connsiteX434" fmla="*/ 1938835 w 7467600"/>
              <a:gd name="connsiteY434" fmla="*/ 6551160 h 6858000"/>
              <a:gd name="connsiteX435" fmla="*/ 1953230 w 7467600"/>
              <a:gd name="connsiteY435" fmla="*/ 6759699 h 6858000"/>
              <a:gd name="connsiteX436" fmla="*/ 1956763 w 7467600"/>
              <a:gd name="connsiteY436" fmla="*/ 6778191 h 6858000"/>
              <a:gd name="connsiteX437" fmla="*/ 1967925 w 7467600"/>
              <a:gd name="connsiteY437" fmla="*/ 6858000 h 6858000"/>
              <a:gd name="connsiteX438" fmla="*/ 1936622 w 7467600"/>
              <a:gd name="connsiteY438" fmla="*/ 6858000 h 6858000"/>
              <a:gd name="connsiteX439" fmla="*/ 1926261 w 7467600"/>
              <a:gd name="connsiteY439" fmla="*/ 6784064 h 6858000"/>
              <a:gd name="connsiteX440" fmla="*/ 1922724 w 7467600"/>
              <a:gd name="connsiteY440" fmla="*/ 6765577 h 6858000"/>
              <a:gd name="connsiteX441" fmla="*/ 1904650 w 7467600"/>
              <a:gd name="connsiteY441" fmla="*/ 6639616 h 6858000"/>
              <a:gd name="connsiteX442" fmla="*/ 1885273 w 7467600"/>
              <a:gd name="connsiteY442" fmla="*/ 6858000 h 6858000"/>
              <a:gd name="connsiteX443" fmla="*/ 1854363 w 7467600"/>
              <a:gd name="connsiteY443" fmla="*/ 6858000 h 6858000"/>
              <a:gd name="connsiteX444" fmla="*/ 1880391 w 7467600"/>
              <a:gd name="connsiteY444" fmla="*/ 6603796 h 6858000"/>
              <a:gd name="connsiteX445" fmla="*/ 1818273 w 7467600"/>
              <a:gd name="connsiteY445" fmla="*/ 6715729 h 6858000"/>
              <a:gd name="connsiteX446" fmla="*/ 1794691 w 7467600"/>
              <a:gd name="connsiteY446" fmla="*/ 6843239 h 6858000"/>
              <a:gd name="connsiteX447" fmla="*/ 1794914 w 7467600"/>
              <a:gd name="connsiteY447" fmla="*/ 6858000 h 6858000"/>
              <a:gd name="connsiteX448" fmla="*/ 1746128 w 7467600"/>
              <a:gd name="connsiteY448" fmla="*/ 6858000 h 6858000"/>
              <a:gd name="connsiteX449" fmla="*/ 1753934 w 7467600"/>
              <a:gd name="connsiteY449" fmla="*/ 6724796 h 6858000"/>
              <a:gd name="connsiteX450" fmla="*/ 1792053 w 7467600"/>
              <a:gd name="connsiteY450" fmla="*/ 6572396 h 6858000"/>
              <a:gd name="connsiteX451" fmla="*/ 1862248 w 7467600"/>
              <a:gd name="connsiteY451" fmla="*/ 6266397 h 6858000"/>
              <a:gd name="connsiteX452" fmla="*/ 1862250 w 7467600"/>
              <a:gd name="connsiteY452" fmla="*/ 6033531 h 6858000"/>
              <a:gd name="connsiteX453" fmla="*/ 1211999 w 7467600"/>
              <a:gd name="connsiteY453" fmla="*/ 6683610 h 6858000"/>
              <a:gd name="connsiteX454" fmla="*/ 1213266 w 7467600"/>
              <a:gd name="connsiteY454" fmla="*/ 6691947 h 6858000"/>
              <a:gd name="connsiteX455" fmla="*/ 1203370 w 7467600"/>
              <a:gd name="connsiteY455" fmla="*/ 6850676 h 6858000"/>
              <a:gd name="connsiteX456" fmla="*/ 1203671 w 7467600"/>
              <a:gd name="connsiteY456" fmla="*/ 6858000 h 6858000"/>
              <a:gd name="connsiteX457" fmla="*/ 1143180 w 7467600"/>
              <a:gd name="connsiteY457" fmla="*/ 6858000 h 6858000"/>
              <a:gd name="connsiteX458" fmla="*/ 1142176 w 7467600"/>
              <a:gd name="connsiteY458" fmla="*/ 6766045 h 6858000"/>
              <a:gd name="connsiteX459" fmla="*/ 1067484 w 7467600"/>
              <a:gd name="connsiteY459" fmla="*/ 6858000 h 6858000"/>
              <a:gd name="connsiteX460" fmla="*/ 953928 w 7467600"/>
              <a:gd name="connsiteY460" fmla="*/ 6858000 h 6858000"/>
              <a:gd name="connsiteX461" fmla="*/ 959715 w 7467600"/>
              <a:gd name="connsiteY461" fmla="*/ 6850185 h 6858000"/>
              <a:gd name="connsiteX462" fmla="*/ 1483788 w 7467600"/>
              <a:gd name="connsiteY462" fmla="*/ 6259174 h 6858000"/>
              <a:gd name="connsiteX463" fmla="*/ 1100671 w 7467600"/>
              <a:gd name="connsiteY463" fmla="*/ 6252137 h 6858000"/>
              <a:gd name="connsiteX464" fmla="*/ 1090144 w 7467600"/>
              <a:gd name="connsiteY464" fmla="*/ 6256748 h 6858000"/>
              <a:gd name="connsiteX465" fmla="*/ 1095872 w 7467600"/>
              <a:gd name="connsiteY465" fmla="*/ 6271892 h 6858000"/>
              <a:gd name="connsiteX466" fmla="*/ 262785 w 7467600"/>
              <a:gd name="connsiteY466" fmla="*/ 6845450 h 6858000"/>
              <a:gd name="connsiteX467" fmla="*/ 209968 w 7467600"/>
              <a:gd name="connsiteY467" fmla="*/ 6770713 h 6858000"/>
              <a:gd name="connsiteX468" fmla="*/ 873460 w 7467600"/>
              <a:gd name="connsiteY468" fmla="*/ 6253768 h 6858000"/>
              <a:gd name="connsiteX469" fmla="*/ 192686 w 7467600"/>
              <a:gd name="connsiteY469" fmla="*/ 5849257 h 6858000"/>
              <a:gd name="connsiteX470" fmla="*/ 4696 w 7467600"/>
              <a:gd name="connsiteY470" fmla="*/ 5697668 h 6858000"/>
              <a:gd name="connsiteX471" fmla="*/ 0 w 7467600"/>
              <a:gd name="connsiteY471" fmla="*/ 5689984 h 6858000"/>
              <a:gd name="connsiteX472" fmla="*/ 0 w 7467600"/>
              <a:gd name="connsiteY472" fmla="*/ 5513472 h 6858000"/>
              <a:gd name="connsiteX473" fmla="*/ 174101 w 7467600"/>
              <a:gd name="connsiteY473" fmla="*/ 5620277 h 6858000"/>
              <a:gd name="connsiteX474" fmla="*/ 891800 w 7467600"/>
              <a:gd name="connsiteY474" fmla="*/ 6036935 h 6858000"/>
              <a:gd name="connsiteX475" fmla="*/ 1072219 w 7467600"/>
              <a:gd name="connsiteY475" fmla="*/ 6169443 h 6858000"/>
              <a:gd name="connsiteX476" fmla="*/ 1074117 w 7467600"/>
              <a:gd name="connsiteY476" fmla="*/ 6170301 h 6858000"/>
              <a:gd name="connsiteX477" fmla="*/ 1083114 w 7467600"/>
              <a:gd name="connsiteY477" fmla="*/ 6174131 h 6858000"/>
              <a:gd name="connsiteX478" fmla="*/ 1543010 w 7467600"/>
              <a:gd name="connsiteY478" fmla="*/ 6191140 h 6858000"/>
              <a:gd name="connsiteX479" fmla="*/ 1551080 w 7467600"/>
              <a:gd name="connsiteY479" fmla="*/ 6195006 h 6858000"/>
              <a:gd name="connsiteX480" fmla="*/ 2345443 w 7467600"/>
              <a:gd name="connsiteY480" fmla="*/ 5549882 h 6858000"/>
              <a:gd name="connsiteX481" fmla="*/ 1721499 w 7467600"/>
              <a:gd name="connsiteY481" fmla="*/ 5599969 h 6858000"/>
              <a:gd name="connsiteX482" fmla="*/ 767716 w 7467600"/>
              <a:gd name="connsiteY482" fmla="*/ 5472768 h 6858000"/>
              <a:gd name="connsiteX483" fmla="*/ 722147 w 7467600"/>
              <a:gd name="connsiteY483" fmla="*/ 5393091 h 6858000"/>
              <a:gd name="connsiteX484" fmla="*/ 1485552 w 7467600"/>
              <a:gd name="connsiteY484" fmla="*/ 5313202 h 6858000"/>
              <a:gd name="connsiteX485" fmla="*/ 2143004 w 7467600"/>
              <a:gd name="connsiteY485" fmla="*/ 5402420 h 6858000"/>
              <a:gd name="connsiteX486" fmla="*/ 1933391 w 7467600"/>
              <a:gd name="connsiteY486" fmla="*/ 5156971 h 6858000"/>
              <a:gd name="connsiteX487" fmla="*/ 1827118 w 7467600"/>
              <a:gd name="connsiteY487" fmla="*/ 4968410 h 6858000"/>
              <a:gd name="connsiteX488" fmla="*/ 1837349 w 7467600"/>
              <a:gd name="connsiteY488" fmla="*/ 4956357 h 6858000"/>
              <a:gd name="connsiteX489" fmla="*/ 2162835 w 7467600"/>
              <a:gd name="connsiteY489" fmla="*/ 5187853 h 6858000"/>
              <a:gd name="connsiteX490" fmla="*/ 2257167 w 7467600"/>
              <a:gd name="connsiteY490" fmla="*/ 5462123 h 6858000"/>
              <a:gd name="connsiteX491" fmla="*/ 2261598 w 7467600"/>
              <a:gd name="connsiteY491" fmla="*/ 5467998 h 6858000"/>
              <a:gd name="connsiteX492" fmla="*/ 2437177 w 7467600"/>
              <a:gd name="connsiteY492" fmla="*/ 5479608 h 6858000"/>
              <a:gd name="connsiteX493" fmla="*/ 2445247 w 7467600"/>
              <a:gd name="connsiteY493" fmla="*/ 5483476 h 6858000"/>
              <a:gd name="connsiteX494" fmla="*/ 2743626 w 7467600"/>
              <a:gd name="connsiteY494" fmla="*/ 5304819 h 6858000"/>
              <a:gd name="connsiteX495" fmla="*/ 3048102 w 7467600"/>
              <a:gd name="connsiteY495" fmla="*/ 5150595 h 6858000"/>
              <a:gd name="connsiteX496" fmla="*/ 1799414 w 7467600"/>
              <a:gd name="connsiteY496" fmla="*/ 4694732 h 6858000"/>
              <a:gd name="connsiteX497" fmla="*/ 1771735 w 7467600"/>
              <a:gd name="connsiteY497" fmla="*/ 4619929 h 6858000"/>
              <a:gd name="connsiteX498" fmla="*/ 3104273 w 7467600"/>
              <a:gd name="connsiteY498" fmla="*/ 5076159 h 6858000"/>
              <a:gd name="connsiteX499" fmla="*/ 3113245 w 7467600"/>
              <a:gd name="connsiteY499" fmla="*/ 5090705 h 6858000"/>
              <a:gd name="connsiteX500" fmla="*/ 3126294 w 7467600"/>
              <a:gd name="connsiteY500" fmla="*/ 5114400 h 6858000"/>
              <a:gd name="connsiteX501" fmla="*/ 3937433 w 7467600"/>
              <a:gd name="connsiteY501" fmla="*/ 4830473 h 6858000"/>
              <a:gd name="connsiteX502" fmla="*/ 3590475 w 7467600"/>
              <a:gd name="connsiteY502" fmla="*/ 4597974 h 6858000"/>
              <a:gd name="connsiteX503" fmla="*/ 3100264 w 7467600"/>
              <a:gd name="connsiteY503" fmla="*/ 4579845 h 6858000"/>
              <a:gd name="connsiteX504" fmla="*/ 2183576 w 7467600"/>
              <a:gd name="connsiteY504" fmla="*/ 4227150 h 6858000"/>
              <a:gd name="connsiteX505" fmla="*/ 2151029 w 7467600"/>
              <a:gd name="connsiteY505" fmla="*/ 4146947 h 6858000"/>
              <a:gd name="connsiteX506" fmla="*/ 3563434 w 7467600"/>
              <a:gd name="connsiteY506" fmla="*/ 4469115 h 6858000"/>
              <a:gd name="connsiteX507" fmla="*/ 3177952 w 7467600"/>
              <a:gd name="connsiteY507" fmla="*/ 3657386 h 6858000"/>
              <a:gd name="connsiteX508" fmla="*/ 3189263 w 7467600"/>
              <a:gd name="connsiteY508" fmla="*/ 3625726 h 6858000"/>
              <a:gd name="connsiteX509" fmla="*/ 3560912 w 7467600"/>
              <a:gd name="connsiteY509" fmla="*/ 4079863 h 6858000"/>
              <a:gd name="connsiteX510" fmla="*/ 3626636 w 7467600"/>
              <a:gd name="connsiteY510" fmla="*/ 4512230 h 6858000"/>
              <a:gd name="connsiteX511" fmla="*/ 3653088 w 7467600"/>
              <a:gd name="connsiteY511" fmla="*/ 4521417 h 6858000"/>
              <a:gd name="connsiteX512" fmla="*/ 3988128 w 7467600"/>
              <a:gd name="connsiteY512" fmla="*/ 4817267 h 6858000"/>
              <a:gd name="connsiteX513" fmla="*/ 4830582 w 7467600"/>
              <a:gd name="connsiteY513" fmla="*/ 4676000 h 6858000"/>
              <a:gd name="connsiteX514" fmla="*/ 4830100 w 7467600"/>
              <a:gd name="connsiteY514" fmla="*/ 4675554 h 6858000"/>
              <a:gd name="connsiteX515" fmla="*/ 4036318 w 7467600"/>
              <a:gd name="connsiteY515" fmla="*/ 4147013 h 6858000"/>
              <a:gd name="connsiteX516" fmla="*/ 3432098 w 7467600"/>
              <a:gd name="connsiteY516" fmla="*/ 3537312 h 6858000"/>
              <a:gd name="connsiteX517" fmla="*/ 3446761 w 7467600"/>
              <a:gd name="connsiteY517" fmla="*/ 3461278 h 6858000"/>
              <a:gd name="connsiteX518" fmla="*/ 4419733 w 7467600"/>
              <a:gd name="connsiteY518" fmla="*/ 3963555 h 6858000"/>
              <a:gd name="connsiteX519" fmla="*/ 4781371 w 7467600"/>
              <a:gd name="connsiteY519" fmla="*/ 4458604 h 6858000"/>
              <a:gd name="connsiteX520" fmla="*/ 4780440 w 7467600"/>
              <a:gd name="connsiteY520" fmla="*/ 4470290 h 6858000"/>
              <a:gd name="connsiteX521" fmla="*/ 4898954 w 7467600"/>
              <a:gd name="connsiteY521" fmla="*/ 4662092 h 6858000"/>
              <a:gd name="connsiteX522" fmla="*/ 4900699 w 7467600"/>
              <a:gd name="connsiteY522" fmla="*/ 4670867 h 6858000"/>
              <a:gd name="connsiteX523" fmla="*/ 5714511 w 7467600"/>
              <a:gd name="connsiteY523" fmla="*/ 4663483 h 6858000"/>
              <a:gd name="connsiteX524" fmla="*/ 5464793 w 7467600"/>
              <a:gd name="connsiteY524" fmla="*/ 4393556 h 6858000"/>
              <a:gd name="connsiteX525" fmla="*/ 5461897 w 7467600"/>
              <a:gd name="connsiteY525" fmla="*/ 4390879 h 6858000"/>
              <a:gd name="connsiteX526" fmla="*/ 4294126 w 7467600"/>
              <a:gd name="connsiteY526" fmla="*/ 3303048 h 6858000"/>
              <a:gd name="connsiteX527" fmla="*/ 4305321 w 7467600"/>
              <a:gd name="connsiteY527" fmla="*/ 3256953 h 6858000"/>
              <a:gd name="connsiteX528" fmla="*/ 4949299 w 7467600"/>
              <a:gd name="connsiteY528" fmla="*/ 3766336 h 6858000"/>
              <a:gd name="connsiteX529" fmla="*/ 5291452 w 7467600"/>
              <a:gd name="connsiteY529" fmla="*/ 4076801 h 6858000"/>
              <a:gd name="connsiteX530" fmla="*/ 5434998 w 7467600"/>
              <a:gd name="connsiteY530" fmla="*/ 4254100 h 6858000"/>
              <a:gd name="connsiteX531" fmla="*/ 5351015 w 7467600"/>
              <a:gd name="connsiteY531" fmla="*/ 3760989 h 6858000"/>
              <a:gd name="connsiteX532" fmla="*/ 5413780 w 7467600"/>
              <a:gd name="connsiteY532" fmla="*/ 2966265 h 6858000"/>
              <a:gd name="connsiteX533" fmla="*/ 5425627 w 7467600"/>
              <a:gd name="connsiteY533" fmla="*/ 2954192 h 6858000"/>
              <a:gd name="connsiteX534" fmla="*/ 6604735 w 7467600"/>
              <a:gd name="connsiteY534" fmla="*/ 2041381 h 6858000"/>
              <a:gd name="connsiteX535" fmla="*/ 7204487 w 7467600"/>
              <a:gd name="connsiteY535" fmla="*/ 2742112 h 6858000"/>
              <a:gd name="connsiteX536" fmla="*/ 7131592 w 7467600"/>
              <a:gd name="connsiteY536" fmla="*/ 2672096 h 6858000"/>
              <a:gd name="connsiteX537" fmla="*/ 6996344 w 7467600"/>
              <a:gd name="connsiteY537" fmla="*/ 2518310 h 6858000"/>
              <a:gd name="connsiteX538" fmla="*/ 6735495 w 7467600"/>
              <a:gd name="connsiteY538" fmla="*/ 2196890 h 6858000"/>
              <a:gd name="connsiteX539" fmla="*/ 6721901 w 7467600"/>
              <a:gd name="connsiteY539" fmla="*/ 2179274 h 6858000"/>
              <a:gd name="connsiteX540" fmla="*/ 6604735 w 7467600"/>
              <a:gd name="connsiteY540" fmla="*/ 2041381 h 6858000"/>
              <a:gd name="connsiteX541" fmla="*/ 6591670 w 7467600"/>
              <a:gd name="connsiteY541" fmla="*/ 1988277 h 6858000"/>
              <a:gd name="connsiteX542" fmla="*/ 6747349 w 7467600"/>
              <a:gd name="connsiteY542" fmla="*/ 2160069 h 6858000"/>
              <a:gd name="connsiteX543" fmla="*/ 6760943 w 7467600"/>
              <a:gd name="connsiteY543" fmla="*/ 2177686 h 6858000"/>
              <a:gd name="connsiteX544" fmla="*/ 7021065 w 7467600"/>
              <a:gd name="connsiteY544" fmla="*/ 2498102 h 6858000"/>
              <a:gd name="connsiteX545" fmla="*/ 7155223 w 7467600"/>
              <a:gd name="connsiteY545" fmla="*/ 2650386 h 6858000"/>
              <a:gd name="connsiteX546" fmla="*/ 7203167 w 7467600"/>
              <a:gd name="connsiteY546" fmla="*/ 2697288 h 6858000"/>
              <a:gd name="connsiteX547" fmla="*/ 6937703 w 7467600"/>
              <a:gd name="connsiteY547" fmla="*/ 2321981 h 6858000"/>
              <a:gd name="connsiteX548" fmla="*/ 6591670 w 7467600"/>
              <a:gd name="connsiteY548" fmla="*/ 1988277 h 6858000"/>
              <a:gd name="connsiteX549" fmla="*/ 5798671 w 7467600"/>
              <a:gd name="connsiteY549" fmla="*/ 1981601 h 6858000"/>
              <a:gd name="connsiteX550" fmla="*/ 5754709 w 7467600"/>
              <a:gd name="connsiteY550" fmla="*/ 2071454 h 6858000"/>
              <a:gd name="connsiteX551" fmla="*/ 5763044 w 7467600"/>
              <a:gd name="connsiteY551" fmla="*/ 2842206 h 6858000"/>
              <a:gd name="connsiteX552" fmla="*/ 5764974 w 7467600"/>
              <a:gd name="connsiteY552" fmla="*/ 2799609 h 6858000"/>
              <a:gd name="connsiteX553" fmla="*/ 5767665 w 7467600"/>
              <a:gd name="connsiteY553" fmla="*/ 2666409 h 6858000"/>
              <a:gd name="connsiteX554" fmla="*/ 5763055 w 7467600"/>
              <a:gd name="connsiteY554" fmla="*/ 2579705 h 6858000"/>
              <a:gd name="connsiteX555" fmla="*/ 5758079 w 7467600"/>
              <a:gd name="connsiteY555" fmla="*/ 2492508 h 6858000"/>
              <a:gd name="connsiteX556" fmla="*/ 5779325 w 7467600"/>
              <a:gd name="connsiteY556" fmla="*/ 2197069 h 6858000"/>
              <a:gd name="connsiteX557" fmla="*/ 5798671 w 7467600"/>
              <a:gd name="connsiteY557" fmla="*/ 1981601 h 6858000"/>
              <a:gd name="connsiteX558" fmla="*/ 5829202 w 7467600"/>
              <a:gd name="connsiteY558" fmla="*/ 1971679 h 6858000"/>
              <a:gd name="connsiteX559" fmla="*/ 5809558 w 7467600"/>
              <a:gd name="connsiteY559" fmla="*/ 2198043 h 6858000"/>
              <a:gd name="connsiteX560" fmla="*/ 5788653 w 7467600"/>
              <a:gd name="connsiteY560" fmla="*/ 2489430 h 6858000"/>
              <a:gd name="connsiteX561" fmla="*/ 5793439 w 7467600"/>
              <a:gd name="connsiteY561" fmla="*/ 2575235 h 6858000"/>
              <a:gd name="connsiteX562" fmla="*/ 5796837 w 7467600"/>
              <a:gd name="connsiteY562" fmla="*/ 2637633 h 6858000"/>
              <a:gd name="connsiteX563" fmla="*/ 5818614 w 7467600"/>
              <a:gd name="connsiteY563" fmla="*/ 2473055 h 6858000"/>
              <a:gd name="connsiteX564" fmla="*/ 5829202 w 7467600"/>
              <a:gd name="connsiteY564" fmla="*/ 1971679 h 6858000"/>
              <a:gd name="connsiteX565" fmla="*/ 5911389 w 7467600"/>
              <a:gd name="connsiteY565" fmla="*/ 1898371 h 6858000"/>
              <a:gd name="connsiteX566" fmla="*/ 6237627 w 7467600"/>
              <a:gd name="connsiteY566" fmla="*/ 2231921 h 6858000"/>
              <a:gd name="connsiteX567" fmla="*/ 5911389 w 7467600"/>
              <a:gd name="connsiteY567" fmla="*/ 1898371 h 6858000"/>
              <a:gd name="connsiteX568" fmla="*/ 6944437 w 7467600"/>
              <a:gd name="connsiteY568" fmla="*/ 1575402 h 6858000"/>
              <a:gd name="connsiteX569" fmla="*/ 6304730 w 7467600"/>
              <a:gd name="connsiteY569" fmla="*/ 1766654 h 6858000"/>
              <a:gd name="connsiteX570" fmla="*/ 6944437 w 7467600"/>
              <a:gd name="connsiteY570" fmla="*/ 1575402 h 6858000"/>
              <a:gd name="connsiteX571" fmla="*/ 7019523 w 7467600"/>
              <a:gd name="connsiteY571" fmla="*/ 1519450 h 6858000"/>
              <a:gd name="connsiteX572" fmla="*/ 6298091 w 7467600"/>
              <a:gd name="connsiteY572" fmla="*/ 1737122 h 6858000"/>
              <a:gd name="connsiteX573" fmla="*/ 7019523 w 7467600"/>
              <a:gd name="connsiteY573" fmla="*/ 1519450 h 6858000"/>
              <a:gd name="connsiteX574" fmla="*/ 2399523 w 7467600"/>
              <a:gd name="connsiteY574" fmla="*/ 1428234 h 6858000"/>
              <a:gd name="connsiteX575" fmla="*/ 2224982 w 7467600"/>
              <a:gd name="connsiteY575" fmla="*/ 1826201 h 6858000"/>
              <a:gd name="connsiteX576" fmla="*/ 2096099 w 7467600"/>
              <a:gd name="connsiteY576" fmla="*/ 2345900 h 6858000"/>
              <a:gd name="connsiteX577" fmla="*/ 2283317 w 7467600"/>
              <a:gd name="connsiteY577" fmla="*/ 1796925 h 6858000"/>
              <a:gd name="connsiteX578" fmla="*/ 2399523 w 7467600"/>
              <a:gd name="connsiteY578" fmla="*/ 1428234 h 6858000"/>
              <a:gd name="connsiteX579" fmla="*/ 2448558 w 7467600"/>
              <a:gd name="connsiteY579" fmla="*/ 1373435 h 6858000"/>
              <a:gd name="connsiteX580" fmla="*/ 2312521 w 7467600"/>
              <a:gd name="connsiteY580" fmla="*/ 1806140 h 6858000"/>
              <a:gd name="connsiteX581" fmla="*/ 2127533 w 7467600"/>
              <a:gd name="connsiteY581" fmla="*/ 2348380 h 6858000"/>
              <a:gd name="connsiteX582" fmla="*/ 2358080 w 7467600"/>
              <a:gd name="connsiteY582" fmla="*/ 1866134 h 6858000"/>
              <a:gd name="connsiteX583" fmla="*/ 2407436 w 7467600"/>
              <a:gd name="connsiteY583" fmla="*/ 1651070 h 6858000"/>
              <a:gd name="connsiteX584" fmla="*/ 2448558 w 7467600"/>
              <a:gd name="connsiteY584" fmla="*/ 1373435 h 6858000"/>
              <a:gd name="connsiteX585" fmla="*/ 278707 w 7467600"/>
              <a:gd name="connsiteY585" fmla="*/ 1352270 h 6858000"/>
              <a:gd name="connsiteX586" fmla="*/ 321570 w 7467600"/>
              <a:gd name="connsiteY586" fmla="*/ 1861610 h 6858000"/>
              <a:gd name="connsiteX587" fmla="*/ 294281 w 7467600"/>
              <a:gd name="connsiteY587" fmla="*/ 1440658 h 6858000"/>
              <a:gd name="connsiteX588" fmla="*/ 278707 w 7467600"/>
              <a:gd name="connsiteY588" fmla="*/ 1352270 h 6858000"/>
              <a:gd name="connsiteX589" fmla="*/ 1423821 w 7467600"/>
              <a:gd name="connsiteY589" fmla="*/ 1351958 h 6858000"/>
              <a:gd name="connsiteX590" fmla="*/ 1638521 w 7467600"/>
              <a:gd name="connsiteY590" fmla="*/ 1908470 h 6858000"/>
              <a:gd name="connsiteX591" fmla="*/ 1754199 w 7467600"/>
              <a:gd name="connsiteY591" fmla="*/ 2149284 h 6858000"/>
              <a:gd name="connsiteX592" fmla="*/ 1908359 w 7467600"/>
              <a:gd name="connsiteY592" fmla="*/ 2364988 h 6858000"/>
              <a:gd name="connsiteX593" fmla="*/ 1647661 w 7467600"/>
              <a:gd name="connsiteY593" fmla="*/ 1825945 h 6858000"/>
              <a:gd name="connsiteX594" fmla="*/ 1423821 w 7467600"/>
              <a:gd name="connsiteY594" fmla="*/ 1351958 h 6858000"/>
              <a:gd name="connsiteX595" fmla="*/ 1431890 w 7467600"/>
              <a:gd name="connsiteY595" fmla="*/ 1306475 h 6858000"/>
              <a:gd name="connsiteX596" fmla="*/ 1507597 w 7467600"/>
              <a:gd name="connsiteY596" fmla="*/ 1446132 h 6858000"/>
              <a:gd name="connsiteX597" fmla="*/ 1674586 w 7467600"/>
              <a:gd name="connsiteY597" fmla="*/ 1813832 h 6858000"/>
              <a:gd name="connsiteX598" fmla="*/ 1815950 w 7467600"/>
              <a:gd name="connsiteY598" fmla="*/ 2128564 h 6858000"/>
              <a:gd name="connsiteX599" fmla="*/ 1984242 w 7467600"/>
              <a:gd name="connsiteY599" fmla="*/ 2430829 h 6858000"/>
              <a:gd name="connsiteX600" fmla="*/ 2014023 w 7467600"/>
              <a:gd name="connsiteY600" fmla="*/ 2450995 h 6858000"/>
              <a:gd name="connsiteX601" fmla="*/ 1747337 w 7467600"/>
              <a:gd name="connsiteY601" fmla="*/ 1855264 h 6858000"/>
              <a:gd name="connsiteX602" fmla="*/ 1533749 w 7467600"/>
              <a:gd name="connsiteY602" fmla="*/ 1478656 h 6858000"/>
              <a:gd name="connsiteX603" fmla="*/ 1431890 w 7467600"/>
              <a:gd name="connsiteY603" fmla="*/ 1306475 h 6858000"/>
              <a:gd name="connsiteX604" fmla="*/ 5052692 w 7467600"/>
              <a:gd name="connsiteY604" fmla="*/ 1292994 h 6858000"/>
              <a:gd name="connsiteX605" fmla="*/ 5200661 w 7467600"/>
              <a:gd name="connsiteY605" fmla="*/ 1635186 h 6858000"/>
              <a:gd name="connsiteX606" fmla="*/ 5297138 w 7467600"/>
              <a:gd name="connsiteY606" fmla="*/ 1906351 h 6858000"/>
              <a:gd name="connsiteX607" fmla="*/ 5052692 w 7467600"/>
              <a:gd name="connsiteY607" fmla="*/ 1292994 h 6858000"/>
              <a:gd name="connsiteX608" fmla="*/ 5009948 w 7467600"/>
              <a:gd name="connsiteY608" fmla="*/ 1273619 h 6858000"/>
              <a:gd name="connsiteX609" fmla="*/ 5121777 w 7467600"/>
              <a:gd name="connsiteY609" fmla="*/ 1654213 h 6858000"/>
              <a:gd name="connsiteX610" fmla="*/ 5293545 w 7467600"/>
              <a:gd name="connsiteY610" fmla="*/ 2072247 h 6858000"/>
              <a:gd name="connsiteX611" fmla="*/ 5294042 w 7467600"/>
              <a:gd name="connsiteY611" fmla="*/ 2065019 h 6858000"/>
              <a:gd name="connsiteX612" fmla="*/ 5171936 w 7467600"/>
              <a:gd name="connsiteY612" fmla="*/ 1647613 h 6858000"/>
              <a:gd name="connsiteX613" fmla="*/ 5009948 w 7467600"/>
              <a:gd name="connsiteY613" fmla="*/ 1273619 h 6858000"/>
              <a:gd name="connsiteX614" fmla="*/ 655236 w 7467600"/>
              <a:gd name="connsiteY614" fmla="*/ 1268632 h 6858000"/>
              <a:gd name="connsiteX615" fmla="*/ 839521 w 7467600"/>
              <a:gd name="connsiteY615" fmla="*/ 1685315 h 6858000"/>
              <a:gd name="connsiteX616" fmla="*/ 1109416 w 7467600"/>
              <a:gd name="connsiteY616" fmla="*/ 2061663 h 6858000"/>
              <a:gd name="connsiteX617" fmla="*/ 1298300 w 7467600"/>
              <a:gd name="connsiteY617" fmla="*/ 2247742 h 6858000"/>
              <a:gd name="connsiteX618" fmla="*/ 1125871 w 7467600"/>
              <a:gd name="connsiteY618" fmla="*/ 1989513 h 6858000"/>
              <a:gd name="connsiteX619" fmla="*/ 981574 w 7467600"/>
              <a:gd name="connsiteY619" fmla="*/ 1783157 h 6858000"/>
              <a:gd name="connsiteX620" fmla="*/ 922198 w 7467600"/>
              <a:gd name="connsiteY620" fmla="*/ 1677437 h 6858000"/>
              <a:gd name="connsiteX621" fmla="*/ 869293 w 7467600"/>
              <a:gd name="connsiteY621" fmla="*/ 1583214 h 6858000"/>
              <a:gd name="connsiteX622" fmla="*/ 751431 w 7467600"/>
              <a:gd name="connsiteY622" fmla="*/ 1405731 h 6858000"/>
              <a:gd name="connsiteX623" fmla="*/ 655236 w 7467600"/>
              <a:gd name="connsiteY623" fmla="*/ 1268632 h 6858000"/>
              <a:gd name="connsiteX624" fmla="*/ 6516292 w 7467600"/>
              <a:gd name="connsiteY624" fmla="*/ 1263064 h 6858000"/>
              <a:gd name="connsiteX625" fmla="*/ 5736320 w 7467600"/>
              <a:gd name="connsiteY625" fmla="*/ 1501803 h 6858000"/>
              <a:gd name="connsiteX626" fmla="*/ 6516292 w 7467600"/>
              <a:gd name="connsiteY626" fmla="*/ 1263064 h 6858000"/>
              <a:gd name="connsiteX627" fmla="*/ 291466 w 7467600"/>
              <a:gd name="connsiteY627" fmla="*/ 1250369 h 6858000"/>
              <a:gd name="connsiteX628" fmla="*/ 323180 w 7467600"/>
              <a:gd name="connsiteY628" fmla="*/ 1435283 h 6858000"/>
              <a:gd name="connsiteX629" fmla="*/ 349381 w 7467600"/>
              <a:gd name="connsiteY629" fmla="*/ 1875041 h 6858000"/>
              <a:gd name="connsiteX630" fmla="*/ 374363 w 7467600"/>
              <a:gd name="connsiteY630" fmla="*/ 1506494 h 6858000"/>
              <a:gd name="connsiteX631" fmla="*/ 302168 w 7467600"/>
              <a:gd name="connsiteY631" fmla="*/ 1274495 h 6858000"/>
              <a:gd name="connsiteX632" fmla="*/ 291466 w 7467600"/>
              <a:gd name="connsiteY632" fmla="*/ 1250369 h 6858000"/>
              <a:gd name="connsiteX633" fmla="*/ 678222 w 7467600"/>
              <a:gd name="connsiteY633" fmla="*/ 1248670 h 6858000"/>
              <a:gd name="connsiteX634" fmla="*/ 775536 w 7467600"/>
              <a:gd name="connsiteY634" fmla="*/ 1388015 h 6858000"/>
              <a:gd name="connsiteX635" fmla="*/ 894529 w 7467600"/>
              <a:gd name="connsiteY635" fmla="*/ 1567739 h 6858000"/>
              <a:gd name="connsiteX636" fmla="*/ 948000 w 7467600"/>
              <a:gd name="connsiteY636" fmla="*/ 1663088 h 6858000"/>
              <a:gd name="connsiteX637" fmla="*/ 1006812 w 7467600"/>
              <a:gd name="connsiteY637" fmla="*/ 1767683 h 6858000"/>
              <a:gd name="connsiteX638" fmla="*/ 1149133 w 7467600"/>
              <a:gd name="connsiteY638" fmla="*/ 1971513 h 6858000"/>
              <a:gd name="connsiteX639" fmla="*/ 1333952 w 7467600"/>
              <a:gd name="connsiteY639" fmla="*/ 2251620 h 6858000"/>
              <a:gd name="connsiteX640" fmla="*/ 1337329 w 7467600"/>
              <a:gd name="connsiteY640" fmla="*/ 2258350 h 6858000"/>
              <a:gd name="connsiteX641" fmla="*/ 1014726 w 7467600"/>
              <a:gd name="connsiteY641" fmla="*/ 1615556 h 6858000"/>
              <a:gd name="connsiteX642" fmla="*/ 678222 w 7467600"/>
              <a:gd name="connsiteY642" fmla="*/ 1248670 h 6858000"/>
              <a:gd name="connsiteX643" fmla="*/ 6691602 w 7467600"/>
              <a:gd name="connsiteY643" fmla="*/ 1140573 h 6858000"/>
              <a:gd name="connsiteX644" fmla="*/ 6571100 w 7467600"/>
              <a:gd name="connsiteY644" fmla="*/ 1183662 h 6858000"/>
              <a:gd name="connsiteX645" fmla="*/ 6241687 w 7467600"/>
              <a:gd name="connsiteY645" fmla="*/ 1257600 h 6858000"/>
              <a:gd name="connsiteX646" fmla="*/ 5693009 w 7467600"/>
              <a:gd name="connsiteY646" fmla="*/ 1478256 h 6858000"/>
              <a:gd name="connsiteX647" fmla="*/ 6548420 w 7467600"/>
              <a:gd name="connsiteY647" fmla="*/ 1214599 h 6858000"/>
              <a:gd name="connsiteX648" fmla="*/ 6605473 w 7467600"/>
              <a:gd name="connsiteY648" fmla="*/ 1184686 h 6858000"/>
              <a:gd name="connsiteX649" fmla="*/ 6691602 w 7467600"/>
              <a:gd name="connsiteY649" fmla="*/ 1140573 h 6858000"/>
              <a:gd name="connsiteX650" fmla="*/ 4002475 w 7467600"/>
              <a:gd name="connsiteY650" fmla="*/ 1037802 h 6858000"/>
              <a:gd name="connsiteX651" fmla="*/ 4000324 w 7467600"/>
              <a:gd name="connsiteY651" fmla="*/ 1039362 h 6858000"/>
              <a:gd name="connsiteX652" fmla="*/ 4002862 w 7467600"/>
              <a:gd name="connsiteY652" fmla="*/ 1042866 h 6858000"/>
              <a:gd name="connsiteX653" fmla="*/ 4002475 w 7467600"/>
              <a:gd name="connsiteY653" fmla="*/ 1037802 h 6858000"/>
              <a:gd name="connsiteX654" fmla="*/ 506322 w 7467600"/>
              <a:gd name="connsiteY654" fmla="*/ 1020997 h 6858000"/>
              <a:gd name="connsiteX655" fmla="*/ 533068 w 7467600"/>
              <a:gd name="connsiteY655" fmla="*/ 1029409 h 6858000"/>
              <a:gd name="connsiteX656" fmla="*/ 1232525 w 7467600"/>
              <a:gd name="connsiteY656" fmla="*/ 1804675 h 6858000"/>
              <a:gd name="connsiteX657" fmla="*/ 1388858 w 7467600"/>
              <a:gd name="connsiteY657" fmla="*/ 2368011 h 6858000"/>
              <a:gd name="connsiteX658" fmla="*/ 1384098 w 7467600"/>
              <a:gd name="connsiteY658" fmla="*/ 2378125 h 6858000"/>
              <a:gd name="connsiteX659" fmla="*/ 1425393 w 7467600"/>
              <a:gd name="connsiteY659" fmla="*/ 2589124 h 6858000"/>
              <a:gd name="connsiteX660" fmla="*/ 1424001 w 7467600"/>
              <a:gd name="connsiteY660" fmla="*/ 2597541 h 6858000"/>
              <a:gd name="connsiteX661" fmla="*/ 2152729 w 7467600"/>
              <a:gd name="connsiteY661" fmla="*/ 2864487 h 6858000"/>
              <a:gd name="connsiteX662" fmla="*/ 2020609 w 7467600"/>
              <a:gd name="connsiteY662" fmla="*/ 2539671 h 6858000"/>
              <a:gd name="connsiteX663" fmla="*/ 2018920 w 7467600"/>
              <a:gd name="connsiteY663" fmla="*/ 2536309 h 6858000"/>
              <a:gd name="connsiteX664" fmla="*/ 1342441 w 7467600"/>
              <a:gd name="connsiteY664" fmla="*/ 1173017 h 6858000"/>
              <a:gd name="connsiteX665" fmla="*/ 1367925 w 7467600"/>
              <a:gd name="connsiteY665" fmla="*/ 1135648 h 6858000"/>
              <a:gd name="connsiteX666" fmla="*/ 1771401 w 7467600"/>
              <a:gd name="connsiteY666" fmla="*/ 1806673 h 6858000"/>
              <a:gd name="connsiteX667" fmla="*/ 1972385 w 7467600"/>
              <a:gd name="connsiteY667" fmla="*/ 2198735 h 6858000"/>
              <a:gd name="connsiteX668" fmla="*/ 2040892 w 7467600"/>
              <a:gd name="connsiteY668" fmla="*/ 2405205 h 6858000"/>
              <a:gd name="connsiteX669" fmla="*/ 2131689 w 7467600"/>
              <a:gd name="connsiteY669" fmla="*/ 1936926 h 6858000"/>
              <a:gd name="connsiteX670" fmla="*/ 2454820 w 7467600"/>
              <a:gd name="connsiteY670" fmla="*/ 1248808 h 6858000"/>
              <a:gd name="connsiteX671" fmla="*/ 2492512 w 7467600"/>
              <a:gd name="connsiteY671" fmla="*/ 1302920 h 6858000"/>
              <a:gd name="connsiteX672" fmla="*/ 2081216 w 7467600"/>
              <a:gd name="connsiteY672" fmla="*/ 2527513 h 6858000"/>
              <a:gd name="connsiteX673" fmla="*/ 2081211 w 7467600"/>
              <a:gd name="connsiteY673" fmla="*/ 2528916 h 6858000"/>
              <a:gd name="connsiteX674" fmla="*/ 2199067 w 7467600"/>
              <a:gd name="connsiteY674" fmla="*/ 2884061 h 6858000"/>
              <a:gd name="connsiteX675" fmla="*/ 3192586 w 7467600"/>
              <a:gd name="connsiteY675" fmla="*/ 3411496 h 6858000"/>
              <a:gd name="connsiteX676" fmla="*/ 3182620 w 7467600"/>
              <a:gd name="connsiteY676" fmla="*/ 3483279 h 6858000"/>
              <a:gd name="connsiteX677" fmla="*/ 2435119 w 7467600"/>
              <a:gd name="connsiteY677" fmla="*/ 3080173 h 6858000"/>
              <a:gd name="connsiteX678" fmla="*/ 2410152 w 7467600"/>
              <a:gd name="connsiteY678" fmla="*/ 3063751 h 6858000"/>
              <a:gd name="connsiteX679" fmla="*/ 2408099 w 7467600"/>
              <a:gd name="connsiteY679" fmla="*/ 3064403 h 6858000"/>
              <a:gd name="connsiteX680" fmla="*/ 2407218 w 7467600"/>
              <a:gd name="connsiteY680" fmla="*/ 3070324 h 6858000"/>
              <a:gd name="connsiteX681" fmla="*/ 2380138 w 7467600"/>
              <a:gd name="connsiteY681" fmla="*/ 3099341 h 6858000"/>
              <a:gd name="connsiteX682" fmla="*/ 1765923 w 7467600"/>
              <a:gd name="connsiteY682" fmla="*/ 3581043 h 6858000"/>
              <a:gd name="connsiteX683" fmla="*/ 1702258 w 7467600"/>
              <a:gd name="connsiteY683" fmla="*/ 3612286 h 6858000"/>
              <a:gd name="connsiteX684" fmla="*/ 1538370 w 7467600"/>
              <a:gd name="connsiteY684" fmla="*/ 3811804 h 6858000"/>
              <a:gd name="connsiteX685" fmla="*/ 542867 w 7467600"/>
              <a:gd name="connsiteY685" fmla="*/ 4944092 h 6858000"/>
              <a:gd name="connsiteX686" fmla="*/ 515800 w 7467600"/>
              <a:gd name="connsiteY686" fmla="*/ 4862180 h 6858000"/>
              <a:gd name="connsiteX687" fmla="*/ 909145 w 7467600"/>
              <a:gd name="connsiteY687" fmla="*/ 4199225 h 6858000"/>
              <a:gd name="connsiteX688" fmla="*/ 1214067 w 7467600"/>
              <a:gd name="connsiteY688" fmla="*/ 3908561 h 6858000"/>
              <a:gd name="connsiteX689" fmla="*/ 640967 w 7467600"/>
              <a:gd name="connsiteY689" fmla="*/ 4105601 h 6858000"/>
              <a:gd name="connsiteX690" fmla="*/ 112563 w 7467600"/>
              <a:gd name="connsiteY690" fmla="*/ 4396952 h 6858000"/>
              <a:gd name="connsiteX691" fmla="*/ 0 w 7467600"/>
              <a:gd name="connsiteY691" fmla="*/ 4466006 h 6858000"/>
              <a:gd name="connsiteX692" fmla="*/ 0 w 7467600"/>
              <a:gd name="connsiteY692" fmla="*/ 4233763 h 6858000"/>
              <a:gd name="connsiteX693" fmla="*/ 36881 w 7467600"/>
              <a:gd name="connsiteY693" fmla="*/ 4200118 h 6858000"/>
              <a:gd name="connsiteX694" fmla="*/ 910534 w 7467600"/>
              <a:gd name="connsiteY694" fmla="*/ 3629753 h 6858000"/>
              <a:gd name="connsiteX695" fmla="*/ 1578717 w 7467600"/>
              <a:gd name="connsiteY695" fmla="*/ 3575982 h 6858000"/>
              <a:gd name="connsiteX696" fmla="*/ 2338780 w 7467600"/>
              <a:gd name="connsiteY696" fmla="*/ 3033725 h 6858000"/>
              <a:gd name="connsiteX697" fmla="*/ 1807991 w 7467600"/>
              <a:gd name="connsiteY697" fmla="*/ 2807184 h 6858000"/>
              <a:gd name="connsiteX698" fmla="*/ 1416358 w 7467600"/>
              <a:gd name="connsiteY698" fmla="*/ 3112571 h 6858000"/>
              <a:gd name="connsiteX699" fmla="*/ 939066 w 7467600"/>
              <a:gd name="connsiteY699" fmla="*/ 3378798 h 6858000"/>
              <a:gd name="connsiteX700" fmla="*/ 115099 w 7467600"/>
              <a:gd name="connsiteY700" fmla="*/ 3607650 h 6858000"/>
              <a:gd name="connsiteX701" fmla="*/ 97284 w 7467600"/>
              <a:gd name="connsiteY701" fmla="*/ 3520393 h 6858000"/>
              <a:gd name="connsiteX702" fmla="*/ 922050 w 7467600"/>
              <a:gd name="connsiteY702" fmla="*/ 3074867 h 6858000"/>
              <a:gd name="connsiteX703" fmla="*/ 1405265 w 7467600"/>
              <a:gd name="connsiteY703" fmla="*/ 3016319 h 6858000"/>
              <a:gd name="connsiteX704" fmla="*/ 1407512 w 7467600"/>
              <a:gd name="connsiteY704" fmla="*/ 3018001 h 6858000"/>
              <a:gd name="connsiteX705" fmla="*/ 1726266 w 7467600"/>
              <a:gd name="connsiteY705" fmla="*/ 2777274 h 6858000"/>
              <a:gd name="connsiteX706" fmla="*/ 625390 w 7467600"/>
              <a:gd name="connsiteY706" fmla="*/ 2514541 h 6858000"/>
              <a:gd name="connsiteX707" fmla="*/ 619799 w 7467600"/>
              <a:gd name="connsiteY707" fmla="*/ 2527180 h 6858000"/>
              <a:gd name="connsiteX708" fmla="*/ 310030 w 7467600"/>
              <a:gd name="connsiteY708" fmla="*/ 2771818 h 6858000"/>
              <a:gd name="connsiteX709" fmla="*/ 173877 w 7467600"/>
              <a:gd name="connsiteY709" fmla="*/ 2937056 h 6858000"/>
              <a:gd name="connsiteX710" fmla="*/ 77889 w 7467600"/>
              <a:gd name="connsiteY710" fmla="*/ 3138440 h 6858000"/>
              <a:gd name="connsiteX711" fmla="*/ 0 w 7467600"/>
              <a:gd name="connsiteY711" fmla="*/ 3271395 h 6858000"/>
              <a:gd name="connsiteX712" fmla="*/ 0 w 7467600"/>
              <a:gd name="connsiteY712" fmla="*/ 3153002 h 6858000"/>
              <a:gd name="connsiteX713" fmla="*/ 2386 w 7467600"/>
              <a:gd name="connsiteY713" fmla="*/ 3149203 h 6858000"/>
              <a:gd name="connsiteX714" fmla="*/ 89753 w 7467600"/>
              <a:gd name="connsiteY714" fmla="*/ 2987702 h 6858000"/>
              <a:gd name="connsiteX715" fmla="*/ 76869 w 7467600"/>
              <a:gd name="connsiteY715" fmla="*/ 3005404 h 6858000"/>
              <a:gd name="connsiteX716" fmla="*/ 32049 w 7467600"/>
              <a:gd name="connsiteY716" fmla="*/ 3065814 h 6858000"/>
              <a:gd name="connsiteX717" fmla="*/ 0 w 7467600"/>
              <a:gd name="connsiteY717" fmla="*/ 3108744 h 6858000"/>
              <a:gd name="connsiteX718" fmla="*/ 0 w 7467600"/>
              <a:gd name="connsiteY718" fmla="*/ 3058059 h 6858000"/>
              <a:gd name="connsiteX719" fmla="*/ 7610 w 7467600"/>
              <a:gd name="connsiteY719" fmla="*/ 3047889 h 6858000"/>
              <a:gd name="connsiteX720" fmla="*/ 52419 w 7467600"/>
              <a:gd name="connsiteY720" fmla="*/ 2987479 h 6858000"/>
              <a:gd name="connsiteX721" fmla="*/ 59142 w 7467600"/>
              <a:gd name="connsiteY721" fmla="*/ 2978488 h 6858000"/>
              <a:gd name="connsiteX722" fmla="*/ 0 w 7467600"/>
              <a:gd name="connsiteY722" fmla="*/ 3015334 h 6858000"/>
              <a:gd name="connsiteX723" fmla="*/ 0 w 7467600"/>
              <a:gd name="connsiteY723" fmla="*/ 2914286 h 6858000"/>
              <a:gd name="connsiteX724" fmla="*/ 36383 w 7467600"/>
              <a:gd name="connsiteY724" fmla="*/ 2901128 h 6858000"/>
              <a:gd name="connsiteX725" fmla="*/ 156329 w 7467600"/>
              <a:gd name="connsiteY725" fmla="*/ 2840533 h 6858000"/>
              <a:gd name="connsiteX726" fmla="*/ 358355 w 7467600"/>
              <a:gd name="connsiteY726" fmla="*/ 2620471 h 6858000"/>
              <a:gd name="connsiteX727" fmla="*/ 510577 w 7467600"/>
              <a:gd name="connsiteY727" fmla="*/ 2501244 h 6858000"/>
              <a:gd name="connsiteX728" fmla="*/ 211967 w 7467600"/>
              <a:gd name="connsiteY728" fmla="*/ 2479171 h 6858000"/>
              <a:gd name="connsiteX729" fmla="*/ 0 w 7467600"/>
              <a:gd name="connsiteY729" fmla="*/ 2476398 h 6858000"/>
              <a:gd name="connsiteX730" fmla="*/ 0 w 7467600"/>
              <a:gd name="connsiteY730" fmla="*/ 2389189 h 6858000"/>
              <a:gd name="connsiteX731" fmla="*/ 103062 w 7467600"/>
              <a:gd name="connsiteY731" fmla="*/ 2389518 h 6858000"/>
              <a:gd name="connsiteX732" fmla="*/ 510734 w 7467600"/>
              <a:gd name="connsiteY732" fmla="*/ 2416201 h 6858000"/>
              <a:gd name="connsiteX733" fmla="*/ 279257 w 7467600"/>
              <a:gd name="connsiteY733" fmla="*/ 2092102 h 6858000"/>
              <a:gd name="connsiteX734" fmla="*/ 65265 w 7467600"/>
              <a:gd name="connsiteY734" fmla="*/ 2006049 h 6858000"/>
              <a:gd name="connsiteX735" fmla="*/ 0 w 7467600"/>
              <a:gd name="connsiteY735" fmla="*/ 1982532 h 6858000"/>
              <a:gd name="connsiteX736" fmla="*/ 0 w 7467600"/>
              <a:gd name="connsiteY736" fmla="*/ 1912789 h 6858000"/>
              <a:gd name="connsiteX737" fmla="*/ 97460 w 7467600"/>
              <a:gd name="connsiteY737" fmla="*/ 1953725 h 6858000"/>
              <a:gd name="connsiteX738" fmla="*/ 221272 w 7467600"/>
              <a:gd name="connsiteY738" fmla="*/ 1980766 h 6858000"/>
              <a:gd name="connsiteX739" fmla="*/ 116765 w 7467600"/>
              <a:gd name="connsiteY739" fmla="*/ 1911033 h 6858000"/>
              <a:gd name="connsiteX740" fmla="*/ 16405 w 7467600"/>
              <a:gd name="connsiteY740" fmla="*/ 1803412 h 6858000"/>
              <a:gd name="connsiteX741" fmla="*/ 0 w 7467600"/>
              <a:gd name="connsiteY741" fmla="*/ 1784777 h 6858000"/>
              <a:gd name="connsiteX742" fmla="*/ 0 w 7467600"/>
              <a:gd name="connsiteY742" fmla="*/ 1740082 h 6858000"/>
              <a:gd name="connsiteX743" fmla="*/ 39394 w 7467600"/>
              <a:gd name="connsiteY743" fmla="*/ 1784856 h 6858000"/>
              <a:gd name="connsiteX744" fmla="*/ 135813 w 7467600"/>
              <a:gd name="connsiteY744" fmla="*/ 1888838 h 6858000"/>
              <a:gd name="connsiteX745" fmla="*/ 242575 w 7467600"/>
              <a:gd name="connsiteY745" fmla="*/ 1958841 h 6858000"/>
              <a:gd name="connsiteX746" fmla="*/ 82197 w 7467600"/>
              <a:gd name="connsiteY746" fmla="*/ 1754826 h 6858000"/>
              <a:gd name="connsiteX747" fmla="*/ 0 w 7467600"/>
              <a:gd name="connsiteY747" fmla="*/ 1679650 h 6858000"/>
              <a:gd name="connsiteX748" fmla="*/ 0 w 7467600"/>
              <a:gd name="connsiteY748" fmla="*/ 1602463 h 6858000"/>
              <a:gd name="connsiteX749" fmla="*/ 84689 w 7467600"/>
              <a:gd name="connsiteY749" fmla="*/ 1677442 h 6858000"/>
              <a:gd name="connsiteX750" fmla="*/ 298437 w 7467600"/>
              <a:gd name="connsiteY750" fmla="*/ 1968019 h 6858000"/>
              <a:gd name="connsiteX751" fmla="*/ 227269 w 7467600"/>
              <a:gd name="connsiteY751" fmla="*/ 1114064 h 6858000"/>
              <a:gd name="connsiteX752" fmla="*/ 248003 w 7467600"/>
              <a:gd name="connsiteY752" fmla="*/ 1089613 h 6858000"/>
              <a:gd name="connsiteX753" fmla="*/ 427020 w 7467600"/>
              <a:gd name="connsiteY753" fmla="*/ 1619803 h 6858000"/>
              <a:gd name="connsiteX754" fmla="*/ 340345 w 7467600"/>
              <a:gd name="connsiteY754" fmla="*/ 2027739 h 6858000"/>
              <a:gd name="connsiteX755" fmla="*/ 360865 w 7467600"/>
              <a:gd name="connsiteY755" fmla="*/ 2044827 h 6858000"/>
              <a:gd name="connsiteX756" fmla="*/ 560414 w 7467600"/>
              <a:gd name="connsiteY756" fmla="*/ 2421457 h 6858000"/>
              <a:gd name="connsiteX757" fmla="*/ 1359703 w 7467600"/>
              <a:gd name="connsiteY757" fmla="*/ 2578554 h 6858000"/>
              <a:gd name="connsiteX758" fmla="*/ 1359422 w 7467600"/>
              <a:gd name="connsiteY758" fmla="*/ 2577994 h 6858000"/>
              <a:gd name="connsiteX759" fmla="*/ 828701 w 7467600"/>
              <a:gd name="connsiteY759" fmla="*/ 1839520 h 6858000"/>
              <a:gd name="connsiteX760" fmla="*/ 494427 w 7467600"/>
              <a:gd name="connsiteY760" fmla="*/ 1092333 h 6858000"/>
              <a:gd name="connsiteX761" fmla="*/ 506322 w 7467600"/>
              <a:gd name="connsiteY761" fmla="*/ 1020997 h 6858000"/>
              <a:gd name="connsiteX762" fmla="*/ 4570198 w 7467600"/>
              <a:gd name="connsiteY762" fmla="*/ 978081 h 6858000"/>
              <a:gd name="connsiteX763" fmla="*/ 4523691 w 7467600"/>
              <a:gd name="connsiteY763" fmla="*/ 1127776 h 6858000"/>
              <a:gd name="connsiteX764" fmla="*/ 4509875 w 7467600"/>
              <a:gd name="connsiteY764" fmla="*/ 1167552 h 6858000"/>
              <a:gd name="connsiteX765" fmla="*/ 4478168 w 7467600"/>
              <a:gd name="connsiteY765" fmla="*/ 1260735 h 6858000"/>
              <a:gd name="connsiteX766" fmla="*/ 4409309 w 7467600"/>
              <a:gd name="connsiteY766" fmla="*/ 1666996 h 6858000"/>
              <a:gd name="connsiteX767" fmla="*/ 4370031 w 7467600"/>
              <a:gd name="connsiteY767" fmla="*/ 1955666 h 6858000"/>
              <a:gd name="connsiteX768" fmla="*/ 4570198 w 7467600"/>
              <a:gd name="connsiteY768" fmla="*/ 978081 h 6858000"/>
              <a:gd name="connsiteX769" fmla="*/ 4557898 w 7467600"/>
              <a:gd name="connsiteY769" fmla="*/ 900011 h 6858000"/>
              <a:gd name="connsiteX770" fmla="*/ 4344840 w 7467600"/>
              <a:gd name="connsiteY770" fmla="*/ 1922038 h 6858000"/>
              <a:gd name="connsiteX771" fmla="*/ 4378710 w 7467600"/>
              <a:gd name="connsiteY771" fmla="*/ 1665516 h 6858000"/>
              <a:gd name="connsiteX772" fmla="*/ 4448798 w 7467600"/>
              <a:gd name="connsiteY772" fmla="*/ 1253024 h 6858000"/>
              <a:gd name="connsiteX773" fmla="*/ 4480315 w 7467600"/>
              <a:gd name="connsiteY773" fmla="*/ 1158454 h 6858000"/>
              <a:gd name="connsiteX774" fmla="*/ 4494133 w 7467600"/>
              <a:gd name="connsiteY774" fmla="*/ 1118676 h 6858000"/>
              <a:gd name="connsiteX775" fmla="*/ 4557898 w 7467600"/>
              <a:gd name="connsiteY775" fmla="*/ 900011 h 6858000"/>
              <a:gd name="connsiteX776" fmla="*/ 5870151 w 7467600"/>
              <a:gd name="connsiteY776" fmla="*/ 898890 h 6858000"/>
              <a:gd name="connsiteX777" fmla="*/ 5861335 w 7467600"/>
              <a:gd name="connsiteY777" fmla="*/ 899177 h 6858000"/>
              <a:gd name="connsiteX778" fmla="*/ 5843702 w 7467600"/>
              <a:gd name="connsiteY778" fmla="*/ 899748 h 6858000"/>
              <a:gd name="connsiteX779" fmla="*/ 5651107 w 7467600"/>
              <a:gd name="connsiteY779" fmla="*/ 920306 h 6858000"/>
              <a:gd name="connsiteX780" fmla="*/ 5459407 w 7467600"/>
              <a:gd name="connsiteY780" fmla="*/ 940975 h 6858000"/>
              <a:gd name="connsiteX781" fmla="*/ 5374846 w 7467600"/>
              <a:gd name="connsiteY781" fmla="*/ 941988 h 6858000"/>
              <a:gd name="connsiteX782" fmla="*/ 5256105 w 7467600"/>
              <a:gd name="connsiteY782" fmla="*/ 945632 h 6858000"/>
              <a:gd name="connsiteX783" fmla="*/ 5107071 w 7467600"/>
              <a:gd name="connsiteY783" fmla="*/ 969720 h 6858000"/>
              <a:gd name="connsiteX784" fmla="*/ 4998681 w 7467600"/>
              <a:gd name="connsiteY784" fmla="*/ 988771 h 6858000"/>
              <a:gd name="connsiteX785" fmla="*/ 5870151 w 7467600"/>
              <a:gd name="connsiteY785" fmla="*/ 898890 h 6858000"/>
              <a:gd name="connsiteX786" fmla="*/ 5504425 w 7467600"/>
              <a:gd name="connsiteY786" fmla="*/ 848067 h 6858000"/>
              <a:gd name="connsiteX787" fmla="*/ 4968849 w 7467600"/>
              <a:gd name="connsiteY787" fmla="*/ 962318 h 6858000"/>
              <a:gd name="connsiteX788" fmla="*/ 5104039 w 7467600"/>
              <a:gd name="connsiteY788" fmla="*/ 940634 h 6858000"/>
              <a:gd name="connsiteX789" fmla="*/ 5256311 w 7467600"/>
              <a:gd name="connsiteY789" fmla="*/ 916490 h 6858000"/>
              <a:gd name="connsiteX790" fmla="*/ 5377381 w 7467600"/>
              <a:gd name="connsiteY790" fmla="*/ 912671 h 6858000"/>
              <a:gd name="connsiteX791" fmla="*/ 5460148 w 7467600"/>
              <a:gd name="connsiteY791" fmla="*/ 911442 h 6858000"/>
              <a:gd name="connsiteX792" fmla="*/ 5648971 w 7467600"/>
              <a:gd name="connsiteY792" fmla="*/ 891331 h 6858000"/>
              <a:gd name="connsiteX793" fmla="*/ 5844807 w 7467600"/>
              <a:gd name="connsiteY793" fmla="*/ 870718 h 6858000"/>
              <a:gd name="connsiteX794" fmla="*/ 5862975 w 7467600"/>
              <a:gd name="connsiteY794" fmla="*/ 869756 h 6858000"/>
              <a:gd name="connsiteX795" fmla="*/ 5920887 w 7467600"/>
              <a:gd name="connsiteY795" fmla="*/ 865929 h 6858000"/>
              <a:gd name="connsiteX796" fmla="*/ 5504425 w 7467600"/>
              <a:gd name="connsiteY796" fmla="*/ 848067 h 6858000"/>
              <a:gd name="connsiteX797" fmla="*/ 3607114 w 7467600"/>
              <a:gd name="connsiteY797" fmla="*/ 467441 h 6858000"/>
              <a:gd name="connsiteX798" fmla="*/ 3296242 w 7467600"/>
              <a:gd name="connsiteY798" fmla="*/ 807991 h 6858000"/>
              <a:gd name="connsiteX799" fmla="*/ 3174674 w 7467600"/>
              <a:gd name="connsiteY799" fmla="*/ 919759 h 6858000"/>
              <a:gd name="connsiteX800" fmla="*/ 3042978 w 7467600"/>
              <a:gd name="connsiteY800" fmla="*/ 1054894 h 6858000"/>
              <a:gd name="connsiteX801" fmla="*/ 2968914 w 7467600"/>
              <a:gd name="connsiteY801" fmla="*/ 1133756 h 6858000"/>
              <a:gd name="connsiteX802" fmla="*/ 3103823 w 7467600"/>
              <a:gd name="connsiteY802" fmla="*/ 1026814 h 6858000"/>
              <a:gd name="connsiteX803" fmla="*/ 3607114 w 7467600"/>
              <a:gd name="connsiteY803" fmla="*/ 467441 h 6858000"/>
              <a:gd name="connsiteX804" fmla="*/ 3744487 w 7467600"/>
              <a:gd name="connsiteY804" fmla="*/ 383136 h 6858000"/>
              <a:gd name="connsiteX805" fmla="*/ 3970213 w 7467600"/>
              <a:gd name="connsiteY805" fmla="*/ 995559 h 6858000"/>
              <a:gd name="connsiteX806" fmla="*/ 3744487 w 7467600"/>
              <a:gd name="connsiteY806" fmla="*/ 383136 h 6858000"/>
              <a:gd name="connsiteX807" fmla="*/ 3624562 w 7467600"/>
              <a:gd name="connsiteY807" fmla="*/ 367041 h 6858000"/>
              <a:gd name="connsiteX808" fmla="*/ 3489712 w 7467600"/>
              <a:gd name="connsiteY808" fmla="*/ 485386 h 6858000"/>
              <a:gd name="connsiteX809" fmla="*/ 3182994 w 7467600"/>
              <a:gd name="connsiteY809" fmla="*/ 828265 h 6858000"/>
              <a:gd name="connsiteX810" fmla="*/ 2892114 w 7467600"/>
              <a:gd name="connsiteY810" fmla="*/ 1172635 h 6858000"/>
              <a:gd name="connsiteX811" fmla="*/ 3021459 w 7467600"/>
              <a:gd name="connsiteY811" fmla="*/ 1035385 h 6858000"/>
              <a:gd name="connsiteX812" fmla="*/ 3153873 w 7467600"/>
              <a:gd name="connsiteY812" fmla="*/ 898971 h 6858000"/>
              <a:gd name="connsiteX813" fmla="*/ 3276511 w 7467600"/>
              <a:gd name="connsiteY813" fmla="*/ 786423 h 6858000"/>
              <a:gd name="connsiteX814" fmla="*/ 3584154 w 7467600"/>
              <a:gd name="connsiteY814" fmla="*/ 448218 h 6858000"/>
              <a:gd name="connsiteX815" fmla="*/ 3624562 w 7467600"/>
              <a:gd name="connsiteY815" fmla="*/ 367041 h 6858000"/>
              <a:gd name="connsiteX816" fmla="*/ 3766672 w 7467600"/>
              <a:gd name="connsiteY816" fmla="*/ 359429 h 6858000"/>
              <a:gd name="connsiteX817" fmla="*/ 3996338 w 7467600"/>
              <a:gd name="connsiteY817" fmla="*/ 968237 h 6858000"/>
              <a:gd name="connsiteX818" fmla="*/ 3766672 w 7467600"/>
              <a:gd name="connsiteY818" fmla="*/ 359429 h 6858000"/>
              <a:gd name="connsiteX819" fmla="*/ 5805386 w 7467600"/>
              <a:gd name="connsiteY819" fmla="*/ 239240 h 6858000"/>
              <a:gd name="connsiteX820" fmla="*/ 5736947 w 7467600"/>
              <a:gd name="connsiteY820" fmla="*/ 261367 h 6858000"/>
              <a:gd name="connsiteX821" fmla="*/ 5427012 w 7467600"/>
              <a:gd name="connsiteY821" fmla="*/ 311272 h 6858000"/>
              <a:gd name="connsiteX822" fmla="*/ 5147818 w 7467600"/>
              <a:gd name="connsiteY822" fmla="*/ 322112 h 6858000"/>
              <a:gd name="connsiteX823" fmla="*/ 5060854 w 7467600"/>
              <a:gd name="connsiteY823" fmla="*/ 311882 h 6858000"/>
              <a:gd name="connsiteX824" fmla="*/ 4945989 w 7467600"/>
              <a:gd name="connsiteY824" fmla="*/ 300516 h 6858000"/>
              <a:gd name="connsiteX825" fmla="*/ 5410479 w 7467600"/>
              <a:gd name="connsiteY825" fmla="*/ 348434 h 6858000"/>
              <a:gd name="connsiteX826" fmla="*/ 5805386 w 7467600"/>
              <a:gd name="connsiteY826" fmla="*/ 239240 h 6858000"/>
              <a:gd name="connsiteX827" fmla="*/ 5905192 w 7467600"/>
              <a:gd name="connsiteY827" fmla="*/ 163079 h 6858000"/>
              <a:gd name="connsiteX828" fmla="*/ 5865655 w 7467600"/>
              <a:gd name="connsiteY828" fmla="*/ 171901 h 6858000"/>
              <a:gd name="connsiteX829" fmla="*/ 5259740 w 7467600"/>
              <a:gd name="connsiteY829" fmla="*/ 257013 h 6858000"/>
              <a:gd name="connsiteX830" fmla="*/ 5208466 w 7467600"/>
              <a:gd name="connsiteY830" fmla="*/ 257550 h 6858000"/>
              <a:gd name="connsiteX831" fmla="*/ 4980204 w 7467600"/>
              <a:gd name="connsiteY831" fmla="*/ 271903 h 6858000"/>
              <a:gd name="connsiteX832" fmla="*/ 5068068 w 7467600"/>
              <a:gd name="connsiteY832" fmla="*/ 282244 h 6858000"/>
              <a:gd name="connsiteX833" fmla="*/ 5153231 w 7467600"/>
              <a:gd name="connsiteY833" fmla="*/ 292240 h 6858000"/>
              <a:gd name="connsiteX834" fmla="*/ 5426491 w 7467600"/>
              <a:gd name="connsiteY834" fmla="*/ 281128 h 6858000"/>
              <a:gd name="connsiteX835" fmla="*/ 5731212 w 7467600"/>
              <a:gd name="connsiteY835" fmla="*/ 231951 h 6858000"/>
              <a:gd name="connsiteX836" fmla="*/ 5905192 w 7467600"/>
              <a:gd name="connsiteY836" fmla="*/ 163079 h 6858000"/>
              <a:gd name="connsiteX837" fmla="*/ 5944437 w 7467600"/>
              <a:gd name="connsiteY837" fmla="*/ 113829 h 6858000"/>
              <a:gd name="connsiteX838" fmla="*/ 5825032 w 7467600"/>
              <a:gd name="connsiteY838" fmla="*/ 146405 h 6858000"/>
              <a:gd name="connsiteX839" fmla="*/ 4955599 w 7467600"/>
              <a:gd name="connsiteY839" fmla="*/ 247008 h 6858000"/>
              <a:gd name="connsiteX840" fmla="*/ 5210104 w 7467600"/>
              <a:gd name="connsiteY840" fmla="*/ 228123 h 6858000"/>
              <a:gd name="connsiteX841" fmla="*/ 5261015 w 7467600"/>
              <a:gd name="connsiteY841" fmla="*/ 227087 h 6858000"/>
              <a:gd name="connsiteX842" fmla="*/ 5861181 w 7467600"/>
              <a:gd name="connsiteY842" fmla="*/ 143093 h 6858000"/>
              <a:gd name="connsiteX843" fmla="*/ 5961252 w 7467600"/>
              <a:gd name="connsiteY843" fmla="*/ 114820 h 6858000"/>
              <a:gd name="connsiteX844" fmla="*/ 5944437 w 7467600"/>
              <a:gd name="connsiteY844" fmla="*/ 113829 h 6858000"/>
              <a:gd name="connsiteX845" fmla="*/ 3882765 w 7467600"/>
              <a:gd name="connsiteY845" fmla="*/ 0 h 6858000"/>
              <a:gd name="connsiteX846" fmla="*/ 3995099 w 7467600"/>
              <a:gd name="connsiteY846" fmla="*/ 0 h 6858000"/>
              <a:gd name="connsiteX847" fmla="*/ 4163818 w 7467600"/>
              <a:gd name="connsiteY847" fmla="*/ 234104 h 6858000"/>
              <a:gd name="connsiteX848" fmla="*/ 4172099 w 7467600"/>
              <a:gd name="connsiteY848" fmla="*/ 234207 h 6858000"/>
              <a:gd name="connsiteX849" fmla="*/ 4784282 w 7467600"/>
              <a:gd name="connsiteY849" fmla="*/ 276561 h 6858000"/>
              <a:gd name="connsiteX850" fmla="*/ 4801687 w 7467600"/>
              <a:gd name="connsiteY850" fmla="*/ 267764 h 6858000"/>
              <a:gd name="connsiteX851" fmla="*/ 6082788 w 7467600"/>
              <a:gd name="connsiteY851" fmla="*/ 64119 h 6858000"/>
              <a:gd name="connsiteX852" fmla="*/ 6099442 w 7467600"/>
              <a:gd name="connsiteY852" fmla="*/ 82568 h 6858000"/>
              <a:gd name="connsiteX853" fmla="*/ 4804137 w 7467600"/>
              <a:gd name="connsiteY853" fmla="*/ 320931 h 6858000"/>
              <a:gd name="connsiteX854" fmla="*/ 4227047 w 7467600"/>
              <a:gd name="connsiteY854" fmla="*/ 313415 h 6858000"/>
              <a:gd name="connsiteX855" fmla="*/ 4346041 w 7467600"/>
              <a:gd name="connsiteY855" fmla="*/ 456086 h 6858000"/>
              <a:gd name="connsiteX856" fmla="*/ 4870967 w 7467600"/>
              <a:gd name="connsiteY856" fmla="*/ 963061 h 6858000"/>
              <a:gd name="connsiteX857" fmla="*/ 4889647 w 7467600"/>
              <a:gd name="connsiteY857" fmla="*/ 957147 h 6858000"/>
              <a:gd name="connsiteX858" fmla="*/ 5422504 w 7467600"/>
              <a:gd name="connsiteY858" fmla="*/ 805191 h 6858000"/>
              <a:gd name="connsiteX859" fmla="*/ 6087656 w 7467600"/>
              <a:gd name="connsiteY859" fmla="*/ 826703 h 6858000"/>
              <a:gd name="connsiteX860" fmla="*/ 6058717 w 7467600"/>
              <a:gd name="connsiteY860" fmla="*/ 865992 h 6858000"/>
              <a:gd name="connsiteX861" fmla="*/ 4974153 w 7467600"/>
              <a:gd name="connsiteY861" fmla="*/ 1045456 h 6858000"/>
              <a:gd name="connsiteX862" fmla="*/ 5627835 w 7467600"/>
              <a:gd name="connsiteY862" fmla="*/ 1472077 h 6858000"/>
              <a:gd name="connsiteX863" fmla="*/ 5629817 w 7467600"/>
              <a:gd name="connsiteY863" fmla="*/ 1471412 h 6858000"/>
              <a:gd name="connsiteX864" fmla="*/ 5634124 w 7467600"/>
              <a:gd name="connsiteY864" fmla="*/ 1470572 h 6858000"/>
              <a:gd name="connsiteX865" fmla="*/ 5755832 w 7467600"/>
              <a:gd name="connsiteY865" fmla="*/ 1383886 h 6858000"/>
              <a:gd name="connsiteX866" fmla="*/ 6014186 w 7467600"/>
              <a:gd name="connsiteY866" fmla="*/ 1279799 h 6858000"/>
              <a:gd name="connsiteX867" fmla="*/ 6901619 w 7467600"/>
              <a:gd name="connsiteY867" fmla="*/ 1047874 h 6858000"/>
              <a:gd name="connsiteX868" fmla="*/ 6931566 w 7467600"/>
              <a:gd name="connsiteY868" fmla="*/ 1062034 h 6858000"/>
              <a:gd name="connsiteX869" fmla="*/ 5790982 w 7467600"/>
              <a:gd name="connsiteY869" fmla="*/ 1561380 h 6858000"/>
              <a:gd name="connsiteX870" fmla="*/ 6188971 w 7467600"/>
              <a:gd name="connsiteY870" fmla="*/ 1755168 h 6858000"/>
              <a:gd name="connsiteX871" fmla="*/ 6202446 w 7467600"/>
              <a:gd name="connsiteY871" fmla="*/ 1752268 h 6858000"/>
              <a:gd name="connsiteX872" fmla="*/ 7179560 w 7467600"/>
              <a:gd name="connsiteY872" fmla="*/ 1467551 h 6858000"/>
              <a:gd name="connsiteX873" fmla="*/ 7158730 w 7467600"/>
              <a:gd name="connsiteY873" fmla="*/ 1507835 h 6858000"/>
              <a:gd name="connsiteX874" fmla="*/ 6326959 w 7467600"/>
              <a:gd name="connsiteY874" fmla="*/ 1817686 h 6858000"/>
              <a:gd name="connsiteX875" fmla="*/ 6537433 w 7467600"/>
              <a:gd name="connsiteY875" fmla="*/ 1907790 h 6858000"/>
              <a:gd name="connsiteX876" fmla="*/ 6550221 w 7467600"/>
              <a:gd name="connsiteY876" fmla="*/ 1910729 h 6858000"/>
              <a:gd name="connsiteX877" fmla="*/ 6964438 w 7467600"/>
              <a:gd name="connsiteY877" fmla="*/ 2209505 h 6858000"/>
              <a:gd name="connsiteX878" fmla="*/ 7367862 w 7467600"/>
              <a:gd name="connsiteY878" fmla="*/ 2806833 h 6858000"/>
              <a:gd name="connsiteX879" fmla="*/ 7364329 w 7467600"/>
              <a:gd name="connsiteY879" fmla="*/ 2826907 h 6858000"/>
              <a:gd name="connsiteX880" fmla="*/ 7290545 w 7467600"/>
              <a:gd name="connsiteY880" fmla="*/ 2850663 h 6858000"/>
              <a:gd name="connsiteX881" fmla="*/ 6472036 w 7467600"/>
              <a:gd name="connsiteY881" fmla="*/ 1959003 h 6858000"/>
              <a:gd name="connsiteX882" fmla="*/ 5792897 w 7467600"/>
              <a:gd name="connsiteY882" fmla="*/ 1647747 h 6858000"/>
              <a:gd name="connsiteX883" fmla="*/ 5842751 w 7467600"/>
              <a:gd name="connsiteY883" fmla="*/ 1816112 h 6858000"/>
              <a:gd name="connsiteX884" fmla="*/ 5847424 w 7467600"/>
              <a:gd name="connsiteY884" fmla="*/ 1815776 h 6858000"/>
              <a:gd name="connsiteX885" fmla="*/ 6399821 w 7467600"/>
              <a:gd name="connsiteY885" fmla="*/ 2344799 h 6858000"/>
              <a:gd name="connsiteX886" fmla="*/ 6323232 w 7467600"/>
              <a:gd name="connsiteY886" fmla="*/ 2389634 h 6858000"/>
              <a:gd name="connsiteX887" fmla="*/ 5942958 w 7467600"/>
              <a:gd name="connsiteY887" fmla="*/ 2077708 h 6858000"/>
              <a:gd name="connsiteX888" fmla="*/ 5921559 w 7467600"/>
              <a:gd name="connsiteY888" fmla="*/ 2378596 h 6858000"/>
              <a:gd name="connsiteX889" fmla="*/ 5817651 w 7467600"/>
              <a:gd name="connsiteY889" fmla="*/ 3023919 h 6858000"/>
              <a:gd name="connsiteX890" fmla="*/ 5729634 w 7467600"/>
              <a:gd name="connsiteY890" fmla="*/ 3051849 h 6858000"/>
              <a:gd name="connsiteX891" fmla="*/ 5611018 w 7467600"/>
              <a:gd name="connsiteY891" fmla="*/ 2316769 h 6858000"/>
              <a:gd name="connsiteX892" fmla="*/ 5687608 w 7467600"/>
              <a:gd name="connsiteY892" fmla="*/ 2039972 h 6858000"/>
              <a:gd name="connsiteX893" fmla="*/ 5657554 w 7467600"/>
              <a:gd name="connsiteY893" fmla="*/ 1576445 h 6858000"/>
              <a:gd name="connsiteX894" fmla="*/ 5150475 w 7467600"/>
              <a:gd name="connsiteY894" fmla="*/ 1274012 h 6858000"/>
              <a:gd name="connsiteX895" fmla="*/ 5349142 w 7467600"/>
              <a:gd name="connsiteY895" fmla="*/ 2204405 h 6858000"/>
              <a:gd name="connsiteX896" fmla="*/ 5262214 w 7467600"/>
              <a:gd name="connsiteY896" fmla="*/ 2233836 h 6858000"/>
              <a:gd name="connsiteX897" fmla="*/ 4981539 w 7467600"/>
              <a:gd name="connsiteY897" fmla="*/ 1542201 h 6858000"/>
              <a:gd name="connsiteX898" fmla="*/ 4958461 w 7467600"/>
              <a:gd name="connsiteY898" fmla="*/ 1136957 h 6858000"/>
              <a:gd name="connsiteX899" fmla="*/ 4655015 w 7467600"/>
              <a:gd name="connsiteY899" fmla="*/ 891426 h 6858000"/>
              <a:gd name="connsiteX900" fmla="*/ 4348002 w 7467600"/>
              <a:gd name="connsiteY900" fmla="*/ 2205895 h 6858000"/>
              <a:gd name="connsiteX901" fmla="*/ 4262250 w 7467600"/>
              <a:gd name="connsiteY901" fmla="*/ 2219972 h 6858000"/>
              <a:gd name="connsiteX902" fmla="*/ 4550611 w 7467600"/>
              <a:gd name="connsiteY902" fmla="*/ 817540 h 6858000"/>
              <a:gd name="connsiteX903" fmla="*/ 4564418 w 7467600"/>
              <a:gd name="connsiteY903" fmla="*/ 808293 h 6858000"/>
              <a:gd name="connsiteX904" fmla="*/ 4266388 w 7467600"/>
              <a:gd name="connsiteY904" fmla="*/ 500083 h 6858000"/>
              <a:gd name="connsiteX905" fmla="*/ 4032842 w 7467600"/>
              <a:gd name="connsiteY905" fmla="*/ 211809 h 6858000"/>
              <a:gd name="connsiteX906" fmla="*/ 3882765 w 7467600"/>
              <a:gd name="connsiteY906" fmla="*/ 0 h 6858000"/>
              <a:gd name="connsiteX907" fmla="*/ 3721337 w 7467600"/>
              <a:gd name="connsiteY907" fmla="*/ 0 h 6858000"/>
              <a:gd name="connsiteX908" fmla="*/ 3797544 w 7467600"/>
              <a:gd name="connsiteY908" fmla="*/ 0 h 6858000"/>
              <a:gd name="connsiteX909" fmla="*/ 3775734 w 7467600"/>
              <a:gd name="connsiteY909" fmla="*/ 95131 h 6858000"/>
              <a:gd name="connsiteX910" fmla="*/ 3724807 w 7467600"/>
              <a:gd name="connsiteY910" fmla="*/ 272257 h 6858000"/>
              <a:gd name="connsiteX911" fmla="*/ 3726844 w 7467600"/>
              <a:gd name="connsiteY911" fmla="*/ 282988 h 6858000"/>
              <a:gd name="connsiteX912" fmla="*/ 3742664 w 7467600"/>
              <a:gd name="connsiteY912" fmla="*/ 279918 h 6858000"/>
              <a:gd name="connsiteX913" fmla="*/ 4103910 w 7467600"/>
              <a:gd name="connsiteY913" fmla="*/ 1161917 h 6858000"/>
              <a:gd name="connsiteX914" fmla="*/ 4020269 w 7467600"/>
              <a:gd name="connsiteY914" fmla="*/ 1200406 h 6858000"/>
              <a:gd name="connsiteX915" fmla="*/ 3674882 w 7467600"/>
              <a:gd name="connsiteY915" fmla="*/ 488524 h 6858000"/>
              <a:gd name="connsiteX916" fmla="*/ 3132682 w 7467600"/>
              <a:gd name="connsiteY916" fmla="*/ 1072284 h 6858000"/>
              <a:gd name="connsiteX917" fmla="*/ 2716346 w 7467600"/>
              <a:gd name="connsiteY917" fmla="*/ 1276376 h 6858000"/>
              <a:gd name="connsiteX918" fmla="*/ 2716772 w 7467600"/>
              <a:gd name="connsiteY918" fmla="*/ 1255462 h 6858000"/>
              <a:gd name="connsiteX919" fmla="*/ 3471096 w 7467600"/>
              <a:gd name="connsiteY919" fmla="*/ 437072 h 6858000"/>
              <a:gd name="connsiteX920" fmla="*/ 3639057 w 7467600"/>
              <a:gd name="connsiteY920" fmla="*/ 286334 h 6858000"/>
              <a:gd name="connsiteX921" fmla="*/ 3640309 w 7467600"/>
              <a:gd name="connsiteY921" fmla="*/ 284664 h 6858000"/>
              <a:gd name="connsiteX922" fmla="*/ 3646022 w 7467600"/>
              <a:gd name="connsiteY922" fmla="*/ 276711 h 6858000"/>
              <a:gd name="connsiteX923" fmla="*/ 3707943 w 7467600"/>
              <a:gd name="connsiteY923" fmla="*/ 65958 h 6858000"/>
              <a:gd name="connsiteX924" fmla="*/ 3721337 w 7467600"/>
              <a:gd name="connsiteY924" fmla="*/ 0 h 6858000"/>
              <a:gd name="connsiteX925" fmla="*/ 2867960 w 7467600"/>
              <a:gd name="connsiteY925" fmla="*/ 0 h 6858000"/>
              <a:gd name="connsiteX926" fmla="*/ 2926351 w 7467600"/>
              <a:gd name="connsiteY926" fmla="*/ 0 h 6858000"/>
              <a:gd name="connsiteX927" fmla="*/ 2902823 w 7467600"/>
              <a:gd name="connsiteY927" fmla="*/ 262929 h 6858000"/>
              <a:gd name="connsiteX928" fmla="*/ 2940663 w 7467600"/>
              <a:gd name="connsiteY928" fmla="*/ 140884 h 6858000"/>
              <a:gd name="connsiteX929" fmla="*/ 2947039 w 7467600"/>
              <a:gd name="connsiteY929" fmla="*/ 122524 h 6858000"/>
              <a:gd name="connsiteX930" fmla="*/ 2984316 w 7467600"/>
              <a:gd name="connsiteY930" fmla="*/ 0 h 6858000"/>
              <a:gd name="connsiteX931" fmla="*/ 3016114 w 7467600"/>
              <a:gd name="connsiteY931" fmla="*/ 0 h 6858000"/>
              <a:gd name="connsiteX932" fmla="*/ 2979949 w 7467600"/>
              <a:gd name="connsiteY932" fmla="*/ 119274 h 6858000"/>
              <a:gd name="connsiteX933" fmla="*/ 3023879 w 7467600"/>
              <a:gd name="connsiteY933" fmla="*/ 0 h 6858000"/>
              <a:gd name="connsiteX934" fmla="*/ 3105400 w 7467600"/>
              <a:gd name="connsiteY934" fmla="*/ 0 h 6858000"/>
              <a:gd name="connsiteX935" fmla="*/ 3094669 w 7467600"/>
              <a:gd name="connsiteY935" fmla="*/ 30308 h 6858000"/>
              <a:gd name="connsiteX936" fmla="*/ 2901945 w 7467600"/>
              <a:gd name="connsiteY936" fmla="*/ 466538 h 6858000"/>
              <a:gd name="connsiteX937" fmla="*/ 2815209 w 7467600"/>
              <a:gd name="connsiteY937" fmla="*/ 497361 h 6858000"/>
              <a:gd name="connsiteX938" fmla="*/ 2844845 w 7467600"/>
              <a:gd name="connsiteY938" fmla="*/ 127638 h 6858000"/>
              <a:gd name="connsiteX939" fmla="*/ 2867960 w 7467600"/>
              <a:gd name="connsiteY939" fmla="*/ 0 h 6858000"/>
              <a:gd name="connsiteX940" fmla="*/ 1057230 w 7467600"/>
              <a:gd name="connsiteY940" fmla="*/ 0 h 6858000"/>
              <a:gd name="connsiteX941" fmla="*/ 1111003 w 7467600"/>
              <a:gd name="connsiteY941" fmla="*/ 0 h 6858000"/>
              <a:gd name="connsiteX942" fmla="*/ 1125553 w 7467600"/>
              <a:gd name="connsiteY942" fmla="*/ 52588 h 6858000"/>
              <a:gd name="connsiteX943" fmla="*/ 1304276 w 7467600"/>
              <a:gd name="connsiteY943" fmla="*/ 476275 h 6858000"/>
              <a:gd name="connsiteX944" fmla="*/ 1492066 w 7467600"/>
              <a:gd name="connsiteY944" fmla="*/ 886333 h 6858000"/>
              <a:gd name="connsiteX945" fmla="*/ 1423698 w 7467600"/>
              <a:gd name="connsiteY945" fmla="*/ 710817 h 6858000"/>
              <a:gd name="connsiteX946" fmla="*/ 1357609 w 7467600"/>
              <a:gd name="connsiteY946" fmla="*/ 532892 h 6858000"/>
              <a:gd name="connsiteX947" fmla="*/ 1309550 w 7467600"/>
              <a:gd name="connsiteY947" fmla="*/ 374031 h 6858000"/>
              <a:gd name="connsiteX948" fmla="*/ 1193673 w 7467600"/>
              <a:gd name="connsiteY948" fmla="*/ 49533 h 6858000"/>
              <a:gd name="connsiteX949" fmla="*/ 1164391 w 7467600"/>
              <a:gd name="connsiteY949" fmla="*/ 0 h 6858000"/>
              <a:gd name="connsiteX950" fmla="*/ 1200666 w 7467600"/>
              <a:gd name="connsiteY950" fmla="*/ 0 h 6858000"/>
              <a:gd name="connsiteX951" fmla="*/ 1223408 w 7467600"/>
              <a:gd name="connsiteY951" fmla="*/ 38996 h 6858000"/>
              <a:gd name="connsiteX952" fmla="*/ 1339635 w 7467600"/>
              <a:gd name="connsiteY952" fmla="*/ 365517 h 6858000"/>
              <a:gd name="connsiteX953" fmla="*/ 1387469 w 7467600"/>
              <a:gd name="connsiteY953" fmla="*/ 523079 h 6858000"/>
              <a:gd name="connsiteX954" fmla="*/ 1452685 w 7467600"/>
              <a:gd name="connsiteY954" fmla="*/ 699806 h 6858000"/>
              <a:gd name="connsiteX955" fmla="*/ 1492092 w 7467600"/>
              <a:gd name="connsiteY955" fmla="*/ 800424 h 6858000"/>
              <a:gd name="connsiteX956" fmla="*/ 1455302 w 7467600"/>
              <a:gd name="connsiteY956" fmla="*/ 632913 h 6858000"/>
              <a:gd name="connsiteX957" fmla="*/ 1222336 w 7467600"/>
              <a:gd name="connsiteY957" fmla="*/ 9480 h 6858000"/>
              <a:gd name="connsiteX958" fmla="*/ 1214634 w 7467600"/>
              <a:gd name="connsiteY958" fmla="*/ 0 h 6858000"/>
              <a:gd name="connsiteX959" fmla="*/ 1289827 w 7467600"/>
              <a:gd name="connsiteY959" fmla="*/ 0 h 6858000"/>
              <a:gd name="connsiteX960" fmla="*/ 1321076 w 7467600"/>
              <a:gd name="connsiteY960" fmla="*/ 59722 h 6858000"/>
              <a:gd name="connsiteX961" fmla="*/ 1512579 w 7467600"/>
              <a:gd name="connsiteY961" fmla="*/ 626441 h 6858000"/>
              <a:gd name="connsiteX962" fmla="*/ 1506076 w 7467600"/>
              <a:gd name="connsiteY962" fmla="*/ 1089289 h 6858000"/>
              <a:gd name="connsiteX963" fmla="*/ 1486346 w 7467600"/>
              <a:gd name="connsiteY963" fmla="*/ 1079919 h 6858000"/>
              <a:gd name="connsiteX964" fmla="*/ 1070511 w 7467600"/>
              <a:gd name="connsiteY964" fmla="*/ 48609 h 6858000"/>
              <a:gd name="connsiteX965" fmla="*/ 1057230 w 7467600"/>
              <a:gd name="connsiteY965" fmla="*/ 0 h 6858000"/>
              <a:gd name="connsiteX966" fmla="*/ 43151 w 7467600"/>
              <a:gd name="connsiteY966" fmla="*/ 0 h 6858000"/>
              <a:gd name="connsiteX967" fmla="*/ 95283 w 7467600"/>
              <a:gd name="connsiteY967" fmla="*/ 0 h 6858000"/>
              <a:gd name="connsiteX968" fmla="*/ 300708 w 7467600"/>
              <a:gd name="connsiteY968" fmla="*/ 154571 h 6858000"/>
              <a:gd name="connsiteX969" fmla="*/ 530414 w 7467600"/>
              <a:gd name="connsiteY969" fmla="*/ 354673 h 6858000"/>
              <a:gd name="connsiteX970" fmla="*/ 333785 w 7467600"/>
              <a:gd name="connsiteY970" fmla="*/ 161564 h 6858000"/>
              <a:gd name="connsiteX971" fmla="*/ 147005 w 7467600"/>
              <a:gd name="connsiteY971" fmla="*/ 0 h 6858000"/>
              <a:gd name="connsiteX972" fmla="*/ 272509 w 7467600"/>
              <a:gd name="connsiteY972" fmla="*/ 0 h 6858000"/>
              <a:gd name="connsiteX973" fmla="*/ 326276 w 7467600"/>
              <a:gd name="connsiteY973" fmla="*/ 45847 h 6858000"/>
              <a:gd name="connsiteX974" fmla="*/ 823759 w 7467600"/>
              <a:gd name="connsiteY974" fmla="*/ 574145 h 6858000"/>
              <a:gd name="connsiteX975" fmla="*/ 811254 w 7467600"/>
              <a:gd name="connsiteY975" fmla="*/ 665546 h 6858000"/>
              <a:gd name="connsiteX976" fmla="*/ 154042 w 7467600"/>
              <a:gd name="connsiteY976" fmla="*/ 261522 h 6858000"/>
              <a:gd name="connsiteX977" fmla="*/ 13550 w 7467600"/>
              <a:gd name="connsiteY977" fmla="*/ 158423 h 6858000"/>
              <a:gd name="connsiteX978" fmla="*/ 0 w 7467600"/>
              <a:gd name="connsiteY978" fmla="*/ 146618 h 6858000"/>
              <a:gd name="connsiteX979" fmla="*/ 0 w 7467600"/>
              <a:gd name="connsiteY979" fmla="*/ 59161 h 6858000"/>
              <a:gd name="connsiteX980" fmla="*/ 45427 w 7467600"/>
              <a:gd name="connsiteY980" fmla="*/ 101078 h 6858000"/>
              <a:gd name="connsiteX981" fmla="*/ 630103 w 7467600"/>
              <a:gd name="connsiteY981" fmla="*/ 485885 h 6858000"/>
              <a:gd name="connsiteX982" fmla="*/ 532040 w 7467600"/>
              <a:gd name="connsiteY982" fmla="*/ 399359 h 6858000"/>
              <a:gd name="connsiteX983" fmla="*/ 517618 w 7467600"/>
              <a:gd name="connsiteY983" fmla="*/ 385726 h 6858000"/>
              <a:gd name="connsiteX984" fmla="*/ 285074 w 7467600"/>
              <a:gd name="connsiteY984" fmla="*/ 182755 h 6858000"/>
              <a:gd name="connsiteX985" fmla="*/ 43151 w 7467600"/>
              <a:gd name="connsiteY98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1903353 w 7467600"/>
              <a:gd name="connsiteY127" fmla="*/ 5044827 h 6858000"/>
              <a:gd name="connsiteX128" fmla="*/ 1936931 w 7467600"/>
              <a:gd name="connsiteY128" fmla="*/ 5093954 h 6858000"/>
              <a:gd name="connsiteX129" fmla="*/ 2195868 w 7467600"/>
              <a:gd name="connsiteY129" fmla="*/ 5396574 h 6858000"/>
              <a:gd name="connsiteX130" fmla="*/ 2088852 w 7467600"/>
              <a:gd name="connsiteY130" fmla="*/ 5166123 h 6858000"/>
              <a:gd name="connsiteX131" fmla="*/ 1958241 w 7467600"/>
              <a:gd name="connsiteY131" fmla="*/ 5067955 h 6858000"/>
              <a:gd name="connsiteX132" fmla="*/ 1903353 w 7467600"/>
              <a:gd name="connsiteY132" fmla="*/ 5044827 h 6858000"/>
              <a:gd name="connsiteX133" fmla="*/ 1979378 w 7467600"/>
              <a:gd name="connsiteY133" fmla="*/ 4769504 h 6858000"/>
              <a:gd name="connsiteX134" fmla="*/ 2882120 w 7467600"/>
              <a:gd name="connsiteY134" fmla="*/ 5064547 h 6858000"/>
              <a:gd name="connsiteX135" fmla="*/ 2793103 w 7467600"/>
              <a:gd name="connsiteY135" fmla="*/ 5039699 h 6858000"/>
              <a:gd name="connsiteX136" fmla="*/ 2770041 w 7467600"/>
              <a:gd name="connsiteY136" fmla="*/ 5033634 h 6858000"/>
              <a:gd name="connsiteX137" fmla="*/ 1979378 w 7467600"/>
              <a:gd name="connsiteY137" fmla="*/ 4769504 h 6858000"/>
              <a:gd name="connsiteX138" fmla="*/ 1927410 w 7467600"/>
              <a:gd name="connsiteY138" fmla="*/ 4716164 h 6858000"/>
              <a:gd name="connsiteX139" fmla="*/ 1959587 w 7467600"/>
              <a:gd name="connsiteY139" fmla="*/ 4728849 h 6858000"/>
              <a:gd name="connsiteX140" fmla="*/ 2777707 w 7467600"/>
              <a:gd name="connsiteY140" fmla="*/ 5003991 h 6858000"/>
              <a:gd name="connsiteX141" fmla="*/ 2800768 w 7467600"/>
              <a:gd name="connsiteY141" fmla="*/ 5010056 h 6858000"/>
              <a:gd name="connsiteX142" fmla="*/ 2879408 w 7467600"/>
              <a:gd name="connsiteY142" fmla="*/ 5031590 h 6858000"/>
              <a:gd name="connsiteX143" fmla="*/ 2862295 w 7467600"/>
              <a:gd name="connsiteY143" fmla="*/ 5022958 h 6858000"/>
              <a:gd name="connsiteX144" fmla="*/ 2813343 w 7467600"/>
              <a:gd name="connsiteY144" fmla="*/ 4998369 h 6858000"/>
              <a:gd name="connsiteX145" fmla="*/ 2646245 w 7467600"/>
              <a:gd name="connsiteY145" fmla="*/ 4930999 h 6858000"/>
              <a:gd name="connsiteX146" fmla="*/ 1999243 w 7467600"/>
              <a:gd name="connsiteY146" fmla="*/ 4730524 h 6858000"/>
              <a:gd name="connsiteX147" fmla="*/ 1979527 w 7467600"/>
              <a:gd name="connsiteY147" fmla="*/ 4726651 h 6858000"/>
              <a:gd name="connsiteX148" fmla="*/ 1927410 w 7467600"/>
              <a:gd name="connsiteY148" fmla="*/ 4716164 h 6858000"/>
              <a:gd name="connsiteX149" fmla="*/ 1997014 w 7467600"/>
              <a:gd name="connsiteY149" fmla="*/ 4698007 h 6858000"/>
              <a:gd name="connsiteX150" fmla="*/ 2005458 w 7467600"/>
              <a:gd name="connsiteY150" fmla="*/ 4699540 h 6858000"/>
              <a:gd name="connsiteX151" fmla="*/ 2657186 w 7467600"/>
              <a:gd name="connsiteY151" fmla="*/ 4901687 h 6858000"/>
              <a:gd name="connsiteX152" fmla="*/ 2826662 w 7467600"/>
              <a:gd name="connsiteY152" fmla="*/ 4970362 h 6858000"/>
              <a:gd name="connsiteX153" fmla="*/ 2876100 w 7467600"/>
              <a:gd name="connsiteY153" fmla="*/ 4995397 h 6858000"/>
              <a:gd name="connsiteX154" fmla="*/ 3042600 w 7467600"/>
              <a:gd name="connsiteY154" fmla="*/ 5059532 h 6858000"/>
              <a:gd name="connsiteX155" fmla="*/ 1997014 w 7467600"/>
              <a:gd name="connsiteY155" fmla="*/ 4698007 h 6858000"/>
              <a:gd name="connsiteX156" fmla="*/ 2305292 w 7467600"/>
              <a:gd name="connsiteY156" fmla="*/ 4219492 h 6858000"/>
              <a:gd name="connsiteX157" fmla="*/ 3360922 w 7467600"/>
              <a:gd name="connsiteY157" fmla="*/ 4529373 h 6858000"/>
              <a:gd name="connsiteX158" fmla="*/ 3492420 w 7467600"/>
              <a:gd name="connsiteY158" fmla="*/ 4510145 h 6858000"/>
              <a:gd name="connsiteX159" fmla="*/ 3364086 w 7467600"/>
              <a:gd name="connsiteY159" fmla="*/ 4480340 h 6858000"/>
              <a:gd name="connsiteX160" fmla="*/ 3225818 w 7467600"/>
              <a:gd name="connsiteY160" fmla="*/ 4411822 h 6858000"/>
              <a:gd name="connsiteX161" fmla="*/ 3129696 w 7467600"/>
              <a:gd name="connsiteY161" fmla="*/ 4360704 h 6858000"/>
              <a:gd name="connsiteX162" fmla="*/ 2814545 w 7467600"/>
              <a:gd name="connsiteY162" fmla="*/ 4282955 h 6858000"/>
              <a:gd name="connsiteX163" fmla="*/ 2305292 w 7467600"/>
              <a:gd name="connsiteY163" fmla="*/ 4219492 h 6858000"/>
              <a:gd name="connsiteX164" fmla="*/ 2626982 w 7467600"/>
              <a:gd name="connsiteY164" fmla="*/ 4206450 h 6858000"/>
              <a:gd name="connsiteX165" fmla="*/ 2490617 w 7467600"/>
              <a:gd name="connsiteY165" fmla="*/ 4206951 h 6858000"/>
              <a:gd name="connsiteX166" fmla="*/ 2819869 w 7467600"/>
              <a:gd name="connsiteY166" fmla="*/ 4252936 h 6858000"/>
              <a:gd name="connsiteX167" fmla="*/ 3143018 w 7467600"/>
              <a:gd name="connsiteY167" fmla="*/ 4332698 h 6858000"/>
              <a:gd name="connsiteX168" fmla="*/ 3241520 w 7467600"/>
              <a:gd name="connsiteY168" fmla="*/ 4385112 h 6858000"/>
              <a:gd name="connsiteX169" fmla="*/ 3374575 w 7467600"/>
              <a:gd name="connsiteY169" fmla="*/ 4451517 h 6858000"/>
              <a:gd name="connsiteX170" fmla="*/ 3505221 w 7467600"/>
              <a:gd name="connsiteY170" fmla="*/ 4480757 h 6858000"/>
              <a:gd name="connsiteX171" fmla="*/ 2626982 w 7467600"/>
              <a:gd name="connsiteY171" fmla="*/ 4206450 h 6858000"/>
              <a:gd name="connsiteX172" fmla="*/ 1310106 w 7467600"/>
              <a:gd name="connsiteY172" fmla="*/ 3943217 h 6858000"/>
              <a:gd name="connsiteX173" fmla="*/ 854994 w 7467600"/>
              <a:gd name="connsiteY173" fmla="*/ 4399136 h 6858000"/>
              <a:gd name="connsiteX174" fmla="*/ 742462 w 7467600"/>
              <a:gd name="connsiteY174" fmla="*/ 4594648 h 6858000"/>
              <a:gd name="connsiteX175" fmla="*/ 820602 w 7467600"/>
              <a:gd name="connsiteY175" fmla="*/ 4485915 h 6858000"/>
              <a:gd name="connsiteX176" fmla="*/ 878295 w 7467600"/>
              <a:gd name="connsiteY176" fmla="*/ 4403594 h 6858000"/>
              <a:gd name="connsiteX177" fmla="*/ 1240607 w 7467600"/>
              <a:gd name="connsiteY177" fmla="*/ 4010401 h 6858000"/>
              <a:gd name="connsiteX178" fmla="*/ 1310106 w 7467600"/>
              <a:gd name="connsiteY178" fmla="*/ 3943217 h 6858000"/>
              <a:gd name="connsiteX179" fmla="*/ 1423113 w 7467600"/>
              <a:gd name="connsiteY179" fmla="*/ 3874565 h 6858000"/>
              <a:gd name="connsiteX180" fmla="*/ 1260565 w 7467600"/>
              <a:gd name="connsiteY180" fmla="*/ 4031982 h 6858000"/>
              <a:gd name="connsiteX181" fmla="*/ 901900 w 7467600"/>
              <a:gd name="connsiteY181" fmla="*/ 4421236 h 6858000"/>
              <a:gd name="connsiteX182" fmla="*/ 845044 w 7467600"/>
              <a:gd name="connsiteY182" fmla="*/ 4502436 h 6858000"/>
              <a:gd name="connsiteX183" fmla="*/ 685926 w 7467600"/>
              <a:gd name="connsiteY183" fmla="*/ 4703069 h 6858000"/>
              <a:gd name="connsiteX184" fmla="*/ 684248 w 7467600"/>
              <a:gd name="connsiteY184" fmla="*/ 4706721 h 6858000"/>
              <a:gd name="connsiteX185" fmla="*/ 1423113 w 7467600"/>
              <a:gd name="connsiteY185" fmla="*/ 3874565 h 6858000"/>
              <a:gd name="connsiteX186" fmla="*/ 3316479 w 7467600"/>
              <a:gd name="connsiteY186" fmla="*/ 3872136 h 6858000"/>
              <a:gd name="connsiteX187" fmla="*/ 3546806 w 7467600"/>
              <a:gd name="connsiteY187" fmla="*/ 4356139 h 6858000"/>
              <a:gd name="connsiteX188" fmla="*/ 3364433 w 7467600"/>
              <a:gd name="connsiteY188" fmla="*/ 3953121 h 6858000"/>
              <a:gd name="connsiteX189" fmla="*/ 3316479 w 7467600"/>
              <a:gd name="connsiteY189" fmla="*/ 3872136 h 6858000"/>
              <a:gd name="connsiteX190" fmla="*/ 3291335 w 7467600"/>
              <a:gd name="connsiteY190" fmla="*/ 3767420 h 6858000"/>
              <a:gd name="connsiteX191" fmla="*/ 3390805 w 7467600"/>
              <a:gd name="connsiteY191" fmla="*/ 3937163 h 6858000"/>
              <a:gd name="connsiteX192" fmla="*/ 3579062 w 7467600"/>
              <a:gd name="connsiteY192" fmla="*/ 4359040 h 6858000"/>
              <a:gd name="connsiteX193" fmla="*/ 3467355 w 7467600"/>
              <a:gd name="connsiteY193" fmla="*/ 3988130 h 6858000"/>
              <a:gd name="connsiteX194" fmla="*/ 3310753 w 7467600"/>
              <a:gd name="connsiteY194" fmla="*/ 3787140 h 6858000"/>
              <a:gd name="connsiteX195" fmla="*/ 3291335 w 7467600"/>
              <a:gd name="connsiteY195" fmla="*/ 3767420 h 6858000"/>
              <a:gd name="connsiteX196" fmla="*/ 1635889 w 7467600"/>
              <a:gd name="connsiteY196" fmla="*/ 3709494 h 6858000"/>
              <a:gd name="connsiteX197" fmla="*/ 1634800 w 7467600"/>
              <a:gd name="connsiteY197" fmla="*/ 3731111 h 6858000"/>
              <a:gd name="connsiteX198" fmla="*/ 1635889 w 7467600"/>
              <a:gd name="connsiteY198" fmla="*/ 3709494 h 6858000"/>
              <a:gd name="connsiteX199" fmla="*/ 1510397 w 7467600"/>
              <a:gd name="connsiteY199" fmla="*/ 3684705 h 6858000"/>
              <a:gd name="connsiteX200" fmla="*/ 1146550 w 7467600"/>
              <a:gd name="connsiteY200" fmla="*/ 3802012 h 6858000"/>
              <a:gd name="connsiteX201" fmla="*/ 698834 w 7467600"/>
              <a:gd name="connsiteY201" fmla="*/ 3952272 h 6858000"/>
              <a:gd name="connsiteX202" fmla="*/ 34256 w 7467600"/>
              <a:gd name="connsiteY202" fmla="*/ 4347603 h 6858000"/>
              <a:gd name="connsiteX203" fmla="*/ 527241 w 7467600"/>
              <a:gd name="connsiteY203" fmla="*/ 4065078 h 6858000"/>
              <a:gd name="connsiteX204" fmla="*/ 1510397 w 7467600"/>
              <a:gd name="connsiteY204" fmla="*/ 3684705 h 6858000"/>
              <a:gd name="connsiteX205" fmla="*/ 1313114 w 7467600"/>
              <a:gd name="connsiteY205" fmla="*/ 3655216 h 6858000"/>
              <a:gd name="connsiteX206" fmla="*/ 1109304 w 7467600"/>
              <a:gd name="connsiteY206" fmla="*/ 3669030 h 6858000"/>
              <a:gd name="connsiteX207" fmla="*/ 8129 w 7467600"/>
              <a:gd name="connsiteY207" fmla="*/ 4330519 h 6858000"/>
              <a:gd name="connsiteX208" fmla="*/ 687572 w 7467600"/>
              <a:gd name="connsiteY208" fmla="*/ 3925629 h 6858000"/>
              <a:gd name="connsiteX209" fmla="*/ 1138365 w 7467600"/>
              <a:gd name="connsiteY209" fmla="*/ 3774515 h 6858000"/>
              <a:gd name="connsiteX210" fmla="*/ 1505579 w 7467600"/>
              <a:gd name="connsiteY210" fmla="*/ 3655526 h 6858000"/>
              <a:gd name="connsiteX211" fmla="*/ 1313114 w 7467600"/>
              <a:gd name="connsiteY211" fmla="*/ 3655216 h 6858000"/>
              <a:gd name="connsiteX212" fmla="*/ 3655073 w 7467600"/>
              <a:gd name="connsiteY212" fmla="*/ 3650884 h 6858000"/>
              <a:gd name="connsiteX213" fmla="*/ 3989938 w 7467600"/>
              <a:gd name="connsiteY213" fmla="*/ 3991685 h 6858000"/>
              <a:gd name="connsiteX214" fmla="*/ 4393907 w 7467600"/>
              <a:gd name="connsiteY214" fmla="*/ 4261258 h 6858000"/>
              <a:gd name="connsiteX215" fmla="*/ 4648051 w 7467600"/>
              <a:gd name="connsiteY215" fmla="*/ 4374051 h 6858000"/>
              <a:gd name="connsiteX216" fmla="*/ 4383389 w 7467600"/>
              <a:gd name="connsiteY216" fmla="*/ 4184369 h 6858000"/>
              <a:gd name="connsiteX217" fmla="*/ 4165508 w 7467600"/>
              <a:gd name="connsiteY217" fmla="*/ 4035196 h 6858000"/>
              <a:gd name="connsiteX218" fmla="*/ 4068162 w 7467600"/>
              <a:gd name="connsiteY218" fmla="*/ 3953394 h 6858000"/>
              <a:gd name="connsiteX219" fmla="*/ 3981416 w 7467600"/>
              <a:gd name="connsiteY219" fmla="*/ 3880482 h 6858000"/>
              <a:gd name="connsiteX220" fmla="*/ 3800147 w 7467600"/>
              <a:gd name="connsiteY220" fmla="*/ 3749872 h 6858000"/>
              <a:gd name="connsiteX221" fmla="*/ 3655073 w 7467600"/>
              <a:gd name="connsiteY221" fmla="*/ 3650884 h 6858000"/>
              <a:gd name="connsiteX222" fmla="*/ 3670252 w 7467600"/>
              <a:gd name="connsiteY222" fmla="*/ 3622798 h 6858000"/>
              <a:gd name="connsiteX223" fmla="*/ 3817258 w 7467600"/>
              <a:gd name="connsiteY223" fmla="*/ 3723577 h 6858000"/>
              <a:gd name="connsiteX224" fmla="*/ 4000461 w 7467600"/>
              <a:gd name="connsiteY224" fmla="*/ 3855966 h 6858000"/>
              <a:gd name="connsiteX225" fmla="*/ 4088180 w 7467600"/>
              <a:gd name="connsiteY225" fmla="*/ 3929774 h 6858000"/>
              <a:gd name="connsiteX226" fmla="*/ 4184555 w 7467600"/>
              <a:gd name="connsiteY226" fmla="*/ 4010683 h 6858000"/>
              <a:gd name="connsiteX227" fmla="*/ 4399563 w 7467600"/>
              <a:gd name="connsiteY227" fmla="*/ 4158106 h 6858000"/>
              <a:gd name="connsiteX228" fmla="*/ 4684469 w 7467600"/>
              <a:gd name="connsiteY228" fmla="*/ 4364680 h 6858000"/>
              <a:gd name="connsiteX229" fmla="*/ 4690271 w 7467600"/>
              <a:gd name="connsiteY229" fmla="*/ 4370034 h 6858000"/>
              <a:gd name="connsiteX230" fmla="*/ 4136093 w 7467600"/>
              <a:gd name="connsiteY230" fmla="*/ 3858466 h 6858000"/>
              <a:gd name="connsiteX231" fmla="*/ 3670252 w 7467600"/>
              <a:gd name="connsiteY231" fmla="*/ 3622798 h 6858000"/>
              <a:gd name="connsiteX232" fmla="*/ 4440129 w 7467600"/>
              <a:gd name="connsiteY232" fmla="*/ 3448571 h 6858000"/>
              <a:gd name="connsiteX233" fmla="*/ 4856525 w 7467600"/>
              <a:gd name="connsiteY233" fmla="*/ 3915351 h 6858000"/>
              <a:gd name="connsiteX234" fmla="*/ 5059055 w 7467600"/>
              <a:gd name="connsiteY234" fmla="*/ 4108918 h 6858000"/>
              <a:gd name="connsiteX235" fmla="*/ 5290070 w 7467600"/>
              <a:gd name="connsiteY235" fmla="*/ 4263619 h 6858000"/>
              <a:gd name="connsiteX236" fmla="*/ 4834991 w 7467600"/>
              <a:gd name="connsiteY236" fmla="*/ 3830985 h 6858000"/>
              <a:gd name="connsiteX237" fmla="*/ 4440129 w 7467600"/>
              <a:gd name="connsiteY237" fmla="*/ 3448571 h 6858000"/>
              <a:gd name="connsiteX238" fmla="*/ 4441737 w 7467600"/>
              <a:gd name="connsiteY238" fmla="*/ 3399734 h 6858000"/>
              <a:gd name="connsiteX239" fmla="*/ 4431236 w 7467600"/>
              <a:gd name="connsiteY239" fmla="*/ 3400954 h 6858000"/>
              <a:gd name="connsiteX240" fmla="*/ 4557150 w 7467600"/>
              <a:gd name="connsiteY240" fmla="*/ 3510023 h 6858000"/>
              <a:gd name="connsiteX241" fmla="*/ 4856936 w 7467600"/>
              <a:gd name="connsiteY241" fmla="*/ 3809146 h 6858000"/>
              <a:gd name="connsiteX242" fmla="*/ 5111996 w 7467600"/>
              <a:gd name="connsiteY242" fmla="*/ 4065759 h 6858000"/>
              <a:gd name="connsiteX243" fmla="*/ 5388878 w 7467600"/>
              <a:gd name="connsiteY243" fmla="*/ 4300185 h 6858000"/>
              <a:gd name="connsiteX244" fmla="*/ 5425556 w 7467600"/>
              <a:gd name="connsiteY244" fmla="*/ 4308967 h 6858000"/>
              <a:gd name="connsiteX245" fmla="*/ 4943646 w 7467600"/>
              <a:gd name="connsiteY245" fmla="*/ 3822916 h 6858000"/>
              <a:gd name="connsiteX246" fmla="*/ 4594837 w 7467600"/>
              <a:gd name="connsiteY246" fmla="*/ 3532274 h 6858000"/>
              <a:gd name="connsiteX247" fmla="*/ 4441737 w 7467600"/>
              <a:gd name="connsiteY247" fmla="*/ 3399734 h 6858000"/>
              <a:gd name="connsiteX248" fmla="*/ 5425834 w 7467600"/>
              <a:gd name="connsiteY248" fmla="*/ 3162785 h 6858000"/>
              <a:gd name="connsiteX249" fmla="*/ 5401644 w 7467600"/>
              <a:gd name="connsiteY249" fmla="*/ 3617847 h 6858000"/>
              <a:gd name="connsiteX250" fmla="*/ 5467256 w 7467600"/>
              <a:gd name="connsiteY250" fmla="*/ 4175494 h 6858000"/>
              <a:gd name="connsiteX251" fmla="*/ 5448069 w 7467600"/>
              <a:gd name="connsiteY251" fmla="*/ 3567554 h 6858000"/>
              <a:gd name="connsiteX252" fmla="*/ 5425834 w 7467600"/>
              <a:gd name="connsiteY252" fmla="*/ 3162785 h 6858000"/>
              <a:gd name="connsiteX253" fmla="*/ 1318687 w 7467600"/>
              <a:gd name="connsiteY253" fmla="*/ 3113840 h 6858000"/>
              <a:gd name="connsiteX254" fmla="*/ 1066793 w 7467600"/>
              <a:gd name="connsiteY254" fmla="*/ 3212171 h 6858000"/>
              <a:gd name="connsiteX255" fmla="*/ 993319 w 7467600"/>
              <a:gd name="connsiteY255" fmla="*/ 3247648 h 6858000"/>
              <a:gd name="connsiteX256" fmla="*/ 853081 w 7467600"/>
              <a:gd name="connsiteY256" fmla="*/ 3312410 h 6858000"/>
              <a:gd name="connsiteX257" fmla="*/ 805957 w 7467600"/>
              <a:gd name="connsiteY257" fmla="*/ 3330443 h 6858000"/>
              <a:gd name="connsiteX258" fmla="*/ 1318687 w 7467600"/>
              <a:gd name="connsiteY258" fmla="*/ 3113840 h 6858000"/>
              <a:gd name="connsiteX259" fmla="*/ 5453702 w 7467600"/>
              <a:gd name="connsiteY259" fmla="*/ 3090882 h 6858000"/>
              <a:gd name="connsiteX260" fmla="*/ 5480135 w 7467600"/>
              <a:gd name="connsiteY260" fmla="*/ 3565802 h 6858000"/>
              <a:gd name="connsiteX261" fmla="*/ 5499023 w 7467600"/>
              <a:gd name="connsiteY261" fmla="*/ 4166310 h 6858000"/>
              <a:gd name="connsiteX262" fmla="*/ 5547022 w 7467600"/>
              <a:gd name="connsiteY262" fmla="*/ 3607838 h 6858000"/>
              <a:gd name="connsiteX263" fmla="*/ 5515964 w 7467600"/>
              <a:gd name="connsiteY263" fmla="*/ 3378541 h 6858000"/>
              <a:gd name="connsiteX264" fmla="*/ 5453702 w 7467600"/>
              <a:gd name="connsiteY264" fmla="*/ 3090882 h 6858000"/>
              <a:gd name="connsiteX265" fmla="*/ 1238695 w 7467600"/>
              <a:gd name="connsiteY265" fmla="*/ 3076820 h 6858000"/>
              <a:gd name="connsiteX266" fmla="*/ 716371 w 7467600"/>
              <a:gd name="connsiteY266" fmla="*/ 3293249 h 6858000"/>
              <a:gd name="connsiteX267" fmla="*/ 579522 w 7467600"/>
              <a:gd name="connsiteY267" fmla="*/ 3371759 h 6858000"/>
              <a:gd name="connsiteX268" fmla="*/ 600288 w 7467600"/>
              <a:gd name="connsiteY268" fmla="*/ 3365555 h 6858000"/>
              <a:gd name="connsiteX269" fmla="*/ 840692 w 7467600"/>
              <a:gd name="connsiteY269" fmla="*/ 3284921 h 6858000"/>
              <a:gd name="connsiteX270" fmla="*/ 979248 w 7467600"/>
              <a:gd name="connsiteY270" fmla="*/ 3221003 h 6858000"/>
              <a:gd name="connsiteX271" fmla="*/ 1053282 w 7467600"/>
              <a:gd name="connsiteY271" fmla="*/ 3185247 h 6858000"/>
              <a:gd name="connsiteX272" fmla="*/ 1320603 w 7467600"/>
              <a:gd name="connsiteY272" fmla="*/ 3081281 h 6858000"/>
              <a:gd name="connsiteX273" fmla="*/ 1238695 w 7467600"/>
              <a:gd name="connsiteY273" fmla="*/ 3076820 h 6858000"/>
              <a:gd name="connsiteX274" fmla="*/ 5425627 w 7467600"/>
              <a:gd name="connsiteY274" fmla="*/ 2954192 h 6858000"/>
              <a:gd name="connsiteX275" fmla="*/ 5470770 w 7467600"/>
              <a:gd name="connsiteY275" fmla="*/ 3005435 h 6858000"/>
              <a:gd name="connsiteX276" fmla="*/ 5519779 w 7467600"/>
              <a:gd name="connsiteY276" fmla="*/ 4359223 h 6858000"/>
              <a:gd name="connsiteX277" fmla="*/ 5520293 w 7467600"/>
              <a:gd name="connsiteY277" fmla="*/ 4360602 h 6858000"/>
              <a:gd name="connsiteX278" fmla="*/ 5767221 w 7467600"/>
              <a:gd name="connsiteY278" fmla="*/ 4665564 h 6858000"/>
              <a:gd name="connsiteX279" fmla="*/ 6937169 w 7467600"/>
              <a:gd name="connsiteY279" fmla="*/ 4815941 h 6858000"/>
              <a:gd name="connsiteX280" fmla="*/ 6953922 w 7467600"/>
              <a:gd name="connsiteY280" fmla="*/ 4890068 h 6858000"/>
              <a:gd name="connsiteX281" fmla="*/ 6071359 w 7467600"/>
              <a:gd name="connsiteY281" fmla="*/ 4770770 h 6858000"/>
              <a:gd name="connsiteX282" fmla="*/ 6038839 w 7467600"/>
              <a:gd name="connsiteY282" fmla="*/ 4764474 h 6858000"/>
              <a:gd name="connsiteX283" fmla="*/ 6038706 w 7467600"/>
              <a:gd name="connsiteY283" fmla="*/ 4763847 h 6858000"/>
              <a:gd name="connsiteX284" fmla="*/ 6037784 w 7467600"/>
              <a:gd name="connsiteY284" fmla="*/ 4764270 h 6858000"/>
              <a:gd name="connsiteX285" fmla="*/ 6038839 w 7467600"/>
              <a:gd name="connsiteY285" fmla="*/ 4764474 h 6858000"/>
              <a:gd name="connsiteX286" fmla="*/ 6040338 w 7467600"/>
              <a:gd name="connsiteY286" fmla="*/ 4771418 h 6858000"/>
              <a:gd name="connsiteX287" fmla="*/ 6024488 w 7467600"/>
              <a:gd name="connsiteY287" fmla="*/ 4809903 h 6858000"/>
              <a:gd name="connsiteX288" fmla="*/ 5599771 w 7467600"/>
              <a:gd name="connsiteY288" fmla="*/ 5509652 h 6858000"/>
              <a:gd name="connsiteX289" fmla="*/ 5548843 w 7467600"/>
              <a:gd name="connsiteY289" fmla="*/ 5563845 h 6858000"/>
              <a:gd name="connsiteX290" fmla="*/ 5940952 w 7467600"/>
              <a:gd name="connsiteY290" fmla="*/ 6250028 h 6858000"/>
              <a:gd name="connsiteX291" fmla="*/ 6043441 w 7467600"/>
              <a:gd name="connsiteY291" fmla="*/ 6665847 h 6858000"/>
              <a:gd name="connsiteX292" fmla="*/ 6093432 w 7467600"/>
              <a:gd name="connsiteY292" fmla="*/ 6858000 h 6858000"/>
              <a:gd name="connsiteX293" fmla="*/ 6034344 w 7467600"/>
              <a:gd name="connsiteY293" fmla="*/ 6858000 h 6858000"/>
              <a:gd name="connsiteX294" fmla="*/ 6026679 w 7467600"/>
              <a:gd name="connsiteY294" fmla="*/ 6836959 h 6858000"/>
              <a:gd name="connsiteX295" fmla="*/ 5800441 w 7467600"/>
              <a:gd name="connsiteY295" fmla="*/ 6335286 h 6858000"/>
              <a:gd name="connsiteX296" fmla="*/ 5526562 w 7467600"/>
              <a:gd name="connsiteY296" fmla="*/ 5705388 h 6858000"/>
              <a:gd name="connsiteX297" fmla="*/ 5519640 w 7467600"/>
              <a:gd name="connsiteY297" fmla="*/ 5683774 h 6858000"/>
              <a:gd name="connsiteX298" fmla="*/ 5844559 w 7467600"/>
              <a:gd name="connsiteY298" fmla="*/ 6553349 h 6858000"/>
              <a:gd name="connsiteX299" fmla="*/ 5975994 w 7467600"/>
              <a:gd name="connsiteY299" fmla="*/ 6858000 h 6858000"/>
              <a:gd name="connsiteX300" fmla="*/ 5898547 w 7467600"/>
              <a:gd name="connsiteY300" fmla="*/ 6858000 h 6858000"/>
              <a:gd name="connsiteX301" fmla="*/ 5682041 w 7467600"/>
              <a:gd name="connsiteY301" fmla="*/ 6355860 h 6858000"/>
              <a:gd name="connsiteX302" fmla="*/ 5461758 w 7467600"/>
              <a:gd name="connsiteY302" fmla="*/ 5820220 h 6858000"/>
              <a:gd name="connsiteX303" fmla="*/ 5237282 w 7467600"/>
              <a:gd name="connsiteY303" fmla="*/ 6579086 h 6858000"/>
              <a:gd name="connsiteX304" fmla="*/ 5115009 w 7467600"/>
              <a:gd name="connsiteY304" fmla="*/ 6858000 h 6858000"/>
              <a:gd name="connsiteX305" fmla="*/ 5028074 w 7467600"/>
              <a:gd name="connsiteY305" fmla="*/ 6858000 h 6858000"/>
              <a:gd name="connsiteX306" fmla="*/ 5079508 w 7467600"/>
              <a:gd name="connsiteY306" fmla="*/ 6749074 h 6858000"/>
              <a:gd name="connsiteX307" fmla="*/ 5371846 w 7467600"/>
              <a:gd name="connsiteY307" fmla="*/ 5924413 h 6858000"/>
              <a:gd name="connsiteX308" fmla="*/ 5270512 w 7467600"/>
              <a:gd name="connsiteY308" fmla="*/ 6138975 h 6858000"/>
              <a:gd name="connsiteX309" fmla="*/ 5062409 w 7467600"/>
              <a:gd name="connsiteY309" fmla="*/ 6653544 h 6858000"/>
              <a:gd name="connsiteX310" fmla="*/ 5036628 w 7467600"/>
              <a:gd name="connsiteY310" fmla="*/ 6754247 h 6858000"/>
              <a:gd name="connsiteX311" fmla="*/ 5009112 w 7467600"/>
              <a:gd name="connsiteY311" fmla="*/ 6858000 h 6858000"/>
              <a:gd name="connsiteX312" fmla="*/ 4976679 w 7467600"/>
              <a:gd name="connsiteY312" fmla="*/ 6858000 h 6858000"/>
              <a:gd name="connsiteX313" fmla="*/ 5006537 w 7467600"/>
              <a:gd name="connsiteY313" fmla="*/ 6747068 h 6858000"/>
              <a:gd name="connsiteX314" fmla="*/ 5032723 w 7467600"/>
              <a:gd name="connsiteY314" fmla="*/ 6644957 h 6858000"/>
              <a:gd name="connsiteX315" fmla="*/ 5242949 w 7467600"/>
              <a:gd name="connsiteY315" fmla="*/ 6125175 h 6858000"/>
              <a:gd name="connsiteX316" fmla="*/ 5286321 w 7467600"/>
              <a:gd name="connsiteY316" fmla="*/ 6033555 h 6858000"/>
              <a:gd name="connsiteX317" fmla="*/ 5008210 w 7467600"/>
              <a:gd name="connsiteY317" fmla="*/ 6649194 h 6858000"/>
              <a:gd name="connsiteX318" fmla="*/ 4986321 w 7467600"/>
              <a:gd name="connsiteY318" fmla="*/ 6765687 h 6858000"/>
              <a:gd name="connsiteX319" fmla="*/ 4973474 w 7467600"/>
              <a:gd name="connsiteY319" fmla="*/ 6858000 h 6858000"/>
              <a:gd name="connsiteX320" fmla="*/ 4907178 w 7467600"/>
              <a:gd name="connsiteY320" fmla="*/ 6858000 h 6858000"/>
              <a:gd name="connsiteX321" fmla="*/ 4910810 w 7467600"/>
              <a:gd name="connsiteY321" fmla="*/ 6829660 h 6858000"/>
              <a:gd name="connsiteX322" fmla="*/ 4987461 w 7467600"/>
              <a:gd name="connsiteY322" fmla="*/ 6432994 h 6858000"/>
              <a:gd name="connsiteX323" fmla="*/ 5179262 w 7467600"/>
              <a:gd name="connsiteY323" fmla="*/ 6035044 h 6858000"/>
              <a:gd name="connsiteX324" fmla="*/ 4689678 w 7467600"/>
              <a:gd name="connsiteY324" fmla="*/ 6440241 h 6858000"/>
              <a:gd name="connsiteX325" fmla="*/ 4477543 w 7467600"/>
              <a:gd name="connsiteY325" fmla="*/ 6674836 h 6858000"/>
              <a:gd name="connsiteX326" fmla="*/ 4329957 w 7467600"/>
              <a:gd name="connsiteY326" fmla="*/ 6858000 h 6858000"/>
              <a:gd name="connsiteX327" fmla="*/ 4218595 w 7467600"/>
              <a:gd name="connsiteY327" fmla="*/ 6858000 h 6858000"/>
              <a:gd name="connsiteX328" fmla="*/ 4368888 w 7467600"/>
              <a:gd name="connsiteY328" fmla="*/ 6668412 h 6858000"/>
              <a:gd name="connsiteX329" fmla="*/ 4563091 w 7467600"/>
              <a:gd name="connsiteY329" fmla="*/ 6442508 h 6858000"/>
              <a:gd name="connsiteX330" fmla="*/ 5387324 w 7467600"/>
              <a:gd name="connsiteY330" fmla="*/ 5705830 h 6858000"/>
              <a:gd name="connsiteX331" fmla="*/ 5073620 w 7467600"/>
              <a:gd name="connsiteY331" fmla="*/ 5955437 h 6858000"/>
              <a:gd name="connsiteX332" fmla="*/ 4689789 w 7467600"/>
              <a:gd name="connsiteY332" fmla="*/ 6268382 h 6858000"/>
              <a:gd name="connsiteX333" fmla="*/ 4418722 w 7467600"/>
              <a:gd name="connsiteY333" fmla="*/ 6570886 h 6858000"/>
              <a:gd name="connsiteX334" fmla="*/ 4214944 w 7467600"/>
              <a:gd name="connsiteY334" fmla="*/ 6858000 h 6858000"/>
              <a:gd name="connsiteX335" fmla="*/ 4177898 w 7467600"/>
              <a:gd name="connsiteY335" fmla="*/ 6858000 h 6858000"/>
              <a:gd name="connsiteX336" fmla="*/ 4391597 w 7467600"/>
              <a:gd name="connsiteY336" fmla="*/ 6556370 h 6858000"/>
              <a:gd name="connsiteX337" fmla="*/ 4668889 w 7467600"/>
              <a:gd name="connsiteY337" fmla="*/ 6246399 h 6858000"/>
              <a:gd name="connsiteX338" fmla="*/ 5055427 w 7467600"/>
              <a:gd name="connsiteY338" fmla="*/ 5931476 h 6858000"/>
              <a:gd name="connsiteX339" fmla="*/ 5371814 w 7467600"/>
              <a:gd name="connsiteY339" fmla="*/ 5678975 h 6858000"/>
              <a:gd name="connsiteX340" fmla="*/ 4987918 w 7467600"/>
              <a:gd name="connsiteY340" fmla="*/ 5838701 h 6858000"/>
              <a:gd name="connsiteX341" fmla="*/ 4317146 w 7467600"/>
              <a:gd name="connsiteY341" fmla="*/ 6587716 h 6858000"/>
              <a:gd name="connsiteX342" fmla="*/ 4171627 w 7467600"/>
              <a:gd name="connsiteY342" fmla="*/ 6858000 h 6858000"/>
              <a:gd name="connsiteX343" fmla="*/ 4081585 w 7467600"/>
              <a:gd name="connsiteY343" fmla="*/ 6858000 h 6858000"/>
              <a:gd name="connsiteX344" fmla="*/ 4238603 w 7467600"/>
              <a:gd name="connsiteY344" fmla="*/ 6559341 h 6858000"/>
              <a:gd name="connsiteX345" fmla="*/ 4778333 w 7467600"/>
              <a:gd name="connsiteY345" fmla="*/ 5873626 h 6858000"/>
              <a:gd name="connsiteX346" fmla="*/ 5414185 w 7467600"/>
              <a:gd name="connsiteY346" fmla="*/ 5573882 h 6858000"/>
              <a:gd name="connsiteX347" fmla="*/ 5959648 w 7467600"/>
              <a:gd name="connsiteY347" fmla="*/ 4760797 h 6858000"/>
              <a:gd name="connsiteX348" fmla="*/ 5355019 w 7467600"/>
              <a:gd name="connsiteY348" fmla="*/ 4734672 h 6858000"/>
              <a:gd name="connsiteX349" fmla="*/ 5083565 w 7467600"/>
              <a:gd name="connsiteY349" fmla="*/ 5179121 h 6858000"/>
              <a:gd name="connsiteX350" fmla="*/ 4713577 w 7467600"/>
              <a:gd name="connsiteY350" fmla="*/ 5616803 h 6858000"/>
              <a:gd name="connsiteX351" fmla="*/ 3989559 w 7467600"/>
              <a:gd name="connsiteY351" fmla="*/ 6145945 h 6858000"/>
              <a:gd name="connsiteX352" fmla="*/ 3939824 w 7467600"/>
              <a:gd name="connsiteY352" fmla="*/ 6066900 h 6858000"/>
              <a:gd name="connsiteX353" fmla="*/ 4584537 w 7467600"/>
              <a:gd name="connsiteY353" fmla="*/ 5324826 h 6858000"/>
              <a:gd name="connsiteX354" fmla="*/ 5037105 w 7467600"/>
              <a:gd name="connsiteY354" fmla="*/ 5088765 h 6858000"/>
              <a:gd name="connsiteX355" fmla="*/ 5039930 w 7467600"/>
              <a:gd name="connsiteY355" fmla="*/ 5089585 h 6858000"/>
              <a:gd name="connsiteX356" fmla="*/ 5263764 w 7467600"/>
              <a:gd name="connsiteY356" fmla="*/ 4735525 h 6858000"/>
              <a:gd name="connsiteX357" fmla="*/ 4086300 w 7467600"/>
              <a:gd name="connsiteY357" fmla="*/ 4884599 h 6858000"/>
              <a:gd name="connsiteX358" fmla="*/ 4085485 w 7467600"/>
              <a:gd name="connsiteY358" fmla="*/ 4899070 h 6858000"/>
              <a:gd name="connsiteX359" fmla="*/ 3871915 w 7467600"/>
              <a:gd name="connsiteY359" fmla="*/ 5253645 h 6858000"/>
              <a:gd name="connsiteX360" fmla="*/ 3799374 w 7467600"/>
              <a:gd name="connsiteY360" fmla="*/ 5466127 h 6858000"/>
              <a:gd name="connsiteX361" fmla="*/ 3498850 w 7467600"/>
              <a:gd name="connsiteY361" fmla="*/ 6661888 h 6858000"/>
              <a:gd name="connsiteX362" fmla="*/ 3399216 w 7467600"/>
              <a:gd name="connsiteY362" fmla="*/ 6858000 h 6858000"/>
              <a:gd name="connsiteX363" fmla="*/ 3303688 w 7467600"/>
              <a:gd name="connsiteY363" fmla="*/ 6858000 h 6858000"/>
              <a:gd name="connsiteX364" fmla="*/ 3391774 w 7467600"/>
              <a:gd name="connsiteY364" fmla="*/ 6697181 h 6858000"/>
              <a:gd name="connsiteX365" fmla="*/ 3735540 w 7467600"/>
              <a:gd name="connsiteY365" fmla="*/ 5546923 h 6858000"/>
              <a:gd name="connsiteX366" fmla="*/ 3729438 w 7467600"/>
              <a:gd name="connsiteY366" fmla="*/ 5569058 h 6858000"/>
              <a:gd name="connsiteX367" fmla="*/ 3707782 w 7467600"/>
              <a:gd name="connsiteY367" fmla="*/ 5644908 h 6858000"/>
              <a:gd name="connsiteX368" fmla="*/ 3583827 w 7467600"/>
              <a:gd name="connsiteY368" fmla="*/ 6039215 h 6858000"/>
              <a:gd name="connsiteX369" fmla="*/ 3547861 w 7467600"/>
              <a:gd name="connsiteY369" fmla="*/ 6129609 h 6858000"/>
              <a:gd name="connsiteX370" fmla="*/ 3490905 w 7467600"/>
              <a:gd name="connsiteY370" fmla="*/ 6277660 h 6858000"/>
              <a:gd name="connsiteX371" fmla="*/ 3455859 w 7467600"/>
              <a:gd name="connsiteY371" fmla="*/ 6391301 h 6858000"/>
              <a:gd name="connsiteX372" fmla="*/ 3429112 w 7467600"/>
              <a:gd name="connsiteY372" fmla="*/ 6479469 h 6858000"/>
              <a:gd name="connsiteX373" fmla="*/ 3304862 w 7467600"/>
              <a:gd name="connsiteY373" fmla="*/ 6796476 h 6858000"/>
              <a:gd name="connsiteX374" fmla="*/ 3276071 w 7467600"/>
              <a:gd name="connsiteY374" fmla="*/ 6858000 h 6858000"/>
              <a:gd name="connsiteX375" fmla="*/ 3240805 w 7467600"/>
              <a:gd name="connsiteY375" fmla="*/ 6858000 h 6858000"/>
              <a:gd name="connsiteX376" fmla="*/ 3275917 w 7467600"/>
              <a:gd name="connsiteY376" fmla="*/ 6783192 h 6858000"/>
              <a:gd name="connsiteX377" fmla="*/ 3399358 w 7467600"/>
              <a:gd name="connsiteY377" fmla="*/ 6469011 h 6858000"/>
              <a:gd name="connsiteX378" fmla="*/ 3425650 w 7467600"/>
              <a:gd name="connsiteY378" fmla="*/ 6381333 h 6858000"/>
              <a:gd name="connsiteX379" fmla="*/ 3460661 w 7467600"/>
              <a:gd name="connsiteY379" fmla="*/ 6266763 h 6858000"/>
              <a:gd name="connsiteX380" fmla="*/ 3518021 w 7467600"/>
              <a:gd name="connsiteY380" fmla="*/ 6117298 h 6858000"/>
              <a:gd name="connsiteX381" fmla="*/ 3554035 w 7467600"/>
              <a:gd name="connsiteY381" fmla="*/ 6027832 h 6858000"/>
              <a:gd name="connsiteX382" fmla="*/ 3677174 w 7467600"/>
              <a:gd name="connsiteY382" fmla="*/ 5636351 h 6858000"/>
              <a:gd name="connsiteX383" fmla="*/ 3698819 w 7467600"/>
              <a:gd name="connsiteY383" fmla="*/ 5560503 h 6858000"/>
              <a:gd name="connsiteX384" fmla="*/ 3702094 w 7467600"/>
              <a:gd name="connsiteY384" fmla="*/ 5549194 h 6858000"/>
              <a:gd name="connsiteX385" fmla="*/ 3398355 w 7467600"/>
              <a:gd name="connsiteY385" fmla="*/ 6094603 h 6858000"/>
              <a:gd name="connsiteX386" fmla="*/ 3193941 w 7467600"/>
              <a:gd name="connsiteY386" fmla="*/ 6798775 h 6858000"/>
              <a:gd name="connsiteX387" fmla="*/ 3184140 w 7467600"/>
              <a:gd name="connsiteY387" fmla="*/ 6858000 h 6858000"/>
              <a:gd name="connsiteX388" fmla="*/ 3099978 w 7467600"/>
              <a:gd name="connsiteY388" fmla="*/ 6858000 h 6858000"/>
              <a:gd name="connsiteX389" fmla="*/ 3101556 w 7467600"/>
              <a:gd name="connsiteY389" fmla="*/ 6843337 h 6858000"/>
              <a:gd name="connsiteX390" fmla="*/ 3370162 w 7467600"/>
              <a:gd name="connsiteY390" fmla="*/ 5785550 h 6858000"/>
              <a:gd name="connsiteX391" fmla="*/ 3746477 w 7467600"/>
              <a:gd name="connsiteY391" fmla="*/ 5377889 h 6858000"/>
              <a:gd name="connsiteX392" fmla="*/ 3863399 w 7467600"/>
              <a:gd name="connsiteY392" fmla="*/ 5087257 h 6858000"/>
              <a:gd name="connsiteX393" fmla="*/ 3968712 w 7467600"/>
              <a:gd name="connsiteY393" fmla="*/ 4913989 h 6858000"/>
              <a:gd name="connsiteX394" fmla="*/ 2792390 w 7467600"/>
              <a:gd name="connsiteY394" fmla="*/ 5382974 h 6858000"/>
              <a:gd name="connsiteX395" fmla="*/ 2714982 w 7467600"/>
              <a:gd name="connsiteY395" fmla="*/ 5427051 h 6858000"/>
              <a:gd name="connsiteX396" fmla="*/ 2813361 w 7467600"/>
              <a:gd name="connsiteY396" fmla="*/ 6023912 h 6858000"/>
              <a:gd name="connsiteX397" fmla="*/ 2688430 w 7467600"/>
              <a:gd name="connsiteY397" fmla="*/ 6801564 h 6858000"/>
              <a:gd name="connsiteX398" fmla="*/ 2629626 w 7467600"/>
              <a:gd name="connsiteY398" fmla="*/ 6763394 h 6858000"/>
              <a:gd name="connsiteX399" fmla="*/ 2565328 w 7467600"/>
              <a:gd name="connsiteY399" fmla="*/ 5516399 h 6858000"/>
              <a:gd name="connsiteX400" fmla="*/ 1922999 w 7467600"/>
              <a:gd name="connsiteY400" fmla="*/ 5980343 h 6858000"/>
              <a:gd name="connsiteX401" fmla="*/ 1950261 w 7467600"/>
              <a:gd name="connsiteY401" fmla="*/ 6405858 h 6858000"/>
              <a:gd name="connsiteX402" fmla="*/ 2365554 w 7467600"/>
              <a:gd name="connsiteY402" fmla="*/ 6759107 h 6858000"/>
              <a:gd name="connsiteX403" fmla="*/ 2424142 w 7467600"/>
              <a:gd name="connsiteY403" fmla="*/ 6858000 h 6858000"/>
              <a:gd name="connsiteX404" fmla="*/ 2395994 w 7467600"/>
              <a:gd name="connsiteY404" fmla="*/ 6858000 h 6858000"/>
              <a:gd name="connsiteX405" fmla="*/ 2392863 w 7467600"/>
              <a:gd name="connsiteY405" fmla="*/ 6852964 h 6858000"/>
              <a:gd name="connsiteX406" fmla="*/ 2017589 w 7467600"/>
              <a:gd name="connsiteY406" fmla="*/ 6493982 h 6858000"/>
              <a:gd name="connsiteX407" fmla="*/ 2147336 w 7467600"/>
              <a:gd name="connsiteY407" fmla="*/ 6594052 h 6858000"/>
              <a:gd name="connsiteX408" fmla="*/ 2207047 w 7467600"/>
              <a:gd name="connsiteY408" fmla="*/ 6654540 h 6858000"/>
              <a:gd name="connsiteX409" fmla="*/ 2299106 w 7467600"/>
              <a:gd name="connsiteY409" fmla="*/ 6778931 h 6858000"/>
              <a:gd name="connsiteX410" fmla="*/ 2314430 w 7467600"/>
              <a:gd name="connsiteY410" fmla="*/ 6801144 h 6858000"/>
              <a:gd name="connsiteX411" fmla="*/ 2352406 w 7467600"/>
              <a:gd name="connsiteY411" fmla="*/ 6858000 h 6858000"/>
              <a:gd name="connsiteX412" fmla="*/ 2314492 w 7467600"/>
              <a:gd name="connsiteY412" fmla="*/ 6858000 h 6858000"/>
              <a:gd name="connsiteX413" fmla="*/ 2288095 w 7467600"/>
              <a:gd name="connsiteY413" fmla="*/ 6818030 h 6858000"/>
              <a:gd name="connsiteX414" fmla="*/ 2272768 w 7467600"/>
              <a:gd name="connsiteY414" fmla="*/ 6795822 h 6858000"/>
              <a:gd name="connsiteX415" fmla="*/ 2182715 w 7467600"/>
              <a:gd name="connsiteY415" fmla="*/ 6675071 h 6858000"/>
              <a:gd name="connsiteX416" fmla="*/ 2032061 w 7467600"/>
              <a:gd name="connsiteY416" fmla="*/ 6541380 h 6858000"/>
              <a:gd name="connsiteX417" fmla="*/ 2257220 w 7467600"/>
              <a:gd name="connsiteY417" fmla="*/ 6826257 h 6858000"/>
              <a:gd name="connsiteX418" fmla="*/ 2281324 w 7467600"/>
              <a:gd name="connsiteY418" fmla="*/ 6858000 h 6858000"/>
              <a:gd name="connsiteX419" fmla="*/ 2242860 w 7467600"/>
              <a:gd name="connsiteY419" fmla="*/ 6858000 h 6858000"/>
              <a:gd name="connsiteX420" fmla="*/ 2232818 w 7467600"/>
              <a:gd name="connsiteY420" fmla="*/ 6844926 h 6858000"/>
              <a:gd name="connsiteX421" fmla="*/ 1990172 w 7467600"/>
              <a:gd name="connsiteY421" fmla="*/ 6542121 h 6858000"/>
              <a:gd name="connsiteX422" fmla="*/ 2124090 w 7467600"/>
              <a:gd name="connsiteY422" fmla="*/ 6761017 h 6858000"/>
              <a:gd name="connsiteX423" fmla="*/ 2200380 w 7467600"/>
              <a:gd name="connsiteY423" fmla="*/ 6858000 h 6858000"/>
              <a:gd name="connsiteX424" fmla="*/ 2147507 w 7467600"/>
              <a:gd name="connsiteY424" fmla="*/ 6858000 h 6858000"/>
              <a:gd name="connsiteX425" fmla="*/ 2070668 w 7467600"/>
              <a:gd name="connsiteY425" fmla="*/ 6761520 h 6858000"/>
              <a:gd name="connsiteX426" fmla="*/ 1975142 w 7467600"/>
              <a:gd name="connsiteY426" fmla="*/ 6585570 h 6858000"/>
              <a:gd name="connsiteX427" fmla="*/ 2050035 w 7467600"/>
              <a:gd name="connsiteY427" fmla="*/ 6813345 h 6858000"/>
              <a:gd name="connsiteX428" fmla="*/ 2063025 w 7467600"/>
              <a:gd name="connsiteY428" fmla="*/ 6858000 h 6858000"/>
              <a:gd name="connsiteX429" fmla="*/ 2021675 w 7467600"/>
              <a:gd name="connsiteY429" fmla="*/ 6858000 h 6858000"/>
              <a:gd name="connsiteX430" fmla="*/ 2019308 w 7467600"/>
              <a:gd name="connsiteY430" fmla="*/ 6847118 h 6858000"/>
              <a:gd name="connsiteX431" fmla="*/ 1938835 w 7467600"/>
              <a:gd name="connsiteY431" fmla="*/ 6551160 h 6858000"/>
              <a:gd name="connsiteX432" fmla="*/ 1953230 w 7467600"/>
              <a:gd name="connsiteY432" fmla="*/ 6759699 h 6858000"/>
              <a:gd name="connsiteX433" fmla="*/ 1956763 w 7467600"/>
              <a:gd name="connsiteY433" fmla="*/ 6778191 h 6858000"/>
              <a:gd name="connsiteX434" fmla="*/ 1967925 w 7467600"/>
              <a:gd name="connsiteY434" fmla="*/ 6858000 h 6858000"/>
              <a:gd name="connsiteX435" fmla="*/ 1936622 w 7467600"/>
              <a:gd name="connsiteY435" fmla="*/ 6858000 h 6858000"/>
              <a:gd name="connsiteX436" fmla="*/ 1926261 w 7467600"/>
              <a:gd name="connsiteY436" fmla="*/ 6784064 h 6858000"/>
              <a:gd name="connsiteX437" fmla="*/ 1922724 w 7467600"/>
              <a:gd name="connsiteY437" fmla="*/ 6765577 h 6858000"/>
              <a:gd name="connsiteX438" fmla="*/ 1904650 w 7467600"/>
              <a:gd name="connsiteY438" fmla="*/ 6639616 h 6858000"/>
              <a:gd name="connsiteX439" fmla="*/ 1885273 w 7467600"/>
              <a:gd name="connsiteY439" fmla="*/ 6858000 h 6858000"/>
              <a:gd name="connsiteX440" fmla="*/ 1854363 w 7467600"/>
              <a:gd name="connsiteY440" fmla="*/ 6858000 h 6858000"/>
              <a:gd name="connsiteX441" fmla="*/ 1880391 w 7467600"/>
              <a:gd name="connsiteY441" fmla="*/ 6603796 h 6858000"/>
              <a:gd name="connsiteX442" fmla="*/ 1818273 w 7467600"/>
              <a:gd name="connsiteY442" fmla="*/ 6715729 h 6858000"/>
              <a:gd name="connsiteX443" fmla="*/ 1794691 w 7467600"/>
              <a:gd name="connsiteY443" fmla="*/ 6843239 h 6858000"/>
              <a:gd name="connsiteX444" fmla="*/ 1794914 w 7467600"/>
              <a:gd name="connsiteY444" fmla="*/ 6858000 h 6858000"/>
              <a:gd name="connsiteX445" fmla="*/ 1746128 w 7467600"/>
              <a:gd name="connsiteY445" fmla="*/ 6858000 h 6858000"/>
              <a:gd name="connsiteX446" fmla="*/ 1753934 w 7467600"/>
              <a:gd name="connsiteY446" fmla="*/ 6724796 h 6858000"/>
              <a:gd name="connsiteX447" fmla="*/ 1792053 w 7467600"/>
              <a:gd name="connsiteY447" fmla="*/ 6572396 h 6858000"/>
              <a:gd name="connsiteX448" fmla="*/ 1862248 w 7467600"/>
              <a:gd name="connsiteY448" fmla="*/ 6266397 h 6858000"/>
              <a:gd name="connsiteX449" fmla="*/ 1862250 w 7467600"/>
              <a:gd name="connsiteY449" fmla="*/ 6033531 h 6858000"/>
              <a:gd name="connsiteX450" fmla="*/ 1211999 w 7467600"/>
              <a:gd name="connsiteY450" fmla="*/ 6683610 h 6858000"/>
              <a:gd name="connsiteX451" fmla="*/ 1213266 w 7467600"/>
              <a:gd name="connsiteY451" fmla="*/ 6691947 h 6858000"/>
              <a:gd name="connsiteX452" fmla="*/ 1203370 w 7467600"/>
              <a:gd name="connsiteY452" fmla="*/ 6850676 h 6858000"/>
              <a:gd name="connsiteX453" fmla="*/ 1203671 w 7467600"/>
              <a:gd name="connsiteY453" fmla="*/ 6858000 h 6858000"/>
              <a:gd name="connsiteX454" fmla="*/ 1143180 w 7467600"/>
              <a:gd name="connsiteY454" fmla="*/ 6858000 h 6858000"/>
              <a:gd name="connsiteX455" fmla="*/ 1142176 w 7467600"/>
              <a:gd name="connsiteY455" fmla="*/ 6766045 h 6858000"/>
              <a:gd name="connsiteX456" fmla="*/ 1067484 w 7467600"/>
              <a:gd name="connsiteY456" fmla="*/ 6858000 h 6858000"/>
              <a:gd name="connsiteX457" fmla="*/ 953928 w 7467600"/>
              <a:gd name="connsiteY457" fmla="*/ 6858000 h 6858000"/>
              <a:gd name="connsiteX458" fmla="*/ 959715 w 7467600"/>
              <a:gd name="connsiteY458" fmla="*/ 6850185 h 6858000"/>
              <a:gd name="connsiteX459" fmla="*/ 1483788 w 7467600"/>
              <a:gd name="connsiteY459" fmla="*/ 6259174 h 6858000"/>
              <a:gd name="connsiteX460" fmla="*/ 1100671 w 7467600"/>
              <a:gd name="connsiteY460" fmla="*/ 6252137 h 6858000"/>
              <a:gd name="connsiteX461" fmla="*/ 1090144 w 7467600"/>
              <a:gd name="connsiteY461" fmla="*/ 6256748 h 6858000"/>
              <a:gd name="connsiteX462" fmla="*/ 1095872 w 7467600"/>
              <a:gd name="connsiteY462" fmla="*/ 6271892 h 6858000"/>
              <a:gd name="connsiteX463" fmla="*/ 262785 w 7467600"/>
              <a:gd name="connsiteY463" fmla="*/ 6845450 h 6858000"/>
              <a:gd name="connsiteX464" fmla="*/ 209968 w 7467600"/>
              <a:gd name="connsiteY464" fmla="*/ 6770713 h 6858000"/>
              <a:gd name="connsiteX465" fmla="*/ 873460 w 7467600"/>
              <a:gd name="connsiteY465" fmla="*/ 6253768 h 6858000"/>
              <a:gd name="connsiteX466" fmla="*/ 192686 w 7467600"/>
              <a:gd name="connsiteY466" fmla="*/ 5849257 h 6858000"/>
              <a:gd name="connsiteX467" fmla="*/ 4696 w 7467600"/>
              <a:gd name="connsiteY467" fmla="*/ 5697668 h 6858000"/>
              <a:gd name="connsiteX468" fmla="*/ 0 w 7467600"/>
              <a:gd name="connsiteY468" fmla="*/ 5689984 h 6858000"/>
              <a:gd name="connsiteX469" fmla="*/ 0 w 7467600"/>
              <a:gd name="connsiteY469" fmla="*/ 5513472 h 6858000"/>
              <a:gd name="connsiteX470" fmla="*/ 174101 w 7467600"/>
              <a:gd name="connsiteY470" fmla="*/ 5620277 h 6858000"/>
              <a:gd name="connsiteX471" fmla="*/ 891800 w 7467600"/>
              <a:gd name="connsiteY471" fmla="*/ 6036935 h 6858000"/>
              <a:gd name="connsiteX472" fmla="*/ 1072219 w 7467600"/>
              <a:gd name="connsiteY472" fmla="*/ 6169443 h 6858000"/>
              <a:gd name="connsiteX473" fmla="*/ 1074117 w 7467600"/>
              <a:gd name="connsiteY473" fmla="*/ 6170301 h 6858000"/>
              <a:gd name="connsiteX474" fmla="*/ 1083114 w 7467600"/>
              <a:gd name="connsiteY474" fmla="*/ 6174131 h 6858000"/>
              <a:gd name="connsiteX475" fmla="*/ 1543010 w 7467600"/>
              <a:gd name="connsiteY475" fmla="*/ 6191140 h 6858000"/>
              <a:gd name="connsiteX476" fmla="*/ 1551080 w 7467600"/>
              <a:gd name="connsiteY476" fmla="*/ 6195006 h 6858000"/>
              <a:gd name="connsiteX477" fmla="*/ 2345443 w 7467600"/>
              <a:gd name="connsiteY477" fmla="*/ 5549882 h 6858000"/>
              <a:gd name="connsiteX478" fmla="*/ 1721499 w 7467600"/>
              <a:gd name="connsiteY478" fmla="*/ 5599969 h 6858000"/>
              <a:gd name="connsiteX479" fmla="*/ 767716 w 7467600"/>
              <a:gd name="connsiteY479" fmla="*/ 5472768 h 6858000"/>
              <a:gd name="connsiteX480" fmla="*/ 722147 w 7467600"/>
              <a:gd name="connsiteY480" fmla="*/ 5393091 h 6858000"/>
              <a:gd name="connsiteX481" fmla="*/ 1485552 w 7467600"/>
              <a:gd name="connsiteY481" fmla="*/ 5313202 h 6858000"/>
              <a:gd name="connsiteX482" fmla="*/ 2143004 w 7467600"/>
              <a:gd name="connsiteY482" fmla="*/ 5402420 h 6858000"/>
              <a:gd name="connsiteX483" fmla="*/ 1933391 w 7467600"/>
              <a:gd name="connsiteY483" fmla="*/ 5156971 h 6858000"/>
              <a:gd name="connsiteX484" fmla="*/ 1827118 w 7467600"/>
              <a:gd name="connsiteY484" fmla="*/ 4968410 h 6858000"/>
              <a:gd name="connsiteX485" fmla="*/ 1837349 w 7467600"/>
              <a:gd name="connsiteY485" fmla="*/ 4956357 h 6858000"/>
              <a:gd name="connsiteX486" fmla="*/ 2162835 w 7467600"/>
              <a:gd name="connsiteY486" fmla="*/ 5187853 h 6858000"/>
              <a:gd name="connsiteX487" fmla="*/ 2257167 w 7467600"/>
              <a:gd name="connsiteY487" fmla="*/ 5462123 h 6858000"/>
              <a:gd name="connsiteX488" fmla="*/ 2261598 w 7467600"/>
              <a:gd name="connsiteY488" fmla="*/ 5467998 h 6858000"/>
              <a:gd name="connsiteX489" fmla="*/ 2437177 w 7467600"/>
              <a:gd name="connsiteY489" fmla="*/ 5479608 h 6858000"/>
              <a:gd name="connsiteX490" fmla="*/ 2445247 w 7467600"/>
              <a:gd name="connsiteY490" fmla="*/ 5483476 h 6858000"/>
              <a:gd name="connsiteX491" fmla="*/ 2743626 w 7467600"/>
              <a:gd name="connsiteY491" fmla="*/ 5304819 h 6858000"/>
              <a:gd name="connsiteX492" fmla="*/ 3048102 w 7467600"/>
              <a:gd name="connsiteY492" fmla="*/ 5150595 h 6858000"/>
              <a:gd name="connsiteX493" fmla="*/ 1799414 w 7467600"/>
              <a:gd name="connsiteY493" fmla="*/ 4694732 h 6858000"/>
              <a:gd name="connsiteX494" fmla="*/ 1771735 w 7467600"/>
              <a:gd name="connsiteY494" fmla="*/ 4619929 h 6858000"/>
              <a:gd name="connsiteX495" fmla="*/ 3104273 w 7467600"/>
              <a:gd name="connsiteY495" fmla="*/ 5076159 h 6858000"/>
              <a:gd name="connsiteX496" fmla="*/ 3113245 w 7467600"/>
              <a:gd name="connsiteY496" fmla="*/ 5090705 h 6858000"/>
              <a:gd name="connsiteX497" fmla="*/ 3126294 w 7467600"/>
              <a:gd name="connsiteY497" fmla="*/ 5114400 h 6858000"/>
              <a:gd name="connsiteX498" fmla="*/ 3937433 w 7467600"/>
              <a:gd name="connsiteY498" fmla="*/ 4830473 h 6858000"/>
              <a:gd name="connsiteX499" fmla="*/ 3590475 w 7467600"/>
              <a:gd name="connsiteY499" fmla="*/ 4597974 h 6858000"/>
              <a:gd name="connsiteX500" fmla="*/ 3100264 w 7467600"/>
              <a:gd name="connsiteY500" fmla="*/ 4579845 h 6858000"/>
              <a:gd name="connsiteX501" fmla="*/ 2183576 w 7467600"/>
              <a:gd name="connsiteY501" fmla="*/ 4227150 h 6858000"/>
              <a:gd name="connsiteX502" fmla="*/ 2151029 w 7467600"/>
              <a:gd name="connsiteY502" fmla="*/ 4146947 h 6858000"/>
              <a:gd name="connsiteX503" fmla="*/ 3563434 w 7467600"/>
              <a:gd name="connsiteY503" fmla="*/ 4469115 h 6858000"/>
              <a:gd name="connsiteX504" fmla="*/ 3177952 w 7467600"/>
              <a:gd name="connsiteY504" fmla="*/ 3657386 h 6858000"/>
              <a:gd name="connsiteX505" fmla="*/ 3189263 w 7467600"/>
              <a:gd name="connsiteY505" fmla="*/ 3625726 h 6858000"/>
              <a:gd name="connsiteX506" fmla="*/ 3560912 w 7467600"/>
              <a:gd name="connsiteY506" fmla="*/ 4079863 h 6858000"/>
              <a:gd name="connsiteX507" fmla="*/ 3626636 w 7467600"/>
              <a:gd name="connsiteY507" fmla="*/ 4512230 h 6858000"/>
              <a:gd name="connsiteX508" fmla="*/ 3653088 w 7467600"/>
              <a:gd name="connsiteY508" fmla="*/ 4521417 h 6858000"/>
              <a:gd name="connsiteX509" fmla="*/ 3988128 w 7467600"/>
              <a:gd name="connsiteY509" fmla="*/ 4817267 h 6858000"/>
              <a:gd name="connsiteX510" fmla="*/ 4830582 w 7467600"/>
              <a:gd name="connsiteY510" fmla="*/ 4676000 h 6858000"/>
              <a:gd name="connsiteX511" fmla="*/ 4830100 w 7467600"/>
              <a:gd name="connsiteY511" fmla="*/ 4675554 h 6858000"/>
              <a:gd name="connsiteX512" fmla="*/ 4036318 w 7467600"/>
              <a:gd name="connsiteY512" fmla="*/ 4147013 h 6858000"/>
              <a:gd name="connsiteX513" fmla="*/ 3432098 w 7467600"/>
              <a:gd name="connsiteY513" fmla="*/ 3537312 h 6858000"/>
              <a:gd name="connsiteX514" fmla="*/ 3446761 w 7467600"/>
              <a:gd name="connsiteY514" fmla="*/ 3461278 h 6858000"/>
              <a:gd name="connsiteX515" fmla="*/ 4419733 w 7467600"/>
              <a:gd name="connsiteY515" fmla="*/ 3963555 h 6858000"/>
              <a:gd name="connsiteX516" fmla="*/ 4781371 w 7467600"/>
              <a:gd name="connsiteY516" fmla="*/ 4458604 h 6858000"/>
              <a:gd name="connsiteX517" fmla="*/ 4780440 w 7467600"/>
              <a:gd name="connsiteY517" fmla="*/ 4470290 h 6858000"/>
              <a:gd name="connsiteX518" fmla="*/ 4898954 w 7467600"/>
              <a:gd name="connsiteY518" fmla="*/ 4662092 h 6858000"/>
              <a:gd name="connsiteX519" fmla="*/ 4900699 w 7467600"/>
              <a:gd name="connsiteY519" fmla="*/ 4670867 h 6858000"/>
              <a:gd name="connsiteX520" fmla="*/ 5714511 w 7467600"/>
              <a:gd name="connsiteY520" fmla="*/ 4663483 h 6858000"/>
              <a:gd name="connsiteX521" fmla="*/ 5464793 w 7467600"/>
              <a:gd name="connsiteY521" fmla="*/ 4393556 h 6858000"/>
              <a:gd name="connsiteX522" fmla="*/ 5461897 w 7467600"/>
              <a:gd name="connsiteY522" fmla="*/ 4390879 h 6858000"/>
              <a:gd name="connsiteX523" fmla="*/ 4294126 w 7467600"/>
              <a:gd name="connsiteY523" fmla="*/ 3303048 h 6858000"/>
              <a:gd name="connsiteX524" fmla="*/ 4305321 w 7467600"/>
              <a:gd name="connsiteY524" fmla="*/ 3256953 h 6858000"/>
              <a:gd name="connsiteX525" fmla="*/ 4949299 w 7467600"/>
              <a:gd name="connsiteY525" fmla="*/ 3766336 h 6858000"/>
              <a:gd name="connsiteX526" fmla="*/ 5291452 w 7467600"/>
              <a:gd name="connsiteY526" fmla="*/ 4076801 h 6858000"/>
              <a:gd name="connsiteX527" fmla="*/ 5434998 w 7467600"/>
              <a:gd name="connsiteY527" fmla="*/ 4254100 h 6858000"/>
              <a:gd name="connsiteX528" fmla="*/ 5351015 w 7467600"/>
              <a:gd name="connsiteY528" fmla="*/ 3760989 h 6858000"/>
              <a:gd name="connsiteX529" fmla="*/ 5413780 w 7467600"/>
              <a:gd name="connsiteY529" fmla="*/ 2966265 h 6858000"/>
              <a:gd name="connsiteX530" fmla="*/ 5425627 w 7467600"/>
              <a:gd name="connsiteY530" fmla="*/ 2954192 h 6858000"/>
              <a:gd name="connsiteX531" fmla="*/ 6604735 w 7467600"/>
              <a:gd name="connsiteY531" fmla="*/ 2041381 h 6858000"/>
              <a:gd name="connsiteX532" fmla="*/ 7204487 w 7467600"/>
              <a:gd name="connsiteY532" fmla="*/ 2742112 h 6858000"/>
              <a:gd name="connsiteX533" fmla="*/ 7131592 w 7467600"/>
              <a:gd name="connsiteY533" fmla="*/ 2672096 h 6858000"/>
              <a:gd name="connsiteX534" fmla="*/ 6996344 w 7467600"/>
              <a:gd name="connsiteY534" fmla="*/ 2518310 h 6858000"/>
              <a:gd name="connsiteX535" fmla="*/ 6735495 w 7467600"/>
              <a:gd name="connsiteY535" fmla="*/ 2196890 h 6858000"/>
              <a:gd name="connsiteX536" fmla="*/ 6721901 w 7467600"/>
              <a:gd name="connsiteY536" fmla="*/ 2179274 h 6858000"/>
              <a:gd name="connsiteX537" fmla="*/ 6604735 w 7467600"/>
              <a:gd name="connsiteY537" fmla="*/ 2041381 h 6858000"/>
              <a:gd name="connsiteX538" fmla="*/ 6591670 w 7467600"/>
              <a:gd name="connsiteY538" fmla="*/ 1988277 h 6858000"/>
              <a:gd name="connsiteX539" fmla="*/ 6747349 w 7467600"/>
              <a:gd name="connsiteY539" fmla="*/ 2160069 h 6858000"/>
              <a:gd name="connsiteX540" fmla="*/ 6760943 w 7467600"/>
              <a:gd name="connsiteY540" fmla="*/ 2177686 h 6858000"/>
              <a:gd name="connsiteX541" fmla="*/ 7021065 w 7467600"/>
              <a:gd name="connsiteY541" fmla="*/ 2498102 h 6858000"/>
              <a:gd name="connsiteX542" fmla="*/ 7155223 w 7467600"/>
              <a:gd name="connsiteY542" fmla="*/ 2650386 h 6858000"/>
              <a:gd name="connsiteX543" fmla="*/ 7203167 w 7467600"/>
              <a:gd name="connsiteY543" fmla="*/ 2697288 h 6858000"/>
              <a:gd name="connsiteX544" fmla="*/ 6937703 w 7467600"/>
              <a:gd name="connsiteY544" fmla="*/ 2321981 h 6858000"/>
              <a:gd name="connsiteX545" fmla="*/ 6591670 w 7467600"/>
              <a:gd name="connsiteY545" fmla="*/ 1988277 h 6858000"/>
              <a:gd name="connsiteX546" fmla="*/ 5798671 w 7467600"/>
              <a:gd name="connsiteY546" fmla="*/ 1981601 h 6858000"/>
              <a:gd name="connsiteX547" fmla="*/ 5754709 w 7467600"/>
              <a:gd name="connsiteY547" fmla="*/ 2071454 h 6858000"/>
              <a:gd name="connsiteX548" fmla="*/ 5763044 w 7467600"/>
              <a:gd name="connsiteY548" fmla="*/ 2842206 h 6858000"/>
              <a:gd name="connsiteX549" fmla="*/ 5764974 w 7467600"/>
              <a:gd name="connsiteY549" fmla="*/ 2799609 h 6858000"/>
              <a:gd name="connsiteX550" fmla="*/ 5767665 w 7467600"/>
              <a:gd name="connsiteY550" fmla="*/ 2666409 h 6858000"/>
              <a:gd name="connsiteX551" fmla="*/ 5763055 w 7467600"/>
              <a:gd name="connsiteY551" fmla="*/ 2579705 h 6858000"/>
              <a:gd name="connsiteX552" fmla="*/ 5758079 w 7467600"/>
              <a:gd name="connsiteY552" fmla="*/ 2492508 h 6858000"/>
              <a:gd name="connsiteX553" fmla="*/ 5779325 w 7467600"/>
              <a:gd name="connsiteY553" fmla="*/ 2197069 h 6858000"/>
              <a:gd name="connsiteX554" fmla="*/ 5798671 w 7467600"/>
              <a:gd name="connsiteY554" fmla="*/ 1981601 h 6858000"/>
              <a:gd name="connsiteX555" fmla="*/ 5829202 w 7467600"/>
              <a:gd name="connsiteY555" fmla="*/ 1971679 h 6858000"/>
              <a:gd name="connsiteX556" fmla="*/ 5809558 w 7467600"/>
              <a:gd name="connsiteY556" fmla="*/ 2198043 h 6858000"/>
              <a:gd name="connsiteX557" fmla="*/ 5788653 w 7467600"/>
              <a:gd name="connsiteY557" fmla="*/ 2489430 h 6858000"/>
              <a:gd name="connsiteX558" fmla="*/ 5793439 w 7467600"/>
              <a:gd name="connsiteY558" fmla="*/ 2575235 h 6858000"/>
              <a:gd name="connsiteX559" fmla="*/ 5796837 w 7467600"/>
              <a:gd name="connsiteY559" fmla="*/ 2637633 h 6858000"/>
              <a:gd name="connsiteX560" fmla="*/ 5818614 w 7467600"/>
              <a:gd name="connsiteY560" fmla="*/ 2473055 h 6858000"/>
              <a:gd name="connsiteX561" fmla="*/ 5829202 w 7467600"/>
              <a:gd name="connsiteY561" fmla="*/ 1971679 h 6858000"/>
              <a:gd name="connsiteX562" fmla="*/ 5911389 w 7467600"/>
              <a:gd name="connsiteY562" fmla="*/ 1898371 h 6858000"/>
              <a:gd name="connsiteX563" fmla="*/ 6237627 w 7467600"/>
              <a:gd name="connsiteY563" fmla="*/ 2231921 h 6858000"/>
              <a:gd name="connsiteX564" fmla="*/ 5911389 w 7467600"/>
              <a:gd name="connsiteY564" fmla="*/ 1898371 h 6858000"/>
              <a:gd name="connsiteX565" fmla="*/ 6944437 w 7467600"/>
              <a:gd name="connsiteY565" fmla="*/ 1575402 h 6858000"/>
              <a:gd name="connsiteX566" fmla="*/ 6304730 w 7467600"/>
              <a:gd name="connsiteY566" fmla="*/ 1766654 h 6858000"/>
              <a:gd name="connsiteX567" fmla="*/ 6944437 w 7467600"/>
              <a:gd name="connsiteY567" fmla="*/ 1575402 h 6858000"/>
              <a:gd name="connsiteX568" fmla="*/ 7019523 w 7467600"/>
              <a:gd name="connsiteY568" fmla="*/ 1519450 h 6858000"/>
              <a:gd name="connsiteX569" fmla="*/ 6298091 w 7467600"/>
              <a:gd name="connsiteY569" fmla="*/ 1737122 h 6858000"/>
              <a:gd name="connsiteX570" fmla="*/ 7019523 w 7467600"/>
              <a:gd name="connsiteY570" fmla="*/ 1519450 h 6858000"/>
              <a:gd name="connsiteX571" fmla="*/ 2399523 w 7467600"/>
              <a:gd name="connsiteY571" fmla="*/ 1428234 h 6858000"/>
              <a:gd name="connsiteX572" fmla="*/ 2224982 w 7467600"/>
              <a:gd name="connsiteY572" fmla="*/ 1826201 h 6858000"/>
              <a:gd name="connsiteX573" fmla="*/ 2096099 w 7467600"/>
              <a:gd name="connsiteY573" fmla="*/ 2345900 h 6858000"/>
              <a:gd name="connsiteX574" fmla="*/ 2283317 w 7467600"/>
              <a:gd name="connsiteY574" fmla="*/ 1796925 h 6858000"/>
              <a:gd name="connsiteX575" fmla="*/ 2399523 w 7467600"/>
              <a:gd name="connsiteY575" fmla="*/ 1428234 h 6858000"/>
              <a:gd name="connsiteX576" fmla="*/ 2448558 w 7467600"/>
              <a:gd name="connsiteY576" fmla="*/ 1373435 h 6858000"/>
              <a:gd name="connsiteX577" fmla="*/ 2312521 w 7467600"/>
              <a:gd name="connsiteY577" fmla="*/ 1806140 h 6858000"/>
              <a:gd name="connsiteX578" fmla="*/ 2127533 w 7467600"/>
              <a:gd name="connsiteY578" fmla="*/ 2348380 h 6858000"/>
              <a:gd name="connsiteX579" fmla="*/ 2358080 w 7467600"/>
              <a:gd name="connsiteY579" fmla="*/ 1866134 h 6858000"/>
              <a:gd name="connsiteX580" fmla="*/ 2407436 w 7467600"/>
              <a:gd name="connsiteY580" fmla="*/ 1651070 h 6858000"/>
              <a:gd name="connsiteX581" fmla="*/ 2448558 w 7467600"/>
              <a:gd name="connsiteY581" fmla="*/ 1373435 h 6858000"/>
              <a:gd name="connsiteX582" fmla="*/ 278707 w 7467600"/>
              <a:gd name="connsiteY582" fmla="*/ 1352270 h 6858000"/>
              <a:gd name="connsiteX583" fmla="*/ 321570 w 7467600"/>
              <a:gd name="connsiteY583" fmla="*/ 1861610 h 6858000"/>
              <a:gd name="connsiteX584" fmla="*/ 294281 w 7467600"/>
              <a:gd name="connsiteY584" fmla="*/ 1440658 h 6858000"/>
              <a:gd name="connsiteX585" fmla="*/ 278707 w 7467600"/>
              <a:gd name="connsiteY585" fmla="*/ 1352270 h 6858000"/>
              <a:gd name="connsiteX586" fmla="*/ 1423821 w 7467600"/>
              <a:gd name="connsiteY586" fmla="*/ 1351958 h 6858000"/>
              <a:gd name="connsiteX587" fmla="*/ 1638521 w 7467600"/>
              <a:gd name="connsiteY587" fmla="*/ 1908470 h 6858000"/>
              <a:gd name="connsiteX588" fmla="*/ 1754199 w 7467600"/>
              <a:gd name="connsiteY588" fmla="*/ 2149284 h 6858000"/>
              <a:gd name="connsiteX589" fmla="*/ 1908359 w 7467600"/>
              <a:gd name="connsiteY589" fmla="*/ 2364988 h 6858000"/>
              <a:gd name="connsiteX590" fmla="*/ 1647661 w 7467600"/>
              <a:gd name="connsiteY590" fmla="*/ 1825945 h 6858000"/>
              <a:gd name="connsiteX591" fmla="*/ 1423821 w 7467600"/>
              <a:gd name="connsiteY591" fmla="*/ 1351958 h 6858000"/>
              <a:gd name="connsiteX592" fmla="*/ 1431890 w 7467600"/>
              <a:gd name="connsiteY592" fmla="*/ 1306475 h 6858000"/>
              <a:gd name="connsiteX593" fmla="*/ 1507597 w 7467600"/>
              <a:gd name="connsiteY593" fmla="*/ 1446132 h 6858000"/>
              <a:gd name="connsiteX594" fmla="*/ 1674586 w 7467600"/>
              <a:gd name="connsiteY594" fmla="*/ 1813832 h 6858000"/>
              <a:gd name="connsiteX595" fmla="*/ 1815950 w 7467600"/>
              <a:gd name="connsiteY595" fmla="*/ 2128564 h 6858000"/>
              <a:gd name="connsiteX596" fmla="*/ 1984242 w 7467600"/>
              <a:gd name="connsiteY596" fmla="*/ 2430829 h 6858000"/>
              <a:gd name="connsiteX597" fmla="*/ 2014023 w 7467600"/>
              <a:gd name="connsiteY597" fmla="*/ 2450995 h 6858000"/>
              <a:gd name="connsiteX598" fmla="*/ 1747337 w 7467600"/>
              <a:gd name="connsiteY598" fmla="*/ 1855264 h 6858000"/>
              <a:gd name="connsiteX599" fmla="*/ 1533749 w 7467600"/>
              <a:gd name="connsiteY599" fmla="*/ 1478656 h 6858000"/>
              <a:gd name="connsiteX600" fmla="*/ 1431890 w 7467600"/>
              <a:gd name="connsiteY600" fmla="*/ 1306475 h 6858000"/>
              <a:gd name="connsiteX601" fmla="*/ 5052692 w 7467600"/>
              <a:gd name="connsiteY601" fmla="*/ 1292994 h 6858000"/>
              <a:gd name="connsiteX602" fmla="*/ 5200661 w 7467600"/>
              <a:gd name="connsiteY602" fmla="*/ 1635186 h 6858000"/>
              <a:gd name="connsiteX603" fmla="*/ 5297138 w 7467600"/>
              <a:gd name="connsiteY603" fmla="*/ 1906351 h 6858000"/>
              <a:gd name="connsiteX604" fmla="*/ 5052692 w 7467600"/>
              <a:gd name="connsiteY604" fmla="*/ 1292994 h 6858000"/>
              <a:gd name="connsiteX605" fmla="*/ 5009948 w 7467600"/>
              <a:gd name="connsiteY605" fmla="*/ 1273619 h 6858000"/>
              <a:gd name="connsiteX606" fmla="*/ 5121777 w 7467600"/>
              <a:gd name="connsiteY606" fmla="*/ 1654213 h 6858000"/>
              <a:gd name="connsiteX607" fmla="*/ 5293545 w 7467600"/>
              <a:gd name="connsiteY607" fmla="*/ 2072247 h 6858000"/>
              <a:gd name="connsiteX608" fmla="*/ 5294042 w 7467600"/>
              <a:gd name="connsiteY608" fmla="*/ 2065019 h 6858000"/>
              <a:gd name="connsiteX609" fmla="*/ 5171936 w 7467600"/>
              <a:gd name="connsiteY609" fmla="*/ 1647613 h 6858000"/>
              <a:gd name="connsiteX610" fmla="*/ 5009948 w 7467600"/>
              <a:gd name="connsiteY610" fmla="*/ 1273619 h 6858000"/>
              <a:gd name="connsiteX611" fmla="*/ 655236 w 7467600"/>
              <a:gd name="connsiteY611" fmla="*/ 1268632 h 6858000"/>
              <a:gd name="connsiteX612" fmla="*/ 839521 w 7467600"/>
              <a:gd name="connsiteY612" fmla="*/ 1685315 h 6858000"/>
              <a:gd name="connsiteX613" fmla="*/ 1109416 w 7467600"/>
              <a:gd name="connsiteY613" fmla="*/ 2061663 h 6858000"/>
              <a:gd name="connsiteX614" fmla="*/ 1298300 w 7467600"/>
              <a:gd name="connsiteY614" fmla="*/ 2247742 h 6858000"/>
              <a:gd name="connsiteX615" fmla="*/ 1125871 w 7467600"/>
              <a:gd name="connsiteY615" fmla="*/ 1989513 h 6858000"/>
              <a:gd name="connsiteX616" fmla="*/ 981574 w 7467600"/>
              <a:gd name="connsiteY616" fmla="*/ 1783157 h 6858000"/>
              <a:gd name="connsiteX617" fmla="*/ 922198 w 7467600"/>
              <a:gd name="connsiteY617" fmla="*/ 1677437 h 6858000"/>
              <a:gd name="connsiteX618" fmla="*/ 869293 w 7467600"/>
              <a:gd name="connsiteY618" fmla="*/ 1583214 h 6858000"/>
              <a:gd name="connsiteX619" fmla="*/ 751431 w 7467600"/>
              <a:gd name="connsiteY619" fmla="*/ 1405731 h 6858000"/>
              <a:gd name="connsiteX620" fmla="*/ 655236 w 7467600"/>
              <a:gd name="connsiteY620" fmla="*/ 1268632 h 6858000"/>
              <a:gd name="connsiteX621" fmla="*/ 6516292 w 7467600"/>
              <a:gd name="connsiteY621" fmla="*/ 1263064 h 6858000"/>
              <a:gd name="connsiteX622" fmla="*/ 5736320 w 7467600"/>
              <a:gd name="connsiteY622" fmla="*/ 1501803 h 6858000"/>
              <a:gd name="connsiteX623" fmla="*/ 6516292 w 7467600"/>
              <a:gd name="connsiteY623" fmla="*/ 1263064 h 6858000"/>
              <a:gd name="connsiteX624" fmla="*/ 291466 w 7467600"/>
              <a:gd name="connsiteY624" fmla="*/ 1250369 h 6858000"/>
              <a:gd name="connsiteX625" fmla="*/ 323180 w 7467600"/>
              <a:gd name="connsiteY625" fmla="*/ 1435283 h 6858000"/>
              <a:gd name="connsiteX626" fmla="*/ 349381 w 7467600"/>
              <a:gd name="connsiteY626" fmla="*/ 1875041 h 6858000"/>
              <a:gd name="connsiteX627" fmla="*/ 374363 w 7467600"/>
              <a:gd name="connsiteY627" fmla="*/ 1506494 h 6858000"/>
              <a:gd name="connsiteX628" fmla="*/ 302168 w 7467600"/>
              <a:gd name="connsiteY628" fmla="*/ 1274495 h 6858000"/>
              <a:gd name="connsiteX629" fmla="*/ 291466 w 7467600"/>
              <a:gd name="connsiteY629" fmla="*/ 1250369 h 6858000"/>
              <a:gd name="connsiteX630" fmla="*/ 678222 w 7467600"/>
              <a:gd name="connsiteY630" fmla="*/ 1248670 h 6858000"/>
              <a:gd name="connsiteX631" fmla="*/ 775536 w 7467600"/>
              <a:gd name="connsiteY631" fmla="*/ 1388015 h 6858000"/>
              <a:gd name="connsiteX632" fmla="*/ 894529 w 7467600"/>
              <a:gd name="connsiteY632" fmla="*/ 1567739 h 6858000"/>
              <a:gd name="connsiteX633" fmla="*/ 948000 w 7467600"/>
              <a:gd name="connsiteY633" fmla="*/ 1663088 h 6858000"/>
              <a:gd name="connsiteX634" fmla="*/ 1006812 w 7467600"/>
              <a:gd name="connsiteY634" fmla="*/ 1767683 h 6858000"/>
              <a:gd name="connsiteX635" fmla="*/ 1149133 w 7467600"/>
              <a:gd name="connsiteY635" fmla="*/ 1971513 h 6858000"/>
              <a:gd name="connsiteX636" fmla="*/ 1333952 w 7467600"/>
              <a:gd name="connsiteY636" fmla="*/ 2251620 h 6858000"/>
              <a:gd name="connsiteX637" fmla="*/ 1337329 w 7467600"/>
              <a:gd name="connsiteY637" fmla="*/ 2258350 h 6858000"/>
              <a:gd name="connsiteX638" fmla="*/ 1014726 w 7467600"/>
              <a:gd name="connsiteY638" fmla="*/ 1615556 h 6858000"/>
              <a:gd name="connsiteX639" fmla="*/ 678222 w 7467600"/>
              <a:gd name="connsiteY639" fmla="*/ 1248670 h 6858000"/>
              <a:gd name="connsiteX640" fmla="*/ 6691602 w 7467600"/>
              <a:gd name="connsiteY640" fmla="*/ 1140573 h 6858000"/>
              <a:gd name="connsiteX641" fmla="*/ 6571100 w 7467600"/>
              <a:gd name="connsiteY641" fmla="*/ 1183662 h 6858000"/>
              <a:gd name="connsiteX642" fmla="*/ 6241687 w 7467600"/>
              <a:gd name="connsiteY642" fmla="*/ 1257600 h 6858000"/>
              <a:gd name="connsiteX643" fmla="*/ 5693009 w 7467600"/>
              <a:gd name="connsiteY643" fmla="*/ 1478256 h 6858000"/>
              <a:gd name="connsiteX644" fmla="*/ 6548420 w 7467600"/>
              <a:gd name="connsiteY644" fmla="*/ 1214599 h 6858000"/>
              <a:gd name="connsiteX645" fmla="*/ 6605473 w 7467600"/>
              <a:gd name="connsiteY645" fmla="*/ 1184686 h 6858000"/>
              <a:gd name="connsiteX646" fmla="*/ 6691602 w 7467600"/>
              <a:gd name="connsiteY646" fmla="*/ 1140573 h 6858000"/>
              <a:gd name="connsiteX647" fmla="*/ 4002475 w 7467600"/>
              <a:gd name="connsiteY647" fmla="*/ 1037802 h 6858000"/>
              <a:gd name="connsiteX648" fmla="*/ 4000324 w 7467600"/>
              <a:gd name="connsiteY648" fmla="*/ 1039362 h 6858000"/>
              <a:gd name="connsiteX649" fmla="*/ 4002862 w 7467600"/>
              <a:gd name="connsiteY649" fmla="*/ 1042866 h 6858000"/>
              <a:gd name="connsiteX650" fmla="*/ 4002475 w 7467600"/>
              <a:gd name="connsiteY650" fmla="*/ 1037802 h 6858000"/>
              <a:gd name="connsiteX651" fmla="*/ 506322 w 7467600"/>
              <a:gd name="connsiteY651" fmla="*/ 1020997 h 6858000"/>
              <a:gd name="connsiteX652" fmla="*/ 533068 w 7467600"/>
              <a:gd name="connsiteY652" fmla="*/ 1029409 h 6858000"/>
              <a:gd name="connsiteX653" fmla="*/ 1232525 w 7467600"/>
              <a:gd name="connsiteY653" fmla="*/ 1804675 h 6858000"/>
              <a:gd name="connsiteX654" fmla="*/ 1388858 w 7467600"/>
              <a:gd name="connsiteY654" fmla="*/ 2368011 h 6858000"/>
              <a:gd name="connsiteX655" fmla="*/ 1384098 w 7467600"/>
              <a:gd name="connsiteY655" fmla="*/ 2378125 h 6858000"/>
              <a:gd name="connsiteX656" fmla="*/ 1425393 w 7467600"/>
              <a:gd name="connsiteY656" fmla="*/ 2589124 h 6858000"/>
              <a:gd name="connsiteX657" fmla="*/ 1424001 w 7467600"/>
              <a:gd name="connsiteY657" fmla="*/ 2597541 h 6858000"/>
              <a:gd name="connsiteX658" fmla="*/ 2152729 w 7467600"/>
              <a:gd name="connsiteY658" fmla="*/ 2864487 h 6858000"/>
              <a:gd name="connsiteX659" fmla="*/ 2020609 w 7467600"/>
              <a:gd name="connsiteY659" fmla="*/ 2539671 h 6858000"/>
              <a:gd name="connsiteX660" fmla="*/ 2018920 w 7467600"/>
              <a:gd name="connsiteY660" fmla="*/ 2536309 h 6858000"/>
              <a:gd name="connsiteX661" fmla="*/ 1342441 w 7467600"/>
              <a:gd name="connsiteY661" fmla="*/ 1173017 h 6858000"/>
              <a:gd name="connsiteX662" fmla="*/ 1367925 w 7467600"/>
              <a:gd name="connsiteY662" fmla="*/ 1135648 h 6858000"/>
              <a:gd name="connsiteX663" fmla="*/ 1771401 w 7467600"/>
              <a:gd name="connsiteY663" fmla="*/ 1806673 h 6858000"/>
              <a:gd name="connsiteX664" fmla="*/ 1972385 w 7467600"/>
              <a:gd name="connsiteY664" fmla="*/ 2198735 h 6858000"/>
              <a:gd name="connsiteX665" fmla="*/ 2040892 w 7467600"/>
              <a:gd name="connsiteY665" fmla="*/ 2405205 h 6858000"/>
              <a:gd name="connsiteX666" fmla="*/ 2131689 w 7467600"/>
              <a:gd name="connsiteY666" fmla="*/ 1936926 h 6858000"/>
              <a:gd name="connsiteX667" fmla="*/ 2454820 w 7467600"/>
              <a:gd name="connsiteY667" fmla="*/ 1248808 h 6858000"/>
              <a:gd name="connsiteX668" fmla="*/ 2492512 w 7467600"/>
              <a:gd name="connsiteY668" fmla="*/ 1302920 h 6858000"/>
              <a:gd name="connsiteX669" fmla="*/ 2081216 w 7467600"/>
              <a:gd name="connsiteY669" fmla="*/ 2527513 h 6858000"/>
              <a:gd name="connsiteX670" fmla="*/ 2081211 w 7467600"/>
              <a:gd name="connsiteY670" fmla="*/ 2528916 h 6858000"/>
              <a:gd name="connsiteX671" fmla="*/ 2199067 w 7467600"/>
              <a:gd name="connsiteY671" fmla="*/ 2884061 h 6858000"/>
              <a:gd name="connsiteX672" fmla="*/ 3192586 w 7467600"/>
              <a:gd name="connsiteY672" fmla="*/ 3411496 h 6858000"/>
              <a:gd name="connsiteX673" fmla="*/ 3182620 w 7467600"/>
              <a:gd name="connsiteY673" fmla="*/ 3483279 h 6858000"/>
              <a:gd name="connsiteX674" fmla="*/ 2435119 w 7467600"/>
              <a:gd name="connsiteY674" fmla="*/ 3080173 h 6858000"/>
              <a:gd name="connsiteX675" fmla="*/ 2410152 w 7467600"/>
              <a:gd name="connsiteY675" fmla="*/ 3063751 h 6858000"/>
              <a:gd name="connsiteX676" fmla="*/ 2408099 w 7467600"/>
              <a:gd name="connsiteY676" fmla="*/ 3064403 h 6858000"/>
              <a:gd name="connsiteX677" fmla="*/ 2407218 w 7467600"/>
              <a:gd name="connsiteY677" fmla="*/ 3070324 h 6858000"/>
              <a:gd name="connsiteX678" fmla="*/ 2380138 w 7467600"/>
              <a:gd name="connsiteY678" fmla="*/ 3099341 h 6858000"/>
              <a:gd name="connsiteX679" fmla="*/ 1765923 w 7467600"/>
              <a:gd name="connsiteY679" fmla="*/ 3581043 h 6858000"/>
              <a:gd name="connsiteX680" fmla="*/ 1702258 w 7467600"/>
              <a:gd name="connsiteY680" fmla="*/ 3612286 h 6858000"/>
              <a:gd name="connsiteX681" fmla="*/ 1538370 w 7467600"/>
              <a:gd name="connsiteY681" fmla="*/ 3811804 h 6858000"/>
              <a:gd name="connsiteX682" fmla="*/ 542867 w 7467600"/>
              <a:gd name="connsiteY682" fmla="*/ 4944092 h 6858000"/>
              <a:gd name="connsiteX683" fmla="*/ 515800 w 7467600"/>
              <a:gd name="connsiteY683" fmla="*/ 4862180 h 6858000"/>
              <a:gd name="connsiteX684" fmla="*/ 909145 w 7467600"/>
              <a:gd name="connsiteY684" fmla="*/ 4199225 h 6858000"/>
              <a:gd name="connsiteX685" fmla="*/ 1214067 w 7467600"/>
              <a:gd name="connsiteY685" fmla="*/ 3908561 h 6858000"/>
              <a:gd name="connsiteX686" fmla="*/ 640967 w 7467600"/>
              <a:gd name="connsiteY686" fmla="*/ 4105601 h 6858000"/>
              <a:gd name="connsiteX687" fmla="*/ 112563 w 7467600"/>
              <a:gd name="connsiteY687" fmla="*/ 4396952 h 6858000"/>
              <a:gd name="connsiteX688" fmla="*/ 0 w 7467600"/>
              <a:gd name="connsiteY688" fmla="*/ 4466006 h 6858000"/>
              <a:gd name="connsiteX689" fmla="*/ 0 w 7467600"/>
              <a:gd name="connsiteY689" fmla="*/ 4233763 h 6858000"/>
              <a:gd name="connsiteX690" fmla="*/ 36881 w 7467600"/>
              <a:gd name="connsiteY690" fmla="*/ 4200118 h 6858000"/>
              <a:gd name="connsiteX691" fmla="*/ 910534 w 7467600"/>
              <a:gd name="connsiteY691" fmla="*/ 3629753 h 6858000"/>
              <a:gd name="connsiteX692" fmla="*/ 1578717 w 7467600"/>
              <a:gd name="connsiteY692" fmla="*/ 3575982 h 6858000"/>
              <a:gd name="connsiteX693" fmla="*/ 2338780 w 7467600"/>
              <a:gd name="connsiteY693" fmla="*/ 3033725 h 6858000"/>
              <a:gd name="connsiteX694" fmla="*/ 1807991 w 7467600"/>
              <a:gd name="connsiteY694" fmla="*/ 2807184 h 6858000"/>
              <a:gd name="connsiteX695" fmla="*/ 1416358 w 7467600"/>
              <a:gd name="connsiteY695" fmla="*/ 3112571 h 6858000"/>
              <a:gd name="connsiteX696" fmla="*/ 939066 w 7467600"/>
              <a:gd name="connsiteY696" fmla="*/ 3378798 h 6858000"/>
              <a:gd name="connsiteX697" fmla="*/ 115099 w 7467600"/>
              <a:gd name="connsiteY697" fmla="*/ 3607650 h 6858000"/>
              <a:gd name="connsiteX698" fmla="*/ 97284 w 7467600"/>
              <a:gd name="connsiteY698" fmla="*/ 3520393 h 6858000"/>
              <a:gd name="connsiteX699" fmla="*/ 922050 w 7467600"/>
              <a:gd name="connsiteY699" fmla="*/ 3074867 h 6858000"/>
              <a:gd name="connsiteX700" fmla="*/ 1405265 w 7467600"/>
              <a:gd name="connsiteY700" fmla="*/ 3016319 h 6858000"/>
              <a:gd name="connsiteX701" fmla="*/ 1407512 w 7467600"/>
              <a:gd name="connsiteY701" fmla="*/ 3018001 h 6858000"/>
              <a:gd name="connsiteX702" fmla="*/ 1726266 w 7467600"/>
              <a:gd name="connsiteY702" fmla="*/ 2777274 h 6858000"/>
              <a:gd name="connsiteX703" fmla="*/ 625390 w 7467600"/>
              <a:gd name="connsiteY703" fmla="*/ 2514541 h 6858000"/>
              <a:gd name="connsiteX704" fmla="*/ 619799 w 7467600"/>
              <a:gd name="connsiteY704" fmla="*/ 2527180 h 6858000"/>
              <a:gd name="connsiteX705" fmla="*/ 310030 w 7467600"/>
              <a:gd name="connsiteY705" fmla="*/ 2771818 h 6858000"/>
              <a:gd name="connsiteX706" fmla="*/ 173877 w 7467600"/>
              <a:gd name="connsiteY706" fmla="*/ 2937056 h 6858000"/>
              <a:gd name="connsiteX707" fmla="*/ 77889 w 7467600"/>
              <a:gd name="connsiteY707" fmla="*/ 3138440 h 6858000"/>
              <a:gd name="connsiteX708" fmla="*/ 0 w 7467600"/>
              <a:gd name="connsiteY708" fmla="*/ 3271395 h 6858000"/>
              <a:gd name="connsiteX709" fmla="*/ 0 w 7467600"/>
              <a:gd name="connsiteY709" fmla="*/ 3153002 h 6858000"/>
              <a:gd name="connsiteX710" fmla="*/ 2386 w 7467600"/>
              <a:gd name="connsiteY710" fmla="*/ 3149203 h 6858000"/>
              <a:gd name="connsiteX711" fmla="*/ 89753 w 7467600"/>
              <a:gd name="connsiteY711" fmla="*/ 2987702 h 6858000"/>
              <a:gd name="connsiteX712" fmla="*/ 76869 w 7467600"/>
              <a:gd name="connsiteY712" fmla="*/ 3005404 h 6858000"/>
              <a:gd name="connsiteX713" fmla="*/ 32049 w 7467600"/>
              <a:gd name="connsiteY713" fmla="*/ 3065814 h 6858000"/>
              <a:gd name="connsiteX714" fmla="*/ 0 w 7467600"/>
              <a:gd name="connsiteY714" fmla="*/ 3108744 h 6858000"/>
              <a:gd name="connsiteX715" fmla="*/ 0 w 7467600"/>
              <a:gd name="connsiteY715" fmla="*/ 3058059 h 6858000"/>
              <a:gd name="connsiteX716" fmla="*/ 7610 w 7467600"/>
              <a:gd name="connsiteY716" fmla="*/ 3047889 h 6858000"/>
              <a:gd name="connsiteX717" fmla="*/ 52419 w 7467600"/>
              <a:gd name="connsiteY717" fmla="*/ 2987479 h 6858000"/>
              <a:gd name="connsiteX718" fmla="*/ 59142 w 7467600"/>
              <a:gd name="connsiteY718" fmla="*/ 2978488 h 6858000"/>
              <a:gd name="connsiteX719" fmla="*/ 0 w 7467600"/>
              <a:gd name="connsiteY719" fmla="*/ 3015334 h 6858000"/>
              <a:gd name="connsiteX720" fmla="*/ 0 w 7467600"/>
              <a:gd name="connsiteY720" fmla="*/ 2914286 h 6858000"/>
              <a:gd name="connsiteX721" fmla="*/ 36383 w 7467600"/>
              <a:gd name="connsiteY721" fmla="*/ 2901128 h 6858000"/>
              <a:gd name="connsiteX722" fmla="*/ 156329 w 7467600"/>
              <a:gd name="connsiteY722" fmla="*/ 2840533 h 6858000"/>
              <a:gd name="connsiteX723" fmla="*/ 358355 w 7467600"/>
              <a:gd name="connsiteY723" fmla="*/ 2620471 h 6858000"/>
              <a:gd name="connsiteX724" fmla="*/ 510577 w 7467600"/>
              <a:gd name="connsiteY724" fmla="*/ 2501244 h 6858000"/>
              <a:gd name="connsiteX725" fmla="*/ 211967 w 7467600"/>
              <a:gd name="connsiteY725" fmla="*/ 2479171 h 6858000"/>
              <a:gd name="connsiteX726" fmla="*/ 0 w 7467600"/>
              <a:gd name="connsiteY726" fmla="*/ 2476398 h 6858000"/>
              <a:gd name="connsiteX727" fmla="*/ 0 w 7467600"/>
              <a:gd name="connsiteY727" fmla="*/ 2389189 h 6858000"/>
              <a:gd name="connsiteX728" fmla="*/ 103062 w 7467600"/>
              <a:gd name="connsiteY728" fmla="*/ 2389518 h 6858000"/>
              <a:gd name="connsiteX729" fmla="*/ 510734 w 7467600"/>
              <a:gd name="connsiteY729" fmla="*/ 2416201 h 6858000"/>
              <a:gd name="connsiteX730" fmla="*/ 279257 w 7467600"/>
              <a:gd name="connsiteY730" fmla="*/ 2092102 h 6858000"/>
              <a:gd name="connsiteX731" fmla="*/ 65265 w 7467600"/>
              <a:gd name="connsiteY731" fmla="*/ 2006049 h 6858000"/>
              <a:gd name="connsiteX732" fmla="*/ 0 w 7467600"/>
              <a:gd name="connsiteY732" fmla="*/ 1982532 h 6858000"/>
              <a:gd name="connsiteX733" fmla="*/ 0 w 7467600"/>
              <a:gd name="connsiteY733" fmla="*/ 1912789 h 6858000"/>
              <a:gd name="connsiteX734" fmla="*/ 97460 w 7467600"/>
              <a:gd name="connsiteY734" fmla="*/ 1953725 h 6858000"/>
              <a:gd name="connsiteX735" fmla="*/ 221272 w 7467600"/>
              <a:gd name="connsiteY735" fmla="*/ 1980766 h 6858000"/>
              <a:gd name="connsiteX736" fmla="*/ 116765 w 7467600"/>
              <a:gd name="connsiteY736" fmla="*/ 1911033 h 6858000"/>
              <a:gd name="connsiteX737" fmla="*/ 16405 w 7467600"/>
              <a:gd name="connsiteY737" fmla="*/ 1803412 h 6858000"/>
              <a:gd name="connsiteX738" fmla="*/ 0 w 7467600"/>
              <a:gd name="connsiteY738" fmla="*/ 1784777 h 6858000"/>
              <a:gd name="connsiteX739" fmla="*/ 0 w 7467600"/>
              <a:gd name="connsiteY739" fmla="*/ 1740082 h 6858000"/>
              <a:gd name="connsiteX740" fmla="*/ 39394 w 7467600"/>
              <a:gd name="connsiteY740" fmla="*/ 1784856 h 6858000"/>
              <a:gd name="connsiteX741" fmla="*/ 135813 w 7467600"/>
              <a:gd name="connsiteY741" fmla="*/ 1888838 h 6858000"/>
              <a:gd name="connsiteX742" fmla="*/ 242575 w 7467600"/>
              <a:gd name="connsiteY742" fmla="*/ 1958841 h 6858000"/>
              <a:gd name="connsiteX743" fmla="*/ 82197 w 7467600"/>
              <a:gd name="connsiteY743" fmla="*/ 1754826 h 6858000"/>
              <a:gd name="connsiteX744" fmla="*/ 0 w 7467600"/>
              <a:gd name="connsiteY744" fmla="*/ 1679650 h 6858000"/>
              <a:gd name="connsiteX745" fmla="*/ 0 w 7467600"/>
              <a:gd name="connsiteY745" fmla="*/ 1602463 h 6858000"/>
              <a:gd name="connsiteX746" fmla="*/ 84689 w 7467600"/>
              <a:gd name="connsiteY746" fmla="*/ 1677442 h 6858000"/>
              <a:gd name="connsiteX747" fmla="*/ 298437 w 7467600"/>
              <a:gd name="connsiteY747" fmla="*/ 1968019 h 6858000"/>
              <a:gd name="connsiteX748" fmla="*/ 227269 w 7467600"/>
              <a:gd name="connsiteY748" fmla="*/ 1114064 h 6858000"/>
              <a:gd name="connsiteX749" fmla="*/ 248003 w 7467600"/>
              <a:gd name="connsiteY749" fmla="*/ 1089613 h 6858000"/>
              <a:gd name="connsiteX750" fmla="*/ 427020 w 7467600"/>
              <a:gd name="connsiteY750" fmla="*/ 1619803 h 6858000"/>
              <a:gd name="connsiteX751" fmla="*/ 340345 w 7467600"/>
              <a:gd name="connsiteY751" fmla="*/ 2027739 h 6858000"/>
              <a:gd name="connsiteX752" fmla="*/ 360865 w 7467600"/>
              <a:gd name="connsiteY752" fmla="*/ 2044827 h 6858000"/>
              <a:gd name="connsiteX753" fmla="*/ 560414 w 7467600"/>
              <a:gd name="connsiteY753" fmla="*/ 2421457 h 6858000"/>
              <a:gd name="connsiteX754" fmla="*/ 1359703 w 7467600"/>
              <a:gd name="connsiteY754" fmla="*/ 2578554 h 6858000"/>
              <a:gd name="connsiteX755" fmla="*/ 1359422 w 7467600"/>
              <a:gd name="connsiteY755" fmla="*/ 2577994 h 6858000"/>
              <a:gd name="connsiteX756" fmla="*/ 828701 w 7467600"/>
              <a:gd name="connsiteY756" fmla="*/ 1839520 h 6858000"/>
              <a:gd name="connsiteX757" fmla="*/ 494427 w 7467600"/>
              <a:gd name="connsiteY757" fmla="*/ 1092333 h 6858000"/>
              <a:gd name="connsiteX758" fmla="*/ 506322 w 7467600"/>
              <a:gd name="connsiteY758" fmla="*/ 1020997 h 6858000"/>
              <a:gd name="connsiteX759" fmla="*/ 4570198 w 7467600"/>
              <a:gd name="connsiteY759" fmla="*/ 978081 h 6858000"/>
              <a:gd name="connsiteX760" fmla="*/ 4523691 w 7467600"/>
              <a:gd name="connsiteY760" fmla="*/ 1127776 h 6858000"/>
              <a:gd name="connsiteX761" fmla="*/ 4509875 w 7467600"/>
              <a:gd name="connsiteY761" fmla="*/ 1167552 h 6858000"/>
              <a:gd name="connsiteX762" fmla="*/ 4478168 w 7467600"/>
              <a:gd name="connsiteY762" fmla="*/ 1260735 h 6858000"/>
              <a:gd name="connsiteX763" fmla="*/ 4409309 w 7467600"/>
              <a:gd name="connsiteY763" fmla="*/ 1666996 h 6858000"/>
              <a:gd name="connsiteX764" fmla="*/ 4370031 w 7467600"/>
              <a:gd name="connsiteY764" fmla="*/ 1955666 h 6858000"/>
              <a:gd name="connsiteX765" fmla="*/ 4570198 w 7467600"/>
              <a:gd name="connsiteY765" fmla="*/ 978081 h 6858000"/>
              <a:gd name="connsiteX766" fmla="*/ 4557898 w 7467600"/>
              <a:gd name="connsiteY766" fmla="*/ 900011 h 6858000"/>
              <a:gd name="connsiteX767" fmla="*/ 4344840 w 7467600"/>
              <a:gd name="connsiteY767" fmla="*/ 1922038 h 6858000"/>
              <a:gd name="connsiteX768" fmla="*/ 4378710 w 7467600"/>
              <a:gd name="connsiteY768" fmla="*/ 1665516 h 6858000"/>
              <a:gd name="connsiteX769" fmla="*/ 4448798 w 7467600"/>
              <a:gd name="connsiteY769" fmla="*/ 1253024 h 6858000"/>
              <a:gd name="connsiteX770" fmla="*/ 4480315 w 7467600"/>
              <a:gd name="connsiteY770" fmla="*/ 1158454 h 6858000"/>
              <a:gd name="connsiteX771" fmla="*/ 4494133 w 7467600"/>
              <a:gd name="connsiteY771" fmla="*/ 1118676 h 6858000"/>
              <a:gd name="connsiteX772" fmla="*/ 4557898 w 7467600"/>
              <a:gd name="connsiteY772" fmla="*/ 900011 h 6858000"/>
              <a:gd name="connsiteX773" fmla="*/ 5870151 w 7467600"/>
              <a:gd name="connsiteY773" fmla="*/ 898890 h 6858000"/>
              <a:gd name="connsiteX774" fmla="*/ 5861335 w 7467600"/>
              <a:gd name="connsiteY774" fmla="*/ 899177 h 6858000"/>
              <a:gd name="connsiteX775" fmla="*/ 5843702 w 7467600"/>
              <a:gd name="connsiteY775" fmla="*/ 899748 h 6858000"/>
              <a:gd name="connsiteX776" fmla="*/ 5651107 w 7467600"/>
              <a:gd name="connsiteY776" fmla="*/ 920306 h 6858000"/>
              <a:gd name="connsiteX777" fmla="*/ 5459407 w 7467600"/>
              <a:gd name="connsiteY777" fmla="*/ 940975 h 6858000"/>
              <a:gd name="connsiteX778" fmla="*/ 5374846 w 7467600"/>
              <a:gd name="connsiteY778" fmla="*/ 941988 h 6858000"/>
              <a:gd name="connsiteX779" fmla="*/ 5256105 w 7467600"/>
              <a:gd name="connsiteY779" fmla="*/ 945632 h 6858000"/>
              <a:gd name="connsiteX780" fmla="*/ 5107071 w 7467600"/>
              <a:gd name="connsiteY780" fmla="*/ 969720 h 6858000"/>
              <a:gd name="connsiteX781" fmla="*/ 4998681 w 7467600"/>
              <a:gd name="connsiteY781" fmla="*/ 988771 h 6858000"/>
              <a:gd name="connsiteX782" fmla="*/ 5870151 w 7467600"/>
              <a:gd name="connsiteY782" fmla="*/ 898890 h 6858000"/>
              <a:gd name="connsiteX783" fmla="*/ 5504425 w 7467600"/>
              <a:gd name="connsiteY783" fmla="*/ 848067 h 6858000"/>
              <a:gd name="connsiteX784" fmla="*/ 4968849 w 7467600"/>
              <a:gd name="connsiteY784" fmla="*/ 962318 h 6858000"/>
              <a:gd name="connsiteX785" fmla="*/ 5104039 w 7467600"/>
              <a:gd name="connsiteY785" fmla="*/ 940634 h 6858000"/>
              <a:gd name="connsiteX786" fmla="*/ 5256311 w 7467600"/>
              <a:gd name="connsiteY786" fmla="*/ 916490 h 6858000"/>
              <a:gd name="connsiteX787" fmla="*/ 5377381 w 7467600"/>
              <a:gd name="connsiteY787" fmla="*/ 912671 h 6858000"/>
              <a:gd name="connsiteX788" fmla="*/ 5460148 w 7467600"/>
              <a:gd name="connsiteY788" fmla="*/ 911442 h 6858000"/>
              <a:gd name="connsiteX789" fmla="*/ 5648971 w 7467600"/>
              <a:gd name="connsiteY789" fmla="*/ 891331 h 6858000"/>
              <a:gd name="connsiteX790" fmla="*/ 5844807 w 7467600"/>
              <a:gd name="connsiteY790" fmla="*/ 870718 h 6858000"/>
              <a:gd name="connsiteX791" fmla="*/ 5862975 w 7467600"/>
              <a:gd name="connsiteY791" fmla="*/ 869756 h 6858000"/>
              <a:gd name="connsiteX792" fmla="*/ 5920887 w 7467600"/>
              <a:gd name="connsiteY792" fmla="*/ 865929 h 6858000"/>
              <a:gd name="connsiteX793" fmla="*/ 5504425 w 7467600"/>
              <a:gd name="connsiteY793" fmla="*/ 848067 h 6858000"/>
              <a:gd name="connsiteX794" fmla="*/ 3607114 w 7467600"/>
              <a:gd name="connsiteY794" fmla="*/ 467441 h 6858000"/>
              <a:gd name="connsiteX795" fmla="*/ 3296242 w 7467600"/>
              <a:gd name="connsiteY795" fmla="*/ 807991 h 6858000"/>
              <a:gd name="connsiteX796" fmla="*/ 3174674 w 7467600"/>
              <a:gd name="connsiteY796" fmla="*/ 919759 h 6858000"/>
              <a:gd name="connsiteX797" fmla="*/ 3042978 w 7467600"/>
              <a:gd name="connsiteY797" fmla="*/ 1054894 h 6858000"/>
              <a:gd name="connsiteX798" fmla="*/ 2968914 w 7467600"/>
              <a:gd name="connsiteY798" fmla="*/ 1133756 h 6858000"/>
              <a:gd name="connsiteX799" fmla="*/ 3103823 w 7467600"/>
              <a:gd name="connsiteY799" fmla="*/ 1026814 h 6858000"/>
              <a:gd name="connsiteX800" fmla="*/ 3607114 w 7467600"/>
              <a:gd name="connsiteY800" fmla="*/ 467441 h 6858000"/>
              <a:gd name="connsiteX801" fmla="*/ 3744487 w 7467600"/>
              <a:gd name="connsiteY801" fmla="*/ 383136 h 6858000"/>
              <a:gd name="connsiteX802" fmla="*/ 3970213 w 7467600"/>
              <a:gd name="connsiteY802" fmla="*/ 995559 h 6858000"/>
              <a:gd name="connsiteX803" fmla="*/ 3744487 w 7467600"/>
              <a:gd name="connsiteY803" fmla="*/ 383136 h 6858000"/>
              <a:gd name="connsiteX804" fmla="*/ 3624562 w 7467600"/>
              <a:gd name="connsiteY804" fmla="*/ 367041 h 6858000"/>
              <a:gd name="connsiteX805" fmla="*/ 3489712 w 7467600"/>
              <a:gd name="connsiteY805" fmla="*/ 485386 h 6858000"/>
              <a:gd name="connsiteX806" fmla="*/ 3182994 w 7467600"/>
              <a:gd name="connsiteY806" fmla="*/ 828265 h 6858000"/>
              <a:gd name="connsiteX807" fmla="*/ 2892114 w 7467600"/>
              <a:gd name="connsiteY807" fmla="*/ 1172635 h 6858000"/>
              <a:gd name="connsiteX808" fmla="*/ 3021459 w 7467600"/>
              <a:gd name="connsiteY808" fmla="*/ 1035385 h 6858000"/>
              <a:gd name="connsiteX809" fmla="*/ 3153873 w 7467600"/>
              <a:gd name="connsiteY809" fmla="*/ 898971 h 6858000"/>
              <a:gd name="connsiteX810" fmla="*/ 3276511 w 7467600"/>
              <a:gd name="connsiteY810" fmla="*/ 786423 h 6858000"/>
              <a:gd name="connsiteX811" fmla="*/ 3584154 w 7467600"/>
              <a:gd name="connsiteY811" fmla="*/ 448218 h 6858000"/>
              <a:gd name="connsiteX812" fmla="*/ 3624562 w 7467600"/>
              <a:gd name="connsiteY812" fmla="*/ 367041 h 6858000"/>
              <a:gd name="connsiteX813" fmla="*/ 3766672 w 7467600"/>
              <a:gd name="connsiteY813" fmla="*/ 359429 h 6858000"/>
              <a:gd name="connsiteX814" fmla="*/ 3996338 w 7467600"/>
              <a:gd name="connsiteY814" fmla="*/ 968237 h 6858000"/>
              <a:gd name="connsiteX815" fmla="*/ 3766672 w 7467600"/>
              <a:gd name="connsiteY815" fmla="*/ 359429 h 6858000"/>
              <a:gd name="connsiteX816" fmla="*/ 5805386 w 7467600"/>
              <a:gd name="connsiteY816" fmla="*/ 239240 h 6858000"/>
              <a:gd name="connsiteX817" fmla="*/ 5736947 w 7467600"/>
              <a:gd name="connsiteY817" fmla="*/ 261367 h 6858000"/>
              <a:gd name="connsiteX818" fmla="*/ 5427012 w 7467600"/>
              <a:gd name="connsiteY818" fmla="*/ 311272 h 6858000"/>
              <a:gd name="connsiteX819" fmla="*/ 5147818 w 7467600"/>
              <a:gd name="connsiteY819" fmla="*/ 322112 h 6858000"/>
              <a:gd name="connsiteX820" fmla="*/ 5060854 w 7467600"/>
              <a:gd name="connsiteY820" fmla="*/ 311882 h 6858000"/>
              <a:gd name="connsiteX821" fmla="*/ 4945989 w 7467600"/>
              <a:gd name="connsiteY821" fmla="*/ 300516 h 6858000"/>
              <a:gd name="connsiteX822" fmla="*/ 5410479 w 7467600"/>
              <a:gd name="connsiteY822" fmla="*/ 348434 h 6858000"/>
              <a:gd name="connsiteX823" fmla="*/ 5805386 w 7467600"/>
              <a:gd name="connsiteY823" fmla="*/ 239240 h 6858000"/>
              <a:gd name="connsiteX824" fmla="*/ 5905192 w 7467600"/>
              <a:gd name="connsiteY824" fmla="*/ 163079 h 6858000"/>
              <a:gd name="connsiteX825" fmla="*/ 5865655 w 7467600"/>
              <a:gd name="connsiteY825" fmla="*/ 171901 h 6858000"/>
              <a:gd name="connsiteX826" fmla="*/ 5259740 w 7467600"/>
              <a:gd name="connsiteY826" fmla="*/ 257013 h 6858000"/>
              <a:gd name="connsiteX827" fmla="*/ 5208466 w 7467600"/>
              <a:gd name="connsiteY827" fmla="*/ 257550 h 6858000"/>
              <a:gd name="connsiteX828" fmla="*/ 4980204 w 7467600"/>
              <a:gd name="connsiteY828" fmla="*/ 271903 h 6858000"/>
              <a:gd name="connsiteX829" fmla="*/ 5068068 w 7467600"/>
              <a:gd name="connsiteY829" fmla="*/ 282244 h 6858000"/>
              <a:gd name="connsiteX830" fmla="*/ 5153231 w 7467600"/>
              <a:gd name="connsiteY830" fmla="*/ 292240 h 6858000"/>
              <a:gd name="connsiteX831" fmla="*/ 5426491 w 7467600"/>
              <a:gd name="connsiteY831" fmla="*/ 281128 h 6858000"/>
              <a:gd name="connsiteX832" fmla="*/ 5731212 w 7467600"/>
              <a:gd name="connsiteY832" fmla="*/ 231951 h 6858000"/>
              <a:gd name="connsiteX833" fmla="*/ 5905192 w 7467600"/>
              <a:gd name="connsiteY833" fmla="*/ 163079 h 6858000"/>
              <a:gd name="connsiteX834" fmla="*/ 5944437 w 7467600"/>
              <a:gd name="connsiteY834" fmla="*/ 113829 h 6858000"/>
              <a:gd name="connsiteX835" fmla="*/ 5825032 w 7467600"/>
              <a:gd name="connsiteY835" fmla="*/ 146405 h 6858000"/>
              <a:gd name="connsiteX836" fmla="*/ 4955599 w 7467600"/>
              <a:gd name="connsiteY836" fmla="*/ 247008 h 6858000"/>
              <a:gd name="connsiteX837" fmla="*/ 5210104 w 7467600"/>
              <a:gd name="connsiteY837" fmla="*/ 228123 h 6858000"/>
              <a:gd name="connsiteX838" fmla="*/ 5261015 w 7467600"/>
              <a:gd name="connsiteY838" fmla="*/ 227087 h 6858000"/>
              <a:gd name="connsiteX839" fmla="*/ 5861181 w 7467600"/>
              <a:gd name="connsiteY839" fmla="*/ 143093 h 6858000"/>
              <a:gd name="connsiteX840" fmla="*/ 5961252 w 7467600"/>
              <a:gd name="connsiteY840" fmla="*/ 114820 h 6858000"/>
              <a:gd name="connsiteX841" fmla="*/ 5944437 w 7467600"/>
              <a:gd name="connsiteY841" fmla="*/ 113829 h 6858000"/>
              <a:gd name="connsiteX842" fmla="*/ 3882765 w 7467600"/>
              <a:gd name="connsiteY842" fmla="*/ 0 h 6858000"/>
              <a:gd name="connsiteX843" fmla="*/ 3995099 w 7467600"/>
              <a:gd name="connsiteY843" fmla="*/ 0 h 6858000"/>
              <a:gd name="connsiteX844" fmla="*/ 4163818 w 7467600"/>
              <a:gd name="connsiteY844" fmla="*/ 234104 h 6858000"/>
              <a:gd name="connsiteX845" fmla="*/ 4172099 w 7467600"/>
              <a:gd name="connsiteY845" fmla="*/ 234207 h 6858000"/>
              <a:gd name="connsiteX846" fmla="*/ 4784282 w 7467600"/>
              <a:gd name="connsiteY846" fmla="*/ 276561 h 6858000"/>
              <a:gd name="connsiteX847" fmla="*/ 4801687 w 7467600"/>
              <a:gd name="connsiteY847" fmla="*/ 267764 h 6858000"/>
              <a:gd name="connsiteX848" fmla="*/ 6082788 w 7467600"/>
              <a:gd name="connsiteY848" fmla="*/ 64119 h 6858000"/>
              <a:gd name="connsiteX849" fmla="*/ 6099442 w 7467600"/>
              <a:gd name="connsiteY849" fmla="*/ 82568 h 6858000"/>
              <a:gd name="connsiteX850" fmla="*/ 4804137 w 7467600"/>
              <a:gd name="connsiteY850" fmla="*/ 320931 h 6858000"/>
              <a:gd name="connsiteX851" fmla="*/ 4227047 w 7467600"/>
              <a:gd name="connsiteY851" fmla="*/ 313415 h 6858000"/>
              <a:gd name="connsiteX852" fmla="*/ 4346041 w 7467600"/>
              <a:gd name="connsiteY852" fmla="*/ 456086 h 6858000"/>
              <a:gd name="connsiteX853" fmla="*/ 4870967 w 7467600"/>
              <a:gd name="connsiteY853" fmla="*/ 963061 h 6858000"/>
              <a:gd name="connsiteX854" fmla="*/ 4889647 w 7467600"/>
              <a:gd name="connsiteY854" fmla="*/ 957147 h 6858000"/>
              <a:gd name="connsiteX855" fmla="*/ 5422504 w 7467600"/>
              <a:gd name="connsiteY855" fmla="*/ 805191 h 6858000"/>
              <a:gd name="connsiteX856" fmla="*/ 6087656 w 7467600"/>
              <a:gd name="connsiteY856" fmla="*/ 826703 h 6858000"/>
              <a:gd name="connsiteX857" fmla="*/ 6058717 w 7467600"/>
              <a:gd name="connsiteY857" fmla="*/ 865992 h 6858000"/>
              <a:gd name="connsiteX858" fmla="*/ 4974153 w 7467600"/>
              <a:gd name="connsiteY858" fmla="*/ 1045456 h 6858000"/>
              <a:gd name="connsiteX859" fmla="*/ 5627835 w 7467600"/>
              <a:gd name="connsiteY859" fmla="*/ 1472077 h 6858000"/>
              <a:gd name="connsiteX860" fmla="*/ 5629817 w 7467600"/>
              <a:gd name="connsiteY860" fmla="*/ 1471412 h 6858000"/>
              <a:gd name="connsiteX861" fmla="*/ 5634124 w 7467600"/>
              <a:gd name="connsiteY861" fmla="*/ 1470572 h 6858000"/>
              <a:gd name="connsiteX862" fmla="*/ 5755832 w 7467600"/>
              <a:gd name="connsiteY862" fmla="*/ 1383886 h 6858000"/>
              <a:gd name="connsiteX863" fmla="*/ 6014186 w 7467600"/>
              <a:gd name="connsiteY863" fmla="*/ 1279799 h 6858000"/>
              <a:gd name="connsiteX864" fmla="*/ 6901619 w 7467600"/>
              <a:gd name="connsiteY864" fmla="*/ 1047874 h 6858000"/>
              <a:gd name="connsiteX865" fmla="*/ 6931566 w 7467600"/>
              <a:gd name="connsiteY865" fmla="*/ 1062034 h 6858000"/>
              <a:gd name="connsiteX866" fmla="*/ 5790982 w 7467600"/>
              <a:gd name="connsiteY866" fmla="*/ 1561380 h 6858000"/>
              <a:gd name="connsiteX867" fmla="*/ 6188971 w 7467600"/>
              <a:gd name="connsiteY867" fmla="*/ 1755168 h 6858000"/>
              <a:gd name="connsiteX868" fmla="*/ 6202446 w 7467600"/>
              <a:gd name="connsiteY868" fmla="*/ 1752268 h 6858000"/>
              <a:gd name="connsiteX869" fmla="*/ 7179560 w 7467600"/>
              <a:gd name="connsiteY869" fmla="*/ 1467551 h 6858000"/>
              <a:gd name="connsiteX870" fmla="*/ 7158730 w 7467600"/>
              <a:gd name="connsiteY870" fmla="*/ 1507835 h 6858000"/>
              <a:gd name="connsiteX871" fmla="*/ 6326959 w 7467600"/>
              <a:gd name="connsiteY871" fmla="*/ 1817686 h 6858000"/>
              <a:gd name="connsiteX872" fmla="*/ 6537433 w 7467600"/>
              <a:gd name="connsiteY872" fmla="*/ 1907790 h 6858000"/>
              <a:gd name="connsiteX873" fmla="*/ 6550221 w 7467600"/>
              <a:gd name="connsiteY873" fmla="*/ 1910729 h 6858000"/>
              <a:gd name="connsiteX874" fmla="*/ 6964438 w 7467600"/>
              <a:gd name="connsiteY874" fmla="*/ 2209505 h 6858000"/>
              <a:gd name="connsiteX875" fmla="*/ 7367862 w 7467600"/>
              <a:gd name="connsiteY875" fmla="*/ 2806833 h 6858000"/>
              <a:gd name="connsiteX876" fmla="*/ 7364329 w 7467600"/>
              <a:gd name="connsiteY876" fmla="*/ 2826907 h 6858000"/>
              <a:gd name="connsiteX877" fmla="*/ 7290545 w 7467600"/>
              <a:gd name="connsiteY877" fmla="*/ 2850663 h 6858000"/>
              <a:gd name="connsiteX878" fmla="*/ 6472036 w 7467600"/>
              <a:gd name="connsiteY878" fmla="*/ 1959003 h 6858000"/>
              <a:gd name="connsiteX879" fmla="*/ 5792897 w 7467600"/>
              <a:gd name="connsiteY879" fmla="*/ 1647747 h 6858000"/>
              <a:gd name="connsiteX880" fmla="*/ 5842751 w 7467600"/>
              <a:gd name="connsiteY880" fmla="*/ 1816112 h 6858000"/>
              <a:gd name="connsiteX881" fmla="*/ 5847424 w 7467600"/>
              <a:gd name="connsiteY881" fmla="*/ 1815776 h 6858000"/>
              <a:gd name="connsiteX882" fmla="*/ 6399821 w 7467600"/>
              <a:gd name="connsiteY882" fmla="*/ 2344799 h 6858000"/>
              <a:gd name="connsiteX883" fmla="*/ 6323232 w 7467600"/>
              <a:gd name="connsiteY883" fmla="*/ 2389634 h 6858000"/>
              <a:gd name="connsiteX884" fmla="*/ 5942958 w 7467600"/>
              <a:gd name="connsiteY884" fmla="*/ 2077708 h 6858000"/>
              <a:gd name="connsiteX885" fmla="*/ 5921559 w 7467600"/>
              <a:gd name="connsiteY885" fmla="*/ 2378596 h 6858000"/>
              <a:gd name="connsiteX886" fmla="*/ 5817651 w 7467600"/>
              <a:gd name="connsiteY886" fmla="*/ 3023919 h 6858000"/>
              <a:gd name="connsiteX887" fmla="*/ 5729634 w 7467600"/>
              <a:gd name="connsiteY887" fmla="*/ 3051849 h 6858000"/>
              <a:gd name="connsiteX888" fmla="*/ 5611018 w 7467600"/>
              <a:gd name="connsiteY888" fmla="*/ 2316769 h 6858000"/>
              <a:gd name="connsiteX889" fmla="*/ 5687608 w 7467600"/>
              <a:gd name="connsiteY889" fmla="*/ 2039972 h 6858000"/>
              <a:gd name="connsiteX890" fmla="*/ 5657554 w 7467600"/>
              <a:gd name="connsiteY890" fmla="*/ 1576445 h 6858000"/>
              <a:gd name="connsiteX891" fmla="*/ 5150475 w 7467600"/>
              <a:gd name="connsiteY891" fmla="*/ 1274012 h 6858000"/>
              <a:gd name="connsiteX892" fmla="*/ 5349142 w 7467600"/>
              <a:gd name="connsiteY892" fmla="*/ 2204405 h 6858000"/>
              <a:gd name="connsiteX893" fmla="*/ 5262214 w 7467600"/>
              <a:gd name="connsiteY893" fmla="*/ 2233836 h 6858000"/>
              <a:gd name="connsiteX894" fmla="*/ 4981539 w 7467600"/>
              <a:gd name="connsiteY894" fmla="*/ 1542201 h 6858000"/>
              <a:gd name="connsiteX895" fmla="*/ 4958461 w 7467600"/>
              <a:gd name="connsiteY895" fmla="*/ 1136957 h 6858000"/>
              <a:gd name="connsiteX896" fmla="*/ 4655015 w 7467600"/>
              <a:gd name="connsiteY896" fmla="*/ 891426 h 6858000"/>
              <a:gd name="connsiteX897" fmla="*/ 4348002 w 7467600"/>
              <a:gd name="connsiteY897" fmla="*/ 2205895 h 6858000"/>
              <a:gd name="connsiteX898" fmla="*/ 4262250 w 7467600"/>
              <a:gd name="connsiteY898" fmla="*/ 2219972 h 6858000"/>
              <a:gd name="connsiteX899" fmla="*/ 4550611 w 7467600"/>
              <a:gd name="connsiteY899" fmla="*/ 817540 h 6858000"/>
              <a:gd name="connsiteX900" fmla="*/ 4564418 w 7467600"/>
              <a:gd name="connsiteY900" fmla="*/ 808293 h 6858000"/>
              <a:gd name="connsiteX901" fmla="*/ 4266388 w 7467600"/>
              <a:gd name="connsiteY901" fmla="*/ 500083 h 6858000"/>
              <a:gd name="connsiteX902" fmla="*/ 4032842 w 7467600"/>
              <a:gd name="connsiteY902" fmla="*/ 211809 h 6858000"/>
              <a:gd name="connsiteX903" fmla="*/ 3882765 w 7467600"/>
              <a:gd name="connsiteY903" fmla="*/ 0 h 6858000"/>
              <a:gd name="connsiteX904" fmla="*/ 3721337 w 7467600"/>
              <a:gd name="connsiteY904" fmla="*/ 0 h 6858000"/>
              <a:gd name="connsiteX905" fmla="*/ 3797544 w 7467600"/>
              <a:gd name="connsiteY905" fmla="*/ 0 h 6858000"/>
              <a:gd name="connsiteX906" fmla="*/ 3775734 w 7467600"/>
              <a:gd name="connsiteY906" fmla="*/ 95131 h 6858000"/>
              <a:gd name="connsiteX907" fmla="*/ 3724807 w 7467600"/>
              <a:gd name="connsiteY907" fmla="*/ 272257 h 6858000"/>
              <a:gd name="connsiteX908" fmla="*/ 3726844 w 7467600"/>
              <a:gd name="connsiteY908" fmla="*/ 282988 h 6858000"/>
              <a:gd name="connsiteX909" fmla="*/ 3742664 w 7467600"/>
              <a:gd name="connsiteY909" fmla="*/ 279918 h 6858000"/>
              <a:gd name="connsiteX910" fmla="*/ 4103910 w 7467600"/>
              <a:gd name="connsiteY910" fmla="*/ 1161917 h 6858000"/>
              <a:gd name="connsiteX911" fmla="*/ 4020269 w 7467600"/>
              <a:gd name="connsiteY911" fmla="*/ 1200406 h 6858000"/>
              <a:gd name="connsiteX912" fmla="*/ 3674882 w 7467600"/>
              <a:gd name="connsiteY912" fmla="*/ 488524 h 6858000"/>
              <a:gd name="connsiteX913" fmla="*/ 3132682 w 7467600"/>
              <a:gd name="connsiteY913" fmla="*/ 1072284 h 6858000"/>
              <a:gd name="connsiteX914" fmla="*/ 2716346 w 7467600"/>
              <a:gd name="connsiteY914" fmla="*/ 1276376 h 6858000"/>
              <a:gd name="connsiteX915" fmla="*/ 2716772 w 7467600"/>
              <a:gd name="connsiteY915" fmla="*/ 1255462 h 6858000"/>
              <a:gd name="connsiteX916" fmla="*/ 3471096 w 7467600"/>
              <a:gd name="connsiteY916" fmla="*/ 437072 h 6858000"/>
              <a:gd name="connsiteX917" fmla="*/ 3639057 w 7467600"/>
              <a:gd name="connsiteY917" fmla="*/ 286334 h 6858000"/>
              <a:gd name="connsiteX918" fmla="*/ 3640309 w 7467600"/>
              <a:gd name="connsiteY918" fmla="*/ 284664 h 6858000"/>
              <a:gd name="connsiteX919" fmla="*/ 3646022 w 7467600"/>
              <a:gd name="connsiteY919" fmla="*/ 276711 h 6858000"/>
              <a:gd name="connsiteX920" fmla="*/ 3707943 w 7467600"/>
              <a:gd name="connsiteY920" fmla="*/ 65958 h 6858000"/>
              <a:gd name="connsiteX921" fmla="*/ 3721337 w 7467600"/>
              <a:gd name="connsiteY921" fmla="*/ 0 h 6858000"/>
              <a:gd name="connsiteX922" fmla="*/ 2867960 w 7467600"/>
              <a:gd name="connsiteY922" fmla="*/ 0 h 6858000"/>
              <a:gd name="connsiteX923" fmla="*/ 2926351 w 7467600"/>
              <a:gd name="connsiteY923" fmla="*/ 0 h 6858000"/>
              <a:gd name="connsiteX924" fmla="*/ 2902823 w 7467600"/>
              <a:gd name="connsiteY924" fmla="*/ 262929 h 6858000"/>
              <a:gd name="connsiteX925" fmla="*/ 2940663 w 7467600"/>
              <a:gd name="connsiteY925" fmla="*/ 140884 h 6858000"/>
              <a:gd name="connsiteX926" fmla="*/ 2947039 w 7467600"/>
              <a:gd name="connsiteY926" fmla="*/ 122524 h 6858000"/>
              <a:gd name="connsiteX927" fmla="*/ 2984316 w 7467600"/>
              <a:gd name="connsiteY927" fmla="*/ 0 h 6858000"/>
              <a:gd name="connsiteX928" fmla="*/ 3016114 w 7467600"/>
              <a:gd name="connsiteY928" fmla="*/ 0 h 6858000"/>
              <a:gd name="connsiteX929" fmla="*/ 2979949 w 7467600"/>
              <a:gd name="connsiteY929" fmla="*/ 119274 h 6858000"/>
              <a:gd name="connsiteX930" fmla="*/ 3023879 w 7467600"/>
              <a:gd name="connsiteY930" fmla="*/ 0 h 6858000"/>
              <a:gd name="connsiteX931" fmla="*/ 3105400 w 7467600"/>
              <a:gd name="connsiteY931" fmla="*/ 0 h 6858000"/>
              <a:gd name="connsiteX932" fmla="*/ 3094669 w 7467600"/>
              <a:gd name="connsiteY932" fmla="*/ 30308 h 6858000"/>
              <a:gd name="connsiteX933" fmla="*/ 2901945 w 7467600"/>
              <a:gd name="connsiteY933" fmla="*/ 466538 h 6858000"/>
              <a:gd name="connsiteX934" fmla="*/ 2815209 w 7467600"/>
              <a:gd name="connsiteY934" fmla="*/ 497361 h 6858000"/>
              <a:gd name="connsiteX935" fmla="*/ 2844845 w 7467600"/>
              <a:gd name="connsiteY935" fmla="*/ 127638 h 6858000"/>
              <a:gd name="connsiteX936" fmla="*/ 2867960 w 7467600"/>
              <a:gd name="connsiteY936" fmla="*/ 0 h 6858000"/>
              <a:gd name="connsiteX937" fmla="*/ 1057230 w 7467600"/>
              <a:gd name="connsiteY937" fmla="*/ 0 h 6858000"/>
              <a:gd name="connsiteX938" fmla="*/ 1111003 w 7467600"/>
              <a:gd name="connsiteY938" fmla="*/ 0 h 6858000"/>
              <a:gd name="connsiteX939" fmla="*/ 1125553 w 7467600"/>
              <a:gd name="connsiteY939" fmla="*/ 52588 h 6858000"/>
              <a:gd name="connsiteX940" fmla="*/ 1304276 w 7467600"/>
              <a:gd name="connsiteY940" fmla="*/ 476275 h 6858000"/>
              <a:gd name="connsiteX941" fmla="*/ 1492066 w 7467600"/>
              <a:gd name="connsiteY941" fmla="*/ 886333 h 6858000"/>
              <a:gd name="connsiteX942" fmla="*/ 1423698 w 7467600"/>
              <a:gd name="connsiteY942" fmla="*/ 710817 h 6858000"/>
              <a:gd name="connsiteX943" fmla="*/ 1357609 w 7467600"/>
              <a:gd name="connsiteY943" fmla="*/ 532892 h 6858000"/>
              <a:gd name="connsiteX944" fmla="*/ 1309550 w 7467600"/>
              <a:gd name="connsiteY944" fmla="*/ 374031 h 6858000"/>
              <a:gd name="connsiteX945" fmla="*/ 1193673 w 7467600"/>
              <a:gd name="connsiteY945" fmla="*/ 49533 h 6858000"/>
              <a:gd name="connsiteX946" fmla="*/ 1164391 w 7467600"/>
              <a:gd name="connsiteY946" fmla="*/ 0 h 6858000"/>
              <a:gd name="connsiteX947" fmla="*/ 1200666 w 7467600"/>
              <a:gd name="connsiteY947" fmla="*/ 0 h 6858000"/>
              <a:gd name="connsiteX948" fmla="*/ 1223408 w 7467600"/>
              <a:gd name="connsiteY948" fmla="*/ 38996 h 6858000"/>
              <a:gd name="connsiteX949" fmla="*/ 1339635 w 7467600"/>
              <a:gd name="connsiteY949" fmla="*/ 365517 h 6858000"/>
              <a:gd name="connsiteX950" fmla="*/ 1387469 w 7467600"/>
              <a:gd name="connsiteY950" fmla="*/ 523079 h 6858000"/>
              <a:gd name="connsiteX951" fmla="*/ 1452685 w 7467600"/>
              <a:gd name="connsiteY951" fmla="*/ 699806 h 6858000"/>
              <a:gd name="connsiteX952" fmla="*/ 1492092 w 7467600"/>
              <a:gd name="connsiteY952" fmla="*/ 800424 h 6858000"/>
              <a:gd name="connsiteX953" fmla="*/ 1455302 w 7467600"/>
              <a:gd name="connsiteY953" fmla="*/ 632913 h 6858000"/>
              <a:gd name="connsiteX954" fmla="*/ 1222336 w 7467600"/>
              <a:gd name="connsiteY954" fmla="*/ 9480 h 6858000"/>
              <a:gd name="connsiteX955" fmla="*/ 1214634 w 7467600"/>
              <a:gd name="connsiteY955" fmla="*/ 0 h 6858000"/>
              <a:gd name="connsiteX956" fmla="*/ 1289827 w 7467600"/>
              <a:gd name="connsiteY956" fmla="*/ 0 h 6858000"/>
              <a:gd name="connsiteX957" fmla="*/ 1321076 w 7467600"/>
              <a:gd name="connsiteY957" fmla="*/ 59722 h 6858000"/>
              <a:gd name="connsiteX958" fmla="*/ 1512579 w 7467600"/>
              <a:gd name="connsiteY958" fmla="*/ 626441 h 6858000"/>
              <a:gd name="connsiteX959" fmla="*/ 1506076 w 7467600"/>
              <a:gd name="connsiteY959" fmla="*/ 1089289 h 6858000"/>
              <a:gd name="connsiteX960" fmla="*/ 1486346 w 7467600"/>
              <a:gd name="connsiteY960" fmla="*/ 1079919 h 6858000"/>
              <a:gd name="connsiteX961" fmla="*/ 1070511 w 7467600"/>
              <a:gd name="connsiteY961" fmla="*/ 48609 h 6858000"/>
              <a:gd name="connsiteX962" fmla="*/ 1057230 w 7467600"/>
              <a:gd name="connsiteY962" fmla="*/ 0 h 6858000"/>
              <a:gd name="connsiteX963" fmla="*/ 43151 w 7467600"/>
              <a:gd name="connsiteY963" fmla="*/ 0 h 6858000"/>
              <a:gd name="connsiteX964" fmla="*/ 95283 w 7467600"/>
              <a:gd name="connsiteY964" fmla="*/ 0 h 6858000"/>
              <a:gd name="connsiteX965" fmla="*/ 300708 w 7467600"/>
              <a:gd name="connsiteY965" fmla="*/ 154571 h 6858000"/>
              <a:gd name="connsiteX966" fmla="*/ 530414 w 7467600"/>
              <a:gd name="connsiteY966" fmla="*/ 354673 h 6858000"/>
              <a:gd name="connsiteX967" fmla="*/ 333785 w 7467600"/>
              <a:gd name="connsiteY967" fmla="*/ 161564 h 6858000"/>
              <a:gd name="connsiteX968" fmla="*/ 147005 w 7467600"/>
              <a:gd name="connsiteY968" fmla="*/ 0 h 6858000"/>
              <a:gd name="connsiteX969" fmla="*/ 272509 w 7467600"/>
              <a:gd name="connsiteY969" fmla="*/ 0 h 6858000"/>
              <a:gd name="connsiteX970" fmla="*/ 326276 w 7467600"/>
              <a:gd name="connsiteY970" fmla="*/ 45847 h 6858000"/>
              <a:gd name="connsiteX971" fmla="*/ 823759 w 7467600"/>
              <a:gd name="connsiteY971" fmla="*/ 574145 h 6858000"/>
              <a:gd name="connsiteX972" fmla="*/ 811254 w 7467600"/>
              <a:gd name="connsiteY972" fmla="*/ 665546 h 6858000"/>
              <a:gd name="connsiteX973" fmla="*/ 154042 w 7467600"/>
              <a:gd name="connsiteY973" fmla="*/ 261522 h 6858000"/>
              <a:gd name="connsiteX974" fmla="*/ 13550 w 7467600"/>
              <a:gd name="connsiteY974" fmla="*/ 158423 h 6858000"/>
              <a:gd name="connsiteX975" fmla="*/ 0 w 7467600"/>
              <a:gd name="connsiteY975" fmla="*/ 146618 h 6858000"/>
              <a:gd name="connsiteX976" fmla="*/ 0 w 7467600"/>
              <a:gd name="connsiteY976" fmla="*/ 59161 h 6858000"/>
              <a:gd name="connsiteX977" fmla="*/ 45427 w 7467600"/>
              <a:gd name="connsiteY977" fmla="*/ 101078 h 6858000"/>
              <a:gd name="connsiteX978" fmla="*/ 630103 w 7467600"/>
              <a:gd name="connsiteY978" fmla="*/ 485885 h 6858000"/>
              <a:gd name="connsiteX979" fmla="*/ 532040 w 7467600"/>
              <a:gd name="connsiteY979" fmla="*/ 399359 h 6858000"/>
              <a:gd name="connsiteX980" fmla="*/ 517618 w 7467600"/>
              <a:gd name="connsiteY980" fmla="*/ 385726 h 6858000"/>
              <a:gd name="connsiteX981" fmla="*/ 285074 w 7467600"/>
              <a:gd name="connsiteY981" fmla="*/ 182755 h 6858000"/>
              <a:gd name="connsiteX982" fmla="*/ 43151 w 7467600"/>
              <a:gd name="connsiteY98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1456157 w 7467600"/>
              <a:gd name="connsiteY103" fmla="*/ 5371404 h 6858000"/>
              <a:gd name="connsiteX104" fmla="*/ 1244432 w 7467600"/>
              <a:gd name="connsiteY104" fmla="*/ 5385601 h 6858000"/>
              <a:gd name="connsiteX105" fmla="*/ 973990 w 7467600"/>
              <a:gd name="connsiteY105" fmla="*/ 5424940 h 6858000"/>
              <a:gd name="connsiteX106" fmla="*/ 1103809 w 7467600"/>
              <a:gd name="connsiteY106" fmla="*/ 5433720 h 6858000"/>
              <a:gd name="connsiteX107" fmla="*/ 1123454 w 7467600"/>
              <a:gd name="connsiteY107" fmla="*/ 5435727 h 6858000"/>
              <a:gd name="connsiteX108" fmla="*/ 1737017 w 7467600"/>
              <a:gd name="connsiteY108" fmla="*/ 5452183 h 6858000"/>
              <a:gd name="connsiteX109" fmla="*/ 1824397 w 7467600"/>
              <a:gd name="connsiteY109" fmla="*/ 5447757 h 6858000"/>
              <a:gd name="connsiteX110" fmla="*/ 2070059 w 7467600"/>
              <a:gd name="connsiteY110" fmla="*/ 5441660 h 6858000"/>
              <a:gd name="connsiteX111" fmla="*/ 1456157 w 7467600"/>
              <a:gd name="connsiteY111" fmla="*/ 5371404 h 6858000"/>
              <a:gd name="connsiteX112" fmla="*/ 4988186 w 7467600"/>
              <a:gd name="connsiteY112" fmla="*/ 5216467 h 6858000"/>
              <a:gd name="connsiteX113" fmla="*/ 4777334 w 7467600"/>
              <a:gd name="connsiteY113" fmla="*/ 5406072 h 6858000"/>
              <a:gd name="connsiteX114" fmla="*/ 4718341 w 7467600"/>
              <a:gd name="connsiteY114" fmla="*/ 5468043 h 6858000"/>
              <a:gd name="connsiteX115" fmla="*/ 4604655 w 7467600"/>
              <a:gd name="connsiteY115" fmla="*/ 5583434 h 6858000"/>
              <a:gd name="connsiteX116" fmla="*/ 4565074 w 7467600"/>
              <a:gd name="connsiteY116" fmla="*/ 5618550 h 6858000"/>
              <a:gd name="connsiteX117" fmla="*/ 4988186 w 7467600"/>
              <a:gd name="connsiteY117" fmla="*/ 5216467 h 6858000"/>
              <a:gd name="connsiteX118" fmla="*/ 4978032 w 7467600"/>
              <a:gd name="connsiteY118" fmla="*/ 5183809 h 6858000"/>
              <a:gd name="connsiteX119" fmla="*/ 4463413 w 7467600"/>
              <a:gd name="connsiteY119" fmla="*/ 5615162 h 6858000"/>
              <a:gd name="connsiteX120" fmla="*/ 4358134 w 7467600"/>
              <a:gd name="connsiteY120" fmla="*/ 5742791 h 6858000"/>
              <a:gd name="connsiteX121" fmla="*/ 4376219 w 7467600"/>
              <a:gd name="connsiteY121" fmla="*/ 5729027 h 6858000"/>
              <a:gd name="connsiteX122" fmla="*/ 4582340 w 7467600"/>
              <a:gd name="connsiteY122" fmla="*/ 5561037 h 6858000"/>
              <a:gd name="connsiteX123" fmla="*/ 4694684 w 7467600"/>
              <a:gd name="connsiteY123" fmla="*/ 5447098 h 6858000"/>
              <a:gd name="connsiteX124" fmla="*/ 4754123 w 7467600"/>
              <a:gd name="connsiteY124" fmla="*/ 5384643 h 6858000"/>
              <a:gd name="connsiteX125" fmla="*/ 4978032 w 7467600"/>
              <a:gd name="connsiteY125" fmla="*/ 5183809 h 6858000"/>
              <a:gd name="connsiteX126" fmla="*/ 1903353 w 7467600"/>
              <a:gd name="connsiteY126" fmla="*/ 5044827 h 6858000"/>
              <a:gd name="connsiteX127" fmla="*/ 1936931 w 7467600"/>
              <a:gd name="connsiteY127" fmla="*/ 5093954 h 6858000"/>
              <a:gd name="connsiteX128" fmla="*/ 2195868 w 7467600"/>
              <a:gd name="connsiteY128" fmla="*/ 5396574 h 6858000"/>
              <a:gd name="connsiteX129" fmla="*/ 2088852 w 7467600"/>
              <a:gd name="connsiteY129" fmla="*/ 5166123 h 6858000"/>
              <a:gd name="connsiteX130" fmla="*/ 1958241 w 7467600"/>
              <a:gd name="connsiteY130" fmla="*/ 5067955 h 6858000"/>
              <a:gd name="connsiteX131" fmla="*/ 1903353 w 7467600"/>
              <a:gd name="connsiteY131" fmla="*/ 5044827 h 6858000"/>
              <a:gd name="connsiteX132" fmla="*/ 1979378 w 7467600"/>
              <a:gd name="connsiteY132" fmla="*/ 4769504 h 6858000"/>
              <a:gd name="connsiteX133" fmla="*/ 2882120 w 7467600"/>
              <a:gd name="connsiteY133" fmla="*/ 5064547 h 6858000"/>
              <a:gd name="connsiteX134" fmla="*/ 2793103 w 7467600"/>
              <a:gd name="connsiteY134" fmla="*/ 5039699 h 6858000"/>
              <a:gd name="connsiteX135" fmla="*/ 2770041 w 7467600"/>
              <a:gd name="connsiteY135" fmla="*/ 5033634 h 6858000"/>
              <a:gd name="connsiteX136" fmla="*/ 1979378 w 7467600"/>
              <a:gd name="connsiteY136" fmla="*/ 4769504 h 6858000"/>
              <a:gd name="connsiteX137" fmla="*/ 1927410 w 7467600"/>
              <a:gd name="connsiteY137" fmla="*/ 4716164 h 6858000"/>
              <a:gd name="connsiteX138" fmla="*/ 1959587 w 7467600"/>
              <a:gd name="connsiteY138" fmla="*/ 4728849 h 6858000"/>
              <a:gd name="connsiteX139" fmla="*/ 2777707 w 7467600"/>
              <a:gd name="connsiteY139" fmla="*/ 5003991 h 6858000"/>
              <a:gd name="connsiteX140" fmla="*/ 2800768 w 7467600"/>
              <a:gd name="connsiteY140" fmla="*/ 5010056 h 6858000"/>
              <a:gd name="connsiteX141" fmla="*/ 2879408 w 7467600"/>
              <a:gd name="connsiteY141" fmla="*/ 5031590 h 6858000"/>
              <a:gd name="connsiteX142" fmla="*/ 2862295 w 7467600"/>
              <a:gd name="connsiteY142" fmla="*/ 5022958 h 6858000"/>
              <a:gd name="connsiteX143" fmla="*/ 2813343 w 7467600"/>
              <a:gd name="connsiteY143" fmla="*/ 4998369 h 6858000"/>
              <a:gd name="connsiteX144" fmla="*/ 2646245 w 7467600"/>
              <a:gd name="connsiteY144" fmla="*/ 4930999 h 6858000"/>
              <a:gd name="connsiteX145" fmla="*/ 1999243 w 7467600"/>
              <a:gd name="connsiteY145" fmla="*/ 4730524 h 6858000"/>
              <a:gd name="connsiteX146" fmla="*/ 1979527 w 7467600"/>
              <a:gd name="connsiteY146" fmla="*/ 4726651 h 6858000"/>
              <a:gd name="connsiteX147" fmla="*/ 1927410 w 7467600"/>
              <a:gd name="connsiteY147" fmla="*/ 4716164 h 6858000"/>
              <a:gd name="connsiteX148" fmla="*/ 1997014 w 7467600"/>
              <a:gd name="connsiteY148" fmla="*/ 4698007 h 6858000"/>
              <a:gd name="connsiteX149" fmla="*/ 2005458 w 7467600"/>
              <a:gd name="connsiteY149" fmla="*/ 4699540 h 6858000"/>
              <a:gd name="connsiteX150" fmla="*/ 2657186 w 7467600"/>
              <a:gd name="connsiteY150" fmla="*/ 4901687 h 6858000"/>
              <a:gd name="connsiteX151" fmla="*/ 2826662 w 7467600"/>
              <a:gd name="connsiteY151" fmla="*/ 4970362 h 6858000"/>
              <a:gd name="connsiteX152" fmla="*/ 2876100 w 7467600"/>
              <a:gd name="connsiteY152" fmla="*/ 4995397 h 6858000"/>
              <a:gd name="connsiteX153" fmla="*/ 3042600 w 7467600"/>
              <a:gd name="connsiteY153" fmla="*/ 5059532 h 6858000"/>
              <a:gd name="connsiteX154" fmla="*/ 1997014 w 7467600"/>
              <a:gd name="connsiteY154" fmla="*/ 4698007 h 6858000"/>
              <a:gd name="connsiteX155" fmla="*/ 2305292 w 7467600"/>
              <a:gd name="connsiteY155" fmla="*/ 4219492 h 6858000"/>
              <a:gd name="connsiteX156" fmla="*/ 3360922 w 7467600"/>
              <a:gd name="connsiteY156" fmla="*/ 4529373 h 6858000"/>
              <a:gd name="connsiteX157" fmla="*/ 3492420 w 7467600"/>
              <a:gd name="connsiteY157" fmla="*/ 4510145 h 6858000"/>
              <a:gd name="connsiteX158" fmla="*/ 3364086 w 7467600"/>
              <a:gd name="connsiteY158" fmla="*/ 4480340 h 6858000"/>
              <a:gd name="connsiteX159" fmla="*/ 3225818 w 7467600"/>
              <a:gd name="connsiteY159" fmla="*/ 4411822 h 6858000"/>
              <a:gd name="connsiteX160" fmla="*/ 3129696 w 7467600"/>
              <a:gd name="connsiteY160" fmla="*/ 4360704 h 6858000"/>
              <a:gd name="connsiteX161" fmla="*/ 2814545 w 7467600"/>
              <a:gd name="connsiteY161" fmla="*/ 4282955 h 6858000"/>
              <a:gd name="connsiteX162" fmla="*/ 2305292 w 7467600"/>
              <a:gd name="connsiteY162" fmla="*/ 4219492 h 6858000"/>
              <a:gd name="connsiteX163" fmla="*/ 2626982 w 7467600"/>
              <a:gd name="connsiteY163" fmla="*/ 4206450 h 6858000"/>
              <a:gd name="connsiteX164" fmla="*/ 2490617 w 7467600"/>
              <a:gd name="connsiteY164" fmla="*/ 4206951 h 6858000"/>
              <a:gd name="connsiteX165" fmla="*/ 2819869 w 7467600"/>
              <a:gd name="connsiteY165" fmla="*/ 4252936 h 6858000"/>
              <a:gd name="connsiteX166" fmla="*/ 3143018 w 7467600"/>
              <a:gd name="connsiteY166" fmla="*/ 4332698 h 6858000"/>
              <a:gd name="connsiteX167" fmla="*/ 3241520 w 7467600"/>
              <a:gd name="connsiteY167" fmla="*/ 4385112 h 6858000"/>
              <a:gd name="connsiteX168" fmla="*/ 3374575 w 7467600"/>
              <a:gd name="connsiteY168" fmla="*/ 4451517 h 6858000"/>
              <a:gd name="connsiteX169" fmla="*/ 3505221 w 7467600"/>
              <a:gd name="connsiteY169" fmla="*/ 4480757 h 6858000"/>
              <a:gd name="connsiteX170" fmla="*/ 2626982 w 7467600"/>
              <a:gd name="connsiteY170" fmla="*/ 4206450 h 6858000"/>
              <a:gd name="connsiteX171" fmla="*/ 1310106 w 7467600"/>
              <a:gd name="connsiteY171" fmla="*/ 3943217 h 6858000"/>
              <a:gd name="connsiteX172" fmla="*/ 854994 w 7467600"/>
              <a:gd name="connsiteY172" fmla="*/ 4399136 h 6858000"/>
              <a:gd name="connsiteX173" fmla="*/ 742462 w 7467600"/>
              <a:gd name="connsiteY173" fmla="*/ 4594648 h 6858000"/>
              <a:gd name="connsiteX174" fmla="*/ 820602 w 7467600"/>
              <a:gd name="connsiteY174" fmla="*/ 4485915 h 6858000"/>
              <a:gd name="connsiteX175" fmla="*/ 878295 w 7467600"/>
              <a:gd name="connsiteY175" fmla="*/ 4403594 h 6858000"/>
              <a:gd name="connsiteX176" fmla="*/ 1240607 w 7467600"/>
              <a:gd name="connsiteY176" fmla="*/ 4010401 h 6858000"/>
              <a:gd name="connsiteX177" fmla="*/ 1310106 w 7467600"/>
              <a:gd name="connsiteY177" fmla="*/ 3943217 h 6858000"/>
              <a:gd name="connsiteX178" fmla="*/ 1423113 w 7467600"/>
              <a:gd name="connsiteY178" fmla="*/ 3874565 h 6858000"/>
              <a:gd name="connsiteX179" fmla="*/ 1260565 w 7467600"/>
              <a:gd name="connsiteY179" fmla="*/ 4031982 h 6858000"/>
              <a:gd name="connsiteX180" fmla="*/ 901900 w 7467600"/>
              <a:gd name="connsiteY180" fmla="*/ 4421236 h 6858000"/>
              <a:gd name="connsiteX181" fmla="*/ 845044 w 7467600"/>
              <a:gd name="connsiteY181" fmla="*/ 4502436 h 6858000"/>
              <a:gd name="connsiteX182" fmla="*/ 685926 w 7467600"/>
              <a:gd name="connsiteY182" fmla="*/ 4703069 h 6858000"/>
              <a:gd name="connsiteX183" fmla="*/ 684248 w 7467600"/>
              <a:gd name="connsiteY183" fmla="*/ 4706721 h 6858000"/>
              <a:gd name="connsiteX184" fmla="*/ 1423113 w 7467600"/>
              <a:gd name="connsiteY184" fmla="*/ 3874565 h 6858000"/>
              <a:gd name="connsiteX185" fmla="*/ 3316479 w 7467600"/>
              <a:gd name="connsiteY185" fmla="*/ 3872136 h 6858000"/>
              <a:gd name="connsiteX186" fmla="*/ 3546806 w 7467600"/>
              <a:gd name="connsiteY186" fmla="*/ 4356139 h 6858000"/>
              <a:gd name="connsiteX187" fmla="*/ 3364433 w 7467600"/>
              <a:gd name="connsiteY187" fmla="*/ 3953121 h 6858000"/>
              <a:gd name="connsiteX188" fmla="*/ 3316479 w 7467600"/>
              <a:gd name="connsiteY188" fmla="*/ 3872136 h 6858000"/>
              <a:gd name="connsiteX189" fmla="*/ 3291335 w 7467600"/>
              <a:gd name="connsiteY189" fmla="*/ 3767420 h 6858000"/>
              <a:gd name="connsiteX190" fmla="*/ 3390805 w 7467600"/>
              <a:gd name="connsiteY190" fmla="*/ 3937163 h 6858000"/>
              <a:gd name="connsiteX191" fmla="*/ 3579062 w 7467600"/>
              <a:gd name="connsiteY191" fmla="*/ 4359040 h 6858000"/>
              <a:gd name="connsiteX192" fmla="*/ 3467355 w 7467600"/>
              <a:gd name="connsiteY192" fmla="*/ 3988130 h 6858000"/>
              <a:gd name="connsiteX193" fmla="*/ 3310753 w 7467600"/>
              <a:gd name="connsiteY193" fmla="*/ 3787140 h 6858000"/>
              <a:gd name="connsiteX194" fmla="*/ 3291335 w 7467600"/>
              <a:gd name="connsiteY194" fmla="*/ 3767420 h 6858000"/>
              <a:gd name="connsiteX195" fmla="*/ 1635889 w 7467600"/>
              <a:gd name="connsiteY195" fmla="*/ 3709494 h 6858000"/>
              <a:gd name="connsiteX196" fmla="*/ 1634800 w 7467600"/>
              <a:gd name="connsiteY196" fmla="*/ 3731111 h 6858000"/>
              <a:gd name="connsiteX197" fmla="*/ 1635889 w 7467600"/>
              <a:gd name="connsiteY197" fmla="*/ 3709494 h 6858000"/>
              <a:gd name="connsiteX198" fmla="*/ 1510397 w 7467600"/>
              <a:gd name="connsiteY198" fmla="*/ 3684705 h 6858000"/>
              <a:gd name="connsiteX199" fmla="*/ 1146550 w 7467600"/>
              <a:gd name="connsiteY199" fmla="*/ 3802012 h 6858000"/>
              <a:gd name="connsiteX200" fmla="*/ 698834 w 7467600"/>
              <a:gd name="connsiteY200" fmla="*/ 3952272 h 6858000"/>
              <a:gd name="connsiteX201" fmla="*/ 34256 w 7467600"/>
              <a:gd name="connsiteY201" fmla="*/ 4347603 h 6858000"/>
              <a:gd name="connsiteX202" fmla="*/ 527241 w 7467600"/>
              <a:gd name="connsiteY202" fmla="*/ 4065078 h 6858000"/>
              <a:gd name="connsiteX203" fmla="*/ 1510397 w 7467600"/>
              <a:gd name="connsiteY203" fmla="*/ 3684705 h 6858000"/>
              <a:gd name="connsiteX204" fmla="*/ 1313114 w 7467600"/>
              <a:gd name="connsiteY204" fmla="*/ 3655216 h 6858000"/>
              <a:gd name="connsiteX205" fmla="*/ 1109304 w 7467600"/>
              <a:gd name="connsiteY205" fmla="*/ 3669030 h 6858000"/>
              <a:gd name="connsiteX206" fmla="*/ 8129 w 7467600"/>
              <a:gd name="connsiteY206" fmla="*/ 4330519 h 6858000"/>
              <a:gd name="connsiteX207" fmla="*/ 687572 w 7467600"/>
              <a:gd name="connsiteY207" fmla="*/ 3925629 h 6858000"/>
              <a:gd name="connsiteX208" fmla="*/ 1138365 w 7467600"/>
              <a:gd name="connsiteY208" fmla="*/ 3774515 h 6858000"/>
              <a:gd name="connsiteX209" fmla="*/ 1505579 w 7467600"/>
              <a:gd name="connsiteY209" fmla="*/ 3655526 h 6858000"/>
              <a:gd name="connsiteX210" fmla="*/ 1313114 w 7467600"/>
              <a:gd name="connsiteY210" fmla="*/ 3655216 h 6858000"/>
              <a:gd name="connsiteX211" fmla="*/ 3655073 w 7467600"/>
              <a:gd name="connsiteY211" fmla="*/ 3650884 h 6858000"/>
              <a:gd name="connsiteX212" fmla="*/ 3989938 w 7467600"/>
              <a:gd name="connsiteY212" fmla="*/ 3991685 h 6858000"/>
              <a:gd name="connsiteX213" fmla="*/ 4393907 w 7467600"/>
              <a:gd name="connsiteY213" fmla="*/ 4261258 h 6858000"/>
              <a:gd name="connsiteX214" fmla="*/ 4648051 w 7467600"/>
              <a:gd name="connsiteY214" fmla="*/ 4374051 h 6858000"/>
              <a:gd name="connsiteX215" fmla="*/ 4383389 w 7467600"/>
              <a:gd name="connsiteY215" fmla="*/ 4184369 h 6858000"/>
              <a:gd name="connsiteX216" fmla="*/ 4165508 w 7467600"/>
              <a:gd name="connsiteY216" fmla="*/ 4035196 h 6858000"/>
              <a:gd name="connsiteX217" fmla="*/ 4068162 w 7467600"/>
              <a:gd name="connsiteY217" fmla="*/ 3953394 h 6858000"/>
              <a:gd name="connsiteX218" fmla="*/ 3981416 w 7467600"/>
              <a:gd name="connsiteY218" fmla="*/ 3880482 h 6858000"/>
              <a:gd name="connsiteX219" fmla="*/ 3800147 w 7467600"/>
              <a:gd name="connsiteY219" fmla="*/ 3749872 h 6858000"/>
              <a:gd name="connsiteX220" fmla="*/ 3655073 w 7467600"/>
              <a:gd name="connsiteY220" fmla="*/ 3650884 h 6858000"/>
              <a:gd name="connsiteX221" fmla="*/ 3670252 w 7467600"/>
              <a:gd name="connsiteY221" fmla="*/ 3622798 h 6858000"/>
              <a:gd name="connsiteX222" fmla="*/ 3817258 w 7467600"/>
              <a:gd name="connsiteY222" fmla="*/ 3723577 h 6858000"/>
              <a:gd name="connsiteX223" fmla="*/ 4000461 w 7467600"/>
              <a:gd name="connsiteY223" fmla="*/ 3855966 h 6858000"/>
              <a:gd name="connsiteX224" fmla="*/ 4088180 w 7467600"/>
              <a:gd name="connsiteY224" fmla="*/ 3929774 h 6858000"/>
              <a:gd name="connsiteX225" fmla="*/ 4184555 w 7467600"/>
              <a:gd name="connsiteY225" fmla="*/ 4010683 h 6858000"/>
              <a:gd name="connsiteX226" fmla="*/ 4399563 w 7467600"/>
              <a:gd name="connsiteY226" fmla="*/ 4158106 h 6858000"/>
              <a:gd name="connsiteX227" fmla="*/ 4684469 w 7467600"/>
              <a:gd name="connsiteY227" fmla="*/ 4364680 h 6858000"/>
              <a:gd name="connsiteX228" fmla="*/ 4690271 w 7467600"/>
              <a:gd name="connsiteY228" fmla="*/ 4370034 h 6858000"/>
              <a:gd name="connsiteX229" fmla="*/ 4136093 w 7467600"/>
              <a:gd name="connsiteY229" fmla="*/ 3858466 h 6858000"/>
              <a:gd name="connsiteX230" fmla="*/ 3670252 w 7467600"/>
              <a:gd name="connsiteY230" fmla="*/ 3622798 h 6858000"/>
              <a:gd name="connsiteX231" fmla="*/ 4440129 w 7467600"/>
              <a:gd name="connsiteY231" fmla="*/ 3448571 h 6858000"/>
              <a:gd name="connsiteX232" fmla="*/ 4856525 w 7467600"/>
              <a:gd name="connsiteY232" fmla="*/ 3915351 h 6858000"/>
              <a:gd name="connsiteX233" fmla="*/ 5059055 w 7467600"/>
              <a:gd name="connsiteY233" fmla="*/ 4108918 h 6858000"/>
              <a:gd name="connsiteX234" fmla="*/ 5290070 w 7467600"/>
              <a:gd name="connsiteY234" fmla="*/ 4263619 h 6858000"/>
              <a:gd name="connsiteX235" fmla="*/ 4834991 w 7467600"/>
              <a:gd name="connsiteY235" fmla="*/ 3830985 h 6858000"/>
              <a:gd name="connsiteX236" fmla="*/ 4440129 w 7467600"/>
              <a:gd name="connsiteY236" fmla="*/ 3448571 h 6858000"/>
              <a:gd name="connsiteX237" fmla="*/ 4441737 w 7467600"/>
              <a:gd name="connsiteY237" fmla="*/ 3399734 h 6858000"/>
              <a:gd name="connsiteX238" fmla="*/ 4431236 w 7467600"/>
              <a:gd name="connsiteY238" fmla="*/ 3400954 h 6858000"/>
              <a:gd name="connsiteX239" fmla="*/ 4557150 w 7467600"/>
              <a:gd name="connsiteY239" fmla="*/ 3510023 h 6858000"/>
              <a:gd name="connsiteX240" fmla="*/ 4856936 w 7467600"/>
              <a:gd name="connsiteY240" fmla="*/ 3809146 h 6858000"/>
              <a:gd name="connsiteX241" fmla="*/ 5111996 w 7467600"/>
              <a:gd name="connsiteY241" fmla="*/ 4065759 h 6858000"/>
              <a:gd name="connsiteX242" fmla="*/ 5388878 w 7467600"/>
              <a:gd name="connsiteY242" fmla="*/ 4300185 h 6858000"/>
              <a:gd name="connsiteX243" fmla="*/ 5425556 w 7467600"/>
              <a:gd name="connsiteY243" fmla="*/ 4308967 h 6858000"/>
              <a:gd name="connsiteX244" fmla="*/ 4943646 w 7467600"/>
              <a:gd name="connsiteY244" fmla="*/ 3822916 h 6858000"/>
              <a:gd name="connsiteX245" fmla="*/ 4594837 w 7467600"/>
              <a:gd name="connsiteY245" fmla="*/ 3532274 h 6858000"/>
              <a:gd name="connsiteX246" fmla="*/ 4441737 w 7467600"/>
              <a:gd name="connsiteY246" fmla="*/ 3399734 h 6858000"/>
              <a:gd name="connsiteX247" fmla="*/ 5425834 w 7467600"/>
              <a:gd name="connsiteY247" fmla="*/ 3162785 h 6858000"/>
              <a:gd name="connsiteX248" fmla="*/ 5401644 w 7467600"/>
              <a:gd name="connsiteY248" fmla="*/ 3617847 h 6858000"/>
              <a:gd name="connsiteX249" fmla="*/ 5467256 w 7467600"/>
              <a:gd name="connsiteY249" fmla="*/ 4175494 h 6858000"/>
              <a:gd name="connsiteX250" fmla="*/ 5448069 w 7467600"/>
              <a:gd name="connsiteY250" fmla="*/ 3567554 h 6858000"/>
              <a:gd name="connsiteX251" fmla="*/ 5425834 w 7467600"/>
              <a:gd name="connsiteY251" fmla="*/ 3162785 h 6858000"/>
              <a:gd name="connsiteX252" fmla="*/ 1318687 w 7467600"/>
              <a:gd name="connsiteY252" fmla="*/ 3113840 h 6858000"/>
              <a:gd name="connsiteX253" fmla="*/ 1066793 w 7467600"/>
              <a:gd name="connsiteY253" fmla="*/ 3212171 h 6858000"/>
              <a:gd name="connsiteX254" fmla="*/ 993319 w 7467600"/>
              <a:gd name="connsiteY254" fmla="*/ 3247648 h 6858000"/>
              <a:gd name="connsiteX255" fmla="*/ 853081 w 7467600"/>
              <a:gd name="connsiteY255" fmla="*/ 3312410 h 6858000"/>
              <a:gd name="connsiteX256" fmla="*/ 805957 w 7467600"/>
              <a:gd name="connsiteY256" fmla="*/ 3330443 h 6858000"/>
              <a:gd name="connsiteX257" fmla="*/ 1318687 w 7467600"/>
              <a:gd name="connsiteY257" fmla="*/ 3113840 h 6858000"/>
              <a:gd name="connsiteX258" fmla="*/ 5453702 w 7467600"/>
              <a:gd name="connsiteY258" fmla="*/ 3090882 h 6858000"/>
              <a:gd name="connsiteX259" fmla="*/ 5480135 w 7467600"/>
              <a:gd name="connsiteY259" fmla="*/ 3565802 h 6858000"/>
              <a:gd name="connsiteX260" fmla="*/ 5499023 w 7467600"/>
              <a:gd name="connsiteY260" fmla="*/ 4166310 h 6858000"/>
              <a:gd name="connsiteX261" fmla="*/ 5547022 w 7467600"/>
              <a:gd name="connsiteY261" fmla="*/ 3607838 h 6858000"/>
              <a:gd name="connsiteX262" fmla="*/ 5515964 w 7467600"/>
              <a:gd name="connsiteY262" fmla="*/ 3378541 h 6858000"/>
              <a:gd name="connsiteX263" fmla="*/ 5453702 w 7467600"/>
              <a:gd name="connsiteY263" fmla="*/ 3090882 h 6858000"/>
              <a:gd name="connsiteX264" fmla="*/ 1238695 w 7467600"/>
              <a:gd name="connsiteY264" fmla="*/ 3076820 h 6858000"/>
              <a:gd name="connsiteX265" fmla="*/ 716371 w 7467600"/>
              <a:gd name="connsiteY265" fmla="*/ 3293249 h 6858000"/>
              <a:gd name="connsiteX266" fmla="*/ 579522 w 7467600"/>
              <a:gd name="connsiteY266" fmla="*/ 3371759 h 6858000"/>
              <a:gd name="connsiteX267" fmla="*/ 600288 w 7467600"/>
              <a:gd name="connsiteY267" fmla="*/ 3365555 h 6858000"/>
              <a:gd name="connsiteX268" fmla="*/ 840692 w 7467600"/>
              <a:gd name="connsiteY268" fmla="*/ 3284921 h 6858000"/>
              <a:gd name="connsiteX269" fmla="*/ 979248 w 7467600"/>
              <a:gd name="connsiteY269" fmla="*/ 3221003 h 6858000"/>
              <a:gd name="connsiteX270" fmla="*/ 1053282 w 7467600"/>
              <a:gd name="connsiteY270" fmla="*/ 3185247 h 6858000"/>
              <a:gd name="connsiteX271" fmla="*/ 1320603 w 7467600"/>
              <a:gd name="connsiteY271" fmla="*/ 3081281 h 6858000"/>
              <a:gd name="connsiteX272" fmla="*/ 1238695 w 7467600"/>
              <a:gd name="connsiteY272" fmla="*/ 3076820 h 6858000"/>
              <a:gd name="connsiteX273" fmla="*/ 5425627 w 7467600"/>
              <a:gd name="connsiteY273" fmla="*/ 2954192 h 6858000"/>
              <a:gd name="connsiteX274" fmla="*/ 5470770 w 7467600"/>
              <a:gd name="connsiteY274" fmla="*/ 3005435 h 6858000"/>
              <a:gd name="connsiteX275" fmla="*/ 5519779 w 7467600"/>
              <a:gd name="connsiteY275" fmla="*/ 4359223 h 6858000"/>
              <a:gd name="connsiteX276" fmla="*/ 5520293 w 7467600"/>
              <a:gd name="connsiteY276" fmla="*/ 4360602 h 6858000"/>
              <a:gd name="connsiteX277" fmla="*/ 5767221 w 7467600"/>
              <a:gd name="connsiteY277" fmla="*/ 4665564 h 6858000"/>
              <a:gd name="connsiteX278" fmla="*/ 6937169 w 7467600"/>
              <a:gd name="connsiteY278" fmla="*/ 4815941 h 6858000"/>
              <a:gd name="connsiteX279" fmla="*/ 6953922 w 7467600"/>
              <a:gd name="connsiteY279" fmla="*/ 4890068 h 6858000"/>
              <a:gd name="connsiteX280" fmla="*/ 6071359 w 7467600"/>
              <a:gd name="connsiteY280" fmla="*/ 4770770 h 6858000"/>
              <a:gd name="connsiteX281" fmla="*/ 6038839 w 7467600"/>
              <a:gd name="connsiteY281" fmla="*/ 4764474 h 6858000"/>
              <a:gd name="connsiteX282" fmla="*/ 6038706 w 7467600"/>
              <a:gd name="connsiteY282" fmla="*/ 4763847 h 6858000"/>
              <a:gd name="connsiteX283" fmla="*/ 6037784 w 7467600"/>
              <a:gd name="connsiteY283" fmla="*/ 4764270 h 6858000"/>
              <a:gd name="connsiteX284" fmla="*/ 6038839 w 7467600"/>
              <a:gd name="connsiteY284" fmla="*/ 4764474 h 6858000"/>
              <a:gd name="connsiteX285" fmla="*/ 6040338 w 7467600"/>
              <a:gd name="connsiteY285" fmla="*/ 4771418 h 6858000"/>
              <a:gd name="connsiteX286" fmla="*/ 6024488 w 7467600"/>
              <a:gd name="connsiteY286" fmla="*/ 4809903 h 6858000"/>
              <a:gd name="connsiteX287" fmla="*/ 5599771 w 7467600"/>
              <a:gd name="connsiteY287" fmla="*/ 5509652 h 6858000"/>
              <a:gd name="connsiteX288" fmla="*/ 5548843 w 7467600"/>
              <a:gd name="connsiteY288" fmla="*/ 5563845 h 6858000"/>
              <a:gd name="connsiteX289" fmla="*/ 5940952 w 7467600"/>
              <a:gd name="connsiteY289" fmla="*/ 6250028 h 6858000"/>
              <a:gd name="connsiteX290" fmla="*/ 6043441 w 7467600"/>
              <a:gd name="connsiteY290" fmla="*/ 6665847 h 6858000"/>
              <a:gd name="connsiteX291" fmla="*/ 6093432 w 7467600"/>
              <a:gd name="connsiteY291" fmla="*/ 6858000 h 6858000"/>
              <a:gd name="connsiteX292" fmla="*/ 6034344 w 7467600"/>
              <a:gd name="connsiteY292" fmla="*/ 6858000 h 6858000"/>
              <a:gd name="connsiteX293" fmla="*/ 6026679 w 7467600"/>
              <a:gd name="connsiteY293" fmla="*/ 6836959 h 6858000"/>
              <a:gd name="connsiteX294" fmla="*/ 5800441 w 7467600"/>
              <a:gd name="connsiteY294" fmla="*/ 6335286 h 6858000"/>
              <a:gd name="connsiteX295" fmla="*/ 5526562 w 7467600"/>
              <a:gd name="connsiteY295" fmla="*/ 5705388 h 6858000"/>
              <a:gd name="connsiteX296" fmla="*/ 5519640 w 7467600"/>
              <a:gd name="connsiteY296" fmla="*/ 5683774 h 6858000"/>
              <a:gd name="connsiteX297" fmla="*/ 5844559 w 7467600"/>
              <a:gd name="connsiteY297" fmla="*/ 6553349 h 6858000"/>
              <a:gd name="connsiteX298" fmla="*/ 5975994 w 7467600"/>
              <a:gd name="connsiteY298" fmla="*/ 6858000 h 6858000"/>
              <a:gd name="connsiteX299" fmla="*/ 5898547 w 7467600"/>
              <a:gd name="connsiteY299" fmla="*/ 6858000 h 6858000"/>
              <a:gd name="connsiteX300" fmla="*/ 5682041 w 7467600"/>
              <a:gd name="connsiteY300" fmla="*/ 6355860 h 6858000"/>
              <a:gd name="connsiteX301" fmla="*/ 5461758 w 7467600"/>
              <a:gd name="connsiteY301" fmla="*/ 5820220 h 6858000"/>
              <a:gd name="connsiteX302" fmla="*/ 5237282 w 7467600"/>
              <a:gd name="connsiteY302" fmla="*/ 6579086 h 6858000"/>
              <a:gd name="connsiteX303" fmla="*/ 5115009 w 7467600"/>
              <a:gd name="connsiteY303" fmla="*/ 6858000 h 6858000"/>
              <a:gd name="connsiteX304" fmla="*/ 5028074 w 7467600"/>
              <a:gd name="connsiteY304" fmla="*/ 6858000 h 6858000"/>
              <a:gd name="connsiteX305" fmla="*/ 5079508 w 7467600"/>
              <a:gd name="connsiteY305" fmla="*/ 6749074 h 6858000"/>
              <a:gd name="connsiteX306" fmla="*/ 5371846 w 7467600"/>
              <a:gd name="connsiteY306" fmla="*/ 5924413 h 6858000"/>
              <a:gd name="connsiteX307" fmla="*/ 5270512 w 7467600"/>
              <a:gd name="connsiteY307" fmla="*/ 6138975 h 6858000"/>
              <a:gd name="connsiteX308" fmla="*/ 5062409 w 7467600"/>
              <a:gd name="connsiteY308" fmla="*/ 6653544 h 6858000"/>
              <a:gd name="connsiteX309" fmla="*/ 5036628 w 7467600"/>
              <a:gd name="connsiteY309" fmla="*/ 6754247 h 6858000"/>
              <a:gd name="connsiteX310" fmla="*/ 5009112 w 7467600"/>
              <a:gd name="connsiteY310" fmla="*/ 6858000 h 6858000"/>
              <a:gd name="connsiteX311" fmla="*/ 4976679 w 7467600"/>
              <a:gd name="connsiteY311" fmla="*/ 6858000 h 6858000"/>
              <a:gd name="connsiteX312" fmla="*/ 5006537 w 7467600"/>
              <a:gd name="connsiteY312" fmla="*/ 6747068 h 6858000"/>
              <a:gd name="connsiteX313" fmla="*/ 5032723 w 7467600"/>
              <a:gd name="connsiteY313" fmla="*/ 6644957 h 6858000"/>
              <a:gd name="connsiteX314" fmla="*/ 5242949 w 7467600"/>
              <a:gd name="connsiteY314" fmla="*/ 6125175 h 6858000"/>
              <a:gd name="connsiteX315" fmla="*/ 5286321 w 7467600"/>
              <a:gd name="connsiteY315" fmla="*/ 6033555 h 6858000"/>
              <a:gd name="connsiteX316" fmla="*/ 5008210 w 7467600"/>
              <a:gd name="connsiteY316" fmla="*/ 6649194 h 6858000"/>
              <a:gd name="connsiteX317" fmla="*/ 4986321 w 7467600"/>
              <a:gd name="connsiteY317" fmla="*/ 6765687 h 6858000"/>
              <a:gd name="connsiteX318" fmla="*/ 4973474 w 7467600"/>
              <a:gd name="connsiteY318" fmla="*/ 6858000 h 6858000"/>
              <a:gd name="connsiteX319" fmla="*/ 4907178 w 7467600"/>
              <a:gd name="connsiteY319" fmla="*/ 6858000 h 6858000"/>
              <a:gd name="connsiteX320" fmla="*/ 4910810 w 7467600"/>
              <a:gd name="connsiteY320" fmla="*/ 6829660 h 6858000"/>
              <a:gd name="connsiteX321" fmla="*/ 4987461 w 7467600"/>
              <a:gd name="connsiteY321" fmla="*/ 6432994 h 6858000"/>
              <a:gd name="connsiteX322" fmla="*/ 5179262 w 7467600"/>
              <a:gd name="connsiteY322" fmla="*/ 6035044 h 6858000"/>
              <a:gd name="connsiteX323" fmla="*/ 4689678 w 7467600"/>
              <a:gd name="connsiteY323" fmla="*/ 6440241 h 6858000"/>
              <a:gd name="connsiteX324" fmla="*/ 4477543 w 7467600"/>
              <a:gd name="connsiteY324" fmla="*/ 6674836 h 6858000"/>
              <a:gd name="connsiteX325" fmla="*/ 4329957 w 7467600"/>
              <a:gd name="connsiteY325" fmla="*/ 6858000 h 6858000"/>
              <a:gd name="connsiteX326" fmla="*/ 4218595 w 7467600"/>
              <a:gd name="connsiteY326" fmla="*/ 6858000 h 6858000"/>
              <a:gd name="connsiteX327" fmla="*/ 4368888 w 7467600"/>
              <a:gd name="connsiteY327" fmla="*/ 6668412 h 6858000"/>
              <a:gd name="connsiteX328" fmla="*/ 4563091 w 7467600"/>
              <a:gd name="connsiteY328" fmla="*/ 6442508 h 6858000"/>
              <a:gd name="connsiteX329" fmla="*/ 5387324 w 7467600"/>
              <a:gd name="connsiteY329" fmla="*/ 5705830 h 6858000"/>
              <a:gd name="connsiteX330" fmla="*/ 5073620 w 7467600"/>
              <a:gd name="connsiteY330" fmla="*/ 5955437 h 6858000"/>
              <a:gd name="connsiteX331" fmla="*/ 4689789 w 7467600"/>
              <a:gd name="connsiteY331" fmla="*/ 6268382 h 6858000"/>
              <a:gd name="connsiteX332" fmla="*/ 4418722 w 7467600"/>
              <a:gd name="connsiteY332" fmla="*/ 6570886 h 6858000"/>
              <a:gd name="connsiteX333" fmla="*/ 4214944 w 7467600"/>
              <a:gd name="connsiteY333" fmla="*/ 6858000 h 6858000"/>
              <a:gd name="connsiteX334" fmla="*/ 4177898 w 7467600"/>
              <a:gd name="connsiteY334" fmla="*/ 6858000 h 6858000"/>
              <a:gd name="connsiteX335" fmla="*/ 4391597 w 7467600"/>
              <a:gd name="connsiteY335" fmla="*/ 6556370 h 6858000"/>
              <a:gd name="connsiteX336" fmla="*/ 4668889 w 7467600"/>
              <a:gd name="connsiteY336" fmla="*/ 6246399 h 6858000"/>
              <a:gd name="connsiteX337" fmla="*/ 5055427 w 7467600"/>
              <a:gd name="connsiteY337" fmla="*/ 5931476 h 6858000"/>
              <a:gd name="connsiteX338" fmla="*/ 5371814 w 7467600"/>
              <a:gd name="connsiteY338" fmla="*/ 5678975 h 6858000"/>
              <a:gd name="connsiteX339" fmla="*/ 4987918 w 7467600"/>
              <a:gd name="connsiteY339" fmla="*/ 5838701 h 6858000"/>
              <a:gd name="connsiteX340" fmla="*/ 4317146 w 7467600"/>
              <a:gd name="connsiteY340" fmla="*/ 6587716 h 6858000"/>
              <a:gd name="connsiteX341" fmla="*/ 4171627 w 7467600"/>
              <a:gd name="connsiteY341" fmla="*/ 6858000 h 6858000"/>
              <a:gd name="connsiteX342" fmla="*/ 4081585 w 7467600"/>
              <a:gd name="connsiteY342" fmla="*/ 6858000 h 6858000"/>
              <a:gd name="connsiteX343" fmla="*/ 4238603 w 7467600"/>
              <a:gd name="connsiteY343" fmla="*/ 6559341 h 6858000"/>
              <a:gd name="connsiteX344" fmla="*/ 4778333 w 7467600"/>
              <a:gd name="connsiteY344" fmla="*/ 5873626 h 6858000"/>
              <a:gd name="connsiteX345" fmla="*/ 5414185 w 7467600"/>
              <a:gd name="connsiteY345" fmla="*/ 5573882 h 6858000"/>
              <a:gd name="connsiteX346" fmla="*/ 5959648 w 7467600"/>
              <a:gd name="connsiteY346" fmla="*/ 4760797 h 6858000"/>
              <a:gd name="connsiteX347" fmla="*/ 5355019 w 7467600"/>
              <a:gd name="connsiteY347" fmla="*/ 4734672 h 6858000"/>
              <a:gd name="connsiteX348" fmla="*/ 5083565 w 7467600"/>
              <a:gd name="connsiteY348" fmla="*/ 5179121 h 6858000"/>
              <a:gd name="connsiteX349" fmla="*/ 4713577 w 7467600"/>
              <a:gd name="connsiteY349" fmla="*/ 5616803 h 6858000"/>
              <a:gd name="connsiteX350" fmla="*/ 3989559 w 7467600"/>
              <a:gd name="connsiteY350" fmla="*/ 6145945 h 6858000"/>
              <a:gd name="connsiteX351" fmla="*/ 3939824 w 7467600"/>
              <a:gd name="connsiteY351" fmla="*/ 6066900 h 6858000"/>
              <a:gd name="connsiteX352" fmla="*/ 4584537 w 7467600"/>
              <a:gd name="connsiteY352" fmla="*/ 5324826 h 6858000"/>
              <a:gd name="connsiteX353" fmla="*/ 5037105 w 7467600"/>
              <a:gd name="connsiteY353" fmla="*/ 5088765 h 6858000"/>
              <a:gd name="connsiteX354" fmla="*/ 5039930 w 7467600"/>
              <a:gd name="connsiteY354" fmla="*/ 5089585 h 6858000"/>
              <a:gd name="connsiteX355" fmla="*/ 5263764 w 7467600"/>
              <a:gd name="connsiteY355" fmla="*/ 4735525 h 6858000"/>
              <a:gd name="connsiteX356" fmla="*/ 4086300 w 7467600"/>
              <a:gd name="connsiteY356" fmla="*/ 4884599 h 6858000"/>
              <a:gd name="connsiteX357" fmla="*/ 4085485 w 7467600"/>
              <a:gd name="connsiteY357" fmla="*/ 4899070 h 6858000"/>
              <a:gd name="connsiteX358" fmla="*/ 3871915 w 7467600"/>
              <a:gd name="connsiteY358" fmla="*/ 5253645 h 6858000"/>
              <a:gd name="connsiteX359" fmla="*/ 3799374 w 7467600"/>
              <a:gd name="connsiteY359" fmla="*/ 5466127 h 6858000"/>
              <a:gd name="connsiteX360" fmla="*/ 3498850 w 7467600"/>
              <a:gd name="connsiteY360" fmla="*/ 6661888 h 6858000"/>
              <a:gd name="connsiteX361" fmla="*/ 3399216 w 7467600"/>
              <a:gd name="connsiteY361" fmla="*/ 6858000 h 6858000"/>
              <a:gd name="connsiteX362" fmla="*/ 3303688 w 7467600"/>
              <a:gd name="connsiteY362" fmla="*/ 6858000 h 6858000"/>
              <a:gd name="connsiteX363" fmla="*/ 3391774 w 7467600"/>
              <a:gd name="connsiteY363" fmla="*/ 6697181 h 6858000"/>
              <a:gd name="connsiteX364" fmla="*/ 3735540 w 7467600"/>
              <a:gd name="connsiteY364" fmla="*/ 5546923 h 6858000"/>
              <a:gd name="connsiteX365" fmla="*/ 3729438 w 7467600"/>
              <a:gd name="connsiteY365" fmla="*/ 5569058 h 6858000"/>
              <a:gd name="connsiteX366" fmla="*/ 3707782 w 7467600"/>
              <a:gd name="connsiteY366" fmla="*/ 5644908 h 6858000"/>
              <a:gd name="connsiteX367" fmla="*/ 3583827 w 7467600"/>
              <a:gd name="connsiteY367" fmla="*/ 6039215 h 6858000"/>
              <a:gd name="connsiteX368" fmla="*/ 3547861 w 7467600"/>
              <a:gd name="connsiteY368" fmla="*/ 6129609 h 6858000"/>
              <a:gd name="connsiteX369" fmla="*/ 3490905 w 7467600"/>
              <a:gd name="connsiteY369" fmla="*/ 6277660 h 6858000"/>
              <a:gd name="connsiteX370" fmla="*/ 3455859 w 7467600"/>
              <a:gd name="connsiteY370" fmla="*/ 6391301 h 6858000"/>
              <a:gd name="connsiteX371" fmla="*/ 3429112 w 7467600"/>
              <a:gd name="connsiteY371" fmla="*/ 6479469 h 6858000"/>
              <a:gd name="connsiteX372" fmla="*/ 3304862 w 7467600"/>
              <a:gd name="connsiteY372" fmla="*/ 6796476 h 6858000"/>
              <a:gd name="connsiteX373" fmla="*/ 3276071 w 7467600"/>
              <a:gd name="connsiteY373" fmla="*/ 6858000 h 6858000"/>
              <a:gd name="connsiteX374" fmla="*/ 3240805 w 7467600"/>
              <a:gd name="connsiteY374" fmla="*/ 6858000 h 6858000"/>
              <a:gd name="connsiteX375" fmla="*/ 3275917 w 7467600"/>
              <a:gd name="connsiteY375" fmla="*/ 6783192 h 6858000"/>
              <a:gd name="connsiteX376" fmla="*/ 3399358 w 7467600"/>
              <a:gd name="connsiteY376" fmla="*/ 6469011 h 6858000"/>
              <a:gd name="connsiteX377" fmla="*/ 3425650 w 7467600"/>
              <a:gd name="connsiteY377" fmla="*/ 6381333 h 6858000"/>
              <a:gd name="connsiteX378" fmla="*/ 3460661 w 7467600"/>
              <a:gd name="connsiteY378" fmla="*/ 6266763 h 6858000"/>
              <a:gd name="connsiteX379" fmla="*/ 3518021 w 7467600"/>
              <a:gd name="connsiteY379" fmla="*/ 6117298 h 6858000"/>
              <a:gd name="connsiteX380" fmla="*/ 3554035 w 7467600"/>
              <a:gd name="connsiteY380" fmla="*/ 6027832 h 6858000"/>
              <a:gd name="connsiteX381" fmla="*/ 3677174 w 7467600"/>
              <a:gd name="connsiteY381" fmla="*/ 5636351 h 6858000"/>
              <a:gd name="connsiteX382" fmla="*/ 3698819 w 7467600"/>
              <a:gd name="connsiteY382" fmla="*/ 5560503 h 6858000"/>
              <a:gd name="connsiteX383" fmla="*/ 3702094 w 7467600"/>
              <a:gd name="connsiteY383" fmla="*/ 5549194 h 6858000"/>
              <a:gd name="connsiteX384" fmla="*/ 3398355 w 7467600"/>
              <a:gd name="connsiteY384" fmla="*/ 6094603 h 6858000"/>
              <a:gd name="connsiteX385" fmla="*/ 3193941 w 7467600"/>
              <a:gd name="connsiteY385" fmla="*/ 6798775 h 6858000"/>
              <a:gd name="connsiteX386" fmla="*/ 3184140 w 7467600"/>
              <a:gd name="connsiteY386" fmla="*/ 6858000 h 6858000"/>
              <a:gd name="connsiteX387" fmla="*/ 3099978 w 7467600"/>
              <a:gd name="connsiteY387" fmla="*/ 6858000 h 6858000"/>
              <a:gd name="connsiteX388" fmla="*/ 3101556 w 7467600"/>
              <a:gd name="connsiteY388" fmla="*/ 6843337 h 6858000"/>
              <a:gd name="connsiteX389" fmla="*/ 3370162 w 7467600"/>
              <a:gd name="connsiteY389" fmla="*/ 5785550 h 6858000"/>
              <a:gd name="connsiteX390" fmla="*/ 3746477 w 7467600"/>
              <a:gd name="connsiteY390" fmla="*/ 5377889 h 6858000"/>
              <a:gd name="connsiteX391" fmla="*/ 3863399 w 7467600"/>
              <a:gd name="connsiteY391" fmla="*/ 5087257 h 6858000"/>
              <a:gd name="connsiteX392" fmla="*/ 3968712 w 7467600"/>
              <a:gd name="connsiteY392" fmla="*/ 4913989 h 6858000"/>
              <a:gd name="connsiteX393" fmla="*/ 2792390 w 7467600"/>
              <a:gd name="connsiteY393" fmla="*/ 5382974 h 6858000"/>
              <a:gd name="connsiteX394" fmla="*/ 2714982 w 7467600"/>
              <a:gd name="connsiteY394" fmla="*/ 5427051 h 6858000"/>
              <a:gd name="connsiteX395" fmla="*/ 2813361 w 7467600"/>
              <a:gd name="connsiteY395" fmla="*/ 6023912 h 6858000"/>
              <a:gd name="connsiteX396" fmla="*/ 2688430 w 7467600"/>
              <a:gd name="connsiteY396" fmla="*/ 6801564 h 6858000"/>
              <a:gd name="connsiteX397" fmla="*/ 2629626 w 7467600"/>
              <a:gd name="connsiteY397" fmla="*/ 6763394 h 6858000"/>
              <a:gd name="connsiteX398" fmla="*/ 2565328 w 7467600"/>
              <a:gd name="connsiteY398" fmla="*/ 5516399 h 6858000"/>
              <a:gd name="connsiteX399" fmla="*/ 1922999 w 7467600"/>
              <a:gd name="connsiteY399" fmla="*/ 5980343 h 6858000"/>
              <a:gd name="connsiteX400" fmla="*/ 1950261 w 7467600"/>
              <a:gd name="connsiteY400" fmla="*/ 6405858 h 6858000"/>
              <a:gd name="connsiteX401" fmla="*/ 2365554 w 7467600"/>
              <a:gd name="connsiteY401" fmla="*/ 6759107 h 6858000"/>
              <a:gd name="connsiteX402" fmla="*/ 2424142 w 7467600"/>
              <a:gd name="connsiteY402" fmla="*/ 6858000 h 6858000"/>
              <a:gd name="connsiteX403" fmla="*/ 2395994 w 7467600"/>
              <a:gd name="connsiteY403" fmla="*/ 6858000 h 6858000"/>
              <a:gd name="connsiteX404" fmla="*/ 2392863 w 7467600"/>
              <a:gd name="connsiteY404" fmla="*/ 6852964 h 6858000"/>
              <a:gd name="connsiteX405" fmla="*/ 2017589 w 7467600"/>
              <a:gd name="connsiteY405" fmla="*/ 6493982 h 6858000"/>
              <a:gd name="connsiteX406" fmla="*/ 2147336 w 7467600"/>
              <a:gd name="connsiteY406" fmla="*/ 6594052 h 6858000"/>
              <a:gd name="connsiteX407" fmla="*/ 2207047 w 7467600"/>
              <a:gd name="connsiteY407" fmla="*/ 6654540 h 6858000"/>
              <a:gd name="connsiteX408" fmla="*/ 2299106 w 7467600"/>
              <a:gd name="connsiteY408" fmla="*/ 6778931 h 6858000"/>
              <a:gd name="connsiteX409" fmla="*/ 2314430 w 7467600"/>
              <a:gd name="connsiteY409" fmla="*/ 6801144 h 6858000"/>
              <a:gd name="connsiteX410" fmla="*/ 2352406 w 7467600"/>
              <a:gd name="connsiteY410" fmla="*/ 6858000 h 6858000"/>
              <a:gd name="connsiteX411" fmla="*/ 2314492 w 7467600"/>
              <a:gd name="connsiteY411" fmla="*/ 6858000 h 6858000"/>
              <a:gd name="connsiteX412" fmla="*/ 2288095 w 7467600"/>
              <a:gd name="connsiteY412" fmla="*/ 6818030 h 6858000"/>
              <a:gd name="connsiteX413" fmla="*/ 2272768 w 7467600"/>
              <a:gd name="connsiteY413" fmla="*/ 6795822 h 6858000"/>
              <a:gd name="connsiteX414" fmla="*/ 2182715 w 7467600"/>
              <a:gd name="connsiteY414" fmla="*/ 6675071 h 6858000"/>
              <a:gd name="connsiteX415" fmla="*/ 2032061 w 7467600"/>
              <a:gd name="connsiteY415" fmla="*/ 6541380 h 6858000"/>
              <a:gd name="connsiteX416" fmla="*/ 2257220 w 7467600"/>
              <a:gd name="connsiteY416" fmla="*/ 6826257 h 6858000"/>
              <a:gd name="connsiteX417" fmla="*/ 2281324 w 7467600"/>
              <a:gd name="connsiteY417" fmla="*/ 6858000 h 6858000"/>
              <a:gd name="connsiteX418" fmla="*/ 2242860 w 7467600"/>
              <a:gd name="connsiteY418" fmla="*/ 6858000 h 6858000"/>
              <a:gd name="connsiteX419" fmla="*/ 2232818 w 7467600"/>
              <a:gd name="connsiteY419" fmla="*/ 6844926 h 6858000"/>
              <a:gd name="connsiteX420" fmla="*/ 1990172 w 7467600"/>
              <a:gd name="connsiteY420" fmla="*/ 6542121 h 6858000"/>
              <a:gd name="connsiteX421" fmla="*/ 2124090 w 7467600"/>
              <a:gd name="connsiteY421" fmla="*/ 6761017 h 6858000"/>
              <a:gd name="connsiteX422" fmla="*/ 2200380 w 7467600"/>
              <a:gd name="connsiteY422" fmla="*/ 6858000 h 6858000"/>
              <a:gd name="connsiteX423" fmla="*/ 2147507 w 7467600"/>
              <a:gd name="connsiteY423" fmla="*/ 6858000 h 6858000"/>
              <a:gd name="connsiteX424" fmla="*/ 2070668 w 7467600"/>
              <a:gd name="connsiteY424" fmla="*/ 6761520 h 6858000"/>
              <a:gd name="connsiteX425" fmla="*/ 1975142 w 7467600"/>
              <a:gd name="connsiteY425" fmla="*/ 6585570 h 6858000"/>
              <a:gd name="connsiteX426" fmla="*/ 2050035 w 7467600"/>
              <a:gd name="connsiteY426" fmla="*/ 6813345 h 6858000"/>
              <a:gd name="connsiteX427" fmla="*/ 2063025 w 7467600"/>
              <a:gd name="connsiteY427" fmla="*/ 6858000 h 6858000"/>
              <a:gd name="connsiteX428" fmla="*/ 2021675 w 7467600"/>
              <a:gd name="connsiteY428" fmla="*/ 6858000 h 6858000"/>
              <a:gd name="connsiteX429" fmla="*/ 2019308 w 7467600"/>
              <a:gd name="connsiteY429" fmla="*/ 6847118 h 6858000"/>
              <a:gd name="connsiteX430" fmla="*/ 1938835 w 7467600"/>
              <a:gd name="connsiteY430" fmla="*/ 6551160 h 6858000"/>
              <a:gd name="connsiteX431" fmla="*/ 1953230 w 7467600"/>
              <a:gd name="connsiteY431" fmla="*/ 6759699 h 6858000"/>
              <a:gd name="connsiteX432" fmla="*/ 1956763 w 7467600"/>
              <a:gd name="connsiteY432" fmla="*/ 6778191 h 6858000"/>
              <a:gd name="connsiteX433" fmla="*/ 1967925 w 7467600"/>
              <a:gd name="connsiteY433" fmla="*/ 6858000 h 6858000"/>
              <a:gd name="connsiteX434" fmla="*/ 1936622 w 7467600"/>
              <a:gd name="connsiteY434" fmla="*/ 6858000 h 6858000"/>
              <a:gd name="connsiteX435" fmla="*/ 1926261 w 7467600"/>
              <a:gd name="connsiteY435" fmla="*/ 6784064 h 6858000"/>
              <a:gd name="connsiteX436" fmla="*/ 1922724 w 7467600"/>
              <a:gd name="connsiteY436" fmla="*/ 6765577 h 6858000"/>
              <a:gd name="connsiteX437" fmla="*/ 1904650 w 7467600"/>
              <a:gd name="connsiteY437" fmla="*/ 6639616 h 6858000"/>
              <a:gd name="connsiteX438" fmla="*/ 1885273 w 7467600"/>
              <a:gd name="connsiteY438" fmla="*/ 6858000 h 6858000"/>
              <a:gd name="connsiteX439" fmla="*/ 1854363 w 7467600"/>
              <a:gd name="connsiteY439" fmla="*/ 6858000 h 6858000"/>
              <a:gd name="connsiteX440" fmla="*/ 1880391 w 7467600"/>
              <a:gd name="connsiteY440" fmla="*/ 6603796 h 6858000"/>
              <a:gd name="connsiteX441" fmla="*/ 1818273 w 7467600"/>
              <a:gd name="connsiteY441" fmla="*/ 6715729 h 6858000"/>
              <a:gd name="connsiteX442" fmla="*/ 1794691 w 7467600"/>
              <a:gd name="connsiteY442" fmla="*/ 6843239 h 6858000"/>
              <a:gd name="connsiteX443" fmla="*/ 1794914 w 7467600"/>
              <a:gd name="connsiteY443" fmla="*/ 6858000 h 6858000"/>
              <a:gd name="connsiteX444" fmla="*/ 1746128 w 7467600"/>
              <a:gd name="connsiteY444" fmla="*/ 6858000 h 6858000"/>
              <a:gd name="connsiteX445" fmla="*/ 1753934 w 7467600"/>
              <a:gd name="connsiteY445" fmla="*/ 6724796 h 6858000"/>
              <a:gd name="connsiteX446" fmla="*/ 1792053 w 7467600"/>
              <a:gd name="connsiteY446" fmla="*/ 6572396 h 6858000"/>
              <a:gd name="connsiteX447" fmla="*/ 1862248 w 7467600"/>
              <a:gd name="connsiteY447" fmla="*/ 6266397 h 6858000"/>
              <a:gd name="connsiteX448" fmla="*/ 1862250 w 7467600"/>
              <a:gd name="connsiteY448" fmla="*/ 6033531 h 6858000"/>
              <a:gd name="connsiteX449" fmla="*/ 1211999 w 7467600"/>
              <a:gd name="connsiteY449" fmla="*/ 6683610 h 6858000"/>
              <a:gd name="connsiteX450" fmla="*/ 1213266 w 7467600"/>
              <a:gd name="connsiteY450" fmla="*/ 6691947 h 6858000"/>
              <a:gd name="connsiteX451" fmla="*/ 1203370 w 7467600"/>
              <a:gd name="connsiteY451" fmla="*/ 6850676 h 6858000"/>
              <a:gd name="connsiteX452" fmla="*/ 1203671 w 7467600"/>
              <a:gd name="connsiteY452" fmla="*/ 6858000 h 6858000"/>
              <a:gd name="connsiteX453" fmla="*/ 1143180 w 7467600"/>
              <a:gd name="connsiteY453" fmla="*/ 6858000 h 6858000"/>
              <a:gd name="connsiteX454" fmla="*/ 1142176 w 7467600"/>
              <a:gd name="connsiteY454" fmla="*/ 6766045 h 6858000"/>
              <a:gd name="connsiteX455" fmla="*/ 1067484 w 7467600"/>
              <a:gd name="connsiteY455" fmla="*/ 6858000 h 6858000"/>
              <a:gd name="connsiteX456" fmla="*/ 953928 w 7467600"/>
              <a:gd name="connsiteY456" fmla="*/ 6858000 h 6858000"/>
              <a:gd name="connsiteX457" fmla="*/ 959715 w 7467600"/>
              <a:gd name="connsiteY457" fmla="*/ 6850185 h 6858000"/>
              <a:gd name="connsiteX458" fmla="*/ 1483788 w 7467600"/>
              <a:gd name="connsiteY458" fmla="*/ 6259174 h 6858000"/>
              <a:gd name="connsiteX459" fmla="*/ 1100671 w 7467600"/>
              <a:gd name="connsiteY459" fmla="*/ 6252137 h 6858000"/>
              <a:gd name="connsiteX460" fmla="*/ 1090144 w 7467600"/>
              <a:gd name="connsiteY460" fmla="*/ 6256748 h 6858000"/>
              <a:gd name="connsiteX461" fmla="*/ 1095872 w 7467600"/>
              <a:gd name="connsiteY461" fmla="*/ 6271892 h 6858000"/>
              <a:gd name="connsiteX462" fmla="*/ 262785 w 7467600"/>
              <a:gd name="connsiteY462" fmla="*/ 6845450 h 6858000"/>
              <a:gd name="connsiteX463" fmla="*/ 209968 w 7467600"/>
              <a:gd name="connsiteY463" fmla="*/ 6770713 h 6858000"/>
              <a:gd name="connsiteX464" fmla="*/ 873460 w 7467600"/>
              <a:gd name="connsiteY464" fmla="*/ 6253768 h 6858000"/>
              <a:gd name="connsiteX465" fmla="*/ 192686 w 7467600"/>
              <a:gd name="connsiteY465" fmla="*/ 5849257 h 6858000"/>
              <a:gd name="connsiteX466" fmla="*/ 4696 w 7467600"/>
              <a:gd name="connsiteY466" fmla="*/ 5697668 h 6858000"/>
              <a:gd name="connsiteX467" fmla="*/ 0 w 7467600"/>
              <a:gd name="connsiteY467" fmla="*/ 5689984 h 6858000"/>
              <a:gd name="connsiteX468" fmla="*/ 0 w 7467600"/>
              <a:gd name="connsiteY468" fmla="*/ 5513472 h 6858000"/>
              <a:gd name="connsiteX469" fmla="*/ 174101 w 7467600"/>
              <a:gd name="connsiteY469" fmla="*/ 5620277 h 6858000"/>
              <a:gd name="connsiteX470" fmla="*/ 891800 w 7467600"/>
              <a:gd name="connsiteY470" fmla="*/ 6036935 h 6858000"/>
              <a:gd name="connsiteX471" fmla="*/ 1072219 w 7467600"/>
              <a:gd name="connsiteY471" fmla="*/ 6169443 h 6858000"/>
              <a:gd name="connsiteX472" fmla="*/ 1074117 w 7467600"/>
              <a:gd name="connsiteY472" fmla="*/ 6170301 h 6858000"/>
              <a:gd name="connsiteX473" fmla="*/ 1083114 w 7467600"/>
              <a:gd name="connsiteY473" fmla="*/ 6174131 h 6858000"/>
              <a:gd name="connsiteX474" fmla="*/ 1543010 w 7467600"/>
              <a:gd name="connsiteY474" fmla="*/ 6191140 h 6858000"/>
              <a:gd name="connsiteX475" fmla="*/ 1551080 w 7467600"/>
              <a:gd name="connsiteY475" fmla="*/ 6195006 h 6858000"/>
              <a:gd name="connsiteX476" fmla="*/ 2345443 w 7467600"/>
              <a:gd name="connsiteY476" fmla="*/ 5549882 h 6858000"/>
              <a:gd name="connsiteX477" fmla="*/ 1721499 w 7467600"/>
              <a:gd name="connsiteY477" fmla="*/ 5599969 h 6858000"/>
              <a:gd name="connsiteX478" fmla="*/ 767716 w 7467600"/>
              <a:gd name="connsiteY478" fmla="*/ 5472768 h 6858000"/>
              <a:gd name="connsiteX479" fmla="*/ 722147 w 7467600"/>
              <a:gd name="connsiteY479" fmla="*/ 5393091 h 6858000"/>
              <a:gd name="connsiteX480" fmla="*/ 1485552 w 7467600"/>
              <a:gd name="connsiteY480" fmla="*/ 5313202 h 6858000"/>
              <a:gd name="connsiteX481" fmla="*/ 2143004 w 7467600"/>
              <a:gd name="connsiteY481" fmla="*/ 5402420 h 6858000"/>
              <a:gd name="connsiteX482" fmla="*/ 1933391 w 7467600"/>
              <a:gd name="connsiteY482" fmla="*/ 5156971 h 6858000"/>
              <a:gd name="connsiteX483" fmla="*/ 1827118 w 7467600"/>
              <a:gd name="connsiteY483" fmla="*/ 4968410 h 6858000"/>
              <a:gd name="connsiteX484" fmla="*/ 1837349 w 7467600"/>
              <a:gd name="connsiteY484" fmla="*/ 4956357 h 6858000"/>
              <a:gd name="connsiteX485" fmla="*/ 2162835 w 7467600"/>
              <a:gd name="connsiteY485" fmla="*/ 5187853 h 6858000"/>
              <a:gd name="connsiteX486" fmla="*/ 2257167 w 7467600"/>
              <a:gd name="connsiteY486" fmla="*/ 5462123 h 6858000"/>
              <a:gd name="connsiteX487" fmla="*/ 2261598 w 7467600"/>
              <a:gd name="connsiteY487" fmla="*/ 5467998 h 6858000"/>
              <a:gd name="connsiteX488" fmla="*/ 2437177 w 7467600"/>
              <a:gd name="connsiteY488" fmla="*/ 5479608 h 6858000"/>
              <a:gd name="connsiteX489" fmla="*/ 2445247 w 7467600"/>
              <a:gd name="connsiteY489" fmla="*/ 5483476 h 6858000"/>
              <a:gd name="connsiteX490" fmla="*/ 2743626 w 7467600"/>
              <a:gd name="connsiteY490" fmla="*/ 5304819 h 6858000"/>
              <a:gd name="connsiteX491" fmla="*/ 3048102 w 7467600"/>
              <a:gd name="connsiteY491" fmla="*/ 5150595 h 6858000"/>
              <a:gd name="connsiteX492" fmla="*/ 1799414 w 7467600"/>
              <a:gd name="connsiteY492" fmla="*/ 4694732 h 6858000"/>
              <a:gd name="connsiteX493" fmla="*/ 1771735 w 7467600"/>
              <a:gd name="connsiteY493" fmla="*/ 4619929 h 6858000"/>
              <a:gd name="connsiteX494" fmla="*/ 3104273 w 7467600"/>
              <a:gd name="connsiteY494" fmla="*/ 5076159 h 6858000"/>
              <a:gd name="connsiteX495" fmla="*/ 3113245 w 7467600"/>
              <a:gd name="connsiteY495" fmla="*/ 5090705 h 6858000"/>
              <a:gd name="connsiteX496" fmla="*/ 3126294 w 7467600"/>
              <a:gd name="connsiteY496" fmla="*/ 5114400 h 6858000"/>
              <a:gd name="connsiteX497" fmla="*/ 3937433 w 7467600"/>
              <a:gd name="connsiteY497" fmla="*/ 4830473 h 6858000"/>
              <a:gd name="connsiteX498" fmla="*/ 3590475 w 7467600"/>
              <a:gd name="connsiteY498" fmla="*/ 4597974 h 6858000"/>
              <a:gd name="connsiteX499" fmla="*/ 3100264 w 7467600"/>
              <a:gd name="connsiteY499" fmla="*/ 4579845 h 6858000"/>
              <a:gd name="connsiteX500" fmla="*/ 2183576 w 7467600"/>
              <a:gd name="connsiteY500" fmla="*/ 4227150 h 6858000"/>
              <a:gd name="connsiteX501" fmla="*/ 2151029 w 7467600"/>
              <a:gd name="connsiteY501" fmla="*/ 4146947 h 6858000"/>
              <a:gd name="connsiteX502" fmla="*/ 3563434 w 7467600"/>
              <a:gd name="connsiteY502" fmla="*/ 4469115 h 6858000"/>
              <a:gd name="connsiteX503" fmla="*/ 3177952 w 7467600"/>
              <a:gd name="connsiteY503" fmla="*/ 3657386 h 6858000"/>
              <a:gd name="connsiteX504" fmla="*/ 3189263 w 7467600"/>
              <a:gd name="connsiteY504" fmla="*/ 3625726 h 6858000"/>
              <a:gd name="connsiteX505" fmla="*/ 3560912 w 7467600"/>
              <a:gd name="connsiteY505" fmla="*/ 4079863 h 6858000"/>
              <a:gd name="connsiteX506" fmla="*/ 3626636 w 7467600"/>
              <a:gd name="connsiteY506" fmla="*/ 4512230 h 6858000"/>
              <a:gd name="connsiteX507" fmla="*/ 3653088 w 7467600"/>
              <a:gd name="connsiteY507" fmla="*/ 4521417 h 6858000"/>
              <a:gd name="connsiteX508" fmla="*/ 3988128 w 7467600"/>
              <a:gd name="connsiteY508" fmla="*/ 4817267 h 6858000"/>
              <a:gd name="connsiteX509" fmla="*/ 4830582 w 7467600"/>
              <a:gd name="connsiteY509" fmla="*/ 4676000 h 6858000"/>
              <a:gd name="connsiteX510" fmla="*/ 4830100 w 7467600"/>
              <a:gd name="connsiteY510" fmla="*/ 4675554 h 6858000"/>
              <a:gd name="connsiteX511" fmla="*/ 4036318 w 7467600"/>
              <a:gd name="connsiteY511" fmla="*/ 4147013 h 6858000"/>
              <a:gd name="connsiteX512" fmla="*/ 3432098 w 7467600"/>
              <a:gd name="connsiteY512" fmla="*/ 3537312 h 6858000"/>
              <a:gd name="connsiteX513" fmla="*/ 3446761 w 7467600"/>
              <a:gd name="connsiteY513" fmla="*/ 3461278 h 6858000"/>
              <a:gd name="connsiteX514" fmla="*/ 4419733 w 7467600"/>
              <a:gd name="connsiteY514" fmla="*/ 3963555 h 6858000"/>
              <a:gd name="connsiteX515" fmla="*/ 4781371 w 7467600"/>
              <a:gd name="connsiteY515" fmla="*/ 4458604 h 6858000"/>
              <a:gd name="connsiteX516" fmla="*/ 4780440 w 7467600"/>
              <a:gd name="connsiteY516" fmla="*/ 4470290 h 6858000"/>
              <a:gd name="connsiteX517" fmla="*/ 4898954 w 7467600"/>
              <a:gd name="connsiteY517" fmla="*/ 4662092 h 6858000"/>
              <a:gd name="connsiteX518" fmla="*/ 4900699 w 7467600"/>
              <a:gd name="connsiteY518" fmla="*/ 4670867 h 6858000"/>
              <a:gd name="connsiteX519" fmla="*/ 5714511 w 7467600"/>
              <a:gd name="connsiteY519" fmla="*/ 4663483 h 6858000"/>
              <a:gd name="connsiteX520" fmla="*/ 5464793 w 7467600"/>
              <a:gd name="connsiteY520" fmla="*/ 4393556 h 6858000"/>
              <a:gd name="connsiteX521" fmla="*/ 5461897 w 7467600"/>
              <a:gd name="connsiteY521" fmla="*/ 4390879 h 6858000"/>
              <a:gd name="connsiteX522" fmla="*/ 4294126 w 7467600"/>
              <a:gd name="connsiteY522" fmla="*/ 3303048 h 6858000"/>
              <a:gd name="connsiteX523" fmla="*/ 4305321 w 7467600"/>
              <a:gd name="connsiteY523" fmla="*/ 3256953 h 6858000"/>
              <a:gd name="connsiteX524" fmla="*/ 4949299 w 7467600"/>
              <a:gd name="connsiteY524" fmla="*/ 3766336 h 6858000"/>
              <a:gd name="connsiteX525" fmla="*/ 5291452 w 7467600"/>
              <a:gd name="connsiteY525" fmla="*/ 4076801 h 6858000"/>
              <a:gd name="connsiteX526" fmla="*/ 5434998 w 7467600"/>
              <a:gd name="connsiteY526" fmla="*/ 4254100 h 6858000"/>
              <a:gd name="connsiteX527" fmla="*/ 5351015 w 7467600"/>
              <a:gd name="connsiteY527" fmla="*/ 3760989 h 6858000"/>
              <a:gd name="connsiteX528" fmla="*/ 5413780 w 7467600"/>
              <a:gd name="connsiteY528" fmla="*/ 2966265 h 6858000"/>
              <a:gd name="connsiteX529" fmla="*/ 5425627 w 7467600"/>
              <a:gd name="connsiteY529" fmla="*/ 2954192 h 6858000"/>
              <a:gd name="connsiteX530" fmla="*/ 6604735 w 7467600"/>
              <a:gd name="connsiteY530" fmla="*/ 2041381 h 6858000"/>
              <a:gd name="connsiteX531" fmla="*/ 7204487 w 7467600"/>
              <a:gd name="connsiteY531" fmla="*/ 2742112 h 6858000"/>
              <a:gd name="connsiteX532" fmla="*/ 7131592 w 7467600"/>
              <a:gd name="connsiteY532" fmla="*/ 2672096 h 6858000"/>
              <a:gd name="connsiteX533" fmla="*/ 6996344 w 7467600"/>
              <a:gd name="connsiteY533" fmla="*/ 2518310 h 6858000"/>
              <a:gd name="connsiteX534" fmla="*/ 6735495 w 7467600"/>
              <a:gd name="connsiteY534" fmla="*/ 2196890 h 6858000"/>
              <a:gd name="connsiteX535" fmla="*/ 6721901 w 7467600"/>
              <a:gd name="connsiteY535" fmla="*/ 2179274 h 6858000"/>
              <a:gd name="connsiteX536" fmla="*/ 6604735 w 7467600"/>
              <a:gd name="connsiteY536" fmla="*/ 2041381 h 6858000"/>
              <a:gd name="connsiteX537" fmla="*/ 6591670 w 7467600"/>
              <a:gd name="connsiteY537" fmla="*/ 1988277 h 6858000"/>
              <a:gd name="connsiteX538" fmla="*/ 6747349 w 7467600"/>
              <a:gd name="connsiteY538" fmla="*/ 2160069 h 6858000"/>
              <a:gd name="connsiteX539" fmla="*/ 6760943 w 7467600"/>
              <a:gd name="connsiteY539" fmla="*/ 2177686 h 6858000"/>
              <a:gd name="connsiteX540" fmla="*/ 7021065 w 7467600"/>
              <a:gd name="connsiteY540" fmla="*/ 2498102 h 6858000"/>
              <a:gd name="connsiteX541" fmla="*/ 7155223 w 7467600"/>
              <a:gd name="connsiteY541" fmla="*/ 2650386 h 6858000"/>
              <a:gd name="connsiteX542" fmla="*/ 7203167 w 7467600"/>
              <a:gd name="connsiteY542" fmla="*/ 2697288 h 6858000"/>
              <a:gd name="connsiteX543" fmla="*/ 6937703 w 7467600"/>
              <a:gd name="connsiteY543" fmla="*/ 2321981 h 6858000"/>
              <a:gd name="connsiteX544" fmla="*/ 6591670 w 7467600"/>
              <a:gd name="connsiteY544" fmla="*/ 1988277 h 6858000"/>
              <a:gd name="connsiteX545" fmla="*/ 5798671 w 7467600"/>
              <a:gd name="connsiteY545" fmla="*/ 1981601 h 6858000"/>
              <a:gd name="connsiteX546" fmla="*/ 5754709 w 7467600"/>
              <a:gd name="connsiteY546" fmla="*/ 2071454 h 6858000"/>
              <a:gd name="connsiteX547" fmla="*/ 5763044 w 7467600"/>
              <a:gd name="connsiteY547" fmla="*/ 2842206 h 6858000"/>
              <a:gd name="connsiteX548" fmla="*/ 5764974 w 7467600"/>
              <a:gd name="connsiteY548" fmla="*/ 2799609 h 6858000"/>
              <a:gd name="connsiteX549" fmla="*/ 5767665 w 7467600"/>
              <a:gd name="connsiteY549" fmla="*/ 2666409 h 6858000"/>
              <a:gd name="connsiteX550" fmla="*/ 5763055 w 7467600"/>
              <a:gd name="connsiteY550" fmla="*/ 2579705 h 6858000"/>
              <a:gd name="connsiteX551" fmla="*/ 5758079 w 7467600"/>
              <a:gd name="connsiteY551" fmla="*/ 2492508 h 6858000"/>
              <a:gd name="connsiteX552" fmla="*/ 5779325 w 7467600"/>
              <a:gd name="connsiteY552" fmla="*/ 2197069 h 6858000"/>
              <a:gd name="connsiteX553" fmla="*/ 5798671 w 7467600"/>
              <a:gd name="connsiteY553" fmla="*/ 1981601 h 6858000"/>
              <a:gd name="connsiteX554" fmla="*/ 5829202 w 7467600"/>
              <a:gd name="connsiteY554" fmla="*/ 1971679 h 6858000"/>
              <a:gd name="connsiteX555" fmla="*/ 5809558 w 7467600"/>
              <a:gd name="connsiteY555" fmla="*/ 2198043 h 6858000"/>
              <a:gd name="connsiteX556" fmla="*/ 5788653 w 7467600"/>
              <a:gd name="connsiteY556" fmla="*/ 2489430 h 6858000"/>
              <a:gd name="connsiteX557" fmla="*/ 5793439 w 7467600"/>
              <a:gd name="connsiteY557" fmla="*/ 2575235 h 6858000"/>
              <a:gd name="connsiteX558" fmla="*/ 5796837 w 7467600"/>
              <a:gd name="connsiteY558" fmla="*/ 2637633 h 6858000"/>
              <a:gd name="connsiteX559" fmla="*/ 5818614 w 7467600"/>
              <a:gd name="connsiteY559" fmla="*/ 2473055 h 6858000"/>
              <a:gd name="connsiteX560" fmla="*/ 5829202 w 7467600"/>
              <a:gd name="connsiteY560" fmla="*/ 1971679 h 6858000"/>
              <a:gd name="connsiteX561" fmla="*/ 5911389 w 7467600"/>
              <a:gd name="connsiteY561" fmla="*/ 1898371 h 6858000"/>
              <a:gd name="connsiteX562" fmla="*/ 6237627 w 7467600"/>
              <a:gd name="connsiteY562" fmla="*/ 2231921 h 6858000"/>
              <a:gd name="connsiteX563" fmla="*/ 5911389 w 7467600"/>
              <a:gd name="connsiteY563" fmla="*/ 1898371 h 6858000"/>
              <a:gd name="connsiteX564" fmla="*/ 6944437 w 7467600"/>
              <a:gd name="connsiteY564" fmla="*/ 1575402 h 6858000"/>
              <a:gd name="connsiteX565" fmla="*/ 6304730 w 7467600"/>
              <a:gd name="connsiteY565" fmla="*/ 1766654 h 6858000"/>
              <a:gd name="connsiteX566" fmla="*/ 6944437 w 7467600"/>
              <a:gd name="connsiteY566" fmla="*/ 1575402 h 6858000"/>
              <a:gd name="connsiteX567" fmla="*/ 7019523 w 7467600"/>
              <a:gd name="connsiteY567" fmla="*/ 1519450 h 6858000"/>
              <a:gd name="connsiteX568" fmla="*/ 6298091 w 7467600"/>
              <a:gd name="connsiteY568" fmla="*/ 1737122 h 6858000"/>
              <a:gd name="connsiteX569" fmla="*/ 7019523 w 7467600"/>
              <a:gd name="connsiteY569" fmla="*/ 1519450 h 6858000"/>
              <a:gd name="connsiteX570" fmla="*/ 2399523 w 7467600"/>
              <a:gd name="connsiteY570" fmla="*/ 1428234 h 6858000"/>
              <a:gd name="connsiteX571" fmla="*/ 2224982 w 7467600"/>
              <a:gd name="connsiteY571" fmla="*/ 1826201 h 6858000"/>
              <a:gd name="connsiteX572" fmla="*/ 2096099 w 7467600"/>
              <a:gd name="connsiteY572" fmla="*/ 2345900 h 6858000"/>
              <a:gd name="connsiteX573" fmla="*/ 2283317 w 7467600"/>
              <a:gd name="connsiteY573" fmla="*/ 1796925 h 6858000"/>
              <a:gd name="connsiteX574" fmla="*/ 2399523 w 7467600"/>
              <a:gd name="connsiteY574" fmla="*/ 1428234 h 6858000"/>
              <a:gd name="connsiteX575" fmla="*/ 2448558 w 7467600"/>
              <a:gd name="connsiteY575" fmla="*/ 1373435 h 6858000"/>
              <a:gd name="connsiteX576" fmla="*/ 2312521 w 7467600"/>
              <a:gd name="connsiteY576" fmla="*/ 1806140 h 6858000"/>
              <a:gd name="connsiteX577" fmla="*/ 2127533 w 7467600"/>
              <a:gd name="connsiteY577" fmla="*/ 2348380 h 6858000"/>
              <a:gd name="connsiteX578" fmla="*/ 2358080 w 7467600"/>
              <a:gd name="connsiteY578" fmla="*/ 1866134 h 6858000"/>
              <a:gd name="connsiteX579" fmla="*/ 2407436 w 7467600"/>
              <a:gd name="connsiteY579" fmla="*/ 1651070 h 6858000"/>
              <a:gd name="connsiteX580" fmla="*/ 2448558 w 7467600"/>
              <a:gd name="connsiteY580" fmla="*/ 1373435 h 6858000"/>
              <a:gd name="connsiteX581" fmla="*/ 278707 w 7467600"/>
              <a:gd name="connsiteY581" fmla="*/ 1352270 h 6858000"/>
              <a:gd name="connsiteX582" fmla="*/ 321570 w 7467600"/>
              <a:gd name="connsiteY582" fmla="*/ 1861610 h 6858000"/>
              <a:gd name="connsiteX583" fmla="*/ 294281 w 7467600"/>
              <a:gd name="connsiteY583" fmla="*/ 1440658 h 6858000"/>
              <a:gd name="connsiteX584" fmla="*/ 278707 w 7467600"/>
              <a:gd name="connsiteY584" fmla="*/ 1352270 h 6858000"/>
              <a:gd name="connsiteX585" fmla="*/ 1423821 w 7467600"/>
              <a:gd name="connsiteY585" fmla="*/ 1351958 h 6858000"/>
              <a:gd name="connsiteX586" fmla="*/ 1638521 w 7467600"/>
              <a:gd name="connsiteY586" fmla="*/ 1908470 h 6858000"/>
              <a:gd name="connsiteX587" fmla="*/ 1754199 w 7467600"/>
              <a:gd name="connsiteY587" fmla="*/ 2149284 h 6858000"/>
              <a:gd name="connsiteX588" fmla="*/ 1908359 w 7467600"/>
              <a:gd name="connsiteY588" fmla="*/ 2364988 h 6858000"/>
              <a:gd name="connsiteX589" fmla="*/ 1647661 w 7467600"/>
              <a:gd name="connsiteY589" fmla="*/ 1825945 h 6858000"/>
              <a:gd name="connsiteX590" fmla="*/ 1423821 w 7467600"/>
              <a:gd name="connsiteY590" fmla="*/ 1351958 h 6858000"/>
              <a:gd name="connsiteX591" fmla="*/ 1431890 w 7467600"/>
              <a:gd name="connsiteY591" fmla="*/ 1306475 h 6858000"/>
              <a:gd name="connsiteX592" fmla="*/ 1507597 w 7467600"/>
              <a:gd name="connsiteY592" fmla="*/ 1446132 h 6858000"/>
              <a:gd name="connsiteX593" fmla="*/ 1674586 w 7467600"/>
              <a:gd name="connsiteY593" fmla="*/ 1813832 h 6858000"/>
              <a:gd name="connsiteX594" fmla="*/ 1815950 w 7467600"/>
              <a:gd name="connsiteY594" fmla="*/ 2128564 h 6858000"/>
              <a:gd name="connsiteX595" fmla="*/ 1984242 w 7467600"/>
              <a:gd name="connsiteY595" fmla="*/ 2430829 h 6858000"/>
              <a:gd name="connsiteX596" fmla="*/ 2014023 w 7467600"/>
              <a:gd name="connsiteY596" fmla="*/ 2450995 h 6858000"/>
              <a:gd name="connsiteX597" fmla="*/ 1747337 w 7467600"/>
              <a:gd name="connsiteY597" fmla="*/ 1855264 h 6858000"/>
              <a:gd name="connsiteX598" fmla="*/ 1533749 w 7467600"/>
              <a:gd name="connsiteY598" fmla="*/ 1478656 h 6858000"/>
              <a:gd name="connsiteX599" fmla="*/ 1431890 w 7467600"/>
              <a:gd name="connsiteY599" fmla="*/ 1306475 h 6858000"/>
              <a:gd name="connsiteX600" fmla="*/ 5052692 w 7467600"/>
              <a:gd name="connsiteY600" fmla="*/ 1292994 h 6858000"/>
              <a:gd name="connsiteX601" fmla="*/ 5200661 w 7467600"/>
              <a:gd name="connsiteY601" fmla="*/ 1635186 h 6858000"/>
              <a:gd name="connsiteX602" fmla="*/ 5297138 w 7467600"/>
              <a:gd name="connsiteY602" fmla="*/ 1906351 h 6858000"/>
              <a:gd name="connsiteX603" fmla="*/ 5052692 w 7467600"/>
              <a:gd name="connsiteY603" fmla="*/ 1292994 h 6858000"/>
              <a:gd name="connsiteX604" fmla="*/ 5009948 w 7467600"/>
              <a:gd name="connsiteY604" fmla="*/ 1273619 h 6858000"/>
              <a:gd name="connsiteX605" fmla="*/ 5121777 w 7467600"/>
              <a:gd name="connsiteY605" fmla="*/ 1654213 h 6858000"/>
              <a:gd name="connsiteX606" fmla="*/ 5293545 w 7467600"/>
              <a:gd name="connsiteY606" fmla="*/ 2072247 h 6858000"/>
              <a:gd name="connsiteX607" fmla="*/ 5294042 w 7467600"/>
              <a:gd name="connsiteY607" fmla="*/ 2065019 h 6858000"/>
              <a:gd name="connsiteX608" fmla="*/ 5171936 w 7467600"/>
              <a:gd name="connsiteY608" fmla="*/ 1647613 h 6858000"/>
              <a:gd name="connsiteX609" fmla="*/ 5009948 w 7467600"/>
              <a:gd name="connsiteY609" fmla="*/ 1273619 h 6858000"/>
              <a:gd name="connsiteX610" fmla="*/ 655236 w 7467600"/>
              <a:gd name="connsiteY610" fmla="*/ 1268632 h 6858000"/>
              <a:gd name="connsiteX611" fmla="*/ 839521 w 7467600"/>
              <a:gd name="connsiteY611" fmla="*/ 1685315 h 6858000"/>
              <a:gd name="connsiteX612" fmla="*/ 1109416 w 7467600"/>
              <a:gd name="connsiteY612" fmla="*/ 2061663 h 6858000"/>
              <a:gd name="connsiteX613" fmla="*/ 1298300 w 7467600"/>
              <a:gd name="connsiteY613" fmla="*/ 2247742 h 6858000"/>
              <a:gd name="connsiteX614" fmla="*/ 1125871 w 7467600"/>
              <a:gd name="connsiteY614" fmla="*/ 1989513 h 6858000"/>
              <a:gd name="connsiteX615" fmla="*/ 981574 w 7467600"/>
              <a:gd name="connsiteY615" fmla="*/ 1783157 h 6858000"/>
              <a:gd name="connsiteX616" fmla="*/ 922198 w 7467600"/>
              <a:gd name="connsiteY616" fmla="*/ 1677437 h 6858000"/>
              <a:gd name="connsiteX617" fmla="*/ 869293 w 7467600"/>
              <a:gd name="connsiteY617" fmla="*/ 1583214 h 6858000"/>
              <a:gd name="connsiteX618" fmla="*/ 751431 w 7467600"/>
              <a:gd name="connsiteY618" fmla="*/ 1405731 h 6858000"/>
              <a:gd name="connsiteX619" fmla="*/ 655236 w 7467600"/>
              <a:gd name="connsiteY619" fmla="*/ 1268632 h 6858000"/>
              <a:gd name="connsiteX620" fmla="*/ 6516292 w 7467600"/>
              <a:gd name="connsiteY620" fmla="*/ 1263064 h 6858000"/>
              <a:gd name="connsiteX621" fmla="*/ 5736320 w 7467600"/>
              <a:gd name="connsiteY621" fmla="*/ 1501803 h 6858000"/>
              <a:gd name="connsiteX622" fmla="*/ 6516292 w 7467600"/>
              <a:gd name="connsiteY622" fmla="*/ 1263064 h 6858000"/>
              <a:gd name="connsiteX623" fmla="*/ 291466 w 7467600"/>
              <a:gd name="connsiteY623" fmla="*/ 1250369 h 6858000"/>
              <a:gd name="connsiteX624" fmla="*/ 323180 w 7467600"/>
              <a:gd name="connsiteY624" fmla="*/ 1435283 h 6858000"/>
              <a:gd name="connsiteX625" fmla="*/ 349381 w 7467600"/>
              <a:gd name="connsiteY625" fmla="*/ 1875041 h 6858000"/>
              <a:gd name="connsiteX626" fmla="*/ 374363 w 7467600"/>
              <a:gd name="connsiteY626" fmla="*/ 1506494 h 6858000"/>
              <a:gd name="connsiteX627" fmla="*/ 302168 w 7467600"/>
              <a:gd name="connsiteY627" fmla="*/ 1274495 h 6858000"/>
              <a:gd name="connsiteX628" fmla="*/ 291466 w 7467600"/>
              <a:gd name="connsiteY628" fmla="*/ 1250369 h 6858000"/>
              <a:gd name="connsiteX629" fmla="*/ 678222 w 7467600"/>
              <a:gd name="connsiteY629" fmla="*/ 1248670 h 6858000"/>
              <a:gd name="connsiteX630" fmla="*/ 775536 w 7467600"/>
              <a:gd name="connsiteY630" fmla="*/ 1388015 h 6858000"/>
              <a:gd name="connsiteX631" fmla="*/ 894529 w 7467600"/>
              <a:gd name="connsiteY631" fmla="*/ 1567739 h 6858000"/>
              <a:gd name="connsiteX632" fmla="*/ 948000 w 7467600"/>
              <a:gd name="connsiteY632" fmla="*/ 1663088 h 6858000"/>
              <a:gd name="connsiteX633" fmla="*/ 1006812 w 7467600"/>
              <a:gd name="connsiteY633" fmla="*/ 1767683 h 6858000"/>
              <a:gd name="connsiteX634" fmla="*/ 1149133 w 7467600"/>
              <a:gd name="connsiteY634" fmla="*/ 1971513 h 6858000"/>
              <a:gd name="connsiteX635" fmla="*/ 1333952 w 7467600"/>
              <a:gd name="connsiteY635" fmla="*/ 2251620 h 6858000"/>
              <a:gd name="connsiteX636" fmla="*/ 1337329 w 7467600"/>
              <a:gd name="connsiteY636" fmla="*/ 2258350 h 6858000"/>
              <a:gd name="connsiteX637" fmla="*/ 1014726 w 7467600"/>
              <a:gd name="connsiteY637" fmla="*/ 1615556 h 6858000"/>
              <a:gd name="connsiteX638" fmla="*/ 678222 w 7467600"/>
              <a:gd name="connsiteY638" fmla="*/ 1248670 h 6858000"/>
              <a:gd name="connsiteX639" fmla="*/ 6691602 w 7467600"/>
              <a:gd name="connsiteY639" fmla="*/ 1140573 h 6858000"/>
              <a:gd name="connsiteX640" fmla="*/ 6571100 w 7467600"/>
              <a:gd name="connsiteY640" fmla="*/ 1183662 h 6858000"/>
              <a:gd name="connsiteX641" fmla="*/ 6241687 w 7467600"/>
              <a:gd name="connsiteY641" fmla="*/ 1257600 h 6858000"/>
              <a:gd name="connsiteX642" fmla="*/ 5693009 w 7467600"/>
              <a:gd name="connsiteY642" fmla="*/ 1478256 h 6858000"/>
              <a:gd name="connsiteX643" fmla="*/ 6548420 w 7467600"/>
              <a:gd name="connsiteY643" fmla="*/ 1214599 h 6858000"/>
              <a:gd name="connsiteX644" fmla="*/ 6605473 w 7467600"/>
              <a:gd name="connsiteY644" fmla="*/ 1184686 h 6858000"/>
              <a:gd name="connsiteX645" fmla="*/ 6691602 w 7467600"/>
              <a:gd name="connsiteY645" fmla="*/ 1140573 h 6858000"/>
              <a:gd name="connsiteX646" fmla="*/ 4002475 w 7467600"/>
              <a:gd name="connsiteY646" fmla="*/ 1037802 h 6858000"/>
              <a:gd name="connsiteX647" fmla="*/ 4000324 w 7467600"/>
              <a:gd name="connsiteY647" fmla="*/ 1039362 h 6858000"/>
              <a:gd name="connsiteX648" fmla="*/ 4002862 w 7467600"/>
              <a:gd name="connsiteY648" fmla="*/ 1042866 h 6858000"/>
              <a:gd name="connsiteX649" fmla="*/ 4002475 w 7467600"/>
              <a:gd name="connsiteY649" fmla="*/ 1037802 h 6858000"/>
              <a:gd name="connsiteX650" fmla="*/ 506322 w 7467600"/>
              <a:gd name="connsiteY650" fmla="*/ 1020997 h 6858000"/>
              <a:gd name="connsiteX651" fmla="*/ 533068 w 7467600"/>
              <a:gd name="connsiteY651" fmla="*/ 1029409 h 6858000"/>
              <a:gd name="connsiteX652" fmla="*/ 1232525 w 7467600"/>
              <a:gd name="connsiteY652" fmla="*/ 1804675 h 6858000"/>
              <a:gd name="connsiteX653" fmla="*/ 1388858 w 7467600"/>
              <a:gd name="connsiteY653" fmla="*/ 2368011 h 6858000"/>
              <a:gd name="connsiteX654" fmla="*/ 1384098 w 7467600"/>
              <a:gd name="connsiteY654" fmla="*/ 2378125 h 6858000"/>
              <a:gd name="connsiteX655" fmla="*/ 1425393 w 7467600"/>
              <a:gd name="connsiteY655" fmla="*/ 2589124 h 6858000"/>
              <a:gd name="connsiteX656" fmla="*/ 1424001 w 7467600"/>
              <a:gd name="connsiteY656" fmla="*/ 2597541 h 6858000"/>
              <a:gd name="connsiteX657" fmla="*/ 2152729 w 7467600"/>
              <a:gd name="connsiteY657" fmla="*/ 2864487 h 6858000"/>
              <a:gd name="connsiteX658" fmla="*/ 2020609 w 7467600"/>
              <a:gd name="connsiteY658" fmla="*/ 2539671 h 6858000"/>
              <a:gd name="connsiteX659" fmla="*/ 2018920 w 7467600"/>
              <a:gd name="connsiteY659" fmla="*/ 2536309 h 6858000"/>
              <a:gd name="connsiteX660" fmla="*/ 1342441 w 7467600"/>
              <a:gd name="connsiteY660" fmla="*/ 1173017 h 6858000"/>
              <a:gd name="connsiteX661" fmla="*/ 1367925 w 7467600"/>
              <a:gd name="connsiteY661" fmla="*/ 1135648 h 6858000"/>
              <a:gd name="connsiteX662" fmla="*/ 1771401 w 7467600"/>
              <a:gd name="connsiteY662" fmla="*/ 1806673 h 6858000"/>
              <a:gd name="connsiteX663" fmla="*/ 1972385 w 7467600"/>
              <a:gd name="connsiteY663" fmla="*/ 2198735 h 6858000"/>
              <a:gd name="connsiteX664" fmla="*/ 2040892 w 7467600"/>
              <a:gd name="connsiteY664" fmla="*/ 2405205 h 6858000"/>
              <a:gd name="connsiteX665" fmla="*/ 2131689 w 7467600"/>
              <a:gd name="connsiteY665" fmla="*/ 1936926 h 6858000"/>
              <a:gd name="connsiteX666" fmla="*/ 2454820 w 7467600"/>
              <a:gd name="connsiteY666" fmla="*/ 1248808 h 6858000"/>
              <a:gd name="connsiteX667" fmla="*/ 2492512 w 7467600"/>
              <a:gd name="connsiteY667" fmla="*/ 1302920 h 6858000"/>
              <a:gd name="connsiteX668" fmla="*/ 2081216 w 7467600"/>
              <a:gd name="connsiteY668" fmla="*/ 2527513 h 6858000"/>
              <a:gd name="connsiteX669" fmla="*/ 2081211 w 7467600"/>
              <a:gd name="connsiteY669" fmla="*/ 2528916 h 6858000"/>
              <a:gd name="connsiteX670" fmla="*/ 2199067 w 7467600"/>
              <a:gd name="connsiteY670" fmla="*/ 2884061 h 6858000"/>
              <a:gd name="connsiteX671" fmla="*/ 3192586 w 7467600"/>
              <a:gd name="connsiteY671" fmla="*/ 3411496 h 6858000"/>
              <a:gd name="connsiteX672" fmla="*/ 3182620 w 7467600"/>
              <a:gd name="connsiteY672" fmla="*/ 3483279 h 6858000"/>
              <a:gd name="connsiteX673" fmla="*/ 2435119 w 7467600"/>
              <a:gd name="connsiteY673" fmla="*/ 3080173 h 6858000"/>
              <a:gd name="connsiteX674" fmla="*/ 2410152 w 7467600"/>
              <a:gd name="connsiteY674" fmla="*/ 3063751 h 6858000"/>
              <a:gd name="connsiteX675" fmla="*/ 2408099 w 7467600"/>
              <a:gd name="connsiteY675" fmla="*/ 3064403 h 6858000"/>
              <a:gd name="connsiteX676" fmla="*/ 2407218 w 7467600"/>
              <a:gd name="connsiteY676" fmla="*/ 3070324 h 6858000"/>
              <a:gd name="connsiteX677" fmla="*/ 2380138 w 7467600"/>
              <a:gd name="connsiteY677" fmla="*/ 3099341 h 6858000"/>
              <a:gd name="connsiteX678" fmla="*/ 1765923 w 7467600"/>
              <a:gd name="connsiteY678" fmla="*/ 3581043 h 6858000"/>
              <a:gd name="connsiteX679" fmla="*/ 1702258 w 7467600"/>
              <a:gd name="connsiteY679" fmla="*/ 3612286 h 6858000"/>
              <a:gd name="connsiteX680" fmla="*/ 1538370 w 7467600"/>
              <a:gd name="connsiteY680" fmla="*/ 3811804 h 6858000"/>
              <a:gd name="connsiteX681" fmla="*/ 542867 w 7467600"/>
              <a:gd name="connsiteY681" fmla="*/ 4944092 h 6858000"/>
              <a:gd name="connsiteX682" fmla="*/ 515800 w 7467600"/>
              <a:gd name="connsiteY682" fmla="*/ 4862180 h 6858000"/>
              <a:gd name="connsiteX683" fmla="*/ 909145 w 7467600"/>
              <a:gd name="connsiteY683" fmla="*/ 4199225 h 6858000"/>
              <a:gd name="connsiteX684" fmla="*/ 1214067 w 7467600"/>
              <a:gd name="connsiteY684" fmla="*/ 3908561 h 6858000"/>
              <a:gd name="connsiteX685" fmla="*/ 640967 w 7467600"/>
              <a:gd name="connsiteY685" fmla="*/ 4105601 h 6858000"/>
              <a:gd name="connsiteX686" fmla="*/ 112563 w 7467600"/>
              <a:gd name="connsiteY686" fmla="*/ 4396952 h 6858000"/>
              <a:gd name="connsiteX687" fmla="*/ 0 w 7467600"/>
              <a:gd name="connsiteY687" fmla="*/ 4466006 h 6858000"/>
              <a:gd name="connsiteX688" fmla="*/ 0 w 7467600"/>
              <a:gd name="connsiteY688" fmla="*/ 4233763 h 6858000"/>
              <a:gd name="connsiteX689" fmla="*/ 36881 w 7467600"/>
              <a:gd name="connsiteY689" fmla="*/ 4200118 h 6858000"/>
              <a:gd name="connsiteX690" fmla="*/ 910534 w 7467600"/>
              <a:gd name="connsiteY690" fmla="*/ 3629753 h 6858000"/>
              <a:gd name="connsiteX691" fmla="*/ 1578717 w 7467600"/>
              <a:gd name="connsiteY691" fmla="*/ 3575982 h 6858000"/>
              <a:gd name="connsiteX692" fmla="*/ 2338780 w 7467600"/>
              <a:gd name="connsiteY692" fmla="*/ 3033725 h 6858000"/>
              <a:gd name="connsiteX693" fmla="*/ 1807991 w 7467600"/>
              <a:gd name="connsiteY693" fmla="*/ 2807184 h 6858000"/>
              <a:gd name="connsiteX694" fmla="*/ 1416358 w 7467600"/>
              <a:gd name="connsiteY694" fmla="*/ 3112571 h 6858000"/>
              <a:gd name="connsiteX695" fmla="*/ 939066 w 7467600"/>
              <a:gd name="connsiteY695" fmla="*/ 3378798 h 6858000"/>
              <a:gd name="connsiteX696" fmla="*/ 115099 w 7467600"/>
              <a:gd name="connsiteY696" fmla="*/ 3607650 h 6858000"/>
              <a:gd name="connsiteX697" fmla="*/ 97284 w 7467600"/>
              <a:gd name="connsiteY697" fmla="*/ 3520393 h 6858000"/>
              <a:gd name="connsiteX698" fmla="*/ 922050 w 7467600"/>
              <a:gd name="connsiteY698" fmla="*/ 3074867 h 6858000"/>
              <a:gd name="connsiteX699" fmla="*/ 1405265 w 7467600"/>
              <a:gd name="connsiteY699" fmla="*/ 3016319 h 6858000"/>
              <a:gd name="connsiteX700" fmla="*/ 1407512 w 7467600"/>
              <a:gd name="connsiteY700" fmla="*/ 3018001 h 6858000"/>
              <a:gd name="connsiteX701" fmla="*/ 1726266 w 7467600"/>
              <a:gd name="connsiteY701" fmla="*/ 2777274 h 6858000"/>
              <a:gd name="connsiteX702" fmla="*/ 625390 w 7467600"/>
              <a:gd name="connsiteY702" fmla="*/ 2514541 h 6858000"/>
              <a:gd name="connsiteX703" fmla="*/ 619799 w 7467600"/>
              <a:gd name="connsiteY703" fmla="*/ 2527180 h 6858000"/>
              <a:gd name="connsiteX704" fmla="*/ 310030 w 7467600"/>
              <a:gd name="connsiteY704" fmla="*/ 2771818 h 6858000"/>
              <a:gd name="connsiteX705" fmla="*/ 173877 w 7467600"/>
              <a:gd name="connsiteY705" fmla="*/ 2937056 h 6858000"/>
              <a:gd name="connsiteX706" fmla="*/ 77889 w 7467600"/>
              <a:gd name="connsiteY706" fmla="*/ 3138440 h 6858000"/>
              <a:gd name="connsiteX707" fmla="*/ 0 w 7467600"/>
              <a:gd name="connsiteY707" fmla="*/ 3271395 h 6858000"/>
              <a:gd name="connsiteX708" fmla="*/ 0 w 7467600"/>
              <a:gd name="connsiteY708" fmla="*/ 3153002 h 6858000"/>
              <a:gd name="connsiteX709" fmla="*/ 2386 w 7467600"/>
              <a:gd name="connsiteY709" fmla="*/ 3149203 h 6858000"/>
              <a:gd name="connsiteX710" fmla="*/ 89753 w 7467600"/>
              <a:gd name="connsiteY710" fmla="*/ 2987702 h 6858000"/>
              <a:gd name="connsiteX711" fmla="*/ 76869 w 7467600"/>
              <a:gd name="connsiteY711" fmla="*/ 3005404 h 6858000"/>
              <a:gd name="connsiteX712" fmla="*/ 32049 w 7467600"/>
              <a:gd name="connsiteY712" fmla="*/ 3065814 h 6858000"/>
              <a:gd name="connsiteX713" fmla="*/ 0 w 7467600"/>
              <a:gd name="connsiteY713" fmla="*/ 3108744 h 6858000"/>
              <a:gd name="connsiteX714" fmla="*/ 0 w 7467600"/>
              <a:gd name="connsiteY714" fmla="*/ 3058059 h 6858000"/>
              <a:gd name="connsiteX715" fmla="*/ 7610 w 7467600"/>
              <a:gd name="connsiteY715" fmla="*/ 3047889 h 6858000"/>
              <a:gd name="connsiteX716" fmla="*/ 52419 w 7467600"/>
              <a:gd name="connsiteY716" fmla="*/ 2987479 h 6858000"/>
              <a:gd name="connsiteX717" fmla="*/ 59142 w 7467600"/>
              <a:gd name="connsiteY717" fmla="*/ 2978488 h 6858000"/>
              <a:gd name="connsiteX718" fmla="*/ 0 w 7467600"/>
              <a:gd name="connsiteY718" fmla="*/ 3015334 h 6858000"/>
              <a:gd name="connsiteX719" fmla="*/ 0 w 7467600"/>
              <a:gd name="connsiteY719" fmla="*/ 2914286 h 6858000"/>
              <a:gd name="connsiteX720" fmla="*/ 36383 w 7467600"/>
              <a:gd name="connsiteY720" fmla="*/ 2901128 h 6858000"/>
              <a:gd name="connsiteX721" fmla="*/ 156329 w 7467600"/>
              <a:gd name="connsiteY721" fmla="*/ 2840533 h 6858000"/>
              <a:gd name="connsiteX722" fmla="*/ 358355 w 7467600"/>
              <a:gd name="connsiteY722" fmla="*/ 2620471 h 6858000"/>
              <a:gd name="connsiteX723" fmla="*/ 510577 w 7467600"/>
              <a:gd name="connsiteY723" fmla="*/ 2501244 h 6858000"/>
              <a:gd name="connsiteX724" fmla="*/ 211967 w 7467600"/>
              <a:gd name="connsiteY724" fmla="*/ 2479171 h 6858000"/>
              <a:gd name="connsiteX725" fmla="*/ 0 w 7467600"/>
              <a:gd name="connsiteY725" fmla="*/ 2476398 h 6858000"/>
              <a:gd name="connsiteX726" fmla="*/ 0 w 7467600"/>
              <a:gd name="connsiteY726" fmla="*/ 2389189 h 6858000"/>
              <a:gd name="connsiteX727" fmla="*/ 103062 w 7467600"/>
              <a:gd name="connsiteY727" fmla="*/ 2389518 h 6858000"/>
              <a:gd name="connsiteX728" fmla="*/ 510734 w 7467600"/>
              <a:gd name="connsiteY728" fmla="*/ 2416201 h 6858000"/>
              <a:gd name="connsiteX729" fmla="*/ 279257 w 7467600"/>
              <a:gd name="connsiteY729" fmla="*/ 2092102 h 6858000"/>
              <a:gd name="connsiteX730" fmla="*/ 65265 w 7467600"/>
              <a:gd name="connsiteY730" fmla="*/ 2006049 h 6858000"/>
              <a:gd name="connsiteX731" fmla="*/ 0 w 7467600"/>
              <a:gd name="connsiteY731" fmla="*/ 1982532 h 6858000"/>
              <a:gd name="connsiteX732" fmla="*/ 0 w 7467600"/>
              <a:gd name="connsiteY732" fmla="*/ 1912789 h 6858000"/>
              <a:gd name="connsiteX733" fmla="*/ 97460 w 7467600"/>
              <a:gd name="connsiteY733" fmla="*/ 1953725 h 6858000"/>
              <a:gd name="connsiteX734" fmla="*/ 221272 w 7467600"/>
              <a:gd name="connsiteY734" fmla="*/ 1980766 h 6858000"/>
              <a:gd name="connsiteX735" fmla="*/ 116765 w 7467600"/>
              <a:gd name="connsiteY735" fmla="*/ 1911033 h 6858000"/>
              <a:gd name="connsiteX736" fmla="*/ 16405 w 7467600"/>
              <a:gd name="connsiteY736" fmla="*/ 1803412 h 6858000"/>
              <a:gd name="connsiteX737" fmla="*/ 0 w 7467600"/>
              <a:gd name="connsiteY737" fmla="*/ 1784777 h 6858000"/>
              <a:gd name="connsiteX738" fmla="*/ 0 w 7467600"/>
              <a:gd name="connsiteY738" fmla="*/ 1740082 h 6858000"/>
              <a:gd name="connsiteX739" fmla="*/ 39394 w 7467600"/>
              <a:gd name="connsiteY739" fmla="*/ 1784856 h 6858000"/>
              <a:gd name="connsiteX740" fmla="*/ 135813 w 7467600"/>
              <a:gd name="connsiteY740" fmla="*/ 1888838 h 6858000"/>
              <a:gd name="connsiteX741" fmla="*/ 242575 w 7467600"/>
              <a:gd name="connsiteY741" fmla="*/ 1958841 h 6858000"/>
              <a:gd name="connsiteX742" fmla="*/ 82197 w 7467600"/>
              <a:gd name="connsiteY742" fmla="*/ 1754826 h 6858000"/>
              <a:gd name="connsiteX743" fmla="*/ 0 w 7467600"/>
              <a:gd name="connsiteY743" fmla="*/ 1679650 h 6858000"/>
              <a:gd name="connsiteX744" fmla="*/ 0 w 7467600"/>
              <a:gd name="connsiteY744" fmla="*/ 1602463 h 6858000"/>
              <a:gd name="connsiteX745" fmla="*/ 84689 w 7467600"/>
              <a:gd name="connsiteY745" fmla="*/ 1677442 h 6858000"/>
              <a:gd name="connsiteX746" fmla="*/ 298437 w 7467600"/>
              <a:gd name="connsiteY746" fmla="*/ 1968019 h 6858000"/>
              <a:gd name="connsiteX747" fmla="*/ 227269 w 7467600"/>
              <a:gd name="connsiteY747" fmla="*/ 1114064 h 6858000"/>
              <a:gd name="connsiteX748" fmla="*/ 248003 w 7467600"/>
              <a:gd name="connsiteY748" fmla="*/ 1089613 h 6858000"/>
              <a:gd name="connsiteX749" fmla="*/ 427020 w 7467600"/>
              <a:gd name="connsiteY749" fmla="*/ 1619803 h 6858000"/>
              <a:gd name="connsiteX750" fmla="*/ 340345 w 7467600"/>
              <a:gd name="connsiteY750" fmla="*/ 2027739 h 6858000"/>
              <a:gd name="connsiteX751" fmla="*/ 360865 w 7467600"/>
              <a:gd name="connsiteY751" fmla="*/ 2044827 h 6858000"/>
              <a:gd name="connsiteX752" fmla="*/ 560414 w 7467600"/>
              <a:gd name="connsiteY752" fmla="*/ 2421457 h 6858000"/>
              <a:gd name="connsiteX753" fmla="*/ 1359703 w 7467600"/>
              <a:gd name="connsiteY753" fmla="*/ 2578554 h 6858000"/>
              <a:gd name="connsiteX754" fmla="*/ 1359422 w 7467600"/>
              <a:gd name="connsiteY754" fmla="*/ 2577994 h 6858000"/>
              <a:gd name="connsiteX755" fmla="*/ 828701 w 7467600"/>
              <a:gd name="connsiteY755" fmla="*/ 1839520 h 6858000"/>
              <a:gd name="connsiteX756" fmla="*/ 494427 w 7467600"/>
              <a:gd name="connsiteY756" fmla="*/ 1092333 h 6858000"/>
              <a:gd name="connsiteX757" fmla="*/ 506322 w 7467600"/>
              <a:gd name="connsiteY757" fmla="*/ 1020997 h 6858000"/>
              <a:gd name="connsiteX758" fmla="*/ 4570198 w 7467600"/>
              <a:gd name="connsiteY758" fmla="*/ 978081 h 6858000"/>
              <a:gd name="connsiteX759" fmla="*/ 4523691 w 7467600"/>
              <a:gd name="connsiteY759" fmla="*/ 1127776 h 6858000"/>
              <a:gd name="connsiteX760" fmla="*/ 4509875 w 7467600"/>
              <a:gd name="connsiteY760" fmla="*/ 1167552 h 6858000"/>
              <a:gd name="connsiteX761" fmla="*/ 4478168 w 7467600"/>
              <a:gd name="connsiteY761" fmla="*/ 1260735 h 6858000"/>
              <a:gd name="connsiteX762" fmla="*/ 4409309 w 7467600"/>
              <a:gd name="connsiteY762" fmla="*/ 1666996 h 6858000"/>
              <a:gd name="connsiteX763" fmla="*/ 4370031 w 7467600"/>
              <a:gd name="connsiteY763" fmla="*/ 1955666 h 6858000"/>
              <a:gd name="connsiteX764" fmla="*/ 4570198 w 7467600"/>
              <a:gd name="connsiteY764" fmla="*/ 978081 h 6858000"/>
              <a:gd name="connsiteX765" fmla="*/ 4557898 w 7467600"/>
              <a:gd name="connsiteY765" fmla="*/ 900011 h 6858000"/>
              <a:gd name="connsiteX766" fmla="*/ 4344840 w 7467600"/>
              <a:gd name="connsiteY766" fmla="*/ 1922038 h 6858000"/>
              <a:gd name="connsiteX767" fmla="*/ 4378710 w 7467600"/>
              <a:gd name="connsiteY767" fmla="*/ 1665516 h 6858000"/>
              <a:gd name="connsiteX768" fmla="*/ 4448798 w 7467600"/>
              <a:gd name="connsiteY768" fmla="*/ 1253024 h 6858000"/>
              <a:gd name="connsiteX769" fmla="*/ 4480315 w 7467600"/>
              <a:gd name="connsiteY769" fmla="*/ 1158454 h 6858000"/>
              <a:gd name="connsiteX770" fmla="*/ 4494133 w 7467600"/>
              <a:gd name="connsiteY770" fmla="*/ 1118676 h 6858000"/>
              <a:gd name="connsiteX771" fmla="*/ 4557898 w 7467600"/>
              <a:gd name="connsiteY771" fmla="*/ 900011 h 6858000"/>
              <a:gd name="connsiteX772" fmla="*/ 5870151 w 7467600"/>
              <a:gd name="connsiteY772" fmla="*/ 898890 h 6858000"/>
              <a:gd name="connsiteX773" fmla="*/ 5861335 w 7467600"/>
              <a:gd name="connsiteY773" fmla="*/ 899177 h 6858000"/>
              <a:gd name="connsiteX774" fmla="*/ 5843702 w 7467600"/>
              <a:gd name="connsiteY774" fmla="*/ 899748 h 6858000"/>
              <a:gd name="connsiteX775" fmla="*/ 5651107 w 7467600"/>
              <a:gd name="connsiteY775" fmla="*/ 920306 h 6858000"/>
              <a:gd name="connsiteX776" fmla="*/ 5459407 w 7467600"/>
              <a:gd name="connsiteY776" fmla="*/ 940975 h 6858000"/>
              <a:gd name="connsiteX777" fmla="*/ 5374846 w 7467600"/>
              <a:gd name="connsiteY777" fmla="*/ 941988 h 6858000"/>
              <a:gd name="connsiteX778" fmla="*/ 5256105 w 7467600"/>
              <a:gd name="connsiteY778" fmla="*/ 945632 h 6858000"/>
              <a:gd name="connsiteX779" fmla="*/ 5107071 w 7467600"/>
              <a:gd name="connsiteY779" fmla="*/ 969720 h 6858000"/>
              <a:gd name="connsiteX780" fmla="*/ 4998681 w 7467600"/>
              <a:gd name="connsiteY780" fmla="*/ 988771 h 6858000"/>
              <a:gd name="connsiteX781" fmla="*/ 5870151 w 7467600"/>
              <a:gd name="connsiteY781" fmla="*/ 898890 h 6858000"/>
              <a:gd name="connsiteX782" fmla="*/ 5504425 w 7467600"/>
              <a:gd name="connsiteY782" fmla="*/ 848067 h 6858000"/>
              <a:gd name="connsiteX783" fmla="*/ 4968849 w 7467600"/>
              <a:gd name="connsiteY783" fmla="*/ 962318 h 6858000"/>
              <a:gd name="connsiteX784" fmla="*/ 5104039 w 7467600"/>
              <a:gd name="connsiteY784" fmla="*/ 940634 h 6858000"/>
              <a:gd name="connsiteX785" fmla="*/ 5256311 w 7467600"/>
              <a:gd name="connsiteY785" fmla="*/ 916490 h 6858000"/>
              <a:gd name="connsiteX786" fmla="*/ 5377381 w 7467600"/>
              <a:gd name="connsiteY786" fmla="*/ 912671 h 6858000"/>
              <a:gd name="connsiteX787" fmla="*/ 5460148 w 7467600"/>
              <a:gd name="connsiteY787" fmla="*/ 911442 h 6858000"/>
              <a:gd name="connsiteX788" fmla="*/ 5648971 w 7467600"/>
              <a:gd name="connsiteY788" fmla="*/ 891331 h 6858000"/>
              <a:gd name="connsiteX789" fmla="*/ 5844807 w 7467600"/>
              <a:gd name="connsiteY789" fmla="*/ 870718 h 6858000"/>
              <a:gd name="connsiteX790" fmla="*/ 5862975 w 7467600"/>
              <a:gd name="connsiteY790" fmla="*/ 869756 h 6858000"/>
              <a:gd name="connsiteX791" fmla="*/ 5920887 w 7467600"/>
              <a:gd name="connsiteY791" fmla="*/ 865929 h 6858000"/>
              <a:gd name="connsiteX792" fmla="*/ 5504425 w 7467600"/>
              <a:gd name="connsiteY792" fmla="*/ 848067 h 6858000"/>
              <a:gd name="connsiteX793" fmla="*/ 3607114 w 7467600"/>
              <a:gd name="connsiteY793" fmla="*/ 467441 h 6858000"/>
              <a:gd name="connsiteX794" fmla="*/ 3296242 w 7467600"/>
              <a:gd name="connsiteY794" fmla="*/ 807991 h 6858000"/>
              <a:gd name="connsiteX795" fmla="*/ 3174674 w 7467600"/>
              <a:gd name="connsiteY795" fmla="*/ 919759 h 6858000"/>
              <a:gd name="connsiteX796" fmla="*/ 3042978 w 7467600"/>
              <a:gd name="connsiteY796" fmla="*/ 1054894 h 6858000"/>
              <a:gd name="connsiteX797" fmla="*/ 2968914 w 7467600"/>
              <a:gd name="connsiteY797" fmla="*/ 1133756 h 6858000"/>
              <a:gd name="connsiteX798" fmla="*/ 3103823 w 7467600"/>
              <a:gd name="connsiteY798" fmla="*/ 1026814 h 6858000"/>
              <a:gd name="connsiteX799" fmla="*/ 3607114 w 7467600"/>
              <a:gd name="connsiteY799" fmla="*/ 467441 h 6858000"/>
              <a:gd name="connsiteX800" fmla="*/ 3744487 w 7467600"/>
              <a:gd name="connsiteY800" fmla="*/ 383136 h 6858000"/>
              <a:gd name="connsiteX801" fmla="*/ 3970213 w 7467600"/>
              <a:gd name="connsiteY801" fmla="*/ 995559 h 6858000"/>
              <a:gd name="connsiteX802" fmla="*/ 3744487 w 7467600"/>
              <a:gd name="connsiteY802" fmla="*/ 383136 h 6858000"/>
              <a:gd name="connsiteX803" fmla="*/ 3624562 w 7467600"/>
              <a:gd name="connsiteY803" fmla="*/ 367041 h 6858000"/>
              <a:gd name="connsiteX804" fmla="*/ 3489712 w 7467600"/>
              <a:gd name="connsiteY804" fmla="*/ 485386 h 6858000"/>
              <a:gd name="connsiteX805" fmla="*/ 3182994 w 7467600"/>
              <a:gd name="connsiteY805" fmla="*/ 828265 h 6858000"/>
              <a:gd name="connsiteX806" fmla="*/ 2892114 w 7467600"/>
              <a:gd name="connsiteY806" fmla="*/ 1172635 h 6858000"/>
              <a:gd name="connsiteX807" fmla="*/ 3021459 w 7467600"/>
              <a:gd name="connsiteY807" fmla="*/ 1035385 h 6858000"/>
              <a:gd name="connsiteX808" fmla="*/ 3153873 w 7467600"/>
              <a:gd name="connsiteY808" fmla="*/ 898971 h 6858000"/>
              <a:gd name="connsiteX809" fmla="*/ 3276511 w 7467600"/>
              <a:gd name="connsiteY809" fmla="*/ 786423 h 6858000"/>
              <a:gd name="connsiteX810" fmla="*/ 3584154 w 7467600"/>
              <a:gd name="connsiteY810" fmla="*/ 448218 h 6858000"/>
              <a:gd name="connsiteX811" fmla="*/ 3624562 w 7467600"/>
              <a:gd name="connsiteY811" fmla="*/ 367041 h 6858000"/>
              <a:gd name="connsiteX812" fmla="*/ 3766672 w 7467600"/>
              <a:gd name="connsiteY812" fmla="*/ 359429 h 6858000"/>
              <a:gd name="connsiteX813" fmla="*/ 3996338 w 7467600"/>
              <a:gd name="connsiteY813" fmla="*/ 968237 h 6858000"/>
              <a:gd name="connsiteX814" fmla="*/ 3766672 w 7467600"/>
              <a:gd name="connsiteY814" fmla="*/ 359429 h 6858000"/>
              <a:gd name="connsiteX815" fmla="*/ 5805386 w 7467600"/>
              <a:gd name="connsiteY815" fmla="*/ 239240 h 6858000"/>
              <a:gd name="connsiteX816" fmla="*/ 5736947 w 7467600"/>
              <a:gd name="connsiteY816" fmla="*/ 261367 h 6858000"/>
              <a:gd name="connsiteX817" fmla="*/ 5427012 w 7467600"/>
              <a:gd name="connsiteY817" fmla="*/ 311272 h 6858000"/>
              <a:gd name="connsiteX818" fmla="*/ 5147818 w 7467600"/>
              <a:gd name="connsiteY818" fmla="*/ 322112 h 6858000"/>
              <a:gd name="connsiteX819" fmla="*/ 5060854 w 7467600"/>
              <a:gd name="connsiteY819" fmla="*/ 311882 h 6858000"/>
              <a:gd name="connsiteX820" fmla="*/ 4945989 w 7467600"/>
              <a:gd name="connsiteY820" fmla="*/ 300516 h 6858000"/>
              <a:gd name="connsiteX821" fmla="*/ 5410479 w 7467600"/>
              <a:gd name="connsiteY821" fmla="*/ 348434 h 6858000"/>
              <a:gd name="connsiteX822" fmla="*/ 5805386 w 7467600"/>
              <a:gd name="connsiteY822" fmla="*/ 239240 h 6858000"/>
              <a:gd name="connsiteX823" fmla="*/ 5905192 w 7467600"/>
              <a:gd name="connsiteY823" fmla="*/ 163079 h 6858000"/>
              <a:gd name="connsiteX824" fmla="*/ 5865655 w 7467600"/>
              <a:gd name="connsiteY824" fmla="*/ 171901 h 6858000"/>
              <a:gd name="connsiteX825" fmla="*/ 5259740 w 7467600"/>
              <a:gd name="connsiteY825" fmla="*/ 257013 h 6858000"/>
              <a:gd name="connsiteX826" fmla="*/ 5208466 w 7467600"/>
              <a:gd name="connsiteY826" fmla="*/ 257550 h 6858000"/>
              <a:gd name="connsiteX827" fmla="*/ 4980204 w 7467600"/>
              <a:gd name="connsiteY827" fmla="*/ 271903 h 6858000"/>
              <a:gd name="connsiteX828" fmla="*/ 5068068 w 7467600"/>
              <a:gd name="connsiteY828" fmla="*/ 282244 h 6858000"/>
              <a:gd name="connsiteX829" fmla="*/ 5153231 w 7467600"/>
              <a:gd name="connsiteY829" fmla="*/ 292240 h 6858000"/>
              <a:gd name="connsiteX830" fmla="*/ 5426491 w 7467600"/>
              <a:gd name="connsiteY830" fmla="*/ 281128 h 6858000"/>
              <a:gd name="connsiteX831" fmla="*/ 5731212 w 7467600"/>
              <a:gd name="connsiteY831" fmla="*/ 231951 h 6858000"/>
              <a:gd name="connsiteX832" fmla="*/ 5905192 w 7467600"/>
              <a:gd name="connsiteY832" fmla="*/ 163079 h 6858000"/>
              <a:gd name="connsiteX833" fmla="*/ 5944437 w 7467600"/>
              <a:gd name="connsiteY833" fmla="*/ 113829 h 6858000"/>
              <a:gd name="connsiteX834" fmla="*/ 5825032 w 7467600"/>
              <a:gd name="connsiteY834" fmla="*/ 146405 h 6858000"/>
              <a:gd name="connsiteX835" fmla="*/ 4955599 w 7467600"/>
              <a:gd name="connsiteY835" fmla="*/ 247008 h 6858000"/>
              <a:gd name="connsiteX836" fmla="*/ 5210104 w 7467600"/>
              <a:gd name="connsiteY836" fmla="*/ 228123 h 6858000"/>
              <a:gd name="connsiteX837" fmla="*/ 5261015 w 7467600"/>
              <a:gd name="connsiteY837" fmla="*/ 227087 h 6858000"/>
              <a:gd name="connsiteX838" fmla="*/ 5861181 w 7467600"/>
              <a:gd name="connsiteY838" fmla="*/ 143093 h 6858000"/>
              <a:gd name="connsiteX839" fmla="*/ 5961252 w 7467600"/>
              <a:gd name="connsiteY839" fmla="*/ 114820 h 6858000"/>
              <a:gd name="connsiteX840" fmla="*/ 5944437 w 7467600"/>
              <a:gd name="connsiteY840" fmla="*/ 113829 h 6858000"/>
              <a:gd name="connsiteX841" fmla="*/ 3882765 w 7467600"/>
              <a:gd name="connsiteY841" fmla="*/ 0 h 6858000"/>
              <a:gd name="connsiteX842" fmla="*/ 3995099 w 7467600"/>
              <a:gd name="connsiteY842" fmla="*/ 0 h 6858000"/>
              <a:gd name="connsiteX843" fmla="*/ 4163818 w 7467600"/>
              <a:gd name="connsiteY843" fmla="*/ 234104 h 6858000"/>
              <a:gd name="connsiteX844" fmla="*/ 4172099 w 7467600"/>
              <a:gd name="connsiteY844" fmla="*/ 234207 h 6858000"/>
              <a:gd name="connsiteX845" fmla="*/ 4784282 w 7467600"/>
              <a:gd name="connsiteY845" fmla="*/ 276561 h 6858000"/>
              <a:gd name="connsiteX846" fmla="*/ 4801687 w 7467600"/>
              <a:gd name="connsiteY846" fmla="*/ 267764 h 6858000"/>
              <a:gd name="connsiteX847" fmla="*/ 6082788 w 7467600"/>
              <a:gd name="connsiteY847" fmla="*/ 64119 h 6858000"/>
              <a:gd name="connsiteX848" fmla="*/ 6099442 w 7467600"/>
              <a:gd name="connsiteY848" fmla="*/ 82568 h 6858000"/>
              <a:gd name="connsiteX849" fmla="*/ 4804137 w 7467600"/>
              <a:gd name="connsiteY849" fmla="*/ 320931 h 6858000"/>
              <a:gd name="connsiteX850" fmla="*/ 4227047 w 7467600"/>
              <a:gd name="connsiteY850" fmla="*/ 313415 h 6858000"/>
              <a:gd name="connsiteX851" fmla="*/ 4346041 w 7467600"/>
              <a:gd name="connsiteY851" fmla="*/ 456086 h 6858000"/>
              <a:gd name="connsiteX852" fmla="*/ 4870967 w 7467600"/>
              <a:gd name="connsiteY852" fmla="*/ 963061 h 6858000"/>
              <a:gd name="connsiteX853" fmla="*/ 4889647 w 7467600"/>
              <a:gd name="connsiteY853" fmla="*/ 957147 h 6858000"/>
              <a:gd name="connsiteX854" fmla="*/ 5422504 w 7467600"/>
              <a:gd name="connsiteY854" fmla="*/ 805191 h 6858000"/>
              <a:gd name="connsiteX855" fmla="*/ 6087656 w 7467600"/>
              <a:gd name="connsiteY855" fmla="*/ 826703 h 6858000"/>
              <a:gd name="connsiteX856" fmla="*/ 6058717 w 7467600"/>
              <a:gd name="connsiteY856" fmla="*/ 865992 h 6858000"/>
              <a:gd name="connsiteX857" fmla="*/ 4974153 w 7467600"/>
              <a:gd name="connsiteY857" fmla="*/ 1045456 h 6858000"/>
              <a:gd name="connsiteX858" fmla="*/ 5627835 w 7467600"/>
              <a:gd name="connsiteY858" fmla="*/ 1472077 h 6858000"/>
              <a:gd name="connsiteX859" fmla="*/ 5629817 w 7467600"/>
              <a:gd name="connsiteY859" fmla="*/ 1471412 h 6858000"/>
              <a:gd name="connsiteX860" fmla="*/ 5634124 w 7467600"/>
              <a:gd name="connsiteY860" fmla="*/ 1470572 h 6858000"/>
              <a:gd name="connsiteX861" fmla="*/ 5755832 w 7467600"/>
              <a:gd name="connsiteY861" fmla="*/ 1383886 h 6858000"/>
              <a:gd name="connsiteX862" fmla="*/ 6014186 w 7467600"/>
              <a:gd name="connsiteY862" fmla="*/ 1279799 h 6858000"/>
              <a:gd name="connsiteX863" fmla="*/ 6901619 w 7467600"/>
              <a:gd name="connsiteY863" fmla="*/ 1047874 h 6858000"/>
              <a:gd name="connsiteX864" fmla="*/ 6931566 w 7467600"/>
              <a:gd name="connsiteY864" fmla="*/ 1062034 h 6858000"/>
              <a:gd name="connsiteX865" fmla="*/ 5790982 w 7467600"/>
              <a:gd name="connsiteY865" fmla="*/ 1561380 h 6858000"/>
              <a:gd name="connsiteX866" fmla="*/ 6188971 w 7467600"/>
              <a:gd name="connsiteY866" fmla="*/ 1755168 h 6858000"/>
              <a:gd name="connsiteX867" fmla="*/ 6202446 w 7467600"/>
              <a:gd name="connsiteY867" fmla="*/ 1752268 h 6858000"/>
              <a:gd name="connsiteX868" fmla="*/ 7179560 w 7467600"/>
              <a:gd name="connsiteY868" fmla="*/ 1467551 h 6858000"/>
              <a:gd name="connsiteX869" fmla="*/ 7158730 w 7467600"/>
              <a:gd name="connsiteY869" fmla="*/ 1507835 h 6858000"/>
              <a:gd name="connsiteX870" fmla="*/ 6326959 w 7467600"/>
              <a:gd name="connsiteY870" fmla="*/ 1817686 h 6858000"/>
              <a:gd name="connsiteX871" fmla="*/ 6537433 w 7467600"/>
              <a:gd name="connsiteY871" fmla="*/ 1907790 h 6858000"/>
              <a:gd name="connsiteX872" fmla="*/ 6550221 w 7467600"/>
              <a:gd name="connsiteY872" fmla="*/ 1910729 h 6858000"/>
              <a:gd name="connsiteX873" fmla="*/ 6964438 w 7467600"/>
              <a:gd name="connsiteY873" fmla="*/ 2209505 h 6858000"/>
              <a:gd name="connsiteX874" fmla="*/ 7367862 w 7467600"/>
              <a:gd name="connsiteY874" fmla="*/ 2806833 h 6858000"/>
              <a:gd name="connsiteX875" fmla="*/ 7364329 w 7467600"/>
              <a:gd name="connsiteY875" fmla="*/ 2826907 h 6858000"/>
              <a:gd name="connsiteX876" fmla="*/ 7290545 w 7467600"/>
              <a:gd name="connsiteY876" fmla="*/ 2850663 h 6858000"/>
              <a:gd name="connsiteX877" fmla="*/ 6472036 w 7467600"/>
              <a:gd name="connsiteY877" fmla="*/ 1959003 h 6858000"/>
              <a:gd name="connsiteX878" fmla="*/ 5792897 w 7467600"/>
              <a:gd name="connsiteY878" fmla="*/ 1647747 h 6858000"/>
              <a:gd name="connsiteX879" fmla="*/ 5842751 w 7467600"/>
              <a:gd name="connsiteY879" fmla="*/ 1816112 h 6858000"/>
              <a:gd name="connsiteX880" fmla="*/ 5847424 w 7467600"/>
              <a:gd name="connsiteY880" fmla="*/ 1815776 h 6858000"/>
              <a:gd name="connsiteX881" fmla="*/ 6399821 w 7467600"/>
              <a:gd name="connsiteY881" fmla="*/ 2344799 h 6858000"/>
              <a:gd name="connsiteX882" fmla="*/ 6323232 w 7467600"/>
              <a:gd name="connsiteY882" fmla="*/ 2389634 h 6858000"/>
              <a:gd name="connsiteX883" fmla="*/ 5942958 w 7467600"/>
              <a:gd name="connsiteY883" fmla="*/ 2077708 h 6858000"/>
              <a:gd name="connsiteX884" fmla="*/ 5921559 w 7467600"/>
              <a:gd name="connsiteY884" fmla="*/ 2378596 h 6858000"/>
              <a:gd name="connsiteX885" fmla="*/ 5817651 w 7467600"/>
              <a:gd name="connsiteY885" fmla="*/ 3023919 h 6858000"/>
              <a:gd name="connsiteX886" fmla="*/ 5729634 w 7467600"/>
              <a:gd name="connsiteY886" fmla="*/ 3051849 h 6858000"/>
              <a:gd name="connsiteX887" fmla="*/ 5611018 w 7467600"/>
              <a:gd name="connsiteY887" fmla="*/ 2316769 h 6858000"/>
              <a:gd name="connsiteX888" fmla="*/ 5687608 w 7467600"/>
              <a:gd name="connsiteY888" fmla="*/ 2039972 h 6858000"/>
              <a:gd name="connsiteX889" fmla="*/ 5657554 w 7467600"/>
              <a:gd name="connsiteY889" fmla="*/ 1576445 h 6858000"/>
              <a:gd name="connsiteX890" fmla="*/ 5150475 w 7467600"/>
              <a:gd name="connsiteY890" fmla="*/ 1274012 h 6858000"/>
              <a:gd name="connsiteX891" fmla="*/ 5349142 w 7467600"/>
              <a:gd name="connsiteY891" fmla="*/ 2204405 h 6858000"/>
              <a:gd name="connsiteX892" fmla="*/ 5262214 w 7467600"/>
              <a:gd name="connsiteY892" fmla="*/ 2233836 h 6858000"/>
              <a:gd name="connsiteX893" fmla="*/ 4981539 w 7467600"/>
              <a:gd name="connsiteY893" fmla="*/ 1542201 h 6858000"/>
              <a:gd name="connsiteX894" fmla="*/ 4958461 w 7467600"/>
              <a:gd name="connsiteY894" fmla="*/ 1136957 h 6858000"/>
              <a:gd name="connsiteX895" fmla="*/ 4655015 w 7467600"/>
              <a:gd name="connsiteY895" fmla="*/ 891426 h 6858000"/>
              <a:gd name="connsiteX896" fmla="*/ 4348002 w 7467600"/>
              <a:gd name="connsiteY896" fmla="*/ 2205895 h 6858000"/>
              <a:gd name="connsiteX897" fmla="*/ 4262250 w 7467600"/>
              <a:gd name="connsiteY897" fmla="*/ 2219972 h 6858000"/>
              <a:gd name="connsiteX898" fmla="*/ 4550611 w 7467600"/>
              <a:gd name="connsiteY898" fmla="*/ 817540 h 6858000"/>
              <a:gd name="connsiteX899" fmla="*/ 4564418 w 7467600"/>
              <a:gd name="connsiteY899" fmla="*/ 808293 h 6858000"/>
              <a:gd name="connsiteX900" fmla="*/ 4266388 w 7467600"/>
              <a:gd name="connsiteY900" fmla="*/ 500083 h 6858000"/>
              <a:gd name="connsiteX901" fmla="*/ 4032842 w 7467600"/>
              <a:gd name="connsiteY901" fmla="*/ 211809 h 6858000"/>
              <a:gd name="connsiteX902" fmla="*/ 3882765 w 7467600"/>
              <a:gd name="connsiteY902" fmla="*/ 0 h 6858000"/>
              <a:gd name="connsiteX903" fmla="*/ 3721337 w 7467600"/>
              <a:gd name="connsiteY903" fmla="*/ 0 h 6858000"/>
              <a:gd name="connsiteX904" fmla="*/ 3797544 w 7467600"/>
              <a:gd name="connsiteY904" fmla="*/ 0 h 6858000"/>
              <a:gd name="connsiteX905" fmla="*/ 3775734 w 7467600"/>
              <a:gd name="connsiteY905" fmla="*/ 95131 h 6858000"/>
              <a:gd name="connsiteX906" fmla="*/ 3724807 w 7467600"/>
              <a:gd name="connsiteY906" fmla="*/ 272257 h 6858000"/>
              <a:gd name="connsiteX907" fmla="*/ 3726844 w 7467600"/>
              <a:gd name="connsiteY907" fmla="*/ 282988 h 6858000"/>
              <a:gd name="connsiteX908" fmla="*/ 3742664 w 7467600"/>
              <a:gd name="connsiteY908" fmla="*/ 279918 h 6858000"/>
              <a:gd name="connsiteX909" fmla="*/ 4103910 w 7467600"/>
              <a:gd name="connsiteY909" fmla="*/ 1161917 h 6858000"/>
              <a:gd name="connsiteX910" fmla="*/ 4020269 w 7467600"/>
              <a:gd name="connsiteY910" fmla="*/ 1200406 h 6858000"/>
              <a:gd name="connsiteX911" fmla="*/ 3674882 w 7467600"/>
              <a:gd name="connsiteY911" fmla="*/ 488524 h 6858000"/>
              <a:gd name="connsiteX912" fmla="*/ 3132682 w 7467600"/>
              <a:gd name="connsiteY912" fmla="*/ 1072284 h 6858000"/>
              <a:gd name="connsiteX913" fmla="*/ 2716346 w 7467600"/>
              <a:gd name="connsiteY913" fmla="*/ 1276376 h 6858000"/>
              <a:gd name="connsiteX914" fmla="*/ 2716772 w 7467600"/>
              <a:gd name="connsiteY914" fmla="*/ 1255462 h 6858000"/>
              <a:gd name="connsiteX915" fmla="*/ 3471096 w 7467600"/>
              <a:gd name="connsiteY915" fmla="*/ 437072 h 6858000"/>
              <a:gd name="connsiteX916" fmla="*/ 3639057 w 7467600"/>
              <a:gd name="connsiteY916" fmla="*/ 286334 h 6858000"/>
              <a:gd name="connsiteX917" fmla="*/ 3640309 w 7467600"/>
              <a:gd name="connsiteY917" fmla="*/ 284664 h 6858000"/>
              <a:gd name="connsiteX918" fmla="*/ 3646022 w 7467600"/>
              <a:gd name="connsiteY918" fmla="*/ 276711 h 6858000"/>
              <a:gd name="connsiteX919" fmla="*/ 3707943 w 7467600"/>
              <a:gd name="connsiteY919" fmla="*/ 65958 h 6858000"/>
              <a:gd name="connsiteX920" fmla="*/ 3721337 w 7467600"/>
              <a:gd name="connsiteY920" fmla="*/ 0 h 6858000"/>
              <a:gd name="connsiteX921" fmla="*/ 2867960 w 7467600"/>
              <a:gd name="connsiteY921" fmla="*/ 0 h 6858000"/>
              <a:gd name="connsiteX922" fmla="*/ 2926351 w 7467600"/>
              <a:gd name="connsiteY922" fmla="*/ 0 h 6858000"/>
              <a:gd name="connsiteX923" fmla="*/ 2902823 w 7467600"/>
              <a:gd name="connsiteY923" fmla="*/ 262929 h 6858000"/>
              <a:gd name="connsiteX924" fmla="*/ 2940663 w 7467600"/>
              <a:gd name="connsiteY924" fmla="*/ 140884 h 6858000"/>
              <a:gd name="connsiteX925" fmla="*/ 2947039 w 7467600"/>
              <a:gd name="connsiteY925" fmla="*/ 122524 h 6858000"/>
              <a:gd name="connsiteX926" fmla="*/ 2984316 w 7467600"/>
              <a:gd name="connsiteY926" fmla="*/ 0 h 6858000"/>
              <a:gd name="connsiteX927" fmla="*/ 3016114 w 7467600"/>
              <a:gd name="connsiteY927" fmla="*/ 0 h 6858000"/>
              <a:gd name="connsiteX928" fmla="*/ 2979949 w 7467600"/>
              <a:gd name="connsiteY928" fmla="*/ 119274 h 6858000"/>
              <a:gd name="connsiteX929" fmla="*/ 3023879 w 7467600"/>
              <a:gd name="connsiteY929" fmla="*/ 0 h 6858000"/>
              <a:gd name="connsiteX930" fmla="*/ 3105400 w 7467600"/>
              <a:gd name="connsiteY930" fmla="*/ 0 h 6858000"/>
              <a:gd name="connsiteX931" fmla="*/ 3094669 w 7467600"/>
              <a:gd name="connsiteY931" fmla="*/ 30308 h 6858000"/>
              <a:gd name="connsiteX932" fmla="*/ 2901945 w 7467600"/>
              <a:gd name="connsiteY932" fmla="*/ 466538 h 6858000"/>
              <a:gd name="connsiteX933" fmla="*/ 2815209 w 7467600"/>
              <a:gd name="connsiteY933" fmla="*/ 497361 h 6858000"/>
              <a:gd name="connsiteX934" fmla="*/ 2844845 w 7467600"/>
              <a:gd name="connsiteY934" fmla="*/ 127638 h 6858000"/>
              <a:gd name="connsiteX935" fmla="*/ 2867960 w 7467600"/>
              <a:gd name="connsiteY935" fmla="*/ 0 h 6858000"/>
              <a:gd name="connsiteX936" fmla="*/ 1057230 w 7467600"/>
              <a:gd name="connsiteY936" fmla="*/ 0 h 6858000"/>
              <a:gd name="connsiteX937" fmla="*/ 1111003 w 7467600"/>
              <a:gd name="connsiteY937" fmla="*/ 0 h 6858000"/>
              <a:gd name="connsiteX938" fmla="*/ 1125553 w 7467600"/>
              <a:gd name="connsiteY938" fmla="*/ 52588 h 6858000"/>
              <a:gd name="connsiteX939" fmla="*/ 1304276 w 7467600"/>
              <a:gd name="connsiteY939" fmla="*/ 476275 h 6858000"/>
              <a:gd name="connsiteX940" fmla="*/ 1492066 w 7467600"/>
              <a:gd name="connsiteY940" fmla="*/ 886333 h 6858000"/>
              <a:gd name="connsiteX941" fmla="*/ 1423698 w 7467600"/>
              <a:gd name="connsiteY941" fmla="*/ 710817 h 6858000"/>
              <a:gd name="connsiteX942" fmla="*/ 1357609 w 7467600"/>
              <a:gd name="connsiteY942" fmla="*/ 532892 h 6858000"/>
              <a:gd name="connsiteX943" fmla="*/ 1309550 w 7467600"/>
              <a:gd name="connsiteY943" fmla="*/ 374031 h 6858000"/>
              <a:gd name="connsiteX944" fmla="*/ 1193673 w 7467600"/>
              <a:gd name="connsiteY944" fmla="*/ 49533 h 6858000"/>
              <a:gd name="connsiteX945" fmla="*/ 1164391 w 7467600"/>
              <a:gd name="connsiteY945" fmla="*/ 0 h 6858000"/>
              <a:gd name="connsiteX946" fmla="*/ 1200666 w 7467600"/>
              <a:gd name="connsiteY946" fmla="*/ 0 h 6858000"/>
              <a:gd name="connsiteX947" fmla="*/ 1223408 w 7467600"/>
              <a:gd name="connsiteY947" fmla="*/ 38996 h 6858000"/>
              <a:gd name="connsiteX948" fmla="*/ 1339635 w 7467600"/>
              <a:gd name="connsiteY948" fmla="*/ 365517 h 6858000"/>
              <a:gd name="connsiteX949" fmla="*/ 1387469 w 7467600"/>
              <a:gd name="connsiteY949" fmla="*/ 523079 h 6858000"/>
              <a:gd name="connsiteX950" fmla="*/ 1452685 w 7467600"/>
              <a:gd name="connsiteY950" fmla="*/ 699806 h 6858000"/>
              <a:gd name="connsiteX951" fmla="*/ 1492092 w 7467600"/>
              <a:gd name="connsiteY951" fmla="*/ 800424 h 6858000"/>
              <a:gd name="connsiteX952" fmla="*/ 1455302 w 7467600"/>
              <a:gd name="connsiteY952" fmla="*/ 632913 h 6858000"/>
              <a:gd name="connsiteX953" fmla="*/ 1222336 w 7467600"/>
              <a:gd name="connsiteY953" fmla="*/ 9480 h 6858000"/>
              <a:gd name="connsiteX954" fmla="*/ 1214634 w 7467600"/>
              <a:gd name="connsiteY954" fmla="*/ 0 h 6858000"/>
              <a:gd name="connsiteX955" fmla="*/ 1289827 w 7467600"/>
              <a:gd name="connsiteY955" fmla="*/ 0 h 6858000"/>
              <a:gd name="connsiteX956" fmla="*/ 1321076 w 7467600"/>
              <a:gd name="connsiteY956" fmla="*/ 59722 h 6858000"/>
              <a:gd name="connsiteX957" fmla="*/ 1512579 w 7467600"/>
              <a:gd name="connsiteY957" fmla="*/ 626441 h 6858000"/>
              <a:gd name="connsiteX958" fmla="*/ 1506076 w 7467600"/>
              <a:gd name="connsiteY958" fmla="*/ 1089289 h 6858000"/>
              <a:gd name="connsiteX959" fmla="*/ 1486346 w 7467600"/>
              <a:gd name="connsiteY959" fmla="*/ 1079919 h 6858000"/>
              <a:gd name="connsiteX960" fmla="*/ 1070511 w 7467600"/>
              <a:gd name="connsiteY960" fmla="*/ 48609 h 6858000"/>
              <a:gd name="connsiteX961" fmla="*/ 1057230 w 7467600"/>
              <a:gd name="connsiteY961" fmla="*/ 0 h 6858000"/>
              <a:gd name="connsiteX962" fmla="*/ 43151 w 7467600"/>
              <a:gd name="connsiteY962" fmla="*/ 0 h 6858000"/>
              <a:gd name="connsiteX963" fmla="*/ 95283 w 7467600"/>
              <a:gd name="connsiteY963" fmla="*/ 0 h 6858000"/>
              <a:gd name="connsiteX964" fmla="*/ 300708 w 7467600"/>
              <a:gd name="connsiteY964" fmla="*/ 154571 h 6858000"/>
              <a:gd name="connsiteX965" fmla="*/ 530414 w 7467600"/>
              <a:gd name="connsiteY965" fmla="*/ 354673 h 6858000"/>
              <a:gd name="connsiteX966" fmla="*/ 333785 w 7467600"/>
              <a:gd name="connsiteY966" fmla="*/ 161564 h 6858000"/>
              <a:gd name="connsiteX967" fmla="*/ 147005 w 7467600"/>
              <a:gd name="connsiteY967" fmla="*/ 0 h 6858000"/>
              <a:gd name="connsiteX968" fmla="*/ 272509 w 7467600"/>
              <a:gd name="connsiteY968" fmla="*/ 0 h 6858000"/>
              <a:gd name="connsiteX969" fmla="*/ 326276 w 7467600"/>
              <a:gd name="connsiteY969" fmla="*/ 45847 h 6858000"/>
              <a:gd name="connsiteX970" fmla="*/ 823759 w 7467600"/>
              <a:gd name="connsiteY970" fmla="*/ 574145 h 6858000"/>
              <a:gd name="connsiteX971" fmla="*/ 811254 w 7467600"/>
              <a:gd name="connsiteY971" fmla="*/ 665546 h 6858000"/>
              <a:gd name="connsiteX972" fmla="*/ 154042 w 7467600"/>
              <a:gd name="connsiteY972" fmla="*/ 261522 h 6858000"/>
              <a:gd name="connsiteX973" fmla="*/ 13550 w 7467600"/>
              <a:gd name="connsiteY973" fmla="*/ 158423 h 6858000"/>
              <a:gd name="connsiteX974" fmla="*/ 0 w 7467600"/>
              <a:gd name="connsiteY974" fmla="*/ 146618 h 6858000"/>
              <a:gd name="connsiteX975" fmla="*/ 0 w 7467600"/>
              <a:gd name="connsiteY975" fmla="*/ 59161 h 6858000"/>
              <a:gd name="connsiteX976" fmla="*/ 45427 w 7467600"/>
              <a:gd name="connsiteY976" fmla="*/ 101078 h 6858000"/>
              <a:gd name="connsiteX977" fmla="*/ 630103 w 7467600"/>
              <a:gd name="connsiteY977" fmla="*/ 485885 h 6858000"/>
              <a:gd name="connsiteX978" fmla="*/ 532040 w 7467600"/>
              <a:gd name="connsiteY978" fmla="*/ 399359 h 6858000"/>
              <a:gd name="connsiteX979" fmla="*/ 517618 w 7467600"/>
              <a:gd name="connsiteY979" fmla="*/ 385726 h 6858000"/>
              <a:gd name="connsiteX980" fmla="*/ 285074 w 7467600"/>
              <a:gd name="connsiteY980" fmla="*/ 182755 h 6858000"/>
              <a:gd name="connsiteX981" fmla="*/ 43151 w 7467600"/>
              <a:gd name="connsiteY98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356878 w 7467600"/>
              <a:gd name="connsiteY90" fmla="*/ 5981332 h 6858000"/>
              <a:gd name="connsiteX91" fmla="*/ 7467600 w 7467600"/>
              <a:gd name="connsiteY91" fmla="*/ 6117703 h 6858000"/>
              <a:gd name="connsiteX92" fmla="*/ 7467600 w 7467600"/>
              <a:gd name="connsiteY92" fmla="*/ 6163634 h 6858000"/>
              <a:gd name="connsiteX93" fmla="*/ 7403637 w 7467600"/>
              <a:gd name="connsiteY93" fmla="*/ 6083957 h 6858000"/>
              <a:gd name="connsiteX94" fmla="*/ 7254615 w 7467600"/>
              <a:gd name="connsiteY94" fmla="*/ 5911918 h 6858000"/>
              <a:gd name="connsiteX95" fmla="*/ 7312589 w 7467600"/>
              <a:gd name="connsiteY95" fmla="*/ 5982309 h 6858000"/>
              <a:gd name="connsiteX96" fmla="*/ 7448321 w 7467600"/>
              <a:gd name="connsiteY96" fmla="*/ 6190991 h 6858000"/>
              <a:gd name="connsiteX97" fmla="*/ 7467600 w 7467600"/>
              <a:gd name="connsiteY97" fmla="*/ 6221686 h 6858000"/>
              <a:gd name="connsiteX98" fmla="*/ 7467600 w 7467600"/>
              <a:gd name="connsiteY98" fmla="*/ 6334256 h 6858000"/>
              <a:gd name="connsiteX99" fmla="*/ 7454976 w 7467600"/>
              <a:gd name="connsiteY99" fmla="*/ 6318297 h 6858000"/>
              <a:gd name="connsiteX100" fmla="*/ 7042773 w 7467600"/>
              <a:gd name="connsiteY100" fmla="*/ 5734011 h 6858000"/>
              <a:gd name="connsiteX101" fmla="*/ 6844835 w 7467600"/>
              <a:gd name="connsiteY101" fmla="*/ 5424988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1903353 w 7467600"/>
              <a:gd name="connsiteY125" fmla="*/ 5044827 h 6858000"/>
              <a:gd name="connsiteX126" fmla="*/ 1936931 w 7467600"/>
              <a:gd name="connsiteY126" fmla="*/ 5093954 h 6858000"/>
              <a:gd name="connsiteX127" fmla="*/ 2195868 w 7467600"/>
              <a:gd name="connsiteY127" fmla="*/ 5396574 h 6858000"/>
              <a:gd name="connsiteX128" fmla="*/ 2088852 w 7467600"/>
              <a:gd name="connsiteY128" fmla="*/ 5166123 h 6858000"/>
              <a:gd name="connsiteX129" fmla="*/ 1958241 w 7467600"/>
              <a:gd name="connsiteY129" fmla="*/ 5067955 h 6858000"/>
              <a:gd name="connsiteX130" fmla="*/ 1903353 w 7467600"/>
              <a:gd name="connsiteY130" fmla="*/ 5044827 h 6858000"/>
              <a:gd name="connsiteX131" fmla="*/ 1979378 w 7467600"/>
              <a:gd name="connsiteY131" fmla="*/ 4769504 h 6858000"/>
              <a:gd name="connsiteX132" fmla="*/ 2882120 w 7467600"/>
              <a:gd name="connsiteY132" fmla="*/ 5064547 h 6858000"/>
              <a:gd name="connsiteX133" fmla="*/ 2793103 w 7467600"/>
              <a:gd name="connsiteY133" fmla="*/ 5039699 h 6858000"/>
              <a:gd name="connsiteX134" fmla="*/ 2770041 w 7467600"/>
              <a:gd name="connsiteY134" fmla="*/ 5033634 h 6858000"/>
              <a:gd name="connsiteX135" fmla="*/ 1979378 w 7467600"/>
              <a:gd name="connsiteY135" fmla="*/ 4769504 h 6858000"/>
              <a:gd name="connsiteX136" fmla="*/ 1927410 w 7467600"/>
              <a:gd name="connsiteY136" fmla="*/ 4716164 h 6858000"/>
              <a:gd name="connsiteX137" fmla="*/ 1959587 w 7467600"/>
              <a:gd name="connsiteY137" fmla="*/ 4728849 h 6858000"/>
              <a:gd name="connsiteX138" fmla="*/ 2777707 w 7467600"/>
              <a:gd name="connsiteY138" fmla="*/ 5003991 h 6858000"/>
              <a:gd name="connsiteX139" fmla="*/ 2800768 w 7467600"/>
              <a:gd name="connsiteY139" fmla="*/ 5010056 h 6858000"/>
              <a:gd name="connsiteX140" fmla="*/ 2879408 w 7467600"/>
              <a:gd name="connsiteY140" fmla="*/ 5031590 h 6858000"/>
              <a:gd name="connsiteX141" fmla="*/ 2862295 w 7467600"/>
              <a:gd name="connsiteY141" fmla="*/ 5022958 h 6858000"/>
              <a:gd name="connsiteX142" fmla="*/ 2813343 w 7467600"/>
              <a:gd name="connsiteY142" fmla="*/ 4998369 h 6858000"/>
              <a:gd name="connsiteX143" fmla="*/ 2646245 w 7467600"/>
              <a:gd name="connsiteY143" fmla="*/ 4930999 h 6858000"/>
              <a:gd name="connsiteX144" fmla="*/ 1999243 w 7467600"/>
              <a:gd name="connsiteY144" fmla="*/ 4730524 h 6858000"/>
              <a:gd name="connsiteX145" fmla="*/ 1979527 w 7467600"/>
              <a:gd name="connsiteY145" fmla="*/ 4726651 h 6858000"/>
              <a:gd name="connsiteX146" fmla="*/ 1927410 w 7467600"/>
              <a:gd name="connsiteY146" fmla="*/ 4716164 h 6858000"/>
              <a:gd name="connsiteX147" fmla="*/ 1997014 w 7467600"/>
              <a:gd name="connsiteY147" fmla="*/ 4698007 h 6858000"/>
              <a:gd name="connsiteX148" fmla="*/ 2005458 w 7467600"/>
              <a:gd name="connsiteY148" fmla="*/ 4699540 h 6858000"/>
              <a:gd name="connsiteX149" fmla="*/ 2657186 w 7467600"/>
              <a:gd name="connsiteY149" fmla="*/ 4901687 h 6858000"/>
              <a:gd name="connsiteX150" fmla="*/ 2826662 w 7467600"/>
              <a:gd name="connsiteY150" fmla="*/ 4970362 h 6858000"/>
              <a:gd name="connsiteX151" fmla="*/ 2876100 w 7467600"/>
              <a:gd name="connsiteY151" fmla="*/ 4995397 h 6858000"/>
              <a:gd name="connsiteX152" fmla="*/ 3042600 w 7467600"/>
              <a:gd name="connsiteY152" fmla="*/ 5059532 h 6858000"/>
              <a:gd name="connsiteX153" fmla="*/ 1997014 w 7467600"/>
              <a:gd name="connsiteY153" fmla="*/ 4698007 h 6858000"/>
              <a:gd name="connsiteX154" fmla="*/ 2305292 w 7467600"/>
              <a:gd name="connsiteY154" fmla="*/ 4219492 h 6858000"/>
              <a:gd name="connsiteX155" fmla="*/ 3360922 w 7467600"/>
              <a:gd name="connsiteY155" fmla="*/ 4529373 h 6858000"/>
              <a:gd name="connsiteX156" fmla="*/ 3492420 w 7467600"/>
              <a:gd name="connsiteY156" fmla="*/ 4510145 h 6858000"/>
              <a:gd name="connsiteX157" fmla="*/ 3364086 w 7467600"/>
              <a:gd name="connsiteY157" fmla="*/ 4480340 h 6858000"/>
              <a:gd name="connsiteX158" fmla="*/ 3225818 w 7467600"/>
              <a:gd name="connsiteY158" fmla="*/ 4411822 h 6858000"/>
              <a:gd name="connsiteX159" fmla="*/ 3129696 w 7467600"/>
              <a:gd name="connsiteY159" fmla="*/ 4360704 h 6858000"/>
              <a:gd name="connsiteX160" fmla="*/ 2814545 w 7467600"/>
              <a:gd name="connsiteY160" fmla="*/ 4282955 h 6858000"/>
              <a:gd name="connsiteX161" fmla="*/ 2305292 w 7467600"/>
              <a:gd name="connsiteY161" fmla="*/ 4219492 h 6858000"/>
              <a:gd name="connsiteX162" fmla="*/ 2626982 w 7467600"/>
              <a:gd name="connsiteY162" fmla="*/ 4206450 h 6858000"/>
              <a:gd name="connsiteX163" fmla="*/ 2490617 w 7467600"/>
              <a:gd name="connsiteY163" fmla="*/ 4206951 h 6858000"/>
              <a:gd name="connsiteX164" fmla="*/ 2819869 w 7467600"/>
              <a:gd name="connsiteY164" fmla="*/ 4252936 h 6858000"/>
              <a:gd name="connsiteX165" fmla="*/ 3143018 w 7467600"/>
              <a:gd name="connsiteY165" fmla="*/ 4332698 h 6858000"/>
              <a:gd name="connsiteX166" fmla="*/ 3241520 w 7467600"/>
              <a:gd name="connsiteY166" fmla="*/ 4385112 h 6858000"/>
              <a:gd name="connsiteX167" fmla="*/ 3374575 w 7467600"/>
              <a:gd name="connsiteY167" fmla="*/ 4451517 h 6858000"/>
              <a:gd name="connsiteX168" fmla="*/ 3505221 w 7467600"/>
              <a:gd name="connsiteY168" fmla="*/ 4480757 h 6858000"/>
              <a:gd name="connsiteX169" fmla="*/ 2626982 w 7467600"/>
              <a:gd name="connsiteY169" fmla="*/ 4206450 h 6858000"/>
              <a:gd name="connsiteX170" fmla="*/ 1310106 w 7467600"/>
              <a:gd name="connsiteY170" fmla="*/ 3943217 h 6858000"/>
              <a:gd name="connsiteX171" fmla="*/ 854994 w 7467600"/>
              <a:gd name="connsiteY171" fmla="*/ 4399136 h 6858000"/>
              <a:gd name="connsiteX172" fmla="*/ 742462 w 7467600"/>
              <a:gd name="connsiteY172" fmla="*/ 4594648 h 6858000"/>
              <a:gd name="connsiteX173" fmla="*/ 820602 w 7467600"/>
              <a:gd name="connsiteY173" fmla="*/ 4485915 h 6858000"/>
              <a:gd name="connsiteX174" fmla="*/ 878295 w 7467600"/>
              <a:gd name="connsiteY174" fmla="*/ 4403594 h 6858000"/>
              <a:gd name="connsiteX175" fmla="*/ 1240607 w 7467600"/>
              <a:gd name="connsiteY175" fmla="*/ 4010401 h 6858000"/>
              <a:gd name="connsiteX176" fmla="*/ 1310106 w 7467600"/>
              <a:gd name="connsiteY176" fmla="*/ 3943217 h 6858000"/>
              <a:gd name="connsiteX177" fmla="*/ 1423113 w 7467600"/>
              <a:gd name="connsiteY177" fmla="*/ 3874565 h 6858000"/>
              <a:gd name="connsiteX178" fmla="*/ 1260565 w 7467600"/>
              <a:gd name="connsiteY178" fmla="*/ 4031982 h 6858000"/>
              <a:gd name="connsiteX179" fmla="*/ 901900 w 7467600"/>
              <a:gd name="connsiteY179" fmla="*/ 4421236 h 6858000"/>
              <a:gd name="connsiteX180" fmla="*/ 845044 w 7467600"/>
              <a:gd name="connsiteY180" fmla="*/ 4502436 h 6858000"/>
              <a:gd name="connsiteX181" fmla="*/ 685926 w 7467600"/>
              <a:gd name="connsiteY181" fmla="*/ 4703069 h 6858000"/>
              <a:gd name="connsiteX182" fmla="*/ 684248 w 7467600"/>
              <a:gd name="connsiteY182" fmla="*/ 4706721 h 6858000"/>
              <a:gd name="connsiteX183" fmla="*/ 1423113 w 7467600"/>
              <a:gd name="connsiteY183" fmla="*/ 3874565 h 6858000"/>
              <a:gd name="connsiteX184" fmla="*/ 3316479 w 7467600"/>
              <a:gd name="connsiteY184" fmla="*/ 3872136 h 6858000"/>
              <a:gd name="connsiteX185" fmla="*/ 3546806 w 7467600"/>
              <a:gd name="connsiteY185" fmla="*/ 4356139 h 6858000"/>
              <a:gd name="connsiteX186" fmla="*/ 3364433 w 7467600"/>
              <a:gd name="connsiteY186" fmla="*/ 3953121 h 6858000"/>
              <a:gd name="connsiteX187" fmla="*/ 3316479 w 7467600"/>
              <a:gd name="connsiteY187" fmla="*/ 3872136 h 6858000"/>
              <a:gd name="connsiteX188" fmla="*/ 3291335 w 7467600"/>
              <a:gd name="connsiteY188" fmla="*/ 3767420 h 6858000"/>
              <a:gd name="connsiteX189" fmla="*/ 3390805 w 7467600"/>
              <a:gd name="connsiteY189" fmla="*/ 3937163 h 6858000"/>
              <a:gd name="connsiteX190" fmla="*/ 3579062 w 7467600"/>
              <a:gd name="connsiteY190" fmla="*/ 4359040 h 6858000"/>
              <a:gd name="connsiteX191" fmla="*/ 3467355 w 7467600"/>
              <a:gd name="connsiteY191" fmla="*/ 3988130 h 6858000"/>
              <a:gd name="connsiteX192" fmla="*/ 3310753 w 7467600"/>
              <a:gd name="connsiteY192" fmla="*/ 3787140 h 6858000"/>
              <a:gd name="connsiteX193" fmla="*/ 3291335 w 7467600"/>
              <a:gd name="connsiteY193" fmla="*/ 3767420 h 6858000"/>
              <a:gd name="connsiteX194" fmla="*/ 1635889 w 7467600"/>
              <a:gd name="connsiteY194" fmla="*/ 3709494 h 6858000"/>
              <a:gd name="connsiteX195" fmla="*/ 1634800 w 7467600"/>
              <a:gd name="connsiteY195" fmla="*/ 3731111 h 6858000"/>
              <a:gd name="connsiteX196" fmla="*/ 1635889 w 7467600"/>
              <a:gd name="connsiteY196" fmla="*/ 3709494 h 6858000"/>
              <a:gd name="connsiteX197" fmla="*/ 1510397 w 7467600"/>
              <a:gd name="connsiteY197" fmla="*/ 3684705 h 6858000"/>
              <a:gd name="connsiteX198" fmla="*/ 1146550 w 7467600"/>
              <a:gd name="connsiteY198" fmla="*/ 3802012 h 6858000"/>
              <a:gd name="connsiteX199" fmla="*/ 698834 w 7467600"/>
              <a:gd name="connsiteY199" fmla="*/ 3952272 h 6858000"/>
              <a:gd name="connsiteX200" fmla="*/ 34256 w 7467600"/>
              <a:gd name="connsiteY200" fmla="*/ 4347603 h 6858000"/>
              <a:gd name="connsiteX201" fmla="*/ 527241 w 7467600"/>
              <a:gd name="connsiteY201" fmla="*/ 4065078 h 6858000"/>
              <a:gd name="connsiteX202" fmla="*/ 1510397 w 7467600"/>
              <a:gd name="connsiteY202" fmla="*/ 3684705 h 6858000"/>
              <a:gd name="connsiteX203" fmla="*/ 1313114 w 7467600"/>
              <a:gd name="connsiteY203" fmla="*/ 3655216 h 6858000"/>
              <a:gd name="connsiteX204" fmla="*/ 1109304 w 7467600"/>
              <a:gd name="connsiteY204" fmla="*/ 3669030 h 6858000"/>
              <a:gd name="connsiteX205" fmla="*/ 8129 w 7467600"/>
              <a:gd name="connsiteY205" fmla="*/ 4330519 h 6858000"/>
              <a:gd name="connsiteX206" fmla="*/ 687572 w 7467600"/>
              <a:gd name="connsiteY206" fmla="*/ 3925629 h 6858000"/>
              <a:gd name="connsiteX207" fmla="*/ 1138365 w 7467600"/>
              <a:gd name="connsiteY207" fmla="*/ 3774515 h 6858000"/>
              <a:gd name="connsiteX208" fmla="*/ 1505579 w 7467600"/>
              <a:gd name="connsiteY208" fmla="*/ 3655526 h 6858000"/>
              <a:gd name="connsiteX209" fmla="*/ 1313114 w 7467600"/>
              <a:gd name="connsiteY209" fmla="*/ 3655216 h 6858000"/>
              <a:gd name="connsiteX210" fmla="*/ 3655073 w 7467600"/>
              <a:gd name="connsiteY210" fmla="*/ 3650884 h 6858000"/>
              <a:gd name="connsiteX211" fmla="*/ 3989938 w 7467600"/>
              <a:gd name="connsiteY211" fmla="*/ 3991685 h 6858000"/>
              <a:gd name="connsiteX212" fmla="*/ 4393907 w 7467600"/>
              <a:gd name="connsiteY212" fmla="*/ 4261258 h 6858000"/>
              <a:gd name="connsiteX213" fmla="*/ 4648051 w 7467600"/>
              <a:gd name="connsiteY213" fmla="*/ 4374051 h 6858000"/>
              <a:gd name="connsiteX214" fmla="*/ 4383389 w 7467600"/>
              <a:gd name="connsiteY214" fmla="*/ 4184369 h 6858000"/>
              <a:gd name="connsiteX215" fmla="*/ 4165508 w 7467600"/>
              <a:gd name="connsiteY215" fmla="*/ 4035196 h 6858000"/>
              <a:gd name="connsiteX216" fmla="*/ 4068162 w 7467600"/>
              <a:gd name="connsiteY216" fmla="*/ 3953394 h 6858000"/>
              <a:gd name="connsiteX217" fmla="*/ 3981416 w 7467600"/>
              <a:gd name="connsiteY217" fmla="*/ 3880482 h 6858000"/>
              <a:gd name="connsiteX218" fmla="*/ 3800147 w 7467600"/>
              <a:gd name="connsiteY218" fmla="*/ 3749872 h 6858000"/>
              <a:gd name="connsiteX219" fmla="*/ 3655073 w 7467600"/>
              <a:gd name="connsiteY219" fmla="*/ 3650884 h 6858000"/>
              <a:gd name="connsiteX220" fmla="*/ 3670252 w 7467600"/>
              <a:gd name="connsiteY220" fmla="*/ 3622798 h 6858000"/>
              <a:gd name="connsiteX221" fmla="*/ 3817258 w 7467600"/>
              <a:gd name="connsiteY221" fmla="*/ 3723577 h 6858000"/>
              <a:gd name="connsiteX222" fmla="*/ 4000461 w 7467600"/>
              <a:gd name="connsiteY222" fmla="*/ 3855966 h 6858000"/>
              <a:gd name="connsiteX223" fmla="*/ 4088180 w 7467600"/>
              <a:gd name="connsiteY223" fmla="*/ 3929774 h 6858000"/>
              <a:gd name="connsiteX224" fmla="*/ 4184555 w 7467600"/>
              <a:gd name="connsiteY224" fmla="*/ 4010683 h 6858000"/>
              <a:gd name="connsiteX225" fmla="*/ 4399563 w 7467600"/>
              <a:gd name="connsiteY225" fmla="*/ 4158106 h 6858000"/>
              <a:gd name="connsiteX226" fmla="*/ 4684469 w 7467600"/>
              <a:gd name="connsiteY226" fmla="*/ 4364680 h 6858000"/>
              <a:gd name="connsiteX227" fmla="*/ 4690271 w 7467600"/>
              <a:gd name="connsiteY227" fmla="*/ 4370034 h 6858000"/>
              <a:gd name="connsiteX228" fmla="*/ 4136093 w 7467600"/>
              <a:gd name="connsiteY228" fmla="*/ 3858466 h 6858000"/>
              <a:gd name="connsiteX229" fmla="*/ 3670252 w 7467600"/>
              <a:gd name="connsiteY229" fmla="*/ 3622798 h 6858000"/>
              <a:gd name="connsiteX230" fmla="*/ 4440129 w 7467600"/>
              <a:gd name="connsiteY230" fmla="*/ 3448571 h 6858000"/>
              <a:gd name="connsiteX231" fmla="*/ 4856525 w 7467600"/>
              <a:gd name="connsiteY231" fmla="*/ 3915351 h 6858000"/>
              <a:gd name="connsiteX232" fmla="*/ 5059055 w 7467600"/>
              <a:gd name="connsiteY232" fmla="*/ 4108918 h 6858000"/>
              <a:gd name="connsiteX233" fmla="*/ 5290070 w 7467600"/>
              <a:gd name="connsiteY233" fmla="*/ 4263619 h 6858000"/>
              <a:gd name="connsiteX234" fmla="*/ 4834991 w 7467600"/>
              <a:gd name="connsiteY234" fmla="*/ 3830985 h 6858000"/>
              <a:gd name="connsiteX235" fmla="*/ 4440129 w 7467600"/>
              <a:gd name="connsiteY235" fmla="*/ 3448571 h 6858000"/>
              <a:gd name="connsiteX236" fmla="*/ 4441737 w 7467600"/>
              <a:gd name="connsiteY236" fmla="*/ 3399734 h 6858000"/>
              <a:gd name="connsiteX237" fmla="*/ 4431236 w 7467600"/>
              <a:gd name="connsiteY237" fmla="*/ 3400954 h 6858000"/>
              <a:gd name="connsiteX238" fmla="*/ 4557150 w 7467600"/>
              <a:gd name="connsiteY238" fmla="*/ 3510023 h 6858000"/>
              <a:gd name="connsiteX239" fmla="*/ 4856936 w 7467600"/>
              <a:gd name="connsiteY239" fmla="*/ 3809146 h 6858000"/>
              <a:gd name="connsiteX240" fmla="*/ 5111996 w 7467600"/>
              <a:gd name="connsiteY240" fmla="*/ 4065759 h 6858000"/>
              <a:gd name="connsiteX241" fmla="*/ 5388878 w 7467600"/>
              <a:gd name="connsiteY241" fmla="*/ 4300185 h 6858000"/>
              <a:gd name="connsiteX242" fmla="*/ 5425556 w 7467600"/>
              <a:gd name="connsiteY242" fmla="*/ 4308967 h 6858000"/>
              <a:gd name="connsiteX243" fmla="*/ 4943646 w 7467600"/>
              <a:gd name="connsiteY243" fmla="*/ 3822916 h 6858000"/>
              <a:gd name="connsiteX244" fmla="*/ 4594837 w 7467600"/>
              <a:gd name="connsiteY244" fmla="*/ 3532274 h 6858000"/>
              <a:gd name="connsiteX245" fmla="*/ 4441737 w 7467600"/>
              <a:gd name="connsiteY245" fmla="*/ 3399734 h 6858000"/>
              <a:gd name="connsiteX246" fmla="*/ 5425834 w 7467600"/>
              <a:gd name="connsiteY246" fmla="*/ 3162785 h 6858000"/>
              <a:gd name="connsiteX247" fmla="*/ 5401644 w 7467600"/>
              <a:gd name="connsiteY247" fmla="*/ 3617847 h 6858000"/>
              <a:gd name="connsiteX248" fmla="*/ 5467256 w 7467600"/>
              <a:gd name="connsiteY248" fmla="*/ 4175494 h 6858000"/>
              <a:gd name="connsiteX249" fmla="*/ 5448069 w 7467600"/>
              <a:gd name="connsiteY249" fmla="*/ 3567554 h 6858000"/>
              <a:gd name="connsiteX250" fmla="*/ 5425834 w 7467600"/>
              <a:gd name="connsiteY250" fmla="*/ 3162785 h 6858000"/>
              <a:gd name="connsiteX251" fmla="*/ 1318687 w 7467600"/>
              <a:gd name="connsiteY251" fmla="*/ 3113840 h 6858000"/>
              <a:gd name="connsiteX252" fmla="*/ 1066793 w 7467600"/>
              <a:gd name="connsiteY252" fmla="*/ 3212171 h 6858000"/>
              <a:gd name="connsiteX253" fmla="*/ 993319 w 7467600"/>
              <a:gd name="connsiteY253" fmla="*/ 3247648 h 6858000"/>
              <a:gd name="connsiteX254" fmla="*/ 853081 w 7467600"/>
              <a:gd name="connsiteY254" fmla="*/ 3312410 h 6858000"/>
              <a:gd name="connsiteX255" fmla="*/ 805957 w 7467600"/>
              <a:gd name="connsiteY255" fmla="*/ 3330443 h 6858000"/>
              <a:gd name="connsiteX256" fmla="*/ 1318687 w 7467600"/>
              <a:gd name="connsiteY256" fmla="*/ 3113840 h 6858000"/>
              <a:gd name="connsiteX257" fmla="*/ 5453702 w 7467600"/>
              <a:gd name="connsiteY257" fmla="*/ 3090882 h 6858000"/>
              <a:gd name="connsiteX258" fmla="*/ 5480135 w 7467600"/>
              <a:gd name="connsiteY258" fmla="*/ 3565802 h 6858000"/>
              <a:gd name="connsiteX259" fmla="*/ 5499023 w 7467600"/>
              <a:gd name="connsiteY259" fmla="*/ 4166310 h 6858000"/>
              <a:gd name="connsiteX260" fmla="*/ 5547022 w 7467600"/>
              <a:gd name="connsiteY260" fmla="*/ 3607838 h 6858000"/>
              <a:gd name="connsiteX261" fmla="*/ 5515964 w 7467600"/>
              <a:gd name="connsiteY261" fmla="*/ 3378541 h 6858000"/>
              <a:gd name="connsiteX262" fmla="*/ 5453702 w 7467600"/>
              <a:gd name="connsiteY262" fmla="*/ 3090882 h 6858000"/>
              <a:gd name="connsiteX263" fmla="*/ 1238695 w 7467600"/>
              <a:gd name="connsiteY263" fmla="*/ 3076820 h 6858000"/>
              <a:gd name="connsiteX264" fmla="*/ 716371 w 7467600"/>
              <a:gd name="connsiteY264" fmla="*/ 3293249 h 6858000"/>
              <a:gd name="connsiteX265" fmla="*/ 579522 w 7467600"/>
              <a:gd name="connsiteY265" fmla="*/ 3371759 h 6858000"/>
              <a:gd name="connsiteX266" fmla="*/ 600288 w 7467600"/>
              <a:gd name="connsiteY266" fmla="*/ 3365555 h 6858000"/>
              <a:gd name="connsiteX267" fmla="*/ 840692 w 7467600"/>
              <a:gd name="connsiteY267" fmla="*/ 3284921 h 6858000"/>
              <a:gd name="connsiteX268" fmla="*/ 979248 w 7467600"/>
              <a:gd name="connsiteY268" fmla="*/ 3221003 h 6858000"/>
              <a:gd name="connsiteX269" fmla="*/ 1053282 w 7467600"/>
              <a:gd name="connsiteY269" fmla="*/ 3185247 h 6858000"/>
              <a:gd name="connsiteX270" fmla="*/ 1320603 w 7467600"/>
              <a:gd name="connsiteY270" fmla="*/ 3081281 h 6858000"/>
              <a:gd name="connsiteX271" fmla="*/ 1238695 w 7467600"/>
              <a:gd name="connsiteY271" fmla="*/ 3076820 h 6858000"/>
              <a:gd name="connsiteX272" fmla="*/ 5425627 w 7467600"/>
              <a:gd name="connsiteY272" fmla="*/ 2954192 h 6858000"/>
              <a:gd name="connsiteX273" fmla="*/ 5470770 w 7467600"/>
              <a:gd name="connsiteY273" fmla="*/ 3005435 h 6858000"/>
              <a:gd name="connsiteX274" fmla="*/ 5519779 w 7467600"/>
              <a:gd name="connsiteY274" fmla="*/ 4359223 h 6858000"/>
              <a:gd name="connsiteX275" fmla="*/ 5520293 w 7467600"/>
              <a:gd name="connsiteY275" fmla="*/ 4360602 h 6858000"/>
              <a:gd name="connsiteX276" fmla="*/ 5767221 w 7467600"/>
              <a:gd name="connsiteY276" fmla="*/ 4665564 h 6858000"/>
              <a:gd name="connsiteX277" fmla="*/ 6937169 w 7467600"/>
              <a:gd name="connsiteY277" fmla="*/ 4815941 h 6858000"/>
              <a:gd name="connsiteX278" fmla="*/ 6953922 w 7467600"/>
              <a:gd name="connsiteY278" fmla="*/ 4890068 h 6858000"/>
              <a:gd name="connsiteX279" fmla="*/ 6071359 w 7467600"/>
              <a:gd name="connsiteY279" fmla="*/ 4770770 h 6858000"/>
              <a:gd name="connsiteX280" fmla="*/ 6038839 w 7467600"/>
              <a:gd name="connsiteY280" fmla="*/ 4764474 h 6858000"/>
              <a:gd name="connsiteX281" fmla="*/ 6038706 w 7467600"/>
              <a:gd name="connsiteY281" fmla="*/ 4763847 h 6858000"/>
              <a:gd name="connsiteX282" fmla="*/ 6037784 w 7467600"/>
              <a:gd name="connsiteY282" fmla="*/ 4764270 h 6858000"/>
              <a:gd name="connsiteX283" fmla="*/ 6038839 w 7467600"/>
              <a:gd name="connsiteY283" fmla="*/ 4764474 h 6858000"/>
              <a:gd name="connsiteX284" fmla="*/ 6040338 w 7467600"/>
              <a:gd name="connsiteY284" fmla="*/ 4771418 h 6858000"/>
              <a:gd name="connsiteX285" fmla="*/ 6024488 w 7467600"/>
              <a:gd name="connsiteY285" fmla="*/ 4809903 h 6858000"/>
              <a:gd name="connsiteX286" fmla="*/ 5599771 w 7467600"/>
              <a:gd name="connsiteY286" fmla="*/ 5509652 h 6858000"/>
              <a:gd name="connsiteX287" fmla="*/ 5548843 w 7467600"/>
              <a:gd name="connsiteY287" fmla="*/ 5563845 h 6858000"/>
              <a:gd name="connsiteX288" fmla="*/ 5940952 w 7467600"/>
              <a:gd name="connsiteY288" fmla="*/ 6250028 h 6858000"/>
              <a:gd name="connsiteX289" fmla="*/ 6043441 w 7467600"/>
              <a:gd name="connsiteY289" fmla="*/ 6665847 h 6858000"/>
              <a:gd name="connsiteX290" fmla="*/ 6093432 w 7467600"/>
              <a:gd name="connsiteY290" fmla="*/ 6858000 h 6858000"/>
              <a:gd name="connsiteX291" fmla="*/ 6034344 w 7467600"/>
              <a:gd name="connsiteY291" fmla="*/ 6858000 h 6858000"/>
              <a:gd name="connsiteX292" fmla="*/ 6026679 w 7467600"/>
              <a:gd name="connsiteY292" fmla="*/ 6836959 h 6858000"/>
              <a:gd name="connsiteX293" fmla="*/ 5800441 w 7467600"/>
              <a:gd name="connsiteY293" fmla="*/ 6335286 h 6858000"/>
              <a:gd name="connsiteX294" fmla="*/ 5526562 w 7467600"/>
              <a:gd name="connsiteY294" fmla="*/ 5705388 h 6858000"/>
              <a:gd name="connsiteX295" fmla="*/ 5519640 w 7467600"/>
              <a:gd name="connsiteY295" fmla="*/ 5683774 h 6858000"/>
              <a:gd name="connsiteX296" fmla="*/ 5844559 w 7467600"/>
              <a:gd name="connsiteY296" fmla="*/ 6553349 h 6858000"/>
              <a:gd name="connsiteX297" fmla="*/ 5975994 w 7467600"/>
              <a:gd name="connsiteY297" fmla="*/ 6858000 h 6858000"/>
              <a:gd name="connsiteX298" fmla="*/ 5898547 w 7467600"/>
              <a:gd name="connsiteY298" fmla="*/ 6858000 h 6858000"/>
              <a:gd name="connsiteX299" fmla="*/ 5682041 w 7467600"/>
              <a:gd name="connsiteY299" fmla="*/ 6355860 h 6858000"/>
              <a:gd name="connsiteX300" fmla="*/ 5461758 w 7467600"/>
              <a:gd name="connsiteY300" fmla="*/ 5820220 h 6858000"/>
              <a:gd name="connsiteX301" fmla="*/ 5237282 w 7467600"/>
              <a:gd name="connsiteY301" fmla="*/ 6579086 h 6858000"/>
              <a:gd name="connsiteX302" fmla="*/ 5115009 w 7467600"/>
              <a:gd name="connsiteY302" fmla="*/ 6858000 h 6858000"/>
              <a:gd name="connsiteX303" fmla="*/ 5028074 w 7467600"/>
              <a:gd name="connsiteY303" fmla="*/ 6858000 h 6858000"/>
              <a:gd name="connsiteX304" fmla="*/ 5079508 w 7467600"/>
              <a:gd name="connsiteY304" fmla="*/ 6749074 h 6858000"/>
              <a:gd name="connsiteX305" fmla="*/ 5371846 w 7467600"/>
              <a:gd name="connsiteY305" fmla="*/ 5924413 h 6858000"/>
              <a:gd name="connsiteX306" fmla="*/ 5270512 w 7467600"/>
              <a:gd name="connsiteY306" fmla="*/ 6138975 h 6858000"/>
              <a:gd name="connsiteX307" fmla="*/ 5062409 w 7467600"/>
              <a:gd name="connsiteY307" fmla="*/ 6653544 h 6858000"/>
              <a:gd name="connsiteX308" fmla="*/ 5036628 w 7467600"/>
              <a:gd name="connsiteY308" fmla="*/ 6754247 h 6858000"/>
              <a:gd name="connsiteX309" fmla="*/ 5009112 w 7467600"/>
              <a:gd name="connsiteY309" fmla="*/ 6858000 h 6858000"/>
              <a:gd name="connsiteX310" fmla="*/ 4976679 w 7467600"/>
              <a:gd name="connsiteY310" fmla="*/ 6858000 h 6858000"/>
              <a:gd name="connsiteX311" fmla="*/ 5006537 w 7467600"/>
              <a:gd name="connsiteY311" fmla="*/ 6747068 h 6858000"/>
              <a:gd name="connsiteX312" fmla="*/ 5032723 w 7467600"/>
              <a:gd name="connsiteY312" fmla="*/ 6644957 h 6858000"/>
              <a:gd name="connsiteX313" fmla="*/ 5242949 w 7467600"/>
              <a:gd name="connsiteY313" fmla="*/ 6125175 h 6858000"/>
              <a:gd name="connsiteX314" fmla="*/ 5286321 w 7467600"/>
              <a:gd name="connsiteY314" fmla="*/ 6033555 h 6858000"/>
              <a:gd name="connsiteX315" fmla="*/ 5008210 w 7467600"/>
              <a:gd name="connsiteY315" fmla="*/ 6649194 h 6858000"/>
              <a:gd name="connsiteX316" fmla="*/ 4986321 w 7467600"/>
              <a:gd name="connsiteY316" fmla="*/ 6765687 h 6858000"/>
              <a:gd name="connsiteX317" fmla="*/ 4973474 w 7467600"/>
              <a:gd name="connsiteY317" fmla="*/ 6858000 h 6858000"/>
              <a:gd name="connsiteX318" fmla="*/ 4907178 w 7467600"/>
              <a:gd name="connsiteY318" fmla="*/ 6858000 h 6858000"/>
              <a:gd name="connsiteX319" fmla="*/ 4910810 w 7467600"/>
              <a:gd name="connsiteY319" fmla="*/ 6829660 h 6858000"/>
              <a:gd name="connsiteX320" fmla="*/ 4987461 w 7467600"/>
              <a:gd name="connsiteY320" fmla="*/ 6432994 h 6858000"/>
              <a:gd name="connsiteX321" fmla="*/ 5179262 w 7467600"/>
              <a:gd name="connsiteY321" fmla="*/ 6035044 h 6858000"/>
              <a:gd name="connsiteX322" fmla="*/ 4689678 w 7467600"/>
              <a:gd name="connsiteY322" fmla="*/ 6440241 h 6858000"/>
              <a:gd name="connsiteX323" fmla="*/ 4477543 w 7467600"/>
              <a:gd name="connsiteY323" fmla="*/ 6674836 h 6858000"/>
              <a:gd name="connsiteX324" fmla="*/ 4329957 w 7467600"/>
              <a:gd name="connsiteY324" fmla="*/ 6858000 h 6858000"/>
              <a:gd name="connsiteX325" fmla="*/ 4218595 w 7467600"/>
              <a:gd name="connsiteY325" fmla="*/ 6858000 h 6858000"/>
              <a:gd name="connsiteX326" fmla="*/ 4368888 w 7467600"/>
              <a:gd name="connsiteY326" fmla="*/ 6668412 h 6858000"/>
              <a:gd name="connsiteX327" fmla="*/ 4563091 w 7467600"/>
              <a:gd name="connsiteY327" fmla="*/ 6442508 h 6858000"/>
              <a:gd name="connsiteX328" fmla="*/ 5387324 w 7467600"/>
              <a:gd name="connsiteY328" fmla="*/ 5705830 h 6858000"/>
              <a:gd name="connsiteX329" fmla="*/ 5073620 w 7467600"/>
              <a:gd name="connsiteY329" fmla="*/ 5955437 h 6858000"/>
              <a:gd name="connsiteX330" fmla="*/ 4689789 w 7467600"/>
              <a:gd name="connsiteY330" fmla="*/ 6268382 h 6858000"/>
              <a:gd name="connsiteX331" fmla="*/ 4418722 w 7467600"/>
              <a:gd name="connsiteY331" fmla="*/ 6570886 h 6858000"/>
              <a:gd name="connsiteX332" fmla="*/ 4214944 w 7467600"/>
              <a:gd name="connsiteY332" fmla="*/ 6858000 h 6858000"/>
              <a:gd name="connsiteX333" fmla="*/ 4177898 w 7467600"/>
              <a:gd name="connsiteY333" fmla="*/ 6858000 h 6858000"/>
              <a:gd name="connsiteX334" fmla="*/ 4391597 w 7467600"/>
              <a:gd name="connsiteY334" fmla="*/ 6556370 h 6858000"/>
              <a:gd name="connsiteX335" fmla="*/ 4668889 w 7467600"/>
              <a:gd name="connsiteY335" fmla="*/ 6246399 h 6858000"/>
              <a:gd name="connsiteX336" fmla="*/ 5055427 w 7467600"/>
              <a:gd name="connsiteY336" fmla="*/ 5931476 h 6858000"/>
              <a:gd name="connsiteX337" fmla="*/ 5371814 w 7467600"/>
              <a:gd name="connsiteY337" fmla="*/ 5678975 h 6858000"/>
              <a:gd name="connsiteX338" fmla="*/ 4987918 w 7467600"/>
              <a:gd name="connsiteY338" fmla="*/ 5838701 h 6858000"/>
              <a:gd name="connsiteX339" fmla="*/ 4317146 w 7467600"/>
              <a:gd name="connsiteY339" fmla="*/ 6587716 h 6858000"/>
              <a:gd name="connsiteX340" fmla="*/ 4171627 w 7467600"/>
              <a:gd name="connsiteY340" fmla="*/ 6858000 h 6858000"/>
              <a:gd name="connsiteX341" fmla="*/ 4081585 w 7467600"/>
              <a:gd name="connsiteY341" fmla="*/ 6858000 h 6858000"/>
              <a:gd name="connsiteX342" fmla="*/ 4238603 w 7467600"/>
              <a:gd name="connsiteY342" fmla="*/ 6559341 h 6858000"/>
              <a:gd name="connsiteX343" fmla="*/ 4778333 w 7467600"/>
              <a:gd name="connsiteY343" fmla="*/ 5873626 h 6858000"/>
              <a:gd name="connsiteX344" fmla="*/ 5414185 w 7467600"/>
              <a:gd name="connsiteY344" fmla="*/ 5573882 h 6858000"/>
              <a:gd name="connsiteX345" fmla="*/ 5959648 w 7467600"/>
              <a:gd name="connsiteY345" fmla="*/ 4760797 h 6858000"/>
              <a:gd name="connsiteX346" fmla="*/ 5355019 w 7467600"/>
              <a:gd name="connsiteY346" fmla="*/ 4734672 h 6858000"/>
              <a:gd name="connsiteX347" fmla="*/ 5083565 w 7467600"/>
              <a:gd name="connsiteY347" fmla="*/ 5179121 h 6858000"/>
              <a:gd name="connsiteX348" fmla="*/ 4713577 w 7467600"/>
              <a:gd name="connsiteY348" fmla="*/ 5616803 h 6858000"/>
              <a:gd name="connsiteX349" fmla="*/ 3989559 w 7467600"/>
              <a:gd name="connsiteY349" fmla="*/ 6145945 h 6858000"/>
              <a:gd name="connsiteX350" fmla="*/ 3939824 w 7467600"/>
              <a:gd name="connsiteY350" fmla="*/ 6066900 h 6858000"/>
              <a:gd name="connsiteX351" fmla="*/ 4584537 w 7467600"/>
              <a:gd name="connsiteY351" fmla="*/ 5324826 h 6858000"/>
              <a:gd name="connsiteX352" fmla="*/ 5037105 w 7467600"/>
              <a:gd name="connsiteY352" fmla="*/ 5088765 h 6858000"/>
              <a:gd name="connsiteX353" fmla="*/ 5039930 w 7467600"/>
              <a:gd name="connsiteY353" fmla="*/ 5089585 h 6858000"/>
              <a:gd name="connsiteX354" fmla="*/ 5263764 w 7467600"/>
              <a:gd name="connsiteY354" fmla="*/ 4735525 h 6858000"/>
              <a:gd name="connsiteX355" fmla="*/ 4086300 w 7467600"/>
              <a:gd name="connsiteY355" fmla="*/ 4884599 h 6858000"/>
              <a:gd name="connsiteX356" fmla="*/ 4085485 w 7467600"/>
              <a:gd name="connsiteY356" fmla="*/ 4899070 h 6858000"/>
              <a:gd name="connsiteX357" fmla="*/ 3871915 w 7467600"/>
              <a:gd name="connsiteY357" fmla="*/ 5253645 h 6858000"/>
              <a:gd name="connsiteX358" fmla="*/ 3799374 w 7467600"/>
              <a:gd name="connsiteY358" fmla="*/ 5466127 h 6858000"/>
              <a:gd name="connsiteX359" fmla="*/ 3498850 w 7467600"/>
              <a:gd name="connsiteY359" fmla="*/ 6661888 h 6858000"/>
              <a:gd name="connsiteX360" fmla="*/ 3399216 w 7467600"/>
              <a:gd name="connsiteY360" fmla="*/ 6858000 h 6858000"/>
              <a:gd name="connsiteX361" fmla="*/ 3303688 w 7467600"/>
              <a:gd name="connsiteY361" fmla="*/ 6858000 h 6858000"/>
              <a:gd name="connsiteX362" fmla="*/ 3391774 w 7467600"/>
              <a:gd name="connsiteY362" fmla="*/ 6697181 h 6858000"/>
              <a:gd name="connsiteX363" fmla="*/ 3735540 w 7467600"/>
              <a:gd name="connsiteY363" fmla="*/ 5546923 h 6858000"/>
              <a:gd name="connsiteX364" fmla="*/ 3729438 w 7467600"/>
              <a:gd name="connsiteY364" fmla="*/ 5569058 h 6858000"/>
              <a:gd name="connsiteX365" fmla="*/ 3707782 w 7467600"/>
              <a:gd name="connsiteY365" fmla="*/ 5644908 h 6858000"/>
              <a:gd name="connsiteX366" fmla="*/ 3583827 w 7467600"/>
              <a:gd name="connsiteY366" fmla="*/ 6039215 h 6858000"/>
              <a:gd name="connsiteX367" fmla="*/ 3547861 w 7467600"/>
              <a:gd name="connsiteY367" fmla="*/ 6129609 h 6858000"/>
              <a:gd name="connsiteX368" fmla="*/ 3490905 w 7467600"/>
              <a:gd name="connsiteY368" fmla="*/ 6277660 h 6858000"/>
              <a:gd name="connsiteX369" fmla="*/ 3455859 w 7467600"/>
              <a:gd name="connsiteY369" fmla="*/ 6391301 h 6858000"/>
              <a:gd name="connsiteX370" fmla="*/ 3429112 w 7467600"/>
              <a:gd name="connsiteY370" fmla="*/ 6479469 h 6858000"/>
              <a:gd name="connsiteX371" fmla="*/ 3304862 w 7467600"/>
              <a:gd name="connsiteY371" fmla="*/ 6796476 h 6858000"/>
              <a:gd name="connsiteX372" fmla="*/ 3276071 w 7467600"/>
              <a:gd name="connsiteY372" fmla="*/ 6858000 h 6858000"/>
              <a:gd name="connsiteX373" fmla="*/ 3240805 w 7467600"/>
              <a:gd name="connsiteY373" fmla="*/ 6858000 h 6858000"/>
              <a:gd name="connsiteX374" fmla="*/ 3275917 w 7467600"/>
              <a:gd name="connsiteY374" fmla="*/ 6783192 h 6858000"/>
              <a:gd name="connsiteX375" fmla="*/ 3399358 w 7467600"/>
              <a:gd name="connsiteY375" fmla="*/ 6469011 h 6858000"/>
              <a:gd name="connsiteX376" fmla="*/ 3425650 w 7467600"/>
              <a:gd name="connsiteY376" fmla="*/ 6381333 h 6858000"/>
              <a:gd name="connsiteX377" fmla="*/ 3460661 w 7467600"/>
              <a:gd name="connsiteY377" fmla="*/ 6266763 h 6858000"/>
              <a:gd name="connsiteX378" fmla="*/ 3518021 w 7467600"/>
              <a:gd name="connsiteY378" fmla="*/ 6117298 h 6858000"/>
              <a:gd name="connsiteX379" fmla="*/ 3554035 w 7467600"/>
              <a:gd name="connsiteY379" fmla="*/ 6027832 h 6858000"/>
              <a:gd name="connsiteX380" fmla="*/ 3677174 w 7467600"/>
              <a:gd name="connsiteY380" fmla="*/ 5636351 h 6858000"/>
              <a:gd name="connsiteX381" fmla="*/ 3698819 w 7467600"/>
              <a:gd name="connsiteY381" fmla="*/ 5560503 h 6858000"/>
              <a:gd name="connsiteX382" fmla="*/ 3702094 w 7467600"/>
              <a:gd name="connsiteY382" fmla="*/ 5549194 h 6858000"/>
              <a:gd name="connsiteX383" fmla="*/ 3398355 w 7467600"/>
              <a:gd name="connsiteY383" fmla="*/ 6094603 h 6858000"/>
              <a:gd name="connsiteX384" fmla="*/ 3193941 w 7467600"/>
              <a:gd name="connsiteY384" fmla="*/ 6798775 h 6858000"/>
              <a:gd name="connsiteX385" fmla="*/ 3184140 w 7467600"/>
              <a:gd name="connsiteY385" fmla="*/ 6858000 h 6858000"/>
              <a:gd name="connsiteX386" fmla="*/ 3099978 w 7467600"/>
              <a:gd name="connsiteY386" fmla="*/ 6858000 h 6858000"/>
              <a:gd name="connsiteX387" fmla="*/ 3101556 w 7467600"/>
              <a:gd name="connsiteY387" fmla="*/ 6843337 h 6858000"/>
              <a:gd name="connsiteX388" fmla="*/ 3370162 w 7467600"/>
              <a:gd name="connsiteY388" fmla="*/ 5785550 h 6858000"/>
              <a:gd name="connsiteX389" fmla="*/ 3746477 w 7467600"/>
              <a:gd name="connsiteY389" fmla="*/ 5377889 h 6858000"/>
              <a:gd name="connsiteX390" fmla="*/ 3863399 w 7467600"/>
              <a:gd name="connsiteY390" fmla="*/ 5087257 h 6858000"/>
              <a:gd name="connsiteX391" fmla="*/ 3968712 w 7467600"/>
              <a:gd name="connsiteY391" fmla="*/ 4913989 h 6858000"/>
              <a:gd name="connsiteX392" fmla="*/ 2792390 w 7467600"/>
              <a:gd name="connsiteY392" fmla="*/ 5382974 h 6858000"/>
              <a:gd name="connsiteX393" fmla="*/ 2714982 w 7467600"/>
              <a:gd name="connsiteY393" fmla="*/ 5427051 h 6858000"/>
              <a:gd name="connsiteX394" fmla="*/ 2813361 w 7467600"/>
              <a:gd name="connsiteY394" fmla="*/ 6023912 h 6858000"/>
              <a:gd name="connsiteX395" fmla="*/ 2688430 w 7467600"/>
              <a:gd name="connsiteY395" fmla="*/ 6801564 h 6858000"/>
              <a:gd name="connsiteX396" fmla="*/ 2629626 w 7467600"/>
              <a:gd name="connsiteY396" fmla="*/ 6763394 h 6858000"/>
              <a:gd name="connsiteX397" fmla="*/ 2565328 w 7467600"/>
              <a:gd name="connsiteY397" fmla="*/ 5516399 h 6858000"/>
              <a:gd name="connsiteX398" fmla="*/ 1922999 w 7467600"/>
              <a:gd name="connsiteY398" fmla="*/ 5980343 h 6858000"/>
              <a:gd name="connsiteX399" fmla="*/ 1950261 w 7467600"/>
              <a:gd name="connsiteY399" fmla="*/ 6405858 h 6858000"/>
              <a:gd name="connsiteX400" fmla="*/ 2365554 w 7467600"/>
              <a:gd name="connsiteY400" fmla="*/ 6759107 h 6858000"/>
              <a:gd name="connsiteX401" fmla="*/ 2424142 w 7467600"/>
              <a:gd name="connsiteY401" fmla="*/ 6858000 h 6858000"/>
              <a:gd name="connsiteX402" fmla="*/ 2395994 w 7467600"/>
              <a:gd name="connsiteY402" fmla="*/ 6858000 h 6858000"/>
              <a:gd name="connsiteX403" fmla="*/ 2392863 w 7467600"/>
              <a:gd name="connsiteY403" fmla="*/ 6852964 h 6858000"/>
              <a:gd name="connsiteX404" fmla="*/ 2017589 w 7467600"/>
              <a:gd name="connsiteY404" fmla="*/ 6493982 h 6858000"/>
              <a:gd name="connsiteX405" fmla="*/ 2147336 w 7467600"/>
              <a:gd name="connsiteY405" fmla="*/ 6594052 h 6858000"/>
              <a:gd name="connsiteX406" fmla="*/ 2207047 w 7467600"/>
              <a:gd name="connsiteY406" fmla="*/ 6654540 h 6858000"/>
              <a:gd name="connsiteX407" fmla="*/ 2299106 w 7467600"/>
              <a:gd name="connsiteY407" fmla="*/ 6778931 h 6858000"/>
              <a:gd name="connsiteX408" fmla="*/ 2314430 w 7467600"/>
              <a:gd name="connsiteY408" fmla="*/ 6801144 h 6858000"/>
              <a:gd name="connsiteX409" fmla="*/ 2352406 w 7467600"/>
              <a:gd name="connsiteY409" fmla="*/ 6858000 h 6858000"/>
              <a:gd name="connsiteX410" fmla="*/ 2314492 w 7467600"/>
              <a:gd name="connsiteY410" fmla="*/ 6858000 h 6858000"/>
              <a:gd name="connsiteX411" fmla="*/ 2288095 w 7467600"/>
              <a:gd name="connsiteY411" fmla="*/ 6818030 h 6858000"/>
              <a:gd name="connsiteX412" fmla="*/ 2272768 w 7467600"/>
              <a:gd name="connsiteY412" fmla="*/ 6795822 h 6858000"/>
              <a:gd name="connsiteX413" fmla="*/ 2182715 w 7467600"/>
              <a:gd name="connsiteY413" fmla="*/ 6675071 h 6858000"/>
              <a:gd name="connsiteX414" fmla="*/ 2032061 w 7467600"/>
              <a:gd name="connsiteY414" fmla="*/ 6541380 h 6858000"/>
              <a:gd name="connsiteX415" fmla="*/ 2257220 w 7467600"/>
              <a:gd name="connsiteY415" fmla="*/ 6826257 h 6858000"/>
              <a:gd name="connsiteX416" fmla="*/ 2281324 w 7467600"/>
              <a:gd name="connsiteY416" fmla="*/ 6858000 h 6858000"/>
              <a:gd name="connsiteX417" fmla="*/ 2242860 w 7467600"/>
              <a:gd name="connsiteY417" fmla="*/ 6858000 h 6858000"/>
              <a:gd name="connsiteX418" fmla="*/ 2232818 w 7467600"/>
              <a:gd name="connsiteY418" fmla="*/ 6844926 h 6858000"/>
              <a:gd name="connsiteX419" fmla="*/ 1990172 w 7467600"/>
              <a:gd name="connsiteY419" fmla="*/ 6542121 h 6858000"/>
              <a:gd name="connsiteX420" fmla="*/ 2124090 w 7467600"/>
              <a:gd name="connsiteY420" fmla="*/ 6761017 h 6858000"/>
              <a:gd name="connsiteX421" fmla="*/ 2200380 w 7467600"/>
              <a:gd name="connsiteY421" fmla="*/ 6858000 h 6858000"/>
              <a:gd name="connsiteX422" fmla="*/ 2147507 w 7467600"/>
              <a:gd name="connsiteY422" fmla="*/ 6858000 h 6858000"/>
              <a:gd name="connsiteX423" fmla="*/ 2070668 w 7467600"/>
              <a:gd name="connsiteY423" fmla="*/ 6761520 h 6858000"/>
              <a:gd name="connsiteX424" fmla="*/ 1975142 w 7467600"/>
              <a:gd name="connsiteY424" fmla="*/ 6585570 h 6858000"/>
              <a:gd name="connsiteX425" fmla="*/ 2050035 w 7467600"/>
              <a:gd name="connsiteY425" fmla="*/ 6813345 h 6858000"/>
              <a:gd name="connsiteX426" fmla="*/ 2063025 w 7467600"/>
              <a:gd name="connsiteY426" fmla="*/ 6858000 h 6858000"/>
              <a:gd name="connsiteX427" fmla="*/ 2021675 w 7467600"/>
              <a:gd name="connsiteY427" fmla="*/ 6858000 h 6858000"/>
              <a:gd name="connsiteX428" fmla="*/ 2019308 w 7467600"/>
              <a:gd name="connsiteY428" fmla="*/ 6847118 h 6858000"/>
              <a:gd name="connsiteX429" fmla="*/ 1938835 w 7467600"/>
              <a:gd name="connsiteY429" fmla="*/ 6551160 h 6858000"/>
              <a:gd name="connsiteX430" fmla="*/ 1953230 w 7467600"/>
              <a:gd name="connsiteY430" fmla="*/ 6759699 h 6858000"/>
              <a:gd name="connsiteX431" fmla="*/ 1956763 w 7467600"/>
              <a:gd name="connsiteY431" fmla="*/ 6778191 h 6858000"/>
              <a:gd name="connsiteX432" fmla="*/ 1967925 w 7467600"/>
              <a:gd name="connsiteY432" fmla="*/ 6858000 h 6858000"/>
              <a:gd name="connsiteX433" fmla="*/ 1936622 w 7467600"/>
              <a:gd name="connsiteY433" fmla="*/ 6858000 h 6858000"/>
              <a:gd name="connsiteX434" fmla="*/ 1926261 w 7467600"/>
              <a:gd name="connsiteY434" fmla="*/ 6784064 h 6858000"/>
              <a:gd name="connsiteX435" fmla="*/ 1922724 w 7467600"/>
              <a:gd name="connsiteY435" fmla="*/ 6765577 h 6858000"/>
              <a:gd name="connsiteX436" fmla="*/ 1904650 w 7467600"/>
              <a:gd name="connsiteY436" fmla="*/ 6639616 h 6858000"/>
              <a:gd name="connsiteX437" fmla="*/ 1885273 w 7467600"/>
              <a:gd name="connsiteY437" fmla="*/ 6858000 h 6858000"/>
              <a:gd name="connsiteX438" fmla="*/ 1854363 w 7467600"/>
              <a:gd name="connsiteY438" fmla="*/ 6858000 h 6858000"/>
              <a:gd name="connsiteX439" fmla="*/ 1880391 w 7467600"/>
              <a:gd name="connsiteY439" fmla="*/ 6603796 h 6858000"/>
              <a:gd name="connsiteX440" fmla="*/ 1818273 w 7467600"/>
              <a:gd name="connsiteY440" fmla="*/ 6715729 h 6858000"/>
              <a:gd name="connsiteX441" fmla="*/ 1794691 w 7467600"/>
              <a:gd name="connsiteY441" fmla="*/ 6843239 h 6858000"/>
              <a:gd name="connsiteX442" fmla="*/ 1794914 w 7467600"/>
              <a:gd name="connsiteY442" fmla="*/ 6858000 h 6858000"/>
              <a:gd name="connsiteX443" fmla="*/ 1746128 w 7467600"/>
              <a:gd name="connsiteY443" fmla="*/ 6858000 h 6858000"/>
              <a:gd name="connsiteX444" fmla="*/ 1753934 w 7467600"/>
              <a:gd name="connsiteY444" fmla="*/ 6724796 h 6858000"/>
              <a:gd name="connsiteX445" fmla="*/ 1792053 w 7467600"/>
              <a:gd name="connsiteY445" fmla="*/ 6572396 h 6858000"/>
              <a:gd name="connsiteX446" fmla="*/ 1862248 w 7467600"/>
              <a:gd name="connsiteY446" fmla="*/ 6266397 h 6858000"/>
              <a:gd name="connsiteX447" fmla="*/ 1862250 w 7467600"/>
              <a:gd name="connsiteY447" fmla="*/ 6033531 h 6858000"/>
              <a:gd name="connsiteX448" fmla="*/ 1211999 w 7467600"/>
              <a:gd name="connsiteY448" fmla="*/ 6683610 h 6858000"/>
              <a:gd name="connsiteX449" fmla="*/ 1213266 w 7467600"/>
              <a:gd name="connsiteY449" fmla="*/ 6691947 h 6858000"/>
              <a:gd name="connsiteX450" fmla="*/ 1203370 w 7467600"/>
              <a:gd name="connsiteY450" fmla="*/ 6850676 h 6858000"/>
              <a:gd name="connsiteX451" fmla="*/ 1203671 w 7467600"/>
              <a:gd name="connsiteY451" fmla="*/ 6858000 h 6858000"/>
              <a:gd name="connsiteX452" fmla="*/ 1143180 w 7467600"/>
              <a:gd name="connsiteY452" fmla="*/ 6858000 h 6858000"/>
              <a:gd name="connsiteX453" fmla="*/ 1142176 w 7467600"/>
              <a:gd name="connsiteY453" fmla="*/ 6766045 h 6858000"/>
              <a:gd name="connsiteX454" fmla="*/ 1067484 w 7467600"/>
              <a:gd name="connsiteY454" fmla="*/ 6858000 h 6858000"/>
              <a:gd name="connsiteX455" fmla="*/ 953928 w 7467600"/>
              <a:gd name="connsiteY455" fmla="*/ 6858000 h 6858000"/>
              <a:gd name="connsiteX456" fmla="*/ 959715 w 7467600"/>
              <a:gd name="connsiteY456" fmla="*/ 6850185 h 6858000"/>
              <a:gd name="connsiteX457" fmla="*/ 1483788 w 7467600"/>
              <a:gd name="connsiteY457" fmla="*/ 6259174 h 6858000"/>
              <a:gd name="connsiteX458" fmla="*/ 1100671 w 7467600"/>
              <a:gd name="connsiteY458" fmla="*/ 6252137 h 6858000"/>
              <a:gd name="connsiteX459" fmla="*/ 1090144 w 7467600"/>
              <a:gd name="connsiteY459" fmla="*/ 6256748 h 6858000"/>
              <a:gd name="connsiteX460" fmla="*/ 1095872 w 7467600"/>
              <a:gd name="connsiteY460" fmla="*/ 6271892 h 6858000"/>
              <a:gd name="connsiteX461" fmla="*/ 262785 w 7467600"/>
              <a:gd name="connsiteY461" fmla="*/ 6845450 h 6858000"/>
              <a:gd name="connsiteX462" fmla="*/ 209968 w 7467600"/>
              <a:gd name="connsiteY462" fmla="*/ 6770713 h 6858000"/>
              <a:gd name="connsiteX463" fmla="*/ 873460 w 7467600"/>
              <a:gd name="connsiteY463" fmla="*/ 6253768 h 6858000"/>
              <a:gd name="connsiteX464" fmla="*/ 192686 w 7467600"/>
              <a:gd name="connsiteY464" fmla="*/ 5849257 h 6858000"/>
              <a:gd name="connsiteX465" fmla="*/ 4696 w 7467600"/>
              <a:gd name="connsiteY465" fmla="*/ 5697668 h 6858000"/>
              <a:gd name="connsiteX466" fmla="*/ 0 w 7467600"/>
              <a:gd name="connsiteY466" fmla="*/ 5689984 h 6858000"/>
              <a:gd name="connsiteX467" fmla="*/ 0 w 7467600"/>
              <a:gd name="connsiteY467" fmla="*/ 5513472 h 6858000"/>
              <a:gd name="connsiteX468" fmla="*/ 174101 w 7467600"/>
              <a:gd name="connsiteY468" fmla="*/ 5620277 h 6858000"/>
              <a:gd name="connsiteX469" fmla="*/ 891800 w 7467600"/>
              <a:gd name="connsiteY469" fmla="*/ 6036935 h 6858000"/>
              <a:gd name="connsiteX470" fmla="*/ 1072219 w 7467600"/>
              <a:gd name="connsiteY470" fmla="*/ 6169443 h 6858000"/>
              <a:gd name="connsiteX471" fmla="*/ 1074117 w 7467600"/>
              <a:gd name="connsiteY471" fmla="*/ 6170301 h 6858000"/>
              <a:gd name="connsiteX472" fmla="*/ 1083114 w 7467600"/>
              <a:gd name="connsiteY472" fmla="*/ 6174131 h 6858000"/>
              <a:gd name="connsiteX473" fmla="*/ 1543010 w 7467600"/>
              <a:gd name="connsiteY473" fmla="*/ 6191140 h 6858000"/>
              <a:gd name="connsiteX474" fmla="*/ 1551080 w 7467600"/>
              <a:gd name="connsiteY474" fmla="*/ 6195006 h 6858000"/>
              <a:gd name="connsiteX475" fmla="*/ 2345443 w 7467600"/>
              <a:gd name="connsiteY475" fmla="*/ 5549882 h 6858000"/>
              <a:gd name="connsiteX476" fmla="*/ 1721499 w 7467600"/>
              <a:gd name="connsiteY476" fmla="*/ 5599969 h 6858000"/>
              <a:gd name="connsiteX477" fmla="*/ 767716 w 7467600"/>
              <a:gd name="connsiteY477" fmla="*/ 5472768 h 6858000"/>
              <a:gd name="connsiteX478" fmla="*/ 722147 w 7467600"/>
              <a:gd name="connsiteY478" fmla="*/ 5393091 h 6858000"/>
              <a:gd name="connsiteX479" fmla="*/ 1485552 w 7467600"/>
              <a:gd name="connsiteY479" fmla="*/ 5313202 h 6858000"/>
              <a:gd name="connsiteX480" fmla="*/ 2143004 w 7467600"/>
              <a:gd name="connsiteY480" fmla="*/ 5402420 h 6858000"/>
              <a:gd name="connsiteX481" fmla="*/ 1933391 w 7467600"/>
              <a:gd name="connsiteY481" fmla="*/ 5156971 h 6858000"/>
              <a:gd name="connsiteX482" fmla="*/ 1827118 w 7467600"/>
              <a:gd name="connsiteY482" fmla="*/ 4968410 h 6858000"/>
              <a:gd name="connsiteX483" fmla="*/ 1837349 w 7467600"/>
              <a:gd name="connsiteY483" fmla="*/ 4956357 h 6858000"/>
              <a:gd name="connsiteX484" fmla="*/ 2162835 w 7467600"/>
              <a:gd name="connsiteY484" fmla="*/ 5187853 h 6858000"/>
              <a:gd name="connsiteX485" fmla="*/ 2257167 w 7467600"/>
              <a:gd name="connsiteY485" fmla="*/ 5462123 h 6858000"/>
              <a:gd name="connsiteX486" fmla="*/ 2261598 w 7467600"/>
              <a:gd name="connsiteY486" fmla="*/ 5467998 h 6858000"/>
              <a:gd name="connsiteX487" fmla="*/ 2437177 w 7467600"/>
              <a:gd name="connsiteY487" fmla="*/ 5479608 h 6858000"/>
              <a:gd name="connsiteX488" fmla="*/ 2445247 w 7467600"/>
              <a:gd name="connsiteY488" fmla="*/ 5483476 h 6858000"/>
              <a:gd name="connsiteX489" fmla="*/ 2743626 w 7467600"/>
              <a:gd name="connsiteY489" fmla="*/ 5304819 h 6858000"/>
              <a:gd name="connsiteX490" fmla="*/ 3048102 w 7467600"/>
              <a:gd name="connsiteY490" fmla="*/ 5150595 h 6858000"/>
              <a:gd name="connsiteX491" fmla="*/ 1799414 w 7467600"/>
              <a:gd name="connsiteY491" fmla="*/ 4694732 h 6858000"/>
              <a:gd name="connsiteX492" fmla="*/ 1771735 w 7467600"/>
              <a:gd name="connsiteY492" fmla="*/ 4619929 h 6858000"/>
              <a:gd name="connsiteX493" fmla="*/ 3104273 w 7467600"/>
              <a:gd name="connsiteY493" fmla="*/ 5076159 h 6858000"/>
              <a:gd name="connsiteX494" fmla="*/ 3113245 w 7467600"/>
              <a:gd name="connsiteY494" fmla="*/ 5090705 h 6858000"/>
              <a:gd name="connsiteX495" fmla="*/ 3126294 w 7467600"/>
              <a:gd name="connsiteY495" fmla="*/ 5114400 h 6858000"/>
              <a:gd name="connsiteX496" fmla="*/ 3937433 w 7467600"/>
              <a:gd name="connsiteY496" fmla="*/ 4830473 h 6858000"/>
              <a:gd name="connsiteX497" fmla="*/ 3590475 w 7467600"/>
              <a:gd name="connsiteY497" fmla="*/ 4597974 h 6858000"/>
              <a:gd name="connsiteX498" fmla="*/ 3100264 w 7467600"/>
              <a:gd name="connsiteY498" fmla="*/ 4579845 h 6858000"/>
              <a:gd name="connsiteX499" fmla="*/ 2183576 w 7467600"/>
              <a:gd name="connsiteY499" fmla="*/ 4227150 h 6858000"/>
              <a:gd name="connsiteX500" fmla="*/ 2151029 w 7467600"/>
              <a:gd name="connsiteY500" fmla="*/ 4146947 h 6858000"/>
              <a:gd name="connsiteX501" fmla="*/ 3563434 w 7467600"/>
              <a:gd name="connsiteY501" fmla="*/ 4469115 h 6858000"/>
              <a:gd name="connsiteX502" fmla="*/ 3177952 w 7467600"/>
              <a:gd name="connsiteY502" fmla="*/ 3657386 h 6858000"/>
              <a:gd name="connsiteX503" fmla="*/ 3189263 w 7467600"/>
              <a:gd name="connsiteY503" fmla="*/ 3625726 h 6858000"/>
              <a:gd name="connsiteX504" fmla="*/ 3560912 w 7467600"/>
              <a:gd name="connsiteY504" fmla="*/ 4079863 h 6858000"/>
              <a:gd name="connsiteX505" fmla="*/ 3626636 w 7467600"/>
              <a:gd name="connsiteY505" fmla="*/ 4512230 h 6858000"/>
              <a:gd name="connsiteX506" fmla="*/ 3653088 w 7467600"/>
              <a:gd name="connsiteY506" fmla="*/ 4521417 h 6858000"/>
              <a:gd name="connsiteX507" fmla="*/ 3988128 w 7467600"/>
              <a:gd name="connsiteY507" fmla="*/ 4817267 h 6858000"/>
              <a:gd name="connsiteX508" fmla="*/ 4830582 w 7467600"/>
              <a:gd name="connsiteY508" fmla="*/ 4676000 h 6858000"/>
              <a:gd name="connsiteX509" fmla="*/ 4830100 w 7467600"/>
              <a:gd name="connsiteY509" fmla="*/ 4675554 h 6858000"/>
              <a:gd name="connsiteX510" fmla="*/ 4036318 w 7467600"/>
              <a:gd name="connsiteY510" fmla="*/ 4147013 h 6858000"/>
              <a:gd name="connsiteX511" fmla="*/ 3432098 w 7467600"/>
              <a:gd name="connsiteY511" fmla="*/ 3537312 h 6858000"/>
              <a:gd name="connsiteX512" fmla="*/ 3446761 w 7467600"/>
              <a:gd name="connsiteY512" fmla="*/ 3461278 h 6858000"/>
              <a:gd name="connsiteX513" fmla="*/ 4419733 w 7467600"/>
              <a:gd name="connsiteY513" fmla="*/ 3963555 h 6858000"/>
              <a:gd name="connsiteX514" fmla="*/ 4781371 w 7467600"/>
              <a:gd name="connsiteY514" fmla="*/ 4458604 h 6858000"/>
              <a:gd name="connsiteX515" fmla="*/ 4780440 w 7467600"/>
              <a:gd name="connsiteY515" fmla="*/ 4470290 h 6858000"/>
              <a:gd name="connsiteX516" fmla="*/ 4898954 w 7467600"/>
              <a:gd name="connsiteY516" fmla="*/ 4662092 h 6858000"/>
              <a:gd name="connsiteX517" fmla="*/ 4900699 w 7467600"/>
              <a:gd name="connsiteY517" fmla="*/ 4670867 h 6858000"/>
              <a:gd name="connsiteX518" fmla="*/ 5714511 w 7467600"/>
              <a:gd name="connsiteY518" fmla="*/ 4663483 h 6858000"/>
              <a:gd name="connsiteX519" fmla="*/ 5464793 w 7467600"/>
              <a:gd name="connsiteY519" fmla="*/ 4393556 h 6858000"/>
              <a:gd name="connsiteX520" fmla="*/ 5461897 w 7467600"/>
              <a:gd name="connsiteY520" fmla="*/ 4390879 h 6858000"/>
              <a:gd name="connsiteX521" fmla="*/ 4294126 w 7467600"/>
              <a:gd name="connsiteY521" fmla="*/ 3303048 h 6858000"/>
              <a:gd name="connsiteX522" fmla="*/ 4305321 w 7467600"/>
              <a:gd name="connsiteY522" fmla="*/ 3256953 h 6858000"/>
              <a:gd name="connsiteX523" fmla="*/ 4949299 w 7467600"/>
              <a:gd name="connsiteY523" fmla="*/ 3766336 h 6858000"/>
              <a:gd name="connsiteX524" fmla="*/ 5291452 w 7467600"/>
              <a:gd name="connsiteY524" fmla="*/ 4076801 h 6858000"/>
              <a:gd name="connsiteX525" fmla="*/ 5434998 w 7467600"/>
              <a:gd name="connsiteY525" fmla="*/ 4254100 h 6858000"/>
              <a:gd name="connsiteX526" fmla="*/ 5351015 w 7467600"/>
              <a:gd name="connsiteY526" fmla="*/ 3760989 h 6858000"/>
              <a:gd name="connsiteX527" fmla="*/ 5413780 w 7467600"/>
              <a:gd name="connsiteY527" fmla="*/ 2966265 h 6858000"/>
              <a:gd name="connsiteX528" fmla="*/ 5425627 w 7467600"/>
              <a:gd name="connsiteY528" fmla="*/ 2954192 h 6858000"/>
              <a:gd name="connsiteX529" fmla="*/ 6604735 w 7467600"/>
              <a:gd name="connsiteY529" fmla="*/ 2041381 h 6858000"/>
              <a:gd name="connsiteX530" fmla="*/ 7204487 w 7467600"/>
              <a:gd name="connsiteY530" fmla="*/ 2742112 h 6858000"/>
              <a:gd name="connsiteX531" fmla="*/ 7131592 w 7467600"/>
              <a:gd name="connsiteY531" fmla="*/ 2672096 h 6858000"/>
              <a:gd name="connsiteX532" fmla="*/ 6996344 w 7467600"/>
              <a:gd name="connsiteY532" fmla="*/ 2518310 h 6858000"/>
              <a:gd name="connsiteX533" fmla="*/ 6735495 w 7467600"/>
              <a:gd name="connsiteY533" fmla="*/ 2196890 h 6858000"/>
              <a:gd name="connsiteX534" fmla="*/ 6721901 w 7467600"/>
              <a:gd name="connsiteY534" fmla="*/ 2179274 h 6858000"/>
              <a:gd name="connsiteX535" fmla="*/ 6604735 w 7467600"/>
              <a:gd name="connsiteY535" fmla="*/ 2041381 h 6858000"/>
              <a:gd name="connsiteX536" fmla="*/ 6591670 w 7467600"/>
              <a:gd name="connsiteY536" fmla="*/ 1988277 h 6858000"/>
              <a:gd name="connsiteX537" fmla="*/ 6747349 w 7467600"/>
              <a:gd name="connsiteY537" fmla="*/ 2160069 h 6858000"/>
              <a:gd name="connsiteX538" fmla="*/ 6760943 w 7467600"/>
              <a:gd name="connsiteY538" fmla="*/ 2177686 h 6858000"/>
              <a:gd name="connsiteX539" fmla="*/ 7021065 w 7467600"/>
              <a:gd name="connsiteY539" fmla="*/ 2498102 h 6858000"/>
              <a:gd name="connsiteX540" fmla="*/ 7155223 w 7467600"/>
              <a:gd name="connsiteY540" fmla="*/ 2650386 h 6858000"/>
              <a:gd name="connsiteX541" fmla="*/ 7203167 w 7467600"/>
              <a:gd name="connsiteY541" fmla="*/ 2697288 h 6858000"/>
              <a:gd name="connsiteX542" fmla="*/ 6937703 w 7467600"/>
              <a:gd name="connsiteY542" fmla="*/ 2321981 h 6858000"/>
              <a:gd name="connsiteX543" fmla="*/ 6591670 w 7467600"/>
              <a:gd name="connsiteY543" fmla="*/ 1988277 h 6858000"/>
              <a:gd name="connsiteX544" fmla="*/ 5798671 w 7467600"/>
              <a:gd name="connsiteY544" fmla="*/ 1981601 h 6858000"/>
              <a:gd name="connsiteX545" fmla="*/ 5754709 w 7467600"/>
              <a:gd name="connsiteY545" fmla="*/ 2071454 h 6858000"/>
              <a:gd name="connsiteX546" fmla="*/ 5763044 w 7467600"/>
              <a:gd name="connsiteY546" fmla="*/ 2842206 h 6858000"/>
              <a:gd name="connsiteX547" fmla="*/ 5764974 w 7467600"/>
              <a:gd name="connsiteY547" fmla="*/ 2799609 h 6858000"/>
              <a:gd name="connsiteX548" fmla="*/ 5767665 w 7467600"/>
              <a:gd name="connsiteY548" fmla="*/ 2666409 h 6858000"/>
              <a:gd name="connsiteX549" fmla="*/ 5763055 w 7467600"/>
              <a:gd name="connsiteY549" fmla="*/ 2579705 h 6858000"/>
              <a:gd name="connsiteX550" fmla="*/ 5758079 w 7467600"/>
              <a:gd name="connsiteY550" fmla="*/ 2492508 h 6858000"/>
              <a:gd name="connsiteX551" fmla="*/ 5779325 w 7467600"/>
              <a:gd name="connsiteY551" fmla="*/ 2197069 h 6858000"/>
              <a:gd name="connsiteX552" fmla="*/ 5798671 w 7467600"/>
              <a:gd name="connsiteY552" fmla="*/ 1981601 h 6858000"/>
              <a:gd name="connsiteX553" fmla="*/ 5829202 w 7467600"/>
              <a:gd name="connsiteY553" fmla="*/ 1971679 h 6858000"/>
              <a:gd name="connsiteX554" fmla="*/ 5809558 w 7467600"/>
              <a:gd name="connsiteY554" fmla="*/ 2198043 h 6858000"/>
              <a:gd name="connsiteX555" fmla="*/ 5788653 w 7467600"/>
              <a:gd name="connsiteY555" fmla="*/ 2489430 h 6858000"/>
              <a:gd name="connsiteX556" fmla="*/ 5793439 w 7467600"/>
              <a:gd name="connsiteY556" fmla="*/ 2575235 h 6858000"/>
              <a:gd name="connsiteX557" fmla="*/ 5796837 w 7467600"/>
              <a:gd name="connsiteY557" fmla="*/ 2637633 h 6858000"/>
              <a:gd name="connsiteX558" fmla="*/ 5818614 w 7467600"/>
              <a:gd name="connsiteY558" fmla="*/ 2473055 h 6858000"/>
              <a:gd name="connsiteX559" fmla="*/ 5829202 w 7467600"/>
              <a:gd name="connsiteY559" fmla="*/ 1971679 h 6858000"/>
              <a:gd name="connsiteX560" fmla="*/ 5911389 w 7467600"/>
              <a:gd name="connsiteY560" fmla="*/ 1898371 h 6858000"/>
              <a:gd name="connsiteX561" fmla="*/ 6237627 w 7467600"/>
              <a:gd name="connsiteY561" fmla="*/ 2231921 h 6858000"/>
              <a:gd name="connsiteX562" fmla="*/ 5911389 w 7467600"/>
              <a:gd name="connsiteY562" fmla="*/ 1898371 h 6858000"/>
              <a:gd name="connsiteX563" fmla="*/ 6944437 w 7467600"/>
              <a:gd name="connsiteY563" fmla="*/ 1575402 h 6858000"/>
              <a:gd name="connsiteX564" fmla="*/ 6304730 w 7467600"/>
              <a:gd name="connsiteY564" fmla="*/ 1766654 h 6858000"/>
              <a:gd name="connsiteX565" fmla="*/ 6944437 w 7467600"/>
              <a:gd name="connsiteY565" fmla="*/ 1575402 h 6858000"/>
              <a:gd name="connsiteX566" fmla="*/ 7019523 w 7467600"/>
              <a:gd name="connsiteY566" fmla="*/ 1519450 h 6858000"/>
              <a:gd name="connsiteX567" fmla="*/ 6298091 w 7467600"/>
              <a:gd name="connsiteY567" fmla="*/ 1737122 h 6858000"/>
              <a:gd name="connsiteX568" fmla="*/ 7019523 w 7467600"/>
              <a:gd name="connsiteY568" fmla="*/ 1519450 h 6858000"/>
              <a:gd name="connsiteX569" fmla="*/ 2399523 w 7467600"/>
              <a:gd name="connsiteY569" fmla="*/ 1428234 h 6858000"/>
              <a:gd name="connsiteX570" fmla="*/ 2224982 w 7467600"/>
              <a:gd name="connsiteY570" fmla="*/ 1826201 h 6858000"/>
              <a:gd name="connsiteX571" fmla="*/ 2096099 w 7467600"/>
              <a:gd name="connsiteY571" fmla="*/ 2345900 h 6858000"/>
              <a:gd name="connsiteX572" fmla="*/ 2283317 w 7467600"/>
              <a:gd name="connsiteY572" fmla="*/ 1796925 h 6858000"/>
              <a:gd name="connsiteX573" fmla="*/ 2399523 w 7467600"/>
              <a:gd name="connsiteY573" fmla="*/ 1428234 h 6858000"/>
              <a:gd name="connsiteX574" fmla="*/ 2448558 w 7467600"/>
              <a:gd name="connsiteY574" fmla="*/ 1373435 h 6858000"/>
              <a:gd name="connsiteX575" fmla="*/ 2312521 w 7467600"/>
              <a:gd name="connsiteY575" fmla="*/ 1806140 h 6858000"/>
              <a:gd name="connsiteX576" fmla="*/ 2127533 w 7467600"/>
              <a:gd name="connsiteY576" fmla="*/ 2348380 h 6858000"/>
              <a:gd name="connsiteX577" fmla="*/ 2358080 w 7467600"/>
              <a:gd name="connsiteY577" fmla="*/ 1866134 h 6858000"/>
              <a:gd name="connsiteX578" fmla="*/ 2407436 w 7467600"/>
              <a:gd name="connsiteY578" fmla="*/ 1651070 h 6858000"/>
              <a:gd name="connsiteX579" fmla="*/ 2448558 w 7467600"/>
              <a:gd name="connsiteY579" fmla="*/ 1373435 h 6858000"/>
              <a:gd name="connsiteX580" fmla="*/ 278707 w 7467600"/>
              <a:gd name="connsiteY580" fmla="*/ 1352270 h 6858000"/>
              <a:gd name="connsiteX581" fmla="*/ 321570 w 7467600"/>
              <a:gd name="connsiteY581" fmla="*/ 1861610 h 6858000"/>
              <a:gd name="connsiteX582" fmla="*/ 294281 w 7467600"/>
              <a:gd name="connsiteY582" fmla="*/ 1440658 h 6858000"/>
              <a:gd name="connsiteX583" fmla="*/ 278707 w 7467600"/>
              <a:gd name="connsiteY583" fmla="*/ 1352270 h 6858000"/>
              <a:gd name="connsiteX584" fmla="*/ 1423821 w 7467600"/>
              <a:gd name="connsiteY584" fmla="*/ 1351958 h 6858000"/>
              <a:gd name="connsiteX585" fmla="*/ 1638521 w 7467600"/>
              <a:gd name="connsiteY585" fmla="*/ 1908470 h 6858000"/>
              <a:gd name="connsiteX586" fmla="*/ 1754199 w 7467600"/>
              <a:gd name="connsiteY586" fmla="*/ 2149284 h 6858000"/>
              <a:gd name="connsiteX587" fmla="*/ 1908359 w 7467600"/>
              <a:gd name="connsiteY587" fmla="*/ 2364988 h 6858000"/>
              <a:gd name="connsiteX588" fmla="*/ 1647661 w 7467600"/>
              <a:gd name="connsiteY588" fmla="*/ 1825945 h 6858000"/>
              <a:gd name="connsiteX589" fmla="*/ 1423821 w 7467600"/>
              <a:gd name="connsiteY589" fmla="*/ 1351958 h 6858000"/>
              <a:gd name="connsiteX590" fmla="*/ 1431890 w 7467600"/>
              <a:gd name="connsiteY590" fmla="*/ 1306475 h 6858000"/>
              <a:gd name="connsiteX591" fmla="*/ 1507597 w 7467600"/>
              <a:gd name="connsiteY591" fmla="*/ 1446132 h 6858000"/>
              <a:gd name="connsiteX592" fmla="*/ 1674586 w 7467600"/>
              <a:gd name="connsiteY592" fmla="*/ 1813832 h 6858000"/>
              <a:gd name="connsiteX593" fmla="*/ 1815950 w 7467600"/>
              <a:gd name="connsiteY593" fmla="*/ 2128564 h 6858000"/>
              <a:gd name="connsiteX594" fmla="*/ 1984242 w 7467600"/>
              <a:gd name="connsiteY594" fmla="*/ 2430829 h 6858000"/>
              <a:gd name="connsiteX595" fmla="*/ 2014023 w 7467600"/>
              <a:gd name="connsiteY595" fmla="*/ 2450995 h 6858000"/>
              <a:gd name="connsiteX596" fmla="*/ 1747337 w 7467600"/>
              <a:gd name="connsiteY596" fmla="*/ 1855264 h 6858000"/>
              <a:gd name="connsiteX597" fmla="*/ 1533749 w 7467600"/>
              <a:gd name="connsiteY597" fmla="*/ 1478656 h 6858000"/>
              <a:gd name="connsiteX598" fmla="*/ 1431890 w 7467600"/>
              <a:gd name="connsiteY598" fmla="*/ 1306475 h 6858000"/>
              <a:gd name="connsiteX599" fmla="*/ 5052692 w 7467600"/>
              <a:gd name="connsiteY599" fmla="*/ 1292994 h 6858000"/>
              <a:gd name="connsiteX600" fmla="*/ 5200661 w 7467600"/>
              <a:gd name="connsiteY600" fmla="*/ 1635186 h 6858000"/>
              <a:gd name="connsiteX601" fmla="*/ 5297138 w 7467600"/>
              <a:gd name="connsiteY601" fmla="*/ 1906351 h 6858000"/>
              <a:gd name="connsiteX602" fmla="*/ 5052692 w 7467600"/>
              <a:gd name="connsiteY602" fmla="*/ 1292994 h 6858000"/>
              <a:gd name="connsiteX603" fmla="*/ 5009948 w 7467600"/>
              <a:gd name="connsiteY603" fmla="*/ 1273619 h 6858000"/>
              <a:gd name="connsiteX604" fmla="*/ 5121777 w 7467600"/>
              <a:gd name="connsiteY604" fmla="*/ 1654213 h 6858000"/>
              <a:gd name="connsiteX605" fmla="*/ 5293545 w 7467600"/>
              <a:gd name="connsiteY605" fmla="*/ 2072247 h 6858000"/>
              <a:gd name="connsiteX606" fmla="*/ 5294042 w 7467600"/>
              <a:gd name="connsiteY606" fmla="*/ 2065019 h 6858000"/>
              <a:gd name="connsiteX607" fmla="*/ 5171936 w 7467600"/>
              <a:gd name="connsiteY607" fmla="*/ 1647613 h 6858000"/>
              <a:gd name="connsiteX608" fmla="*/ 5009948 w 7467600"/>
              <a:gd name="connsiteY608" fmla="*/ 1273619 h 6858000"/>
              <a:gd name="connsiteX609" fmla="*/ 655236 w 7467600"/>
              <a:gd name="connsiteY609" fmla="*/ 1268632 h 6858000"/>
              <a:gd name="connsiteX610" fmla="*/ 839521 w 7467600"/>
              <a:gd name="connsiteY610" fmla="*/ 1685315 h 6858000"/>
              <a:gd name="connsiteX611" fmla="*/ 1109416 w 7467600"/>
              <a:gd name="connsiteY611" fmla="*/ 2061663 h 6858000"/>
              <a:gd name="connsiteX612" fmla="*/ 1298300 w 7467600"/>
              <a:gd name="connsiteY612" fmla="*/ 2247742 h 6858000"/>
              <a:gd name="connsiteX613" fmla="*/ 1125871 w 7467600"/>
              <a:gd name="connsiteY613" fmla="*/ 1989513 h 6858000"/>
              <a:gd name="connsiteX614" fmla="*/ 981574 w 7467600"/>
              <a:gd name="connsiteY614" fmla="*/ 1783157 h 6858000"/>
              <a:gd name="connsiteX615" fmla="*/ 922198 w 7467600"/>
              <a:gd name="connsiteY615" fmla="*/ 1677437 h 6858000"/>
              <a:gd name="connsiteX616" fmla="*/ 869293 w 7467600"/>
              <a:gd name="connsiteY616" fmla="*/ 1583214 h 6858000"/>
              <a:gd name="connsiteX617" fmla="*/ 751431 w 7467600"/>
              <a:gd name="connsiteY617" fmla="*/ 1405731 h 6858000"/>
              <a:gd name="connsiteX618" fmla="*/ 655236 w 7467600"/>
              <a:gd name="connsiteY618" fmla="*/ 1268632 h 6858000"/>
              <a:gd name="connsiteX619" fmla="*/ 6516292 w 7467600"/>
              <a:gd name="connsiteY619" fmla="*/ 1263064 h 6858000"/>
              <a:gd name="connsiteX620" fmla="*/ 5736320 w 7467600"/>
              <a:gd name="connsiteY620" fmla="*/ 1501803 h 6858000"/>
              <a:gd name="connsiteX621" fmla="*/ 6516292 w 7467600"/>
              <a:gd name="connsiteY621" fmla="*/ 1263064 h 6858000"/>
              <a:gd name="connsiteX622" fmla="*/ 291466 w 7467600"/>
              <a:gd name="connsiteY622" fmla="*/ 1250369 h 6858000"/>
              <a:gd name="connsiteX623" fmla="*/ 323180 w 7467600"/>
              <a:gd name="connsiteY623" fmla="*/ 1435283 h 6858000"/>
              <a:gd name="connsiteX624" fmla="*/ 349381 w 7467600"/>
              <a:gd name="connsiteY624" fmla="*/ 1875041 h 6858000"/>
              <a:gd name="connsiteX625" fmla="*/ 374363 w 7467600"/>
              <a:gd name="connsiteY625" fmla="*/ 1506494 h 6858000"/>
              <a:gd name="connsiteX626" fmla="*/ 302168 w 7467600"/>
              <a:gd name="connsiteY626" fmla="*/ 1274495 h 6858000"/>
              <a:gd name="connsiteX627" fmla="*/ 291466 w 7467600"/>
              <a:gd name="connsiteY627" fmla="*/ 1250369 h 6858000"/>
              <a:gd name="connsiteX628" fmla="*/ 678222 w 7467600"/>
              <a:gd name="connsiteY628" fmla="*/ 1248670 h 6858000"/>
              <a:gd name="connsiteX629" fmla="*/ 775536 w 7467600"/>
              <a:gd name="connsiteY629" fmla="*/ 1388015 h 6858000"/>
              <a:gd name="connsiteX630" fmla="*/ 894529 w 7467600"/>
              <a:gd name="connsiteY630" fmla="*/ 1567739 h 6858000"/>
              <a:gd name="connsiteX631" fmla="*/ 948000 w 7467600"/>
              <a:gd name="connsiteY631" fmla="*/ 1663088 h 6858000"/>
              <a:gd name="connsiteX632" fmla="*/ 1006812 w 7467600"/>
              <a:gd name="connsiteY632" fmla="*/ 1767683 h 6858000"/>
              <a:gd name="connsiteX633" fmla="*/ 1149133 w 7467600"/>
              <a:gd name="connsiteY633" fmla="*/ 1971513 h 6858000"/>
              <a:gd name="connsiteX634" fmla="*/ 1333952 w 7467600"/>
              <a:gd name="connsiteY634" fmla="*/ 2251620 h 6858000"/>
              <a:gd name="connsiteX635" fmla="*/ 1337329 w 7467600"/>
              <a:gd name="connsiteY635" fmla="*/ 2258350 h 6858000"/>
              <a:gd name="connsiteX636" fmla="*/ 1014726 w 7467600"/>
              <a:gd name="connsiteY636" fmla="*/ 1615556 h 6858000"/>
              <a:gd name="connsiteX637" fmla="*/ 678222 w 7467600"/>
              <a:gd name="connsiteY637" fmla="*/ 1248670 h 6858000"/>
              <a:gd name="connsiteX638" fmla="*/ 6691602 w 7467600"/>
              <a:gd name="connsiteY638" fmla="*/ 1140573 h 6858000"/>
              <a:gd name="connsiteX639" fmla="*/ 6571100 w 7467600"/>
              <a:gd name="connsiteY639" fmla="*/ 1183662 h 6858000"/>
              <a:gd name="connsiteX640" fmla="*/ 6241687 w 7467600"/>
              <a:gd name="connsiteY640" fmla="*/ 1257600 h 6858000"/>
              <a:gd name="connsiteX641" fmla="*/ 5693009 w 7467600"/>
              <a:gd name="connsiteY641" fmla="*/ 1478256 h 6858000"/>
              <a:gd name="connsiteX642" fmla="*/ 6548420 w 7467600"/>
              <a:gd name="connsiteY642" fmla="*/ 1214599 h 6858000"/>
              <a:gd name="connsiteX643" fmla="*/ 6605473 w 7467600"/>
              <a:gd name="connsiteY643" fmla="*/ 1184686 h 6858000"/>
              <a:gd name="connsiteX644" fmla="*/ 6691602 w 7467600"/>
              <a:gd name="connsiteY644" fmla="*/ 1140573 h 6858000"/>
              <a:gd name="connsiteX645" fmla="*/ 4002475 w 7467600"/>
              <a:gd name="connsiteY645" fmla="*/ 1037802 h 6858000"/>
              <a:gd name="connsiteX646" fmla="*/ 4000324 w 7467600"/>
              <a:gd name="connsiteY646" fmla="*/ 1039362 h 6858000"/>
              <a:gd name="connsiteX647" fmla="*/ 4002862 w 7467600"/>
              <a:gd name="connsiteY647" fmla="*/ 1042866 h 6858000"/>
              <a:gd name="connsiteX648" fmla="*/ 4002475 w 7467600"/>
              <a:gd name="connsiteY648" fmla="*/ 1037802 h 6858000"/>
              <a:gd name="connsiteX649" fmla="*/ 506322 w 7467600"/>
              <a:gd name="connsiteY649" fmla="*/ 1020997 h 6858000"/>
              <a:gd name="connsiteX650" fmla="*/ 533068 w 7467600"/>
              <a:gd name="connsiteY650" fmla="*/ 1029409 h 6858000"/>
              <a:gd name="connsiteX651" fmla="*/ 1232525 w 7467600"/>
              <a:gd name="connsiteY651" fmla="*/ 1804675 h 6858000"/>
              <a:gd name="connsiteX652" fmla="*/ 1388858 w 7467600"/>
              <a:gd name="connsiteY652" fmla="*/ 2368011 h 6858000"/>
              <a:gd name="connsiteX653" fmla="*/ 1384098 w 7467600"/>
              <a:gd name="connsiteY653" fmla="*/ 2378125 h 6858000"/>
              <a:gd name="connsiteX654" fmla="*/ 1425393 w 7467600"/>
              <a:gd name="connsiteY654" fmla="*/ 2589124 h 6858000"/>
              <a:gd name="connsiteX655" fmla="*/ 1424001 w 7467600"/>
              <a:gd name="connsiteY655" fmla="*/ 2597541 h 6858000"/>
              <a:gd name="connsiteX656" fmla="*/ 2152729 w 7467600"/>
              <a:gd name="connsiteY656" fmla="*/ 2864487 h 6858000"/>
              <a:gd name="connsiteX657" fmla="*/ 2020609 w 7467600"/>
              <a:gd name="connsiteY657" fmla="*/ 2539671 h 6858000"/>
              <a:gd name="connsiteX658" fmla="*/ 2018920 w 7467600"/>
              <a:gd name="connsiteY658" fmla="*/ 2536309 h 6858000"/>
              <a:gd name="connsiteX659" fmla="*/ 1342441 w 7467600"/>
              <a:gd name="connsiteY659" fmla="*/ 1173017 h 6858000"/>
              <a:gd name="connsiteX660" fmla="*/ 1367925 w 7467600"/>
              <a:gd name="connsiteY660" fmla="*/ 1135648 h 6858000"/>
              <a:gd name="connsiteX661" fmla="*/ 1771401 w 7467600"/>
              <a:gd name="connsiteY661" fmla="*/ 1806673 h 6858000"/>
              <a:gd name="connsiteX662" fmla="*/ 1972385 w 7467600"/>
              <a:gd name="connsiteY662" fmla="*/ 2198735 h 6858000"/>
              <a:gd name="connsiteX663" fmla="*/ 2040892 w 7467600"/>
              <a:gd name="connsiteY663" fmla="*/ 2405205 h 6858000"/>
              <a:gd name="connsiteX664" fmla="*/ 2131689 w 7467600"/>
              <a:gd name="connsiteY664" fmla="*/ 1936926 h 6858000"/>
              <a:gd name="connsiteX665" fmla="*/ 2454820 w 7467600"/>
              <a:gd name="connsiteY665" fmla="*/ 1248808 h 6858000"/>
              <a:gd name="connsiteX666" fmla="*/ 2492512 w 7467600"/>
              <a:gd name="connsiteY666" fmla="*/ 1302920 h 6858000"/>
              <a:gd name="connsiteX667" fmla="*/ 2081216 w 7467600"/>
              <a:gd name="connsiteY667" fmla="*/ 2527513 h 6858000"/>
              <a:gd name="connsiteX668" fmla="*/ 2081211 w 7467600"/>
              <a:gd name="connsiteY668" fmla="*/ 2528916 h 6858000"/>
              <a:gd name="connsiteX669" fmla="*/ 2199067 w 7467600"/>
              <a:gd name="connsiteY669" fmla="*/ 2884061 h 6858000"/>
              <a:gd name="connsiteX670" fmla="*/ 3192586 w 7467600"/>
              <a:gd name="connsiteY670" fmla="*/ 3411496 h 6858000"/>
              <a:gd name="connsiteX671" fmla="*/ 3182620 w 7467600"/>
              <a:gd name="connsiteY671" fmla="*/ 3483279 h 6858000"/>
              <a:gd name="connsiteX672" fmla="*/ 2435119 w 7467600"/>
              <a:gd name="connsiteY672" fmla="*/ 3080173 h 6858000"/>
              <a:gd name="connsiteX673" fmla="*/ 2410152 w 7467600"/>
              <a:gd name="connsiteY673" fmla="*/ 3063751 h 6858000"/>
              <a:gd name="connsiteX674" fmla="*/ 2408099 w 7467600"/>
              <a:gd name="connsiteY674" fmla="*/ 3064403 h 6858000"/>
              <a:gd name="connsiteX675" fmla="*/ 2407218 w 7467600"/>
              <a:gd name="connsiteY675" fmla="*/ 3070324 h 6858000"/>
              <a:gd name="connsiteX676" fmla="*/ 2380138 w 7467600"/>
              <a:gd name="connsiteY676" fmla="*/ 3099341 h 6858000"/>
              <a:gd name="connsiteX677" fmla="*/ 1765923 w 7467600"/>
              <a:gd name="connsiteY677" fmla="*/ 3581043 h 6858000"/>
              <a:gd name="connsiteX678" fmla="*/ 1702258 w 7467600"/>
              <a:gd name="connsiteY678" fmla="*/ 3612286 h 6858000"/>
              <a:gd name="connsiteX679" fmla="*/ 1538370 w 7467600"/>
              <a:gd name="connsiteY679" fmla="*/ 3811804 h 6858000"/>
              <a:gd name="connsiteX680" fmla="*/ 542867 w 7467600"/>
              <a:gd name="connsiteY680" fmla="*/ 4944092 h 6858000"/>
              <a:gd name="connsiteX681" fmla="*/ 515800 w 7467600"/>
              <a:gd name="connsiteY681" fmla="*/ 4862180 h 6858000"/>
              <a:gd name="connsiteX682" fmla="*/ 909145 w 7467600"/>
              <a:gd name="connsiteY682" fmla="*/ 4199225 h 6858000"/>
              <a:gd name="connsiteX683" fmla="*/ 1214067 w 7467600"/>
              <a:gd name="connsiteY683" fmla="*/ 3908561 h 6858000"/>
              <a:gd name="connsiteX684" fmla="*/ 640967 w 7467600"/>
              <a:gd name="connsiteY684" fmla="*/ 4105601 h 6858000"/>
              <a:gd name="connsiteX685" fmla="*/ 112563 w 7467600"/>
              <a:gd name="connsiteY685" fmla="*/ 4396952 h 6858000"/>
              <a:gd name="connsiteX686" fmla="*/ 0 w 7467600"/>
              <a:gd name="connsiteY686" fmla="*/ 4466006 h 6858000"/>
              <a:gd name="connsiteX687" fmla="*/ 0 w 7467600"/>
              <a:gd name="connsiteY687" fmla="*/ 4233763 h 6858000"/>
              <a:gd name="connsiteX688" fmla="*/ 36881 w 7467600"/>
              <a:gd name="connsiteY688" fmla="*/ 4200118 h 6858000"/>
              <a:gd name="connsiteX689" fmla="*/ 910534 w 7467600"/>
              <a:gd name="connsiteY689" fmla="*/ 3629753 h 6858000"/>
              <a:gd name="connsiteX690" fmla="*/ 1578717 w 7467600"/>
              <a:gd name="connsiteY690" fmla="*/ 3575982 h 6858000"/>
              <a:gd name="connsiteX691" fmla="*/ 2338780 w 7467600"/>
              <a:gd name="connsiteY691" fmla="*/ 3033725 h 6858000"/>
              <a:gd name="connsiteX692" fmla="*/ 1807991 w 7467600"/>
              <a:gd name="connsiteY692" fmla="*/ 2807184 h 6858000"/>
              <a:gd name="connsiteX693" fmla="*/ 1416358 w 7467600"/>
              <a:gd name="connsiteY693" fmla="*/ 3112571 h 6858000"/>
              <a:gd name="connsiteX694" fmla="*/ 939066 w 7467600"/>
              <a:gd name="connsiteY694" fmla="*/ 3378798 h 6858000"/>
              <a:gd name="connsiteX695" fmla="*/ 115099 w 7467600"/>
              <a:gd name="connsiteY695" fmla="*/ 3607650 h 6858000"/>
              <a:gd name="connsiteX696" fmla="*/ 97284 w 7467600"/>
              <a:gd name="connsiteY696" fmla="*/ 3520393 h 6858000"/>
              <a:gd name="connsiteX697" fmla="*/ 922050 w 7467600"/>
              <a:gd name="connsiteY697" fmla="*/ 3074867 h 6858000"/>
              <a:gd name="connsiteX698" fmla="*/ 1405265 w 7467600"/>
              <a:gd name="connsiteY698" fmla="*/ 3016319 h 6858000"/>
              <a:gd name="connsiteX699" fmla="*/ 1407512 w 7467600"/>
              <a:gd name="connsiteY699" fmla="*/ 3018001 h 6858000"/>
              <a:gd name="connsiteX700" fmla="*/ 1726266 w 7467600"/>
              <a:gd name="connsiteY700" fmla="*/ 2777274 h 6858000"/>
              <a:gd name="connsiteX701" fmla="*/ 625390 w 7467600"/>
              <a:gd name="connsiteY701" fmla="*/ 2514541 h 6858000"/>
              <a:gd name="connsiteX702" fmla="*/ 619799 w 7467600"/>
              <a:gd name="connsiteY702" fmla="*/ 2527180 h 6858000"/>
              <a:gd name="connsiteX703" fmla="*/ 310030 w 7467600"/>
              <a:gd name="connsiteY703" fmla="*/ 2771818 h 6858000"/>
              <a:gd name="connsiteX704" fmla="*/ 173877 w 7467600"/>
              <a:gd name="connsiteY704" fmla="*/ 2937056 h 6858000"/>
              <a:gd name="connsiteX705" fmla="*/ 77889 w 7467600"/>
              <a:gd name="connsiteY705" fmla="*/ 3138440 h 6858000"/>
              <a:gd name="connsiteX706" fmla="*/ 0 w 7467600"/>
              <a:gd name="connsiteY706" fmla="*/ 3271395 h 6858000"/>
              <a:gd name="connsiteX707" fmla="*/ 0 w 7467600"/>
              <a:gd name="connsiteY707" fmla="*/ 3153002 h 6858000"/>
              <a:gd name="connsiteX708" fmla="*/ 2386 w 7467600"/>
              <a:gd name="connsiteY708" fmla="*/ 3149203 h 6858000"/>
              <a:gd name="connsiteX709" fmla="*/ 89753 w 7467600"/>
              <a:gd name="connsiteY709" fmla="*/ 2987702 h 6858000"/>
              <a:gd name="connsiteX710" fmla="*/ 76869 w 7467600"/>
              <a:gd name="connsiteY710" fmla="*/ 3005404 h 6858000"/>
              <a:gd name="connsiteX711" fmla="*/ 32049 w 7467600"/>
              <a:gd name="connsiteY711" fmla="*/ 3065814 h 6858000"/>
              <a:gd name="connsiteX712" fmla="*/ 0 w 7467600"/>
              <a:gd name="connsiteY712" fmla="*/ 3108744 h 6858000"/>
              <a:gd name="connsiteX713" fmla="*/ 0 w 7467600"/>
              <a:gd name="connsiteY713" fmla="*/ 3058059 h 6858000"/>
              <a:gd name="connsiteX714" fmla="*/ 7610 w 7467600"/>
              <a:gd name="connsiteY714" fmla="*/ 3047889 h 6858000"/>
              <a:gd name="connsiteX715" fmla="*/ 52419 w 7467600"/>
              <a:gd name="connsiteY715" fmla="*/ 2987479 h 6858000"/>
              <a:gd name="connsiteX716" fmla="*/ 59142 w 7467600"/>
              <a:gd name="connsiteY716" fmla="*/ 2978488 h 6858000"/>
              <a:gd name="connsiteX717" fmla="*/ 0 w 7467600"/>
              <a:gd name="connsiteY717" fmla="*/ 3015334 h 6858000"/>
              <a:gd name="connsiteX718" fmla="*/ 0 w 7467600"/>
              <a:gd name="connsiteY718" fmla="*/ 2914286 h 6858000"/>
              <a:gd name="connsiteX719" fmla="*/ 36383 w 7467600"/>
              <a:gd name="connsiteY719" fmla="*/ 2901128 h 6858000"/>
              <a:gd name="connsiteX720" fmla="*/ 156329 w 7467600"/>
              <a:gd name="connsiteY720" fmla="*/ 2840533 h 6858000"/>
              <a:gd name="connsiteX721" fmla="*/ 358355 w 7467600"/>
              <a:gd name="connsiteY721" fmla="*/ 2620471 h 6858000"/>
              <a:gd name="connsiteX722" fmla="*/ 510577 w 7467600"/>
              <a:gd name="connsiteY722" fmla="*/ 2501244 h 6858000"/>
              <a:gd name="connsiteX723" fmla="*/ 211967 w 7467600"/>
              <a:gd name="connsiteY723" fmla="*/ 2479171 h 6858000"/>
              <a:gd name="connsiteX724" fmla="*/ 0 w 7467600"/>
              <a:gd name="connsiteY724" fmla="*/ 2476398 h 6858000"/>
              <a:gd name="connsiteX725" fmla="*/ 0 w 7467600"/>
              <a:gd name="connsiteY725" fmla="*/ 2389189 h 6858000"/>
              <a:gd name="connsiteX726" fmla="*/ 103062 w 7467600"/>
              <a:gd name="connsiteY726" fmla="*/ 2389518 h 6858000"/>
              <a:gd name="connsiteX727" fmla="*/ 510734 w 7467600"/>
              <a:gd name="connsiteY727" fmla="*/ 2416201 h 6858000"/>
              <a:gd name="connsiteX728" fmla="*/ 279257 w 7467600"/>
              <a:gd name="connsiteY728" fmla="*/ 2092102 h 6858000"/>
              <a:gd name="connsiteX729" fmla="*/ 65265 w 7467600"/>
              <a:gd name="connsiteY729" fmla="*/ 2006049 h 6858000"/>
              <a:gd name="connsiteX730" fmla="*/ 0 w 7467600"/>
              <a:gd name="connsiteY730" fmla="*/ 1982532 h 6858000"/>
              <a:gd name="connsiteX731" fmla="*/ 0 w 7467600"/>
              <a:gd name="connsiteY731" fmla="*/ 1912789 h 6858000"/>
              <a:gd name="connsiteX732" fmla="*/ 97460 w 7467600"/>
              <a:gd name="connsiteY732" fmla="*/ 1953725 h 6858000"/>
              <a:gd name="connsiteX733" fmla="*/ 221272 w 7467600"/>
              <a:gd name="connsiteY733" fmla="*/ 1980766 h 6858000"/>
              <a:gd name="connsiteX734" fmla="*/ 116765 w 7467600"/>
              <a:gd name="connsiteY734" fmla="*/ 1911033 h 6858000"/>
              <a:gd name="connsiteX735" fmla="*/ 16405 w 7467600"/>
              <a:gd name="connsiteY735" fmla="*/ 1803412 h 6858000"/>
              <a:gd name="connsiteX736" fmla="*/ 0 w 7467600"/>
              <a:gd name="connsiteY736" fmla="*/ 1784777 h 6858000"/>
              <a:gd name="connsiteX737" fmla="*/ 0 w 7467600"/>
              <a:gd name="connsiteY737" fmla="*/ 1740082 h 6858000"/>
              <a:gd name="connsiteX738" fmla="*/ 39394 w 7467600"/>
              <a:gd name="connsiteY738" fmla="*/ 1784856 h 6858000"/>
              <a:gd name="connsiteX739" fmla="*/ 135813 w 7467600"/>
              <a:gd name="connsiteY739" fmla="*/ 1888838 h 6858000"/>
              <a:gd name="connsiteX740" fmla="*/ 242575 w 7467600"/>
              <a:gd name="connsiteY740" fmla="*/ 1958841 h 6858000"/>
              <a:gd name="connsiteX741" fmla="*/ 82197 w 7467600"/>
              <a:gd name="connsiteY741" fmla="*/ 1754826 h 6858000"/>
              <a:gd name="connsiteX742" fmla="*/ 0 w 7467600"/>
              <a:gd name="connsiteY742" fmla="*/ 1679650 h 6858000"/>
              <a:gd name="connsiteX743" fmla="*/ 0 w 7467600"/>
              <a:gd name="connsiteY743" fmla="*/ 1602463 h 6858000"/>
              <a:gd name="connsiteX744" fmla="*/ 84689 w 7467600"/>
              <a:gd name="connsiteY744" fmla="*/ 1677442 h 6858000"/>
              <a:gd name="connsiteX745" fmla="*/ 298437 w 7467600"/>
              <a:gd name="connsiteY745" fmla="*/ 1968019 h 6858000"/>
              <a:gd name="connsiteX746" fmla="*/ 227269 w 7467600"/>
              <a:gd name="connsiteY746" fmla="*/ 1114064 h 6858000"/>
              <a:gd name="connsiteX747" fmla="*/ 248003 w 7467600"/>
              <a:gd name="connsiteY747" fmla="*/ 1089613 h 6858000"/>
              <a:gd name="connsiteX748" fmla="*/ 427020 w 7467600"/>
              <a:gd name="connsiteY748" fmla="*/ 1619803 h 6858000"/>
              <a:gd name="connsiteX749" fmla="*/ 340345 w 7467600"/>
              <a:gd name="connsiteY749" fmla="*/ 2027739 h 6858000"/>
              <a:gd name="connsiteX750" fmla="*/ 360865 w 7467600"/>
              <a:gd name="connsiteY750" fmla="*/ 2044827 h 6858000"/>
              <a:gd name="connsiteX751" fmla="*/ 560414 w 7467600"/>
              <a:gd name="connsiteY751" fmla="*/ 2421457 h 6858000"/>
              <a:gd name="connsiteX752" fmla="*/ 1359703 w 7467600"/>
              <a:gd name="connsiteY752" fmla="*/ 2578554 h 6858000"/>
              <a:gd name="connsiteX753" fmla="*/ 1359422 w 7467600"/>
              <a:gd name="connsiteY753" fmla="*/ 2577994 h 6858000"/>
              <a:gd name="connsiteX754" fmla="*/ 828701 w 7467600"/>
              <a:gd name="connsiteY754" fmla="*/ 1839520 h 6858000"/>
              <a:gd name="connsiteX755" fmla="*/ 494427 w 7467600"/>
              <a:gd name="connsiteY755" fmla="*/ 1092333 h 6858000"/>
              <a:gd name="connsiteX756" fmla="*/ 506322 w 7467600"/>
              <a:gd name="connsiteY756" fmla="*/ 1020997 h 6858000"/>
              <a:gd name="connsiteX757" fmla="*/ 4570198 w 7467600"/>
              <a:gd name="connsiteY757" fmla="*/ 978081 h 6858000"/>
              <a:gd name="connsiteX758" fmla="*/ 4523691 w 7467600"/>
              <a:gd name="connsiteY758" fmla="*/ 1127776 h 6858000"/>
              <a:gd name="connsiteX759" fmla="*/ 4509875 w 7467600"/>
              <a:gd name="connsiteY759" fmla="*/ 1167552 h 6858000"/>
              <a:gd name="connsiteX760" fmla="*/ 4478168 w 7467600"/>
              <a:gd name="connsiteY760" fmla="*/ 1260735 h 6858000"/>
              <a:gd name="connsiteX761" fmla="*/ 4409309 w 7467600"/>
              <a:gd name="connsiteY761" fmla="*/ 1666996 h 6858000"/>
              <a:gd name="connsiteX762" fmla="*/ 4370031 w 7467600"/>
              <a:gd name="connsiteY762" fmla="*/ 1955666 h 6858000"/>
              <a:gd name="connsiteX763" fmla="*/ 4570198 w 7467600"/>
              <a:gd name="connsiteY763" fmla="*/ 978081 h 6858000"/>
              <a:gd name="connsiteX764" fmla="*/ 4557898 w 7467600"/>
              <a:gd name="connsiteY764" fmla="*/ 900011 h 6858000"/>
              <a:gd name="connsiteX765" fmla="*/ 4344840 w 7467600"/>
              <a:gd name="connsiteY765" fmla="*/ 1922038 h 6858000"/>
              <a:gd name="connsiteX766" fmla="*/ 4378710 w 7467600"/>
              <a:gd name="connsiteY766" fmla="*/ 1665516 h 6858000"/>
              <a:gd name="connsiteX767" fmla="*/ 4448798 w 7467600"/>
              <a:gd name="connsiteY767" fmla="*/ 1253024 h 6858000"/>
              <a:gd name="connsiteX768" fmla="*/ 4480315 w 7467600"/>
              <a:gd name="connsiteY768" fmla="*/ 1158454 h 6858000"/>
              <a:gd name="connsiteX769" fmla="*/ 4494133 w 7467600"/>
              <a:gd name="connsiteY769" fmla="*/ 1118676 h 6858000"/>
              <a:gd name="connsiteX770" fmla="*/ 4557898 w 7467600"/>
              <a:gd name="connsiteY770" fmla="*/ 900011 h 6858000"/>
              <a:gd name="connsiteX771" fmla="*/ 5870151 w 7467600"/>
              <a:gd name="connsiteY771" fmla="*/ 898890 h 6858000"/>
              <a:gd name="connsiteX772" fmla="*/ 5861335 w 7467600"/>
              <a:gd name="connsiteY772" fmla="*/ 899177 h 6858000"/>
              <a:gd name="connsiteX773" fmla="*/ 5843702 w 7467600"/>
              <a:gd name="connsiteY773" fmla="*/ 899748 h 6858000"/>
              <a:gd name="connsiteX774" fmla="*/ 5651107 w 7467600"/>
              <a:gd name="connsiteY774" fmla="*/ 920306 h 6858000"/>
              <a:gd name="connsiteX775" fmla="*/ 5459407 w 7467600"/>
              <a:gd name="connsiteY775" fmla="*/ 940975 h 6858000"/>
              <a:gd name="connsiteX776" fmla="*/ 5374846 w 7467600"/>
              <a:gd name="connsiteY776" fmla="*/ 941988 h 6858000"/>
              <a:gd name="connsiteX777" fmla="*/ 5256105 w 7467600"/>
              <a:gd name="connsiteY777" fmla="*/ 945632 h 6858000"/>
              <a:gd name="connsiteX778" fmla="*/ 5107071 w 7467600"/>
              <a:gd name="connsiteY778" fmla="*/ 969720 h 6858000"/>
              <a:gd name="connsiteX779" fmla="*/ 4998681 w 7467600"/>
              <a:gd name="connsiteY779" fmla="*/ 988771 h 6858000"/>
              <a:gd name="connsiteX780" fmla="*/ 5870151 w 7467600"/>
              <a:gd name="connsiteY780" fmla="*/ 898890 h 6858000"/>
              <a:gd name="connsiteX781" fmla="*/ 5504425 w 7467600"/>
              <a:gd name="connsiteY781" fmla="*/ 848067 h 6858000"/>
              <a:gd name="connsiteX782" fmla="*/ 4968849 w 7467600"/>
              <a:gd name="connsiteY782" fmla="*/ 962318 h 6858000"/>
              <a:gd name="connsiteX783" fmla="*/ 5104039 w 7467600"/>
              <a:gd name="connsiteY783" fmla="*/ 940634 h 6858000"/>
              <a:gd name="connsiteX784" fmla="*/ 5256311 w 7467600"/>
              <a:gd name="connsiteY784" fmla="*/ 916490 h 6858000"/>
              <a:gd name="connsiteX785" fmla="*/ 5377381 w 7467600"/>
              <a:gd name="connsiteY785" fmla="*/ 912671 h 6858000"/>
              <a:gd name="connsiteX786" fmla="*/ 5460148 w 7467600"/>
              <a:gd name="connsiteY786" fmla="*/ 911442 h 6858000"/>
              <a:gd name="connsiteX787" fmla="*/ 5648971 w 7467600"/>
              <a:gd name="connsiteY787" fmla="*/ 891331 h 6858000"/>
              <a:gd name="connsiteX788" fmla="*/ 5844807 w 7467600"/>
              <a:gd name="connsiteY788" fmla="*/ 870718 h 6858000"/>
              <a:gd name="connsiteX789" fmla="*/ 5862975 w 7467600"/>
              <a:gd name="connsiteY789" fmla="*/ 869756 h 6858000"/>
              <a:gd name="connsiteX790" fmla="*/ 5920887 w 7467600"/>
              <a:gd name="connsiteY790" fmla="*/ 865929 h 6858000"/>
              <a:gd name="connsiteX791" fmla="*/ 5504425 w 7467600"/>
              <a:gd name="connsiteY791" fmla="*/ 848067 h 6858000"/>
              <a:gd name="connsiteX792" fmla="*/ 3607114 w 7467600"/>
              <a:gd name="connsiteY792" fmla="*/ 467441 h 6858000"/>
              <a:gd name="connsiteX793" fmla="*/ 3296242 w 7467600"/>
              <a:gd name="connsiteY793" fmla="*/ 807991 h 6858000"/>
              <a:gd name="connsiteX794" fmla="*/ 3174674 w 7467600"/>
              <a:gd name="connsiteY794" fmla="*/ 919759 h 6858000"/>
              <a:gd name="connsiteX795" fmla="*/ 3042978 w 7467600"/>
              <a:gd name="connsiteY795" fmla="*/ 1054894 h 6858000"/>
              <a:gd name="connsiteX796" fmla="*/ 2968914 w 7467600"/>
              <a:gd name="connsiteY796" fmla="*/ 1133756 h 6858000"/>
              <a:gd name="connsiteX797" fmla="*/ 3103823 w 7467600"/>
              <a:gd name="connsiteY797" fmla="*/ 1026814 h 6858000"/>
              <a:gd name="connsiteX798" fmla="*/ 3607114 w 7467600"/>
              <a:gd name="connsiteY798" fmla="*/ 467441 h 6858000"/>
              <a:gd name="connsiteX799" fmla="*/ 3744487 w 7467600"/>
              <a:gd name="connsiteY799" fmla="*/ 383136 h 6858000"/>
              <a:gd name="connsiteX800" fmla="*/ 3970213 w 7467600"/>
              <a:gd name="connsiteY800" fmla="*/ 995559 h 6858000"/>
              <a:gd name="connsiteX801" fmla="*/ 3744487 w 7467600"/>
              <a:gd name="connsiteY801" fmla="*/ 383136 h 6858000"/>
              <a:gd name="connsiteX802" fmla="*/ 3624562 w 7467600"/>
              <a:gd name="connsiteY802" fmla="*/ 367041 h 6858000"/>
              <a:gd name="connsiteX803" fmla="*/ 3489712 w 7467600"/>
              <a:gd name="connsiteY803" fmla="*/ 485386 h 6858000"/>
              <a:gd name="connsiteX804" fmla="*/ 3182994 w 7467600"/>
              <a:gd name="connsiteY804" fmla="*/ 828265 h 6858000"/>
              <a:gd name="connsiteX805" fmla="*/ 2892114 w 7467600"/>
              <a:gd name="connsiteY805" fmla="*/ 1172635 h 6858000"/>
              <a:gd name="connsiteX806" fmla="*/ 3021459 w 7467600"/>
              <a:gd name="connsiteY806" fmla="*/ 1035385 h 6858000"/>
              <a:gd name="connsiteX807" fmla="*/ 3153873 w 7467600"/>
              <a:gd name="connsiteY807" fmla="*/ 898971 h 6858000"/>
              <a:gd name="connsiteX808" fmla="*/ 3276511 w 7467600"/>
              <a:gd name="connsiteY808" fmla="*/ 786423 h 6858000"/>
              <a:gd name="connsiteX809" fmla="*/ 3584154 w 7467600"/>
              <a:gd name="connsiteY809" fmla="*/ 448218 h 6858000"/>
              <a:gd name="connsiteX810" fmla="*/ 3624562 w 7467600"/>
              <a:gd name="connsiteY810" fmla="*/ 367041 h 6858000"/>
              <a:gd name="connsiteX811" fmla="*/ 3766672 w 7467600"/>
              <a:gd name="connsiteY811" fmla="*/ 359429 h 6858000"/>
              <a:gd name="connsiteX812" fmla="*/ 3996338 w 7467600"/>
              <a:gd name="connsiteY812" fmla="*/ 968237 h 6858000"/>
              <a:gd name="connsiteX813" fmla="*/ 3766672 w 7467600"/>
              <a:gd name="connsiteY813" fmla="*/ 359429 h 6858000"/>
              <a:gd name="connsiteX814" fmla="*/ 5805386 w 7467600"/>
              <a:gd name="connsiteY814" fmla="*/ 239240 h 6858000"/>
              <a:gd name="connsiteX815" fmla="*/ 5736947 w 7467600"/>
              <a:gd name="connsiteY815" fmla="*/ 261367 h 6858000"/>
              <a:gd name="connsiteX816" fmla="*/ 5427012 w 7467600"/>
              <a:gd name="connsiteY816" fmla="*/ 311272 h 6858000"/>
              <a:gd name="connsiteX817" fmla="*/ 5147818 w 7467600"/>
              <a:gd name="connsiteY817" fmla="*/ 322112 h 6858000"/>
              <a:gd name="connsiteX818" fmla="*/ 5060854 w 7467600"/>
              <a:gd name="connsiteY818" fmla="*/ 311882 h 6858000"/>
              <a:gd name="connsiteX819" fmla="*/ 4945989 w 7467600"/>
              <a:gd name="connsiteY819" fmla="*/ 300516 h 6858000"/>
              <a:gd name="connsiteX820" fmla="*/ 5410479 w 7467600"/>
              <a:gd name="connsiteY820" fmla="*/ 348434 h 6858000"/>
              <a:gd name="connsiteX821" fmla="*/ 5805386 w 7467600"/>
              <a:gd name="connsiteY821" fmla="*/ 239240 h 6858000"/>
              <a:gd name="connsiteX822" fmla="*/ 5905192 w 7467600"/>
              <a:gd name="connsiteY822" fmla="*/ 163079 h 6858000"/>
              <a:gd name="connsiteX823" fmla="*/ 5865655 w 7467600"/>
              <a:gd name="connsiteY823" fmla="*/ 171901 h 6858000"/>
              <a:gd name="connsiteX824" fmla="*/ 5259740 w 7467600"/>
              <a:gd name="connsiteY824" fmla="*/ 257013 h 6858000"/>
              <a:gd name="connsiteX825" fmla="*/ 5208466 w 7467600"/>
              <a:gd name="connsiteY825" fmla="*/ 257550 h 6858000"/>
              <a:gd name="connsiteX826" fmla="*/ 4980204 w 7467600"/>
              <a:gd name="connsiteY826" fmla="*/ 271903 h 6858000"/>
              <a:gd name="connsiteX827" fmla="*/ 5068068 w 7467600"/>
              <a:gd name="connsiteY827" fmla="*/ 282244 h 6858000"/>
              <a:gd name="connsiteX828" fmla="*/ 5153231 w 7467600"/>
              <a:gd name="connsiteY828" fmla="*/ 292240 h 6858000"/>
              <a:gd name="connsiteX829" fmla="*/ 5426491 w 7467600"/>
              <a:gd name="connsiteY829" fmla="*/ 281128 h 6858000"/>
              <a:gd name="connsiteX830" fmla="*/ 5731212 w 7467600"/>
              <a:gd name="connsiteY830" fmla="*/ 231951 h 6858000"/>
              <a:gd name="connsiteX831" fmla="*/ 5905192 w 7467600"/>
              <a:gd name="connsiteY831" fmla="*/ 163079 h 6858000"/>
              <a:gd name="connsiteX832" fmla="*/ 5944437 w 7467600"/>
              <a:gd name="connsiteY832" fmla="*/ 113829 h 6858000"/>
              <a:gd name="connsiteX833" fmla="*/ 5825032 w 7467600"/>
              <a:gd name="connsiteY833" fmla="*/ 146405 h 6858000"/>
              <a:gd name="connsiteX834" fmla="*/ 4955599 w 7467600"/>
              <a:gd name="connsiteY834" fmla="*/ 247008 h 6858000"/>
              <a:gd name="connsiteX835" fmla="*/ 5210104 w 7467600"/>
              <a:gd name="connsiteY835" fmla="*/ 228123 h 6858000"/>
              <a:gd name="connsiteX836" fmla="*/ 5261015 w 7467600"/>
              <a:gd name="connsiteY836" fmla="*/ 227087 h 6858000"/>
              <a:gd name="connsiteX837" fmla="*/ 5861181 w 7467600"/>
              <a:gd name="connsiteY837" fmla="*/ 143093 h 6858000"/>
              <a:gd name="connsiteX838" fmla="*/ 5961252 w 7467600"/>
              <a:gd name="connsiteY838" fmla="*/ 114820 h 6858000"/>
              <a:gd name="connsiteX839" fmla="*/ 5944437 w 7467600"/>
              <a:gd name="connsiteY839" fmla="*/ 113829 h 6858000"/>
              <a:gd name="connsiteX840" fmla="*/ 3882765 w 7467600"/>
              <a:gd name="connsiteY840" fmla="*/ 0 h 6858000"/>
              <a:gd name="connsiteX841" fmla="*/ 3995099 w 7467600"/>
              <a:gd name="connsiteY841" fmla="*/ 0 h 6858000"/>
              <a:gd name="connsiteX842" fmla="*/ 4163818 w 7467600"/>
              <a:gd name="connsiteY842" fmla="*/ 234104 h 6858000"/>
              <a:gd name="connsiteX843" fmla="*/ 4172099 w 7467600"/>
              <a:gd name="connsiteY843" fmla="*/ 234207 h 6858000"/>
              <a:gd name="connsiteX844" fmla="*/ 4784282 w 7467600"/>
              <a:gd name="connsiteY844" fmla="*/ 276561 h 6858000"/>
              <a:gd name="connsiteX845" fmla="*/ 4801687 w 7467600"/>
              <a:gd name="connsiteY845" fmla="*/ 267764 h 6858000"/>
              <a:gd name="connsiteX846" fmla="*/ 6082788 w 7467600"/>
              <a:gd name="connsiteY846" fmla="*/ 64119 h 6858000"/>
              <a:gd name="connsiteX847" fmla="*/ 6099442 w 7467600"/>
              <a:gd name="connsiteY847" fmla="*/ 82568 h 6858000"/>
              <a:gd name="connsiteX848" fmla="*/ 4804137 w 7467600"/>
              <a:gd name="connsiteY848" fmla="*/ 320931 h 6858000"/>
              <a:gd name="connsiteX849" fmla="*/ 4227047 w 7467600"/>
              <a:gd name="connsiteY849" fmla="*/ 313415 h 6858000"/>
              <a:gd name="connsiteX850" fmla="*/ 4346041 w 7467600"/>
              <a:gd name="connsiteY850" fmla="*/ 456086 h 6858000"/>
              <a:gd name="connsiteX851" fmla="*/ 4870967 w 7467600"/>
              <a:gd name="connsiteY851" fmla="*/ 963061 h 6858000"/>
              <a:gd name="connsiteX852" fmla="*/ 4889647 w 7467600"/>
              <a:gd name="connsiteY852" fmla="*/ 957147 h 6858000"/>
              <a:gd name="connsiteX853" fmla="*/ 5422504 w 7467600"/>
              <a:gd name="connsiteY853" fmla="*/ 805191 h 6858000"/>
              <a:gd name="connsiteX854" fmla="*/ 6087656 w 7467600"/>
              <a:gd name="connsiteY854" fmla="*/ 826703 h 6858000"/>
              <a:gd name="connsiteX855" fmla="*/ 6058717 w 7467600"/>
              <a:gd name="connsiteY855" fmla="*/ 865992 h 6858000"/>
              <a:gd name="connsiteX856" fmla="*/ 4974153 w 7467600"/>
              <a:gd name="connsiteY856" fmla="*/ 1045456 h 6858000"/>
              <a:gd name="connsiteX857" fmla="*/ 5627835 w 7467600"/>
              <a:gd name="connsiteY857" fmla="*/ 1472077 h 6858000"/>
              <a:gd name="connsiteX858" fmla="*/ 5629817 w 7467600"/>
              <a:gd name="connsiteY858" fmla="*/ 1471412 h 6858000"/>
              <a:gd name="connsiteX859" fmla="*/ 5634124 w 7467600"/>
              <a:gd name="connsiteY859" fmla="*/ 1470572 h 6858000"/>
              <a:gd name="connsiteX860" fmla="*/ 5755832 w 7467600"/>
              <a:gd name="connsiteY860" fmla="*/ 1383886 h 6858000"/>
              <a:gd name="connsiteX861" fmla="*/ 6014186 w 7467600"/>
              <a:gd name="connsiteY861" fmla="*/ 1279799 h 6858000"/>
              <a:gd name="connsiteX862" fmla="*/ 6901619 w 7467600"/>
              <a:gd name="connsiteY862" fmla="*/ 1047874 h 6858000"/>
              <a:gd name="connsiteX863" fmla="*/ 6931566 w 7467600"/>
              <a:gd name="connsiteY863" fmla="*/ 1062034 h 6858000"/>
              <a:gd name="connsiteX864" fmla="*/ 5790982 w 7467600"/>
              <a:gd name="connsiteY864" fmla="*/ 1561380 h 6858000"/>
              <a:gd name="connsiteX865" fmla="*/ 6188971 w 7467600"/>
              <a:gd name="connsiteY865" fmla="*/ 1755168 h 6858000"/>
              <a:gd name="connsiteX866" fmla="*/ 6202446 w 7467600"/>
              <a:gd name="connsiteY866" fmla="*/ 1752268 h 6858000"/>
              <a:gd name="connsiteX867" fmla="*/ 7179560 w 7467600"/>
              <a:gd name="connsiteY867" fmla="*/ 1467551 h 6858000"/>
              <a:gd name="connsiteX868" fmla="*/ 7158730 w 7467600"/>
              <a:gd name="connsiteY868" fmla="*/ 1507835 h 6858000"/>
              <a:gd name="connsiteX869" fmla="*/ 6326959 w 7467600"/>
              <a:gd name="connsiteY869" fmla="*/ 1817686 h 6858000"/>
              <a:gd name="connsiteX870" fmla="*/ 6537433 w 7467600"/>
              <a:gd name="connsiteY870" fmla="*/ 1907790 h 6858000"/>
              <a:gd name="connsiteX871" fmla="*/ 6550221 w 7467600"/>
              <a:gd name="connsiteY871" fmla="*/ 1910729 h 6858000"/>
              <a:gd name="connsiteX872" fmla="*/ 6964438 w 7467600"/>
              <a:gd name="connsiteY872" fmla="*/ 2209505 h 6858000"/>
              <a:gd name="connsiteX873" fmla="*/ 7367862 w 7467600"/>
              <a:gd name="connsiteY873" fmla="*/ 2806833 h 6858000"/>
              <a:gd name="connsiteX874" fmla="*/ 7364329 w 7467600"/>
              <a:gd name="connsiteY874" fmla="*/ 2826907 h 6858000"/>
              <a:gd name="connsiteX875" fmla="*/ 7290545 w 7467600"/>
              <a:gd name="connsiteY875" fmla="*/ 2850663 h 6858000"/>
              <a:gd name="connsiteX876" fmla="*/ 6472036 w 7467600"/>
              <a:gd name="connsiteY876" fmla="*/ 1959003 h 6858000"/>
              <a:gd name="connsiteX877" fmla="*/ 5792897 w 7467600"/>
              <a:gd name="connsiteY877" fmla="*/ 1647747 h 6858000"/>
              <a:gd name="connsiteX878" fmla="*/ 5842751 w 7467600"/>
              <a:gd name="connsiteY878" fmla="*/ 1816112 h 6858000"/>
              <a:gd name="connsiteX879" fmla="*/ 5847424 w 7467600"/>
              <a:gd name="connsiteY879" fmla="*/ 1815776 h 6858000"/>
              <a:gd name="connsiteX880" fmla="*/ 6399821 w 7467600"/>
              <a:gd name="connsiteY880" fmla="*/ 2344799 h 6858000"/>
              <a:gd name="connsiteX881" fmla="*/ 6323232 w 7467600"/>
              <a:gd name="connsiteY881" fmla="*/ 2389634 h 6858000"/>
              <a:gd name="connsiteX882" fmla="*/ 5942958 w 7467600"/>
              <a:gd name="connsiteY882" fmla="*/ 2077708 h 6858000"/>
              <a:gd name="connsiteX883" fmla="*/ 5921559 w 7467600"/>
              <a:gd name="connsiteY883" fmla="*/ 2378596 h 6858000"/>
              <a:gd name="connsiteX884" fmla="*/ 5817651 w 7467600"/>
              <a:gd name="connsiteY884" fmla="*/ 3023919 h 6858000"/>
              <a:gd name="connsiteX885" fmla="*/ 5729634 w 7467600"/>
              <a:gd name="connsiteY885" fmla="*/ 3051849 h 6858000"/>
              <a:gd name="connsiteX886" fmla="*/ 5611018 w 7467600"/>
              <a:gd name="connsiteY886" fmla="*/ 2316769 h 6858000"/>
              <a:gd name="connsiteX887" fmla="*/ 5687608 w 7467600"/>
              <a:gd name="connsiteY887" fmla="*/ 2039972 h 6858000"/>
              <a:gd name="connsiteX888" fmla="*/ 5657554 w 7467600"/>
              <a:gd name="connsiteY888" fmla="*/ 1576445 h 6858000"/>
              <a:gd name="connsiteX889" fmla="*/ 5150475 w 7467600"/>
              <a:gd name="connsiteY889" fmla="*/ 1274012 h 6858000"/>
              <a:gd name="connsiteX890" fmla="*/ 5349142 w 7467600"/>
              <a:gd name="connsiteY890" fmla="*/ 2204405 h 6858000"/>
              <a:gd name="connsiteX891" fmla="*/ 5262214 w 7467600"/>
              <a:gd name="connsiteY891" fmla="*/ 2233836 h 6858000"/>
              <a:gd name="connsiteX892" fmla="*/ 4981539 w 7467600"/>
              <a:gd name="connsiteY892" fmla="*/ 1542201 h 6858000"/>
              <a:gd name="connsiteX893" fmla="*/ 4958461 w 7467600"/>
              <a:gd name="connsiteY893" fmla="*/ 1136957 h 6858000"/>
              <a:gd name="connsiteX894" fmla="*/ 4655015 w 7467600"/>
              <a:gd name="connsiteY894" fmla="*/ 891426 h 6858000"/>
              <a:gd name="connsiteX895" fmla="*/ 4348002 w 7467600"/>
              <a:gd name="connsiteY895" fmla="*/ 2205895 h 6858000"/>
              <a:gd name="connsiteX896" fmla="*/ 4262250 w 7467600"/>
              <a:gd name="connsiteY896" fmla="*/ 2219972 h 6858000"/>
              <a:gd name="connsiteX897" fmla="*/ 4550611 w 7467600"/>
              <a:gd name="connsiteY897" fmla="*/ 817540 h 6858000"/>
              <a:gd name="connsiteX898" fmla="*/ 4564418 w 7467600"/>
              <a:gd name="connsiteY898" fmla="*/ 808293 h 6858000"/>
              <a:gd name="connsiteX899" fmla="*/ 4266388 w 7467600"/>
              <a:gd name="connsiteY899" fmla="*/ 500083 h 6858000"/>
              <a:gd name="connsiteX900" fmla="*/ 4032842 w 7467600"/>
              <a:gd name="connsiteY900" fmla="*/ 211809 h 6858000"/>
              <a:gd name="connsiteX901" fmla="*/ 3882765 w 7467600"/>
              <a:gd name="connsiteY901" fmla="*/ 0 h 6858000"/>
              <a:gd name="connsiteX902" fmla="*/ 3721337 w 7467600"/>
              <a:gd name="connsiteY902" fmla="*/ 0 h 6858000"/>
              <a:gd name="connsiteX903" fmla="*/ 3797544 w 7467600"/>
              <a:gd name="connsiteY903" fmla="*/ 0 h 6858000"/>
              <a:gd name="connsiteX904" fmla="*/ 3775734 w 7467600"/>
              <a:gd name="connsiteY904" fmla="*/ 95131 h 6858000"/>
              <a:gd name="connsiteX905" fmla="*/ 3724807 w 7467600"/>
              <a:gd name="connsiteY905" fmla="*/ 272257 h 6858000"/>
              <a:gd name="connsiteX906" fmla="*/ 3726844 w 7467600"/>
              <a:gd name="connsiteY906" fmla="*/ 282988 h 6858000"/>
              <a:gd name="connsiteX907" fmla="*/ 3742664 w 7467600"/>
              <a:gd name="connsiteY907" fmla="*/ 279918 h 6858000"/>
              <a:gd name="connsiteX908" fmla="*/ 4103910 w 7467600"/>
              <a:gd name="connsiteY908" fmla="*/ 1161917 h 6858000"/>
              <a:gd name="connsiteX909" fmla="*/ 4020269 w 7467600"/>
              <a:gd name="connsiteY909" fmla="*/ 1200406 h 6858000"/>
              <a:gd name="connsiteX910" fmla="*/ 3674882 w 7467600"/>
              <a:gd name="connsiteY910" fmla="*/ 488524 h 6858000"/>
              <a:gd name="connsiteX911" fmla="*/ 3132682 w 7467600"/>
              <a:gd name="connsiteY911" fmla="*/ 1072284 h 6858000"/>
              <a:gd name="connsiteX912" fmla="*/ 2716346 w 7467600"/>
              <a:gd name="connsiteY912" fmla="*/ 1276376 h 6858000"/>
              <a:gd name="connsiteX913" fmla="*/ 2716772 w 7467600"/>
              <a:gd name="connsiteY913" fmla="*/ 1255462 h 6858000"/>
              <a:gd name="connsiteX914" fmla="*/ 3471096 w 7467600"/>
              <a:gd name="connsiteY914" fmla="*/ 437072 h 6858000"/>
              <a:gd name="connsiteX915" fmla="*/ 3639057 w 7467600"/>
              <a:gd name="connsiteY915" fmla="*/ 286334 h 6858000"/>
              <a:gd name="connsiteX916" fmla="*/ 3640309 w 7467600"/>
              <a:gd name="connsiteY916" fmla="*/ 284664 h 6858000"/>
              <a:gd name="connsiteX917" fmla="*/ 3646022 w 7467600"/>
              <a:gd name="connsiteY917" fmla="*/ 276711 h 6858000"/>
              <a:gd name="connsiteX918" fmla="*/ 3707943 w 7467600"/>
              <a:gd name="connsiteY918" fmla="*/ 65958 h 6858000"/>
              <a:gd name="connsiteX919" fmla="*/ 3721337 w 7467600"/>
              <a:gd name="connsiteY919" fmla="*/ 0 h 6858000"/>
              <a:gd name="connsiteX920" fmla="*/ 2867960 w 7467600"/>
              <a:gd name="connsiteY920" fmla="*/ 0 h 6858000"/>
              <a:gd name="connsiteX921" fmla="*/ 2926351 w 7467600"/>
              <a:gd name="connsiteY921" fmla="*/ 0 h 6858000"/>
              <a:gd name="connsiteX922" fmla="*/ 2902823 w 7467600"/>
              <a:gd name="connsiteY922" fmla="*/ 262929 h 6858000"/>
              <a:gd name="connsiteX923" fmla="*/ 2940663 w 7467600"/>
              <a:gd name="connsiteY923" fmla="*/ 140884 h 6858000"/>
              <a:gd name="connsiteX924" fmla="*/ 2947039 w 7467600"/>
              <a:gd name="connsiteY924" fmla="*/ 122524 h 6858000"/>
              <a:gd name="connsiteX925" fmla="*/ 2984316 w 7467600"/>
              <a:gd name="connsiteY925" fmla="*/ 0 h 6858000"/>
              <a:gd name="connsiteX926" fmla="*/ 3016114 w 7467600"/>
              <a:gd name="connsiteY926" fmla="*/ 0 h 6858000"/>
              <a:gd name="connsiteX927" fmla="*/ 2979949 w 7467600"/>
              <a:gd name="connsiteY927" fmla="*/ 119274 h 6858000"/>
              <a:gd name="connsiteX928" fmla="*/ 3023879 w 7467600"/>
              <a:gd name="connsiteY928" fmla="*/ 0 h 6858000"/>
              <a:gd name="connsiteX929" fmla="*/ 3105400 w 7467600"/>
              <a:gd name="connsiteY929" fmla="*/ 0 h 6858000"/>
              <a:gd name="connsiteX930" fmla="*/ 3094669 w 7467600"/>
              <a:gd name="connsiteY930" fmla="*/ 30308 h 6858000"/>
              <a:gd name="connsiteX931" fmla="*/ 2901945 w 7467600"/>
              <a:gd name="connsiteY931" fmla="*/ 466538 h 6858000"/>
              <a:gd name="connsiteX932" fmla="*/ 2815209 w 7467600"/>
              <a:gd name="connsiteY932" fmla="*/ 497361 h 6858000"/>
              <a:gd name="connsiteX933" fmla="*/ 2844845 w 7467600"/>
              <a:gd name="connsiteY933" fmla="*/ 127638 h 6858000"/>
              <a:gd name="connsiteX934" fmla="*/ 2867960 w 7467600"/>
              <a:gd name="connsiteY934" fmla="*/ 0 h 6858000"/>
              <a:gd name="connsiteX935" fmla="*/ 1057230 w 7467600"/>
              <a:gd name="connsiteY935" fmla="*/ 0 h 6858000"/>
              <a:gd name="connsiteX936" fmla="*/ 1111003 w 7467600"/>
              <a:gd name="connsiteY936" fmla="*/ 0 h 6858000"/>
              <a:gd name="connsiteX937" fmla="*/ 1125553 w 7467600"/>
              <a:gd name="connsiteY937" fmla="*/ 52588 h 6858000"/>
              <a:gd name="connsiteX938" fmla="*/ 1304276 w 7467600"/>
              <a:gd name="connsiteY938" fmla="*/ 476275 h 6858000"/>
              <a:gd name="connsiteX939" fmla="*/ 1492066 w 7467600"/>
              <a:gd name="connsiteY939" fmla="*/ 886333 h 6858000"/>
              <a:gd name="connsiteX940" fmla="*/ 1423698 w 7467600"/>
              <a:gd name="connsiteY940" fmla="*/ 710817 h 6858000"/>
              <a:gd name="connsiteX941" fmla="*/ 1357609 w 7467600"/>
              <a:gd name="connsiteY941" fmla="*/ 532892 h 6858000"/>
              <a:gd name="connsiteX942" fmla="*/ 1309550 w 7467600"/>
              <a:gd name="connsiteY942" fmla="*/ 374031 h 6858000"/>
              <a:gd name="connsiteX943" fmla="*/ 1193673 w 7467600"/>
              <a:gd name="connsiteY943" fmla="*/ 49533 h 6858000"/>
              <a:gd name="connsiteX944" fmla="*/ 1164391 w 7467600"/>
              <a:gd name="connsiteY944" fmla="*/ 0 h 6858000"/>
              <a:gd name="connsiteX945" fmla="*/ 1200666 w 7467600"/>
              <a:gd name="connsiteY945" fmla="*/ 0 h 6858000"/>
              <a:gd name="connsiteX946" fmla="*/ 1223408 w 7467600"/>
              <a:gd name="connsiteY946" fmla="*/ 38996 h 6858000"/>
              <a:gd name="connsiteX947" fmla="*/ 1339635 w 7467600"/>
              <a:gd name="connsiteY947" fmla="*/ 365517 h 6858000"/>
              <a:gd name="connsiteX948" fmla="*/ 1387469 w 7467600"/>
              <a:gd name="connsiteY948" fmla="*/ 523079 h 6858000"/>
              <a:gd name="connsiteX949" fmla="*/ 1452685 w 7467600"/>
              <a:gd name="connsiteY949" fmla="*/ 699806 h 6858000"/>
              <a:gd name="connsiteX950" fmla="*/ 1492092 w 7467600"/>
              <a:gd name="connsiteY950" fmla="*/ 800424 h 6858000"/>
              <a:gd name="connsiteX951" fmla="*/ 1455302 w 7467600"/>
              <a:gd name="connsiteY951" fmla="*/ 632913 h 6858000"/>
              <a:gd name="connsiteX952" fmla="*/ 1222336 w 7467600"/>
              <a:gd name="connsiteY952" fmla="*/ 9480 h 6858000"/>
              <a:gd name="connsiteX953" fmla="*/ 1214634 w 7467600"/>
              <a:gd name="connsiteY953" fmla="*/ 0 h 6858000"/>
              <a:gd name="connsiteX954" fmla="*/ 1289827 w 7467600"/>
              <a:gd name="connsiteY954" fmla="*/ 0 h 6858000"/>
              <a:gd name="connsiteX955" fmla="*/ 1321076 w 7467600"/>
              <a:gd name="connsiteY955" fmla="*/ 59722 h 6858000"/>
              <a:gd name="connsiteX956" fmla="*/ 1512579 w 7467600"/>
              <a:gd name="connsiteY956" fmla="*/ 626441 h 6858000"/>
              <a:gd name="connsiteX957" fmla="*/ 1506076 w 7467600"/>
              <a:gd name="connsiteY957" fmla="*/ 1089289 h 6858000"/>
              <a:gd name="connsiteX958" fmla="*/ 1486346 w 7467600"/>
              <a:gd name="connsiteY958" fmla="*/ 1079919 h 6858000"/>
              <a:gd name="connsiteX959" fmla="*/ 1070511 w 7467600"/>
              <a:gd name="connsiteY959" fmla="*/ 48609 h 6858000"/>
              <a:gd name="connsiteX960" fmla="*/ 1057230 w 7467600"/>
              <a:gd name="connsiteY960" fmla="*/ 0 h 6858000"/>
              <a:gd name="connsiteX961" fmla="*/ 43151 w 7467600"/>
              <a:gd name="connsiteY961" fmla="*/ 0 h 6858000"/>
              <a:gd name="connsiteX962" fmla="*/ 95283 w 7467600"/>
              <a:gd name="connsiteY962" fmla="*/ 0 h 6858000"/>
              <a:gd name="connsiteX963" fmla="*/ 300708 w 7467600"/>
              <a:gd name="connsiteY963" fmla="*/ 154571 h 6858000"/>
              <a:gd name="connsiteX964" fmla="*/ 530414 w 7467600"/>
              <a:gd name="connsiteY964" fmla="*/ 354673 h 6858000"/>
              <a:gd name="connsiteX965" fmla="*/ 333785 w 7467600"/>
              <a:gd name="connsiteY965" fmla="*/ 161564 h 6858000"/>
              <a:gd name="connsiteX966" fmla="*/ 147005 w 7467600"/>
              <a:gd name="connsiteY966" fmla="*/ 0 h 6858000"/>
              <a:gd name="connsiteX967" fmla="*/ 272509 w 7467600"/>
              <a:gd name="connsiteY967" fmla="*/ 0 h 6858000"/>
              <a:gd name="connsiteX968" fmla="*/ 326276 w 7467600"/>
              <a:gd name="connsiteY968" fmla="*/ 45847 h 6858000"/>
              <a:gd name="connsiteX969" fmla="*/ 823759 w 7467600"/>
              <a:gd name="connsiteY969" fmla="*/ 574145 h 6858000"/>
              <a:gd name="connsiteX970" fmla="*/ 811254 w 7467600"/>
              <a:gd name="connsiteY970" fmla="*/ 665546 h 6858000"/>
              <a:gd name="connsiteX971" fmla="*/ 154042 w 7467600"/>
              <a:gd name="connsiteY971" fmla="*/ 261522 h 6858000"/>
              <a:gd name="connsiteX972" fmla="*/ 13550 w 7467600"/>
              <a:gd name="connsiteY972" fmla="*/ 158423 h 6858000"/>
              <a:gd name="connsiteX973" fmla="*/ 0 w 7467600"/>
              <a:gd name="connsiteY973" fmla="*/ 146618 h 6858000"/>
              <a:gd name="connsiteX974" fmla="*/ 0 w 7467600"/>
              <a:gd name="connsiteY974" fmla="*/ 59161 h 6858000"/>
              <a:gd name="connsiteX975" fmla="*/ 45427 w 7467600"/>
              <a:gd name="connsiteY975" fmla="*/ 101078 h 6858000"/>
              <a:gd name="connsiteX976" fmla="*/ 630103 w 7467600"/>
              <a:gd name="connsiteY976" fmla="*/ 485885 h 6858000"/>
              <a:gd name="connsiteX977" fmla="*/ 532040 w 7467600"/>
              <a:gd name="connsiteY977" fmla="*/ 399359 h 6858000"/>
              <a:gd name="connsiteX978" fmla="*/ 517618 w 7467600"/>
              <a:gd name="connsiteY978" fmla="*/ 385726 h 6858000"/>
              <a:gd name="connsiteX979" fmla="*/ 285074 w 7467600"/>
              <a:gd name="connsiteY979" fmla="*/ 182755 h 6858000"/>
              <a:gd name="connsiteX980" fmla="*/ 43151 w 7467600"/>
              <a:gd name="connsiteY98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103333 w 7467600"/>
              <a:gd name="connsiteY34" fmla="*/ 5699602 h 6858000"/>
              <a:gd name="connsiteX35" fmla="*/ 5539432 w 7467600"/>
              <a:gd name="connsiteY35" fmla="*/ 5642928 h 6858000"/>
              <a:gd name="connsiteX36" fmla="*/ 5555462 w 7467600"/>
              <a:gd name="connsiteY36" fmla="*/ 5694454 h 6858000"/>
              <a:gd name="connsiteX37" fmla="*/ 5828270 w 7467600"/>
              <a:gd name="connsiteY37" fmla="*/ 6320663 h 6858000"/>
              <a:gd name="connsiteX38" fmla="*/ 5947416 w 7467600"/>
              <a:gd name="connsiteY38" fmla="*/ 6574846 h 6858000"/>
              <a:gd name="connsiteX39" fmla="*/ 5539432 w 7467600"/>
              <a:gd name="connsiteY39" fmla="*/ 5642928 h 6858000"/>
              <a:gd name="connsiteX40" fmla="*/ 51253 w 7467600"/>
              <a:gd name="connsiteY40" fmla="*/ 5631825 h 6858000"/>
              <a:gd name="connsiteX41" fmla="*/ 211622 w 7467600"/>
              <a:gd name="connsiteY41" fmla="*/ 5728803 h 6858000"/>
              <a:gd name="connsiteX42" fmla="*/ 371652 w 7467600"/>
              <a:gd name="connsiteY42" fmla="*/ 5829062 h 6858000"/>
              <a:gd name="connsiteX43" fmla="*/ 505903 w 7467600"/>
              <a:gd name="connsiteY43" fmla="*/ 5925221 h 6858000"/>
              <a:gd name="connsiteX44" fmla="*/ 899240 w 7467600"/>
              <a:gd name="connsiteY44" fmla="*/ 6153068 h 6858000"/>
              <a:gd name="connsiteX45" fmla="*/ 988114 w 7467600"/>
              <a:gd name="connsiteY45" fmla="*/ 6174204 h 6858000"/>
              <a:gd name="connsiteX46" fmla="*/ 845971 w 7467600"/>
              <a:gd name="connsiteY46" fmla="*/ 6067177 h 6858000"/>
              <a:gd name="connsiteX47" fmla="*/ 448057 w 7467600"/>
              <a:gd name="connsiteY47" fmla="*/ 5841376 h 6858000"/>
              <a:gd name="connsiteX48" fmla="*/ 51253 w 7467600"/>
              <a:gd name="connsiteY48" fmla="*/ 5631825 h 6858000"/>
              <a:gd name="connsiteX49" fmla="*/ 2606687 w 7467600"/>
              <a:gd name="connsiteY49" fmla="*/ 5630718 h 6858000"/>
              <a:gd name="connsiteX50" fmla="*/ 2645658 w 7467600"/>
              <a:gd name="connsiteY50" fmla="*/ 6640259 h 6858000"/>
              <a:gd name="connsiteX51" fmla="*/ 2606687 w 7467600"/>
              <a:gd name="connsiteY51" fmla="*/ 5630718 h 6858000"/>
              <a:gd name="connsiteX52" fmla="*/ 3642057 w 7467600"/>
              <a:gd name="connsiteY52" fmla="*/ 5573487 h 6858000"/>
              <a:gd name="connsiteX53" fmla="*/ 3632981 w 7467600"/>
              <a:gd name="connsiteY53" fmla="*/ 5579437 h 6858000"/>
              <a:gd name="connsiteX54" fmla="*/ 3382436 w 7467600"/>
              <a:gd name="connsiteY54" fmla="*/ 5952726 h 6858000"/>
              <a:gd name="connsiteX55" fmla="*/ 3191929 w 7467600"/>
              <a:gd name="connsiteY55" fmla="*/ 6662669 h 6858000"/>
              <a:gd name="connsiteX56" fmla="*/ 3369898 w 7467600"/>
              <a:gd name="connsiteY56" fmla="*/ 6081771 h 6858000"/>
              <a:gd name="connsiteX57" fmla="*/ 3642057 w 7467600"/>
              <a:gd name="connsiteY57" fmla="*/ 5573487 h 6858000"/>
              <a:gd name="connsiteX58" fmla="*/ 2650666 w 7467600"/>
              <a:gd name="connsiteY58" fmla="*/ 5530686 h 6858000"/>
              <a:gd name="connsiteX59" fmla="*/ 2650249 w 7467600"/>
              <a:gd name="connsiteY59" fmla="*/ 5532101 h 6858000"/>
              <a:gd name="connsiteX60" fmla="*/ 2663808 w 7467600"/>
              <a:gd name="connsiteY60" fmla="*/ 6535215 h 6858000"/>
              <a:gd name="connsiteX61" fmla="*/ 2665418 w 7467600"/>
              <a:gd name="connsiteY61" fmla="*/ 6132756 h 6858000"/>
              <a:gd name="connsiteX62" fmla="*/ 2650666 w 7467600"/>
              <a:gd name="connsiteY62" fmla="*/ 5530686 h 6858000"/>
              <a:gd name="connsiteX63" fmla="*/ 2680277 w 7467600"/>
              <a:gd name="connsiteY63" fmla="*/ 5479204 h 6858000"/>
              <a:gd name="connsiteX64" fmla="*/ 2678972 w 7467600"/>
              <a:gd name="connsiteY64" fmla="*/ 5481582 h 6858000"/>
              <a:gd name="connsiteX65" fmla="*/ 2696666 w 7467600"/>
              <a:gd name="connsiteY65" fmla="*/ 6133836 h 6858000"/>
              <a:gd name="connsiteX66" fmla="*/ 2695769 w 7467600"/>
              <a:gd name="connsiteY66" fmla="*/ 6390955 h 6858000"/>
              <a:gd name="connsiteX67" fmla="*/ 2739893 w 7467600"/>
              <a:gd name="connsiteY67" fmla="*/ 6108357 h 6858000"/>
              <a:gd name="connsiteX68" fmla="*/ 2680277 w 7467600"/>
              <a:gd name="connsiteY68" fmla="*/ 5479204 h 6858000"/>
              <a:gd name="connsiteX69" fmla="*/ 1132195 w 7467600"/>
              <a:gd name="connsiteY69" fmla="*/ 5467980 h 6858000"/>
              <a:gd name="connsiteX70" fmla="*/ 1679056 w 7467600"/>
              <a:gd name="connsiteY70" fmla="*/ 5516907 h 6858000"/>
              <a:gd name="connsiteX71" fmla="*/ 2128648 w 7467600"/>
              <a:gd name="connsiteY71" fmla="*/ 5474249 h 6858000"/>
              <a:gd name="connsiteX72" fmla="*/ 1825619 w 7467600"/>
              <a:gd name="connsiteY72" fmla="*/ 5478447 h 6858000"/>
              <a:gd name="connsiteX73" fmla="*/ 1737798 w 7467600"/>
              <a:gd name="connsiteY73" fmla="*/ 5483353 h 6858000"/>
              <a:gd name="connsiteX74" fmla="*/ 1132195 w 7467600"/>
              <a:gd name="connsiteY74" fmla="*/ 5467980 h 6858000"/>
              <a:gd name="connsiteX75" fmla="*/ 6844835 w 7467600"/>
              <a:gd name="connsiteY75" fmla="*/ 5424988 h 6858000"/>
              <a:gd name="connsiteX76" fmla="*/ 6879594 w 7467600"/>
              <a:gd name="connsiteY76" fmla="*/ 5424547 h 6858000"/>
              <a:gd name="connsiteX77" fmla="*/ 7379510 w 7467600"/>
              <a:gd name="connsiteY77" fmla="*/ 5755454 h 6858000"/>
              <a:gd name="connsiteX78" fmla="*/ 7467600 w 7467600"/>
              <a:gd name="connsiteY78" fmla="*/ 5845526 h 6858000"/>
              <a:gd name="connsiteX79" fmla="*/ 7467600 w 7467600"/>
              <a:gd name="connsiteY79" fmla="*/ 5925131 h 6858000"/>
              <a:gd name="connsiteX80" fmla="*/ 7271900 w 7467600"/>
              <a:gd name="connsiteY80" fmla="*/ 5734551 h 6858000"/>
              <a:gd name="connsiteX81" fmla="*/ 7015907 w 7467600"/>
              <a:gd name="connsiteY81" fmla="*/ 5541548 h 6858000"/>
              <a:gd name="connsiteX82" fmla="*/ 7259646 w 7467600"/>
              <a:gd name="connsiteY82" fmla="*/ 5765985 h 6858000"/>
              <a:gd name="connsiteX83" fmla="*/ 7467600 w 7467600"/>
              <a:gd name="connsiteY83" fmla="*/ 5971257 h 6858000"/>
              <a:gd name="connsiteX84" fmla="*/ 7467600 w 7467600"/>
              <a:gd name="connsiteY84" fmla="*/ 6012219 h 6858000"/>
              <a:gd name="connsiteX85" fmla="*/ 7240170 w 7467600"/>
              <a:gd name="connsiteY85" fmla="*/ 5787985 h 6858000"/>
              <a:gd name="connsiteX86" fmla="*/ 6946849 w 7467600"/>
              <a:gd name="connsiteY86" fmla="*/ 5523271 h 6858000"/>
              <a:gd name="connsiteX87" fmla="*/ 6946972 w 7467600"/>
              <a:gd name="connsiteY87" fmla="*/ 5526491 h 6858000"/>
              <a:gd name="connsiteX88" fmla="*/ 7105827 w 7467600"/>
              <a:gd name="connsiteY88" fmla="*/ 5718700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1456157 w 7467600"/>
              <a:gd name="connsiteY101" fmla="*/ 5371404 h 6858000"/>
              <a:gd name="connsiteX102" fmla="*/ 1244432 w 7467600"/>
              <a:gd name="connsiteY102" fmla="*/ 5385601 h 6858000"/>
              <a:gd name="connsiteX103" fmla="*/ 973990 w 7467600"/>
              <a:gd name="connsiteY103" fmla="*/ 5424940 h 6858000"/>
              <a:gd name="connsiteX104" fmla="*/ 1103809 w 7467600"/>
              <a:gd name="connsiteY104" fmla="*/ 5433720 h 6858000"/>
              <a:gd name="connsiteX105" fmla="*/ 1123454 w 7467600"/>
              <a:gd name="connsiteY105" fmla="*/ 5435727 h 6858000"/>
              <a:gd name="connsiteX106" fmla="*/ 1737017 w 7467600"/>
              <a:gd name="connsiteY106" fmla="*/ 5452183 h 6858000"/>
              <a:gd name="connsiteX107" fmla="*/ 1824397 w 7467600"/>
              <a:gd name="connsiteY107" fmla="*/ 5447757 h 6858000"/>
              <a:gd name="connsiteX108" fmla="*/ 2070059 w 7467600"/>
              <a:gd name="connsiteY108" fmla="*/ 5441660 h 6858000"/>
              <a:gd name="connsiteX109" fmla="*/ 1456157 w 7467600"/>
              <a:gd name="connsiteY109" fmla="*/ 5371404 h 6858000"/>
              <a:gd name="connsiteX110" fmla="*/ 4988186 w 7467600"/>
              <a:gd name="connsiteY110" fmla="*/ 5216467 h 6858000"/>
              <a:gd name="connsiteX111" fmla="*/ 4777334 w 7467600"/>
              <a:gd name="connsiteY111" fmla="*/ 5406072 h 6858000"/>
              <a:gd name="connsiteX112" fmla="*/ 4718341 w 7467600"/>
              <a:gd name="connsiteY112" fmla="*/ 5468043 h 6858000"/>
              <a:gd name="connsiteX113" fmla="*/ 4604655 w 7467600"/>
              <a:gd name="connsiteY113" fmla="*/ 5583434 h 6858000"/>
              <a:gd name="connsiteX114" fmla="*/ 4565074 w 7467600"/>
              <a:gd name="connsiteY114" fmla="*/ 5618550 h 6858000"/>
              <a:gd name="connsiteX115" fmla="*/ 4988186 w 7467600"/>
              <a:gd name="connsiteY115" fmla="*/ 5216467 h 6858000"/>
              <a:gd name="connsiteX116" fmla="*/ 4978032 w 7467600"/>
              <a:gd name="connsiteY116" fmla="*/ 5183809 h 6858000"/>
              <a:gd name="connsiteX117" fmla="*/ 4463413 w 7467600"/>
              <a:gd name="connsiteY117" fmla="*/ 5615162 h 6858000"/>
              <a:gd name="connsiteX118" fmla="*/ 4358134 w 7467600"/>
              <a:gd name="connsiteY118" fmla="*/ 5742791 h 6858000"/>
              <a:gd name="connsiteX119" fmla="*/ 4376219 w 7467600"/>
              <a:gd name="connsiteY119" fmla="*/ 5729027 h 6858000"/>
              <a:gd name="connsiteX120" fmla="*/ 4582340 w 7467600"/>
              <a:gd name="connsiteY120" fmla="*/ 5561037 h 6858000"/>
              <a:gd name="connsiteX121" fmla="*/ 4694684 w 7467600"/>
              <a:gd name="connsiteY121" fmla="*/ 5447098 h 6858000"/>
              <a:gd name="connsiteX122" fmla="*/ 4754123 w 7467600"/>
              <a:gd name="connsiteY122" fmla="*/ 5384643 h 6858000"/>
              <a:gd name="connsiteX123" fmla="*/ 4978032 w 7467600"/>
              <a:gd name="connsiteY123" fmla="*/ 5183809 h 6858000"/>
              <a:gd name="connsiteX124" fmla="*/ 1903353 w 7467600"/>
              <a:gd name="connsiteY124" fmla="*/ 5044827 h 6858000"/>
              <a:gd name="connsiteX125" fmla="*/ 1936931 w 7467600"/>
              <a:gd name="connsiteY125" fmla="*/ 5093954 h 6858000"/>
              <a:gd name="connsiteX126" fmla="*/ 2195868 w 7467600"/>
              <a:gd name="connsiteY126" fmla="*/ 5396574 h 6858000"/>
              <a:gd name="connsiteX127" fmla="*/ 2088852 w 7467600"/>
              <a:gd name="connsiteY127" fmla="*/ 5166123 h 6858000"/>
              <a:gd name="connsiteX128" fmla="*/ 1958241 w 7467600"/>
              <a:gd name="connsiteY128" fmla="*/ 5067955 h 6858000"/>
              <a:gd name="connsiteX129" fmla="*/ 1903353 w 7467600"/>
              <a:gd name="connsiteY129" fmla="*/ 5044827 h 6858000"/>
              <a:gd name="connsiteX130" fmla="*/ 1979378 w 7467600"/>
              <a:gd name="connsiteY130" fmla="*/ 4769504 h 6858000"/>
              <a:gd name="connsiteX131" fmla="*/ 2882120 w 7467600"/>
              <a:gd name="connsiteY131" fmla="*/ 5064547 h 6858000"/>
              <a:gd name="connsiteX132" fmla="*/ 2793103 w 7467600"/>
              <a:gd name="connsiteY132" fmla="*/ 5039699 h 6858000"/>
              <a:gd name="connsiteX133" fmla="*/ 2770041 w 7467600"/>
              <a:gd name="connsiteY133" fmla="*/ 5033634 h 6858000"/>
              <a:gd name="connsiteX134" fmla="*/ 1979378 w 7467600"/>
              <a:gd name="connsiteY134" fmla="*/ 4769504 h 6858000"/>
              <a:gd name="connsiteX135" fmla="*/ 1927410 w 7467600"/>
              <a:gd name="connsiteY135" fmla="*/ 4716164 h 6858000"/>
              <a:gd name="connsiteX136" fmla="*/ 1959587 w 7467600"/>
              <a:gd name="connsiteY136" fmla="*/ 4728849 h 6858000"/>
              <a:gd name="connsiteX137" fmla="*/ 2777707 w 7467600"/>
              <a:gd name="connsiteY137" fmla="*/ 5003991 h 6858000"/>
              <a:gd name="connsiteX138" fmla="*/ 2800768 w 7467600"/>
              <a:gd name="connsiteY138" fmla="*/ 5010056 h 6858000"/>
              <a:gd name="connsiteX139" fmla="*/ 2879408 w 7467600"/>
              <a:gd name="connsiteY139" fmla="*/ 5031590 h 6858000"/>
              <a:gd name="connsiteX140" fmla="*/ 2862295 w 7467600"/>
              <a:gd name="connsiteY140" fmla="*/ 5022958 h 6858000"/>
              <a:gd name="connsiteX141" fmla="*/ 2813343 w 7467600"/>
              <a:gd name="connsiteY141" fmla="*/ 4998369 h 6858000"/>
              <a:gd name="connsiteX142" fmla="*/ 2646245 w 7467600"/>
              <a:gd name="connsiteY142" fmla="*/ 4930999 h 6858000"/>
              <a:gd name="connsiteX143" fmla="*/ 1999243 w 7467600"/>
              <a:gd name="connsiteY143" fmla="*/ 4730524 h 6858000"/>
              <a:gd name="connsiteX144" fmla="*/ 1979527 w 7467600"/>
              <a:gd name="connsiteY144" fmla="*/ 4726651 h 6858000"/>
              <a:gd name="connsiteX145" fmla="*/ 1927410 w 7467600"/>
              <a:gd name="connsiteY145" fmla="*/ 4716164 h 6858000"/>
              <a:gd name="connsiteX146" fmla="*/ 1997014 w 7467600"/>
              <a:gd name="connsiteY146" fmla="*/ 4698007 h 6858000"/>
              <a:gd name="connsiteX147" fmla="*/ 2005458 w 7467600"/>
              <a:gd name="connsiteY147" fmla="*/ 4699540 h 6858000"/>
              <a:gd name="connsiteX148" fmla="*/ 2657186 w 7467600"/>
              <a:gd name="connsiteY148" fmla="*/ 4901687 h 6858000"/>
              <a:gd name="connsiteX149" fmla="*/ 2826662 w 7467600"/>
              <a:gd name="connsiteY149" fmla="*/ 4970362 h 6858000"/>
              <a:gd name="connsiteX150" fmla="*/ 2876100 w 7467600"/>
              <a:gd name="connsiteY150" fmla="*/ 4995397 h 6858000"/>
              <a:gd name="connsiteX151" fmla="*/ 3042600 w 7467600"/>
              <a:gd name="connsiteY151" fmla="*/ 5059532 h 6858000"/>
              <a:gd name="connsiteX152" fmla="*/ 1997014 w 7467600"/>
              <a:gd name="connsiteY152" fmla="*/ 4698007 h 6858000"/>
              <a:gd name="connsiteX153" fmla="*/ 2305292 w 7467600"/>
              <a:gd name="connsiteY153" fmla="*/ 4219492 h 6858000"/>
              <a:gd name="connsiteX154" fmla="*/ 3360922 w 7467600"/>
              <a:gd name="connsiteY154" fmla="*/ 4529373 h 6858000"/>
              <a:gd name="connsiteX155" fmla="*/ 3492420 w 7467600"/>
              <a:gd name="connsiteY155" fmla="*/ 4510145 h 6858000"/>
              <a:gd name="connsiteX156" fmla="*/ 3364086 w 7467600"/>
              <a:gd name="connsiteY156" fmla="*/ 4480340 h 6858000"/>
              <a:gd name="connsiteX157" fmla="*/ 3225818 w 7467600"/>
              <a:gd name="connsiteY157" fmla="*/ 4411822 h 6858000"/>
              <a:gd name="connsiteX158" fmla="*/ 3129696 w 7467600"/>
              <a:gd name="connsiteY158" fmla="*/ 4360704 h 6858000"/>
              <a:gd name="connsiteX159" fmla="*/ 2814545 w 7467600"/>
              <a:gd name="connsiteY159" fmla="*/ 4282955 h 6858000"/>
              <a:gd name="connsiteX160" fmla="*/ 2305292 w 7467600"/>
              <a:gd name="connsiteY160" fmla="*/ 4219492 h 6858000"/>
              <a:gd name="connsiteX161" fmla="*/ 2626982 w 7467600"/>
              <a:gd name="connsiteY161" fmla="*/ 4206450 h 6858000"/>
              <a:gd name="connsiteX162" fmla="*/ 2490617 w 7467600"/>
              <a:gd name="connsiteY162" fmla="*/ 4206951 h 6858000"/>
              <a:gd name="connsiteX163" fmla="*/ 2819869 w 7467600"/>
              <a:gd name="connsiteY163" fmla="*/ 4252936 h 6858000"/>
              <a:gd name="connsiteX164" fmla="*/ 3143018 w 7467600"/>
              <a:gd name="connsiteY164" fmla="*/ 4332698 h 6858000"/>
              <a:gd name="connsiteX165" fmla="*/ 3241520 w 7467600"/>
              <a:gd name="connsiteY165" fmla="*/ 4385112 h 6858000"/>
              <a:gd name="connsiteX166" fmla="*/ 3374575 w 7467600"/>
              <a:gd name="connsiteY166" fmla="*/ 4451517 h 6858000"/>
              <a:gd name="connsiteX167" fmla="*/ 3505221 w 7467600"/>
              <a:gd name="connsiteY167" fmla="*/ 4480757 h 6858000"/>
              <a:gd name="connsiteX168" fmla="*/ 2626982 w 7467600"/>
              <a:gd name="connsiteY168" fmla="*/ 4206450 h 6858000"/>
              <a:gd name="connsiteX169" fmla="*/ 1310106 w 7467600"/>
              <a:gd name="connsiteY169" fmla="*/ 3943217 h 6858000"/>
              <a:gd name="connsiteX170" fmla="*/ 854994 w 7467600"/>
              <a:gd name="connsiteY170" fmla="*/ 4399136 h 6858000"/>
              <a:gd name="connsiteX171" fmla="*/ 742462 w 7467600"/>
              <a:gd name="connsiteY171" fmla="*/ 4594648 h 6858000"/>
              <a:gd name="connsiteX172" fmla="*/ 820602 w 7467600"/>
              <a:gd name="connsiteY172" fmla="*/ 4485915 h 6858000"/>
              <a:gd name="connsiteX173" fmla="*/ 878295 w 7467600"/>
              <a:gd name="connsiteY173" fmla="*/ 4403594 h 6858000"/>
              <a:gd name="connsiteX174" fmla="*/ 1240607 w 7467600"/>
              <a:gd name="connsiteY174" fmla="*/ 4010401 h 6858000"/>
              <a:gd name="connsiteX175" fmla="*/ 1310106 w 7467600"/>
              <a:gd name="connsiteY175" fmla="*/ 3943217 h 6858000"/>
              <a:gd name="connsiteX176" fmla="*/ 1423113 w 7467600"/>
              <a:gd name="connsiteY176" fmla="*/ 3874565 h 6858000"/>
              <a:gd name="connsiteX177" fmla="*/ 1260565 w 7467600"/>
              <a:gd name="connsiteY177" fmla="*/ 4031982 h 6858000"/>
              <a:gd name="connsiteX178" fmla="*/ 901900 w 7467600"/>
              <a:gd name="connsiteY178" fmla="*/ 4421236 h 6858000"/>
              <a:gd name="connsiteX179" fmla="*/ 845044 w 7467600"/>
              <a:gd name="connsiteY179" fmla="*/ 4502436 h 6858000"/>
              <a:gd name="connsiteX180" fmla="*/ 685926 w 7467600"/>
              <a:gd name="connsiteY180" fmla="*/ 4703069 h 6858000"/>
              <a:gd name="connsiteX181" fmla="*/ 684248 w 7467600"/>
              <a:gd name="connsiteY181" fmla="*/ 4706721 h 6858000"/>
              <a:gd name="connsiteX182" fmla="*/ 1423113 w 7467600"/>
              <a:gd name="connsiteY182" fmla="*/ 3874565 h 6858000"/>
              <a:gd name="connsiteX183" fmla="*/ 3316479 w 7467600"/>
              <a:gd name="connsiteY183" fmla="*/ 3872136 h 6858000"/>
              <a:gd name="connsiteX184" fmla="*/ 3546806 w 7467600"/>
              <a:gd name="connsiteY184" fmla="*/ 4356139 h 6858000"/>
              <a:gd name="connsiteX185" fmla="*/ 3364433 w 7467600"/>
              <a:gd name="connsiteY185" fmla="*/ 3953121 h 6858000"/>
              <a:gd name="connsiteX186" fmla="*/ 3316479 w 7467600"/>
              <a:gd name="connsiteY186" fmla="*/ 3872136 h 6858000"/>
              <a:gd name="connsiteX187" fmla="*/ 3291335 w 7467600"/>
              <a:gd name="connsiteY187" fmla="*/ 3767420 h 6858000"/>
              <a:gd name="connsiteX188" fmla="*/ 3390805 w 7467600"/>
              <a:gd name="connsiteY188" fmla="*/ 3937163 h 6858000"/>
              <a:gd name="connsiteX189" fmla="*/ 3579062 w 7467600"/>
              <a:gd name="connsiteY189" fmla="*/ 4359040 h 6858000"/>
              <a:gd name="connsiteX190" fmla="*/ 3467355 w 7467600"/>
              <a:gd name="connsiteY190" fmla="*/ 3988130 h 6858000"/>
              <a:gd name="connsiteX191" fmla="*/ 3310753 w 7467600"/>
              <a:gd name="connsiteY191" fmla="*/ 3787140 h 6858000"/>
              <a:gd name="connsiteX192" fmla="*/ 3291335 w 7467600"/>
              <a:gd name="connsiteY192" fmla="*/ 3767420 h 6858000"/>
              <a:gd name="connsiteX193" fmla="*/ 1635889 w 7467600"/>
              <a:gd name="connsiteY193" fmla="*/ 3709494 h 6858000"/>
              <a:gd name="connsiteX194" fmla="*/ 1634800 w 7467600"/>
              <a:gd name="connsiteY194" fmla="*/ 3731111 h 6858000"/>
              <a:gd name="connsiteX195" fmla="*/ 1635889 w 7467600"/>
              <a:gd name="connsiteY195" fmla="*/ 3709494 h 6858000"/>
              <a:gd name="connsiteX196" fmla="*/ 1510397 w 7467600"/>
              <a:gd name="connsiteY196" fmla="*/ 3684705 h 6858000"/>
              <a:gd name="connsiteX197" fmla="*/ 1146550 w 7467600"/>
              <a:gd name="connsiteY197" fmla="*/ 3802012 h 6858000"/>
              <a:gd name="connsiteX198" fmla="*/ 698834 w 7467600"/>
              <a:gd name="connsiteY198" fmla="*/ 3952272 h 6858000"/>
              <a:gd name="connsiteX199" fmla="*/ 34256 w 7467600"/>
              <a:gd name="connsiteY199" fmla="*/ 4347603 h 6858000"/>
              <a:gd name="connsiteX200" fmla="*/ 527241 w 7467600"/>
              <a:gd name="connsiteY200" fmla="*/ 4065078 h 6858000"/>
              <a:gd name="connsiteX201" fmla="*/ 1510397 w 7467600"/>
              <a:gd name="connsiteY201" fmla="*/ 3684705 h 6858000"/>
              <a:gd name="connsiteX202" fmla="*/ 1313114 w 7467600"/>
              <a:gd name="connsiteY202" fmla="*/ 3655216 h 6858000"/>
              <a:gd name="connsiteX203" fmla="*/ 1109304 w 7467600"/>
              <a:gd name="connsiteY203" fmla="*/ 3669030 h 6858000"/>
              <a:gd name="connsiteX204" fmla="*/ 8129 w 7467600"/>
              <a:gd name="connsiteY204" fmla="*/ 4330519 h 6858000"/>
              <a:gd name="connsiteX205" fmla="*/ 687572 w 7467600"/>
              <a:gd name="connsiteY205" fmla="*/ 3925629 h 6858000"/>
              <a:gd name="connsiteX206" fmla="*/ 1138365 w 7467600"/>
              <a:gd name="connsiteY206" fmla="*/ 3774515 h 6858000"/>
              <a:gd name="connsiteX207" fmla="*/ 1505579 w 7467600"/>
              <a:gd name="connsiteY207" fmla="*/ 3655526 h 6858000"/>
              <a:gd name="connsiteX208" fmla="*/ 1313114 w 7467600"/>
              <a:gd name="connsiteY208" fmla="*/ 3655216 h 6858000"/>
              <a:gd name="connsiteX209" fmla="*/ 3655073 w 7467600"/>
              <a:gd name="connsiteY209" fmla="*/ 3650884 h 6858000"/>
              <a:gd name="connsiteX210" fmla="*/ 3989938 w 7467600"/>
              <a:gd name="connsiteY210" fmla="*/ 3991685 h 6858000"/>
              <a:gd name="connsiteX211" fmla="*/ 4393907 w 7467600"/>
              <a:gd name="connsiteY211" fmla="*/ 4261258 h 6858000"/>
              <a:gd name="connsiteX212" fmla="*/ 4648051 w 7467600"/>
              <a:gd name="connsiteY212" fmla="*/ 4374051 h 6858000"/>
              <a:gd name="connsiteX213" fmla="*/ 4383389 w 7467600"/>
              <a:gd name="connsiteY213" fmla="*/ 4184369 h 6858000"/>
              <a:gd name="connsiteX214" fmla="*/ 4165508 w 7467600"/>
              <a:gd name="connsiteY214" fmla="*/ 4035196 h 6858000"/>
              <a:gd name="connsiteX215" fmla="*/ 4068162 w 7467600"/>
              <a:gd name="connsiteY215" fmla="*/ 3953394 h 6858000"/>
              <a:gd name="connsiteX216" fmla="*/ 3981416 w 7467600"/>
              <a:gd name="connsiteY216" fmla="*/ 3880482 h 6858000"/>
              <a:gd name="connsiteX217" fmla="*/ 3800147 w 7467600"/>
              <a:gd name="connsiteY217" fmla="*/ 3749872 h 6858000"/>
              <a:gd name="connsiteX218" fmla="*/ 3655073 w 7467600"/>
              <a:gd name="connsiteY218" fmla="*/ 3650884 h 6858000"/>
              <a:gd name="connsiteX219" fmla="*/ 3670252 w 7467600"/>
              <a:gd name="connsiteY219" fmla="*/ 3622798 h 6858000"/>
              <a:gd name="connsiteX220" fmla="*/ 3817258 w 7467600"/>
              <a:gd name="connsiteY220" fmla="*/ 3723577 h 6858000"/>
              <a:gd name="connsiteX221" fmla="*/ 4000461 w 7467600"/>
              <a:gd name="connsiteY221" fmla="*/ 3855966 h 6858000"/>
              <a:gd name="connsiteX222" fmla="*/ 4088180 w 7467600"/>
              <a:gd name="connsiteY222" fmla="*/ 3929774 h 6858000"/>
              <a:gd name="connsiteX223" fmla="*/ 4184555 w 7467600"/>
              <a:gd name="connsiteY223" fmla="*/ 4010683 h 6858000"/>
              <a:gd name="connsiteX224" fmla="*/ 4399563 w 7467600"/>
              <a:gd name="connsiteY224" fmla="*/ 4158106 h 6858000"/>
              <a:gd name="connsiteX225" fmla="*/ 4684469 w 7467600"/>
              <a:gd name="connsiteY225" fmla="*/ 4364680 h 6858000"/>
              <a:gd name="connsiteX226" fmla="*/ 4690271 w 7467600"/>
              <a:gd name="connsiteY226" fmla="*/ 4370034 h 6858000"/>
              <a:gd name="connsiteX227" fmla="*/ 4136093 w 7467600"/>
              <a:gd name="connsiteY227" fmla="*/ 3858466 h 6858000"/>
              <a:gd name="connsiteX228" fmla="*/ 3670252 w 7467600"/>
              <a:gd name="connsiteY228" fmla="*/ 3622798 h 6858000"/>
              <a:gd name="connsiteX229" fmla="*/ 4440129 w 7467600"/>
              <a:gd name="connsiteY229" fmla="*/ 3448571 h 6858000"/>
              <a:gd name="connsiteX230" fmla="*/ 4856525 w 7467600"/>
              <a:gd name="connsiteY230" fmla="*/ 3915351 h 6858000"/>
              <a:gd name="connsiteX231" fmla="*/ 5059055 w 7467600"/>
              <a:gd name="connsiteY231" fmla="*/ 4108918 h 6858000"/>
              <a:gd name="connsiteX232" fmla="*/ 5290070 w 7467600"/>
              <a:gd name="connsiteY232" fmla="*/ 4263619 h 6858000"/>
              <a:gd name="connsiteX233" fmla="*/ 4834991 w 7467600"/>
              <a:gd name="connsiteY233" fmla="*/ 3830985 h 6858000"/>
              <a:gd name="connsiteX234" fmla="*/ 4440129 w 7467600"/>
              <a:gd name="connsiteY234" fmla="*/ 3448571 h 6858000"/>
              <a:gd name="connsiteX235" fmla="*/ 4441737 w 7467600"/>
              <a:gd name="connsiteY235" fmla="*/ 3399734 h 6858000"/>
              <a:gd name="connsiteX236" fmla="*/ 4431236 w 7467600"/>
              <a:gd name="connsiteY236" fmla="*/ 3400954 h 6858000"/>
              <a:gd name="connsiteX237" fmla="*/ 4557150 w 7467600"/>
              <a:gd name="connsiteY237" fmla="*/ 3510023 h 6858000"/>
              <a:gd name="connsiteX238" fmla="*/ 4856936 w 7467600"/>
              <a:gd name="connsiteY238" fmla="*/ 3809146 h 6858000"/>
              <a:gd name="connsiteX239" fmla="*/ 5111996 w 7467600"/>
              <a:gd name="connsiteY239" fmla="*/ 4065759 h 6858000"/>
              <a:gd name="connsiteX240" fmla="*/ 5388878 w 7467600"/>
              <a:gd name="connsiteY240" fmla="*/ 4300185 h 6858000"/>
              <a:gd name="connsiteX241" fmla="*/ 5425556 w 7467600"/>
              <a:gd name="connsiteY241" fmla="*/ 4308967 h 6858000"/>
              <a:gd name="connsiteX242" fmla="*/ 4943646 w 7467600"/>
              <a:gd name="connsiteY242" fmla="*/ 3822916 h 6858000"/>
              <a:gd name="connsiteX243" fmla="*/ 4594837 w 7467600"/>
              <a:gd name="connsiteY243" fmla="*/ 3532274 h 6858000"/>
              <a:gd name="connsiteX244" fmla="*/ 4441737 w 7467600"/>
              <a:gd name="connsiteY244" fmla="*/ 3399734 h 6858000"/>
              <a:gd name="connsiteX245" fmla="*/ 5425834 w 7467600"/>
              <a:gd name="connsiteY245" fmla="*/ 3162785 h 6858000"/>
              <a:gd name="connsiteX246" fmla="*/ 5401644 w 7467600"/>
              <a:gd name="connsiteY246" fmla="*/ 3617847 h 6858000"/>
              <a:gd name="connsiteX247" fmla="*/ 5467256 w 7467600"/>
              <a:gd name="connsiteY247" fmla="*/ 4175494 h 6858000"/>
              <a:gd name="connsiteX248" fmla="*/ 5448069 w 7467600"/>
              <a:gd name="connsiteY248" fmla="*/ 3567554 h 6858000"/>
              <a:gd name="connsiteX249" fmla="*/ 5425834 w 7467600"/>
              <a:gd name="connsiteY249" fmla="*/ 3162785 h 6858000"/>
              <a:gd name="connsiteX250" fmla="*/ 1318687 w 7467600"/>
              <a:gd name="connsiteY250" fmla="*/ 3113840 h 6858000"/>
              <a:gd name="connsiteX251" fmla="*/ 1066793 w 7467600"/>
              <a:gd name="connsiteY251" fmla="*/ 3212171 h 6858000"/>
              <a:gd name="connsiteX252" fmla="*/ 993319 w 7467600"/>
              <a:gd name="connsiteY252" fmla="*/ 3247648 h 6858000"/>
              <a:gd name="connsiteX253" fmla="*/ 853081 w 7467600"/>
              <a:gd name="connsiteY253" fmla="*/ 3312410 h 6858000"/>
              <a:gd name="connsiteX254" fmla="*/ 805957 w 7467600"/>
              <a:gd name="connsiteY254" fmla="*/ 3330443 h 6858000"/>
              <a:gd name="connsiteX255" fmla="*/ 1318687 w 7467600"/>
              <a:gd name="connsiteY255" fmla="*/ 3113840 h 6858000"/>
              <a:gd name="connsiteX256" fmla="*/ 5453702 w 7467600"/>
              <a:gd name="connsiteY256" fmla="*/ 3090882 h 6858000"/>
              <a:gd name="connsiteX257" fmla="*/ 5480135 w 7467600"/>
              <a:gd name="connsiteY257" fmla="*/ 3565802 h 6858000"/>
              <a:gd name="connsiteX258" fmla="*/ 5499023 w 7467600"/>
              <a:gd name="connsiteY258" fmla="*/ 4166310 h 6858000"/>
              <a:gd name="connsiteX259" fmla="*/ 5547022 w 7467600"/>
              <a:gd name="connsiteY259" fmla="*/ 3607838 h 6858000"/>
              <a:gd name="connsiteX260" fmla="*/ 5515964 w 7467600"/>
              <a:gd name="connsiteY260" fmla="*/ 3378541 h 6858000"/>
              <a:gd name="connsiteX261" fmla="*/ 5453702 w 7467600"/>
              <a:gd name="connsiteY261" fmla="*/ 3090882 h 6858000"/>
              <a:gd name="connsiteX262" fmla="*/ 1238695 w 7467600"/>
              <a:gd name="connsiteY262" fmla="*/ 3076820 h 6858000"/>
              <a:gd name="connsiteX263" fmla="*/ 716371 w 7467600"/>
              <a:gd name="connsiteY263" fmla="*/ 3293249 h 6858000"/>
              <a:gd name="connsiteX264" fmla="*/ 579522 w 7467600"/>
              <a:gd name="connsiteY264" fmla="*/ 3371759 h 6858000"/>
              <a:gd name="connsiteX265" fmla="*/ 600288 w 7467600"/>
              <a:gd name="connsiteY265" fmla="*/ 3365555 h 6858000"/>
              <a:gd name="connsiteX266" fmla="*/ 840692 w 7467600"/>
              <a:gd name="connsiteY266" fmla="*/ 3284921 h 6858000"/>
              <a:gd name="connsiteX267" fmla="*/ 979248 w 7467600"/>
              <a:gd name="connsiteY267" fmla="*/ 3221003 h 6858000"/>
              <a:gd name="connsiteX268" fmla="*/ 1053282 w 7467600"/>
              <a:gd name="connsiteY268" fmla="*/ 3185247 h 6858000"/>
              <a:gd name="connsiteX269" fmla="*/ 1320603 w 7467600"/>
              <a:gd name="connsiteY269" fmla="*/ 3081281 h 6858000"/>
              <a:gd name="connsiteX270" fmla="*/ 1238695 w 7467600"/>
              <a:gd name="connsiteY270" fmla="*/ 3076820 h 6858000"/>
              <a:gd name="connsiteX271" fmla="*/ 5425627 w 7467600"/>
              <a:gd name="connsiteY271" fmla="*/ 2954192 h 6858000"/>
              <a:gd name="connsiteX272" fmla="*/ 5470770 w 7467600"/>
              <a:gd name="connsiteY272" fmla="*/ 3005435 h 6858000"/>
              <a:gd name="connsiteX273" fmla="*/ 5519779 w 7467600"/>
              <a:gd name="connsiteY273" fmla="*/ 4359223 h 6858000"/>
              <a:gd name="connsiteX274" fmla="*/ 5520293 w 7467600"/>
              <a:gd name="connsiteY274" fmla="*/ 4360602 h 6858000"/>
              <a:gd name="connsiteX275" fmla="*/ 5767221 w 7467600"/>
              <a:gd name="connsiteY275" fmla="*/ 4665564 h 6858000"/>
              <a:gd name="connsiteX276" fmla="*/ 6937169 w 7467600"/>
              <a:gd name="connsiteY276" fmla="*/ 4815941 h 6858000"/>
              <a:gd name="connsiteX277" fmla="*/ 6953922 w 7467600"/>
              <a:gd name="connsiteY277" fmla="*/ 4890068 h 6858000"/>
              <a:gd name="connsiteX278" fmla="*/ 6071359 w 7467600"/>
              <a:gd name="connsiteY278" fmla="*/ 4770770 h 6858000"/>
              <a:gd name="connsiteX279" fmla="*/ 6038839 w 7467600"/>
              <a:gd name="connsiteY279" fmla="*/ 4764474 h 6858000"/>
              <a:gd name="connsiteX280" fmla="*/ 6038706 w 7467600"/>
              <a:gd name="connsiteY280" fmla="*/ 4763847 h 6858000"/>
              <a:gd name="connsiteX281" fmla="*/ 6037784 w 7467600"/>
              <a:gd name="connsiteY281" fmla="*/ 4764270 h 6858000"/>
              <a:gd name="connsiteX282" fmla="*/ 6038839 w 7467600"/>
              <a:gd name="connsiteY282" fmla="*/ 4764474 h 6858000"/>
              <a:gd name="connsiteX283" fmla="*/ 6040338 w 7467600"/>
              <a:gd name="connsiteY283" fmla="*/ 4771418 h 6858000"/>
              <a:gd name="connsiteX284" fmla="*/ 6024488 w 7467600"/>
              <a:gd name="connsiteY284" fmla="*/ 4809903 h 6858000"/>
              <a:gd name="connsiteX285" fmla="*/ 5599771 w 7467600"/>
              <a:gd name="connsiteY285" fmla="*/ 5509652 h 6858000"/>
              <a:gd name="connsiteX286" fmla="*/ 5548843 w 7467600"/>
              <a:gd name="connsiteY286" fmla="*/ 5563845 h 6858000"/>
              <a:gd name="connsiteX287" fmla="*/ 5940952 w 7467600"/>
              <a:gd name="connsiteY287" fmla="*/ 6250028 h 6858000"/>
              <a:gd name="connsiteX288" fmla="*/ 6043441 w 7467600"/>
              <a:gd name="connsiteY288" fmla="*/ 6665847 h 6858000"/>
              <a:gd name="connsiteX289" fmla="*/ 6093432 w 7467600"/>
              <a:gd name="connsiteY289" fmla="*/ 6858000 h 6858000"/>
              <a:gd name="connsiteX290" fmla="*/ 6034344 w 7467600"/>
              <a:gd name="connsiteY290" fmla="*/ 6858000 h 6858000"/>
              <a:gd name="connsiteX291" fmla="*/ 6026679 w 7467600"/>
              <a:gd name="connsiteY291" fmla="*/ 6836959 h 6858000"/>
              <a:gd name="connsiteX292" fmla="*/ 5800441 w 7467600"/>
              <a:gd name="connsiteY292" fmla="*/ 6335286 h 6858000"/>
              <a:gd name="connsiteX293" fmla="*/ 5526562 w 7467600"/>
              <a:gd name="connsiteY293" fmla="*/ 5705388 h 6858000"/>
              <a:gd name="connsiteX294" fmla="*/ 5519640 w 7467600"/>
              <a:gd name="connsiteY294" fmla="*/ 5683774 h 6858000"/>
              <a:gd name="connsiteX295" fmla="*/ 5844559 w 7467600"/>
              <a:gd name="connsiteY295" fmla="*/ 6553349 h 6858000"/>
              <a:gd name="connsiteX296" fmla="*/ 5975994 w 7467600"/>
              <a:gd name="connsiteY296" fmla="*/ 6858000 h 6858000"/>
              <a:gd name="connsiteX297" fmla="*/ 5898547 w 7467600"/>
              <a:gd name="connsiteY297" fmla="*/ 6858000 h 6858000"/>
              <a:gd name="connsiteX298" fmla="*/ 5682041 w 7467600"/>
              <a:gd name="connsiteY298" fmla="*/ 6355860 h 6858000"/>
              <a:gd name="connsiteX299" fmla="*/ 5461758 w 7467600"/>
              <a:gd name="connsiteY299" fmla="*/ 5820220 h 6858000"/>
              <a:gd name="connsiteX300" fmla="*/ 5237282 w 7467600"/>
              <a:gd name="connsiteY300" fmla="*/ 6579086 h 6858000"/>
              <a:gd name="connsiteX301" fmla="*/ 5115009 w 7467600"/>
              <a:gd name="connsiteY301" fmla="*/ 6858000 h 6858000"/>
              <a:gd name="connsiteX302" fmla="*/ 5028074 w 7467600"/>
              <a:gd name="connsiteY302" fmla="*/ 6858000 h 6858000"/>
              <a:gd name="connsiteX303" fmla="*/ 5079508 w 7467600"/>
              <a:gd name="connsiteY303" fmla="*/ 6749074 h 6858000"/>
              <a:gd name="connsiteX304" fmla="*/ 5371846 w 7467600"/>
              <a:gd name="connsiteY304" fmla="*/ 5924413 h 6858000"/>
              <a:gd name="connsiteX305" fmla="*/ 5270512 w 7467600"/>
              <a:gd name="connsiteY305" fmla="*/ 6138975 h 6858000"/>
              <a:gd name="connsiteX306" fmla="*/ 5062409 w 7467600"/>
              <a:gd name="connsiteY306" fmla="*/ 6653544 h 6858000"/>
              <a:gd name="connsiteX307" fmla="*/ 5036628 w 7467600"/>
              <a:gd name="connsiteY307" fmla="*/ 6754247 h 6858000"/>
              <a:gd name="connsiteX308" fmla="*/ 5009112 w 7467600"/>
              <a:gd name="connsiteY308" fmla="*/ 6858000 h 6858000"/>
              <a:gd name="connsiteX309" fmla="*/ 4976679 w 7467600"/>
              <a:gd name="connsiteY309" fmla="*/ 6858000 h 6858000"/>
              <a:gd name="connsiteX310" fmla="*/ 5006537 w 7467600"/>
              <a:gd name="connsiteY310" fmla="*/ 6747068 h 6858000"/>
              <a:gd name="connsiteX311" fmla="*/ 5032723 w 7467600"/>
              <a:gd name="connsiteY311" fmla="*/ 6644957 h 6858000"/>
              <a:gd name="connsiteX312" fmla="*/ 5242949 w 7467600"/>
              <a:gd name="connsiteY312" fmla="*/ 6125175 h 6858000"/>
              <a:gd name="connsiteX313" fmla="*/ 5286321 w 7467600"/>
              <a:gd name="connsiteY313" fmla="*/ 6033555 h 6858000"/>
              <a:gd name="connsiteX314" fmla="*/ 5008210 w 7467600"/>
              <a:gd name="connsiteY314" fmla="*/ 6649194 h 6858000"/>
              <a:gd name="connsiteX315" fmla="*/ 4986321 w 7467600"/>
              <a:gd name="connsiteY315" fmla="*/ 6765687 h 6858000"/>
              <a:gd name="connsiteX316" fmla="*/ 4973474 w 7467600"/>
              <a:gd name="connsiteY316" fmla="*/ 6858000 h 6858000"/>
              <a:gd name="connsiteX317" fmla="*/ 4907178 w 7467600"/>
              <a:gd name="connsiteY317" fmla="*/ 6858000 h 6858000"/>
              <a:gd name="connsiteX318" fmla="*/ 4910810 w 7467600"/>
              <a:gd name="connsiteY318" fmla="*/ 6829660 h 6858000"/>
              <a:gd name="connsiteX319" fmla="*/ 4987461 w 7467600"/>
              <a:gd name="connsiteY319" fmla="*/ 6432994 h 6858000"/>
              <a:gd name="connsiteX320" fmla="*/ 5179262 w 7467600"/>
              <a:gd name="connsiteY320" fmla="*/ 6035044 h 6858000"/>
              <a:gd name="connsiteX321" fmla="*/ 4689678 w 7467600"/>
              <a:gd name="connsiteY321" fmla="*/ 6440241 h 6858000"/>
              <a:gd name="connsiteX322" fmla="*/ 4477543 w 7467600"/>
              <a:gd name="connsiteY322" fmla="*/ 6674836 h 6858000"/>
              <a:gd name="connsiteX323" fmla="*/ 4329957 w 7467600"/>
              <a:gd name="connsiteY323" fmla="*/ 6858000 h 6858000"/>
              <a:gd name="connsiteX324" fmla="*/ 4218595 w 7467600"/>
              <a:gd name="connsiteY324" fmla="*/ 6858000 h 6858000"/>
              <a:gd name="connsiteX325" fmla="*/ 4368888 w 7467600"/>
              <a:gd name="connsiteY325" fmla="*/ 6668412 h 6858000"/>
              <a:gd name="connsiteX326" fmla="*/ 4563091 w 7467600"/>
              <a:gd name="connsiteY326" fmla="*/ 6442508 h 6858000"/>
              <a:gd name="connsiteX327" fmla="*/ 5387324 w 7467600"/>
              <a:gd name="connsiteY327" fmla="*/ 5705830 h 6858000"/>
              <a:gd name="connsiteX328" fmla="*/ 5073620 w 7467600"/>
              <a:gd name="connsiteY328" fmla="*/ 5955437 h 6858000"/>
              <a:gd name="connsiteX329" fmla="*/ 4689789 w 7467600"/>
              <a:gd name="connsiteY329" fmla="*/ 6268382 h 6858000"/>
              <a:gd name="connsiteX330" fmla="*/ 4418722 w 7467600"/>
              <a:gd name="connsiteY330" fmla="*/ 6570886 h 6858000"/>
              <a:gd name="connsiteX331" fmla="*/ 4214944 w 7467600"/>
              <a:gd name="connsiteY331" fmla="*/ 6858000 h 6858000"/>
              <a:gd name="connsiteX332" fmla="*/ 4177898 w 7467600"/>
              <a:gd name="connsiteY332" fmla="*/ 6858000 h 6858000"/>
              <a:gd name="connsiteX333" fmla="*/ 4391597 w 7467600"/>
              <a:gd name="connsiteY333" fmla="*/ 6556370 h 6858000"/>
              <a:gd name="connsiteX334" fmla="*/ 4668889 w 7467600"/>
              <a:gd name="connsiteY334" fmla="*/ 6246399 h 6858000"/>
              <a:gd name="connsiteX335" fmla="*/ 5055427 w 7467600"/>
              <a:gd name="connsiteY335" fmla="*/ 5931476 h 6858000"/>
              <a:gd name="connsiteX336" fmla="*/ 5371814 w 7467600"/>
              <a:gd name="connsiteY336" fmla="*/ 5678975 h 6858000"/>
              <a:gd name="connsiteX337" fmla="*/ 4987918 w 7467600"/>
              <a:gd name="connsiteY337" fmla="*/ 5838701 h 6858000"/>
              <a:gd name="connsiteX338" fmla="*/ 4317146 w 7467600"/>
              <a:gd name="connsiteY338" fmla="*/ 6587716 h 6858000"/>
              <a:gd name="connsiteX339" fmla="*/ 4171627 w 7467600"/>
              <a:gd name="connsiteY339" fmla="*/ 6858000 h 6858000"/>
              <a:gd name="connsiteX340" fmla="*/ 4081585 w 7467600"/>
              <a:gd name="connsiteY340" fmla="*/ 6858000 h 6858000"/>
              <a:gd name="connsiteX341" fmla="*/ 4238603 w 7467600"/>
              <a:gd name="connsiteY341" fmla="*/ 6559341 h 6858000"/>
              <a:gd name="connsiteX342" fmla="*/ 4778333 w 7467600"/>
              <a:gd name="connsiteY342" fmla="*/ 5873626 h 6858000"/>
              <a:gd name="connsiteX343" fmla="*/ 5414185 w 7467600"/>
              <a:gd name="connsiteY343" fmla="*/ 5573882 h 6858000"/>
              <a:gd name="connsiteX344" fmla="*/ 5959648 w 7467600"/>
              <a:gd name="connsiteY344" fmla="*/ 4760797 h 6858000"/>
              <a:gd name="connsiteX345" fmla="*/ 5355019 w 7467600"/>
              <a:gd name="connsiteY345" fmla="*/ 4734672 h 6858000"/>
              <a:gd name="connsiteX346" fmla="*/ 5083565 w 7467600"/>
              <a:gd name="connsiteY346" fmla="*/ 5179121 h 6858000"/>
              <a:gd name="connsiteX347" fmla="*/ 4713577 w 7467600"/>
              <a:gd name="connsiteY347" fmla="*/ 5616803 h 6858000"/>
              <a:gd name="connsiteX348" fmla="*/ 3989559 w 7467600"/>
              <a:gd name="connsiteY348" fmla="*/ 6145945 h 6858000"/>
              <a:gd name="connsiteX349" fmla="*/ 3939824 w 7467600"/>
              <a:gd name="connsiteY349" fmla="*/ 6066900 h 6858000"/>
              <a:gd name="connsiteX350" fmla="*/ 4584537 w 7467600"/>
              <a:gd name="connsiteY350" fmla="*/ 5324826 h 6858000"/>
              <a:gd name="connsiteX351" fmla="*/ 5037105 w 7467600"/>
              <a:gd name="connsiteY351" fmla="*/ 5088765 h 6858000"/>
              <a:gd name="connsiteX352" fmla="*/ 5039930 w 7467600"/>
              <a:gd name="connsiteY352" fmla="*/ 5089585 h 6858000"/>
              <a:gd name="connsiteX353" fmla="*/ 5263764 w 7467600"/>
              <a:gd name="connsiteY353" fmla="*/ 4735525 h 6858000"/>
              <a:gd name="connsiteX354" fmla="*/ 4086300 w 7467600"/>
              <a:gd name="connsiteY354" fmla="*/ 4884599 h 6858000"/>
              <a:gd name="connsiteX355" fmla="*/ 4085485 w 7467600"/>
              <a:gd name="connsiteY355" fmla="*/ 4899070 h 6858000"/>
              <a:gd name="connsiteX356" fmla="*/ 3871915 w 7467600"/>
              <a:gd name="connsiteY356" fmla="*/ 5253645 h 6858000"/>
              <a:gd name="connsiteX357" fmla="*/ 3799374 w 7467600"/>
              <a:gd name="connsiteY357" fmla="*/ 5466127 h 6858000"/>
              <a:gd name="connsiteX358" fmla="*/ 3498850 w 7467600"/>
              <a:gd name="connsiteY358" fmla="*/ 6661888 h 6858000"/>
              <a:gd name="connsiteX359" fmla="*/ 3399216 w 7467600"/>
              <a:gd name="connsiteY359" fmla="*/ 6858000 h 6858000"/>
              <a:gd name="connsiteX360" fmla="*/ 3303688 w 7467600"/>
              <a:gd name="connsiteY360" fmla="*/ 6858000 h 6858000"/>
              <a:gd name="connsiteX361" fmla="*/ 3391774 w 7467600"/>
              <a:gd name="connsiteY361" fmla="*/ 6697181 h 6858000"/>
              <a:gd name="connsiteX362" fmla="*/ 3735540 w 7467600"/>
              <a:gd name="connsiteY362" fmla="*/ 5546923 h 6858000"/>
              <a:gd name="connsiteX363" fmla="*/ 3729438 w 7467600"/>
              <a:gd name="connsiteY363" fmla="*/ 5569058 h 6858000"/>
              <a:gd name="connsiteX364" fmla="*/ 3707782 w 7467600"/>
              <a:gd name="connsiteY364" fmla="*/ 5644908 h 6858000"/>
              <a:gd name="connsiteX365" fmla="*/ 3583827 w 7467600"/>
              <a:gd name="connsiteY365" fmla="*/ 6039215 h 6858000"/>
              <a:gd name="connsiteX366" fmla="*/ 3547861 w 7467600"/>
              <a:gd name="connsiteY366" fmla="*/ 6129609 h 6858000"/>
              <a:gd name="connsiteX367" fmla="*/ 3490905 w 7467600"/>
              <a:gd name="connsiteY367" fmla="*/ 6277660 h 6858000"/>
              <a:gd name="connsiteX368" fmla="*/ 3455859 w 7467600"/>
              <a:gd name="connsiteY368" fmla="*/ 6391301 h 6858000"/>
              <a:gd name="connsiteX369" fmla="*/ 3429112 w 7467600"/>
              <a:gd name="connsiteY369" fmla="*/ 6479469 h 6858000"/>
              <a:gd name="connsiteX370" fmla="*/ 3304862 w 7467600"/>
              <a:gd name="connsiteY370" fmla="*/ 6796476 h 6858000"/>
              <a:gd name="connsiteX371" fmla="*/ 3276071 w 7467600"/>
              <a:gd name="connsiteY371" fmla="*/ 6858000 h 6858000"/>
              <a:gd name="connsiteX372" fmla="*/ 3240805 w 7467600"/>
              <a:gd name="connsiteY372" fmla="*/ 6858000 h 6858000"/>
              <a:gd name="connsiteX373" fmla="*/ 3275917 w 7467600"/>
              <a:gd name="connsiteY373" fmla="*/ 6783192 h 6858000"/>
              <a:gd name="connsiteX374" fmla="*/ 3399358 w 7467600"/>
              <a:gd name="connsiteY374" fmla="*/ 6469011 h 6858000"/>
              <a:gd name="connsiteX375" fmla="*/ 3425650 w 7467600"/>
              <a:gd name="connsiteY375" fmla="*/ 6381333 h 6858000"/>
              <a:gd name="connsiteX376" fmla="*/ 3460661 w 7467600"/>
              <a:gd name="connsiteY376" fmla="*/ 6266763 h 6858000"/>
              <a:gd name="connsiteX377" fmla="*/ 3518021 w 7467600"/>
              <a:gd name="connsiteY377" fmla="*/ 6117298 h 6858000"/>
              <a:gd name="connsiteX378" fmla="*/ 3554035 w 7467600"/>
              <a:gd name="connsiteY378" fmla="*/ 6027832 h 6858000"/>
              <a:gd name="connsiteX379" fmla="*/ 3677174 w 7467600"/>
              <a:gd name="connsiteY379" fmla="*/ 5636351 h 6858000"/>
              <a:gd name="connsiteX380" fmla="*/ 3698819 w 7467600"/>
              <a:gd name="connsiteY380" fmla="*/ 5560503 h 6858000"/>
              <a:gd name="connsiteX381" fmla="*/ 3702094 w 7467600"/>
              <a:gd name="connsiteY381" fmla="*/ 5549194 h 6858000"/>
              <a:gd name="connsiteX382" fmla="*/ 3398355 w 7467600"/>
              <a:gd name="connsiteY382" fmla="*/ 6094603 h 6858000"/>
              <a:gd name="connsiteX383" fmla="*/ 3193941 w 7467600"/>
              <a:gd name="connsiteY383" fmla="*/ 6798775 h 6858000"/>
              <a:gd name="connsiteX384" fmla="*/ 3184140 w 7467600"/>
              <a:gd name="connsiteY384" fmla="*/ 6858000 h 6858000"/>
              <a:gd name="connsiteX385" fmla="*/ 3099978 w 7467600"/>
              <a:gd name="connsiteY385" fmla="*/ 6858000 h 6858000"/>
              <a:gd name="connsiteX386" fmla="*/ 3101556 w 7467600"/>
              <a:gd name="connsiteY386" fmla="*/ 6843337 h 6858000"/>
              <a:gd name="connsiteX387" fmla="*/ 3370162 w 7467600"/>
              <a:gd name="connsiteY387" fmla="*/ 5785550 h 6858000"/>
              <a:gd name="connsiteX388" fmla="*/ 3746477 w 7467600"/>
              <a:gd name="connsiteY388" fmla="*/ 5377889 h 6858000"/>
              <a:gd name="connsiteX389" fmla="*/ 3863399 w 7467600"/>
              <a:gd name="connsiteY389" fmla="*/ 5087257 h 6858000"/>
              <a:gd name="connsiteX390" fmla="*/ 3968712 w 7467600"/>
              <a:gd name="connsiteY390" fmla="*/ 4913989 h 6858000"/>
              <a:gd name="connsiteX391" fmla="*/ 2792390 w 7467600"/>
              <a:gd name="connsiteY391" fmla="*/ 5382974 h 6858000"/>
              <a:gd name="connsiteX392" fmla="*/ 2714982 w 7467600"/>
              <a:gd name="connsiteY392" fmla="*/ 5427051 h 6858000"/>
              <a:gd name="connsiteX393" fmla="*/ 2813361 w 7467600"/>
              <a:gd name="connsiteY393" fmla="*/ 6023912 h 6858000"/>
              <a:gd name="connsiteX394" fmla="*/ 2688430 w 7467600"/>
              <a:gd name="connsiteY394" fmla="*/ 6801564 h 6858000"/>
              <a:gd name="connsiteX395" fmla="*/ 2629626 w 7467600"/>
              <a:gd name="connsiteY395" fmla="*/ 6763394 h 6858000"/>
              <a:gd name="connsiteX396" fmla="*/ 2565328 w 7467600"/>
              <a:gd name="connsiteY396" fmla="*/ 5516399 h 6858000"/>
              <a:gd name="connsiteX397" fmla="*/ 1922999 w 7467600"/>
              <a:gd name="connsiteY397" fmla="*/ 5980343 h 6858000"/>
              <a:gd name="connsiteX398" fmla="*/ 1950261 w 7467600"/>
              <a:gd name="connsiteY398" fmla="*/ 6405858 h 6858000"/>
              <a:gd name="connsiteX399" fmla="*/ 2365554 w 7467600"/>
              <a:gd name="connsiteY399" fmla="*/ 6759107 h 6858000"/>
              <a:gd name="connsiteX400" fmla="*/ 2424142 w 7467600"/>
              <a:gd name="connsiteY400" fmla="*/ 6858000 h 6858000"/>
              <a:gd name="connsiteX401" fmla="*/ 2395994 w 7467600"/>
              <a:gd name="connsiteY401" fmla="*/ 6858000 h 6858000"/>
              <a:gd name="connsiteX402" fmla="*/ 2392863 w 7467600"/>
              <a:gd name="connsiteY402" fmla="*/ 6852964 h 6858000"/>
              <a:gd name="connsiteX403" fmla="*/ 2017589 w 7467600"/>
              <a:gd name="connsiteY403" fmla="*/ 6493982 h 6858000"/>
              <a:gd name="connsiteX404" fmla="*/ 2147336 w 7467600"/>
              <a:gd name="connsiteY404" fmla="*/ 6594052 h 6858000"/>
              <a:gd name="connsiteX405" fmla="*/ 2207047 w 7467600"/>
              <a:gd name="connsiteY405" fmla="*/ 6654540 h 6858000"/>
              <a:gd name="connsiteX406" fmla="*/ 2299106 w 7467600"/>
              <a:gd name="connsiteY406" fmla="*/ 6778931 h 6858000"/>
              <a:gd name="connsiteX407" fmla="*/ 2314430 w 7467600"/>
              <a:gd name="connsiteY407" fmla="*/ 6801144 h 6858000"/>
              <a:gd name="connsiteX408" fmla="*/ 2352406 w 7467600"/>
              <a:gd name="connsiteY408" fmla="*/ 6858000 h 6858000"/>
              <a:gd name="connsiteX409" fmla="*/ 2314492 w 7467600"/>
              <a:gd name="connsiteY409" fmla="*/ 6858000 h 6858000"/>
              <a:gd name="connsiteX410" fmla="*/ 2288095 w 7467600"/>
              <a:gd name="connsiteY410" fmla="*/ 6818030 h 6858000"/>
              <a:gd name="connsiteX411" fmla="*/ 2272768 w 7467600"/>
              <a:gd name="connsiteY411" fmla="*/ 6795822 h 6858000"/>
              <a:gd name="connsiteX412" fmla="*/ 2182715 w 7467600"/>
              <a:gd name="connsiteY412" fmla="*/ 6675071 h 6858000"/>
              <a:gd name="connsiteX413" fmla="*/ 2032061 w 7467600"/>
              <a:gd name="connsiteY413" fmla="*/ 6541380 h 6858000"/>
              <a:gd name="connsiteX414" fmla="*/ 2257220 w 7467600"/>
              <a:gd name="connsiteY414" fmla="*/ 6826257 h 6858000"/>
              <a:gd name="connsiteX415" fmla="*/ 2281324 w 7467600"/>
              <a:gd name="connsiteY415" fmla="*/ 6858000 h 6858000"/>
              <a:gd name="connsiteX416" fmla="*/ 2242860 w 7467600"/>
              <a:gd name="connsiteY416" fmla="*/ 6858000 h 6858000"/>
              <a:gd name="connsiteX417" fmla="*/ 2232818 w 7467600"/>
              <a:gd name="connsiteY417" fmla="*/ 6844926 h 6858000"/>
              <a:gd name="connsiteX418" fmla="*/ 1990172 w 7467600"/>
              <a:gd name="connsiteY418" fmla="*/ 6542121 h 6858000"/>
              <a:gd name="connsiteX419" fmla="*/ 2124090 w 7467600"/>
              <a:gd name="connsiteY419" fmla="*/ 6761017 h 6858000"/>
              <a:gd name="connsiteX420" fmla="*/ 2200380 w 7467600"/>
              <a:gd name="connsiteY420" fmla="*/ 6858000 h 6858000"/>
              <a:gd name="connsiteX421" fmla="*/ 2147507 w 7467600"/>
              <a:gd name="connsiteY421" fmla="*/ 6858000 h 6858000"/>
              <a:gd name="connsiteX422" fmla="*/ 2070668 w 7467600"/>
              <a:gd name="connsiteY422" fmla="*/ 6761520 h 6858000"/>
              <a:gd name="connsiteX423" fmla="*/ 1975142 w 7467600"/>
              <a:gd name="connsiteY423" fmla="*/ 6585570 h 6858000"/>
              <a:gd name="connsiteX424" fmla="*/ 2050035 w 7467600"/>
              <a:gd name="connsiteY424" fmla="*/ 6813345 h 6858000"/>
              <a:gd name="connsiteX425" fmla="*/ 2063025 w 7467600"/>
              <a:gd name="connsiteY425" fmla="*/ 6858000 h 6858000"/>
              <a:gd name="connsiteX426" fmla="*/ 2021675 w 7467600"/>
              <a:gd name="connsiteY426" fmla="*/ 6858000 h 6858000"/>
              <a:gd name="connsiteX427" fmla="*/ 2019308 w 7467600"/>
              <a:gd name="connsiteY427" fmla="*/ 6847118 h 6858000"/>
              <a:gd name="connsiteX428" fmla="*/ 1938835 w 7467600"/>
              <a:gd name="connsiteY428" fmla="*/ 6551160 h 6858000"/>
              <a:gd name="connsiteX429" fmla="*/ 1953230 w 7467600"/>
              <a:gd name="connsiteY429" fmla="*/ 6759699 h 6858000"/>
              <a:gd name="connsiteX430" fmla="*/ 1956763 w 7467600"/>
              <a:gd name="connsiteY430" fmla="*/ 6778191 h 6858000"/>
              <a:gd name="connsiteX431" fmla="*/ 1967925 w 7467600"/>
              <a:gd name="connsiteY431" fmla="*/ 6858000 h 6858000"/>
              <a:gd name="connsiteX432" fmla="*/ 1936622 w 7467600"/>
              <a:gd name="connsiteY432" fmla="*/ 6858000 h 6858000"/>
              <a:gd name="connsiteX433" fmla="*/ 1926261 w 7467600"/>
              <a:gd name="connsiteY433" fmla="*/ 6784064 h 6858000"/>
              <a:gd name="connsiteX434" fmla="*/ 1922724 w 7467600"/>
              <a:gd name="connsiteY434" fmla="*/ 6765577 h 6858000"/>
              <a:gd name="connsiteX435" fmla="*/ 1904650 w 7467600"/>
              <a:gd name="connsiteY435" fmla="*/ 6639616 h 6858000"/>
              <a:gd name="connsiteX436" fmla="*/ 1885273 w 7467600"/>
              <a:gd name="connsiteY436" fmla="*/ 6858000 h 6858000"/>
              <a:gd name="connsiteX437" fmla="*/ 1854363 w 7467600"/>
              <a:gd name="connsiteY437" fmla="*/ 6858000 h 6858000"/>
              <a:gd name="connsiteX438" fmla="*/ 1880391 w 7467600"/>
              <a:gd name="connsiteY438" fmla="*/ 6603796 h 6858000"/>
              <a:gd name="connsiteX439" fmla="*/ 1818273 w 7467600"/>
              <a:gd name="connsiteY439" fmla="*/ 6715729 h 6858000"/>
              <a:gd name="connsiteX440" fmla="*/ 1794691 w 7467600"/>
              <a:gd name="connsiteY440" fmla="*/ 6843239 h 6858000"/>
              <a:gd name="connsiteX441" fmla="*/ 1794914 w 7467600"/>
              <a:gd name="connsiteY441" fmla="*/ 6858000 h 6858000"/>
              <a:gd name="connsiteX442" fmla="*/ 1746128 w 7467600"/>
              <a:gd name="connsiteY442" fmla="*/ 6858000 h 6858000"/>
              <a:gd name="connsiteX443" fmla="*/ 1753934 w 7467600"/>
              <a:gd name="connsiteY443" fmla="*/ 6724796 h 6858000"/>
              <a:gd name="connsiteX444" fmla="*/ 1792053 w 7467600"/>
              <a:gd name="connsiteY444" fmla="*/ 6572396 h 6858000"/>
              <a:gd name="connsiteX445" fmla="*/ 1862248 w 7467600"/>
              <a:gd name="connsiteY445" fmla="*/ 6266397 h 6858000"/>
              <a:gd name="connsiteX446" fmla="*/ 1862250 w 7467600"/>
              <a:gd name="connsiteY446" fmla="*/ 6033531 h 6858000"/>
              <a:gd name="connsiteX447" fmla="*/ 1211999 w 7467600"/>
              <a:gd name="connsiteY447" fmla="*/ 6683610 h 6858000"/>
              <a:gd name="connsiteX448" fmla="*/ 1213266 w 7467600"/>
              <a:gd name="connsiteY448" fmla="*/ 6691947 h 6858000"/>
              <a:gd name="connsiteX449" fmla="*/ 1203370 w 7467600"/>
              <a:gd name="connsiteY449" fmla="*/ 6850676 h 6858000"/>
              <a:gd name="connsiteX450" fmla="*/ 1203671 w 7467600"/>
              <a:gd name="connsiteY450" fmla="*/ 6858000 h 6858000"/>
              <a:gd name="connsiteX451" fmla="*/ 1143180 w 7467600"/>
              <a:gd name="connsiteY451" fmla="*/ 6858000 h 6858000"/>
              <a:gd name="connsiteX452" fmla="*/ 1142176 w 7467600"/>
              <a:gd name="connsiteY452" fmla="*/ 6766045 h 6858000"/>
              <a:gd name="connsiteX453" fmla="*/ 1067484 w 7467600"/>
              <a:gd name="connsiteY453" fmla="*/ 6858000 h 6858000"/>
              <a:gd name="connsiteX454" fmla="*/ 953928 w 7467600"/>
              <a:gd name="connsiteY454" fmla="*/ 6858000 h 6858000"/>
              <a:gd name="connsiteX455" fmla="*/ 959715 w 7467600"/>
              <a:gd name="connsiteY455" fmla="*/ 6850185 h 6858000"/>
              <a:gd name="connsiteX456" fmla="*/ 1483788 w 7467600"/>
              <a:gd name="connsiteY456" fmla="*/ 6259174 h 6858000"/>
              <a:gd name="connsiteX457" fmla="*/ 1100671 w 7467600"/>
              <a:gd name="connsiteY457" fmla="*/ 6252137 h 6858000"/>
              <a:gd name="connsiteX458" fmla="*/ 1090144 w 7467600"/>
              <a:gd name="connsiteY458" fmla="*/ 6256748 h 6858000"/>
              <a:gd name="connsiteX459" fmla="*/ 1095872 w 7467600"/>
              <a:gd name="connsiteY459" fmla="*/ 6271892 h 6858000"/>
              <a:gd name="connsiteX460" fmla="*/ 262785 w 7467600"/>
              <a:gd name="connsiteY460" fmla="*/ 6845450 h 6858000"/>
              <a:gd name="connsiteX461" fmla="*/ 209968 w 7467600"/>
              <a:gd name="connsiteY461" fmla="*/ 6770713 h 6858000"/>
              <a:gd name="connsiteX462" fmla="*/ 873460 w 7467600"/>
              <a:gd name="connsiteY462" fmla="*/ 6253768 h 6858000"/>
              <a:gd name="connsiteX463" fmla="*/ 192686 w 7467600"/>
              <a:gd name="connsiteY463" fmla="*/ 5849257 h 6858000"/>
              <a:gd name="connsiteX464" fmla="*/ 4696 w 7467600"/>
              <a:gd name="connsiteY464" fmla="*/ 5697668 h 6858000"/>
              <a:gd name="connsiteX465" fmla="*/ 0 w 7467600"/>
              <a:gd name="connsiteY465" fmla="*/ 5689984 h 6858000"/>
              <a:gd name="connsiteX466" fmla="*/ 0 w 7467600"/>
              <a:gd name="connsiteY466" fmla="*/ 5513472 h 6858000"/>
              <a:gd name="connsiteX467" fmla="*/ 174101 w 7467600"/>
              <a:gd name="connsiteY467" fmla="*/ 5620277 h 6858000"/>
              <a:gd name="connsiteX468" fmla="*/ 891800 w 7467600"/>
              <a:gd name="connsiteY468" fmla="*/ 6036935 h 6858000"/>
              <a:gd name="connsiteX469" fmla="*/ 1072219 w 7467600"/>
              <a:gd name="connsiteY469" fmla="*/ 6169443 h 6858000"/>
              <a:gd name="connsiteX470" fmla="*/ 1074117 w 7467600"/>
              <a:gd name="connsiteY470" fmla="*/ 6170301 h 6858000"/>
              <a:gd name="connsiteX471" fmla="*/ 1083114 w 7467600"/>
              <a:gd name="connsiteY471" fmla="*/ 6174131 h 6858000"/>
              <a:gd name="connsiteX472" fmla="*/ 1543010 w 7467600"/>
              <a:gd name="connsiteY472" fmla="*/ 6191140 h 6858000"/>
              <a:gd name="connsiteX473" fmla="*/ 1551080 w 7467600"/>
              <a:gd name="connsiteY473" fmla="*/ 6195006 h 6858000"/>
              <a:gd name="connsiteX474" fmla="*/ 2345443 w 7467600"/>
              <a:gd name="connsiteY474" fmla="*/ 5549882 h 6858000"/>
              <a:gd name="connsiteX475" fmla="*/ 1721499 w 7467600"/>
              <a:gd name="connsiteY475" fmla="*/ 5599969 h 6858000"/>
              <a:gd name="connsiteX476" fmla="*/ 767716 w 7467600"/>
              <a:gd name="connsiteY476" fmla="*/ 5472768 h 6858000"/>
              <a:gd name="connsiteX477" fmla="*/ 722147 w 7467600"/>
              <a:gd name="connsiteY477" fmla="*/ 5393091 h 6858000"/>
              <a:gd name="connsiteX478" fmla="*/ 1485552 w 7467600"/>
              <a:gd name="connsiteY478" fmla="*/ 5313202 h 6858000"/>
              <a:gd name="connsiteX479" fmla="*/ 2143004 w 7467600"/>
              <a:gd name="connsiteY479" fmla="*/ 5402420 h 6858000"/>
              <a:gd name="connsiteX480" fmla="*/ 1933391 w 7467600"/>
              <a:gd name="connsiteY480" fmla="*/ 5156971 h 6858000"/>
              <a:gd name="connsiteX481" fmla="*/ 1827118 w 7467600"/>
              <a:gd name="connsiteY481" fmla="*/ 4968410 h 6858000"/>
              <a:gd name="connsiteX482" fmla="*/ 1837349 w 7467600"/>
              <a:gd name="connsiteY482" fmla="*/ 4956357 h 6858000"/>
              <a:gd name="connsiteX483" fmla="*/ 2162835 w 7467600"/>
              <a:gd name="connsiteY483" fmla="*/ 5187853 h 6858000"/>
              <a:gd name="connsiteX484" fmla="*/ 2257167 w 7467600"/>
              <a:gd name="connsiteY484" fmla="*/ 5462123 h 6858000"/>
              <a:gd name="connsiteX485" fmla="*/ 2261598 w 7467600"/>
              <a:gd name="connsiteY485" fmla="*/ 5467998 h 6858000"/>
              <a:gd name="connsiteX486" fmla="*/ 2437177 w 7467600"/>
              <a:gd name="connsiteY486" fmla="*/ 5479608 h 6858000"/>
              <a:gd name="connsiteX487" fmla="*/ 2445247 w 7467600"/>
              <a:gd name="connsiteY487" fmla="*/ 5483476 h 6858000"/>
              <a:gd name="connsiteX488" fmla="*/ 2743626 w 7467600"/>
              <a:gd name="connsiteY488" fmla="*/ 5304819 h 6858000"/>
              <a:gd name="connsiteX489" fmla="*/ 3048102 w 7467600"/>
              <a:gd name="connsiteY489" fmla="*/ 5150595 h 6858000"/>
              <a:gd name="connsiteX490" fmla="*/ 1799414 w 7467600"/>
              <a:gd name="connsiteY490" fmla="*/ 4694732 h 6858000"/>
              <a:gd name="connsiteX491" fmla="*/ 1771735 w 7467600"/>
              <a:gd name="connsiteY491" fmla="*/ 4619929 h 6858000"/>
              <a:gd name="connsiteX492" fmla="*/ 3104273 w 7467600"/>
              <a:gd name="connsiteY492" fmla="*/ 5076159 h 6858000"/>
              <a:gd name="connsiteX493" fmla="*/ 3113245 w 7467600"/>
              <a:gd name="connsiteY493" fmla="*/ 5090705 h 6858000"/>
              <a:gd name="connsiteX494" fmla="*/ 3126294 w 7467600"/>
              <a:gd name="connsiteY494" fmla="*/ 5114400 h 6858000"/>
              <a:gd name="connsiteX495" fmla="*/ 3937433 w 7467600"/>
              <a:gd name="connsiteY495" fmla="*/ 4830473 h 6858000"/>
              <a:gd name="connsiteX496" fmla="*/ 3590475 w 7467600"/>
              <a:gd name="connsiteY496" fmla="*/ 4597974 h 6858000"/>
              <a:gd name="connsiteX497" fmla="*/ 3100264 w 7467600"/>
              <a:gd name="connsiteY497" fmla="*/ 4579845 h 6858000"/>
              <a:gd name="connsiteX498" fmla="*/ 2183576 w 7467600"/>
              <a:gd name="connsiteY498" fmla="*/ 4227150 h 6858000"/>
              <a:gd name="connsiteX499" fmla="*/ 2151029 w 7467600"/>
              <a:gd name="connsiteY499" fmla="*/ 4146947 h 6858000"/>
              <a:gd name="connsiteX500" fmla="*/ 3563434 w 7467600"/>
              <a:gd name="connsiteY500" fmla="*/ 4469115 h 6858000"/>
              <a:gd name="connsiteX501" fmla="*/ 3177952 w 7467600"/>
              <a:gd name="connsiteY501" fmla="*/ 3657386 h 6858000"/>
              <a:gd name="connsiteX502" fmla="*/ 3189263 w 7467600"/>
              <a:gd name="connsiteY502" fmla="*/ 3625726 h 6858000"/>
              <a:gd name="connsiteX503" fmla="*/ 3560912 w 7467600"/>
              <a:gd name="connsiteY503" fmla="*/ 4079863 h 6858000"/>
              <a:gd name="connsiteX504" fmla="*/ 3626636 w 7467600"/>
              <a:gd name="connsiteY504" fmla="*/ 4512230 h 6858000"/>
              <a:gd name="connsiteX505" fmla="*/ 3653088 w 7467600"/>
              <a:gd name="connsiteY505" fmla="*/ 4521417 h 6858000"/>
              <a:gd name="connsiteX506" fmla="*/ 3988128 w 7467600"/>
              <a:gd name="connsiteY506" fmla="*/ 4817267 h 6858000"/>
              <a:gd name="connsiteX507" fmla="*/ 4830582 w 7467600"/>
              <a:gd name="connsiteY507" fmla="*/ 4676000 h 6858000"/>
              <a:gd name="connsiteX508" fmla="*/ 4830100 w 7467600"/>
              <a:gd name="connsiteY508" fmla="*/ 4675554 h 6858000"/>
              <a:gd name="connsiteX509" fmla="*/ 4036318 w 7467600"/>
              <a:gd name="connsiteY509" fmla="*/ 4147013 h 6858000"/>
              <a:gd name="connsiteX510" fmla="*/ 3432098 w 7467600"/>
              <a:gd name="connsiteY510" fmla="*/ 3537312 h 6858000"/>
              <a:gd name="connsiteX511" fmla="*/ 3446761 w 7467600"/>
              <a:gd name="connsiteY511" fmla="*/ 3461278 h 6858000"/>
              <a:gd name="connsiteX512" fmla="*/ 4419733 w 7467600"/>
              <a:gd name="connsiteY512" fmla="*/ 3963555 h 6858000"/>
              <a:gd name="connsiteX513" fmla="*/ 4781371 w 7467600"/>
              <a:gd name="connsiteY513" fmla="*/ 4458604 h 6858000"/>
              <a:gd name="connsiteX514" fmla="*/ 4780440 w 7467600"/>
              <a:gd name="connsiteY514" fmla="*/ 4470290 h 6858000"/>
              <a:gd name="connsiteX515" fmla="*/ 4898954 w 7467600"/>
              <a:gd name="connsiteY515" fmla="*/ 4662092 h 6858000"/>
              <a:gd name="connsiteX516" fmla="*/ 4900699 w 7467600"/>
              <a:gd name="connsiteY516" fmla="*/ 4670867 h 6858000"/>
              <a:gd name="connsiteX517" fmla="*/ 5714511 w 7467600"/>
              <a:gd name="connsiteY517" fmla="*/ 4663483 h 6858000"/>
              <a:gd name="connsiteX518" fmla="*/ 5464793 w 7467600"/>
              <a:gd name="connsiteY518" fmla="*/ 4393556 h 6858000"/>
              <a:gd name="connsiteX519" fmla="*/ 5461897 w 7467600"/>
              <a:gd name="connsiteY519" fmla="*/ 4390879 h 6858000"/>
              <a:gd name="connsiteX520" fmla="*/ 4294126 w 7467600"/>
              <a:gd name="connsiteY520" fmla="*/ 3303048 h 6858000"/>
              <a:gd name="connsiteX521" fmla="*/ 4305321 w 7467600"/>
              <a:gd name="connsiteY521" fmla="*/ 3256953 h 6858000"/>
              <a:gd name="connsiteX522" fmla="*/ 4949299 w 7467600"/>
              <a:gd name="connsiteY522" fmla="*/ 3766336 h 6858000"/>
              <a:gd name="connsiteX523" fmla="*/ 5291452 w 7467600"/>
              <a:gd name="connsiteY523" fmla="*/ 4076801 h 6858000"/>
              <a:gd name="connsiteX524" fmla="*/ 5434998 w 7467600"/>
              <a:gd name="connsiteY524" fmla="*/ 4254100 h 6858000"/>
              <a:gd name="connsiteX525" fmla="*/ 5351015 w 7467600"/>
              <a:gd name="connsiteY525" fmla="*/ 3760989 h 6858000"/>
              <a:gd name="connsiteX526" fmla="*/ 5413780 w 7467600"/>
              <a:gd name="connsiteY526" fmla="*/ 2966265 h 6858000"/>
              <a:gd name="connsiteX527" fmla="*/ 5425627 w 7467600"/>
              <a:gd name="connsiteY527" fmla="*/ 2954192 h 6858000"/>
              <a:gd name="connsiteX528" fmla="*/ 6604735 w 7467600"/>
              <a:gd name="connsiteY528" fmla="*/ 2041381 h 6858000"/>
              <a:gd name="connsiteX529" fmla="*/ 7204487 w 7467600"/>
              <a:gd name="connsiteY529" fmla="*/ 2742112 h 6858000"/>
              <a:gd name="connsiteX530" fmla="*/ 7131592 w 7467600"/>
              <a:gd name="connsiteY530" fmla="*/ 2672096 h 6858000"/>
              <a:gd name="connsiteX531" fmla="*/ 6996344 w 7467600"/>
              <a:gd name="connsiteY531" fmla="*/ 2518310 h 6858000"/>
              <a:gd name="connsiteX532" fmla="*/ 6735495 w 7467600"/>
              <a:gd name="connsiteY532" fmla="*/ 2196890 h 6858000"/>
              <a:gd name="connsiteX533" fmla="*/ 6721901 w 7467600"/>
              <a:gd name="connsiteY533" fmla="*/ 2179274 h 6858000"/>
              <a:gd name="connsiteX534" fmla="*/ 6604735 w 7467600"/>
              <a:gd name="connsiteY534" fmla="*/ 2041381 h 6858000"/>
              <a:gd name="connsiteX535" fmla="*/ 6591670 w 7467600"/>
              <a:gd name="connsiteY535" fmla="*/ 1988277 h 6858000"/>
              <a:gd name="connsiteX536" fmla="*/ 6747349 w 7467600"/>
              <a:gd name="connsiteY536" fmla="*/ 2160069 h 6858000"/>
              <a:gd name="connsiteX537" fmla="*/ 6760943 w 7467600"/>
              <a:gd name="connsiteY537" fmla="*/ 2177686 h 6858000"/>
              <a:gd name="connsiteX538" fmla="*/ 7021065 w 7467600"/>
              <a:gd name="connsiteY538" fmla="*/ 2498102 h 6858000"/>
              <a:gd name="connsiteX539" fmla="*/ 7155223 w 7467600"/>
              <a:gd name="connsiteY539" fmla="*/ 2650386 h 6858000"/>
              <a:gd name="connsiteX540" fmla="*/ 7203167 w 7467600"/>
              <a:gd name="connsiteY540" fmla="*/ 2697288 h 6858000"/>
              <a:gd name="connsiteX541" fmla="*/ 6937703 w 7467600"/>
              <a:gd name="connsiteY541" fmla="*/ 2321981 h 6858000"/>
              <a:gd name="connsiteX542" fmla="*/ 6591670 w 7467600"/>
              <a:gd name="connsiteY542" fmla="*/ 1988277 h 6858000"/>
              <a:gd name="connsiteX543" fmla="*/ 5798671 w 7467600"/>
              <a:gd name="connsiteY543" fmla="*/ 1981601 h 6858000"/>
              <a:gd name="connsiteX544" fmla="*/ 5754709 w 7467600"/>
              <a:gd name="connsiteY544" fmla="*/ 2071454 h 6858000"/>
              <a:gd name="connsiteX545" fmla="*/ 5763044 w 7467600"/>
              <a:gd name="connsiteY545" fmla="*/ 2842206 h 6858000"/>
              <a:gd name="connsiteX546" fmla="*/ 5764974 w 7467600"/>
              <a:gd name="connsiteY546" fmla="*/ 2799609 h 6858000"/>
              <a:gd name="connsiteX547" fmla="*/ 5767665 w 7467600"/>
              <a:gd name="connsiteY547" fmla="*/ 2666409 h 6858000"/>
              <a:gd name="connsiteX548" fmla="*/ 5763055 w 7467600"/>
              <a:gd name="connsiteY548" fmla="*/ 2579705 h 6858000"/>
              <a:gd name="connsiteX549" fmla="*/ 5758079 w 7467600"/>
              <a:gd name="connsiteY549" fmla="*/ 2492508 h 6858000"/>
              <a:gd name="connsiteX550" fmla="*/ 5779325 w 7467600"/>
              <a:gd name="connsiteY550" fmla="*/ 2197069 h 6858000"/>
              <a:gd name="connsiteX551" fmla="*/ 5798671 w 7467600"/>
              <a:gd name="connsiteY551" fmla="*/ 1981601 h 6858000"/>
              <a:gd name="connsiteX552" fmla="*/ 5829202 w 7467600"/>
              <a:gd name="connsiteY552" fmla="*/ 1971679 h 6858000"/>
              <a:gd name="connsiteX553" fmla="*/ 5809558 w 7467600"/>
              <a:gd name="connsiteY553" fmla="*/ 2198043 h 6858000"/>
              <a:gd name="connsiteX554" fmla="*/ 5788653 w 7467600"/>
              <a:gd name="connsiteY554" fmla="*/ 2489430 h 6858000"/>
              <a:gd name="connsiteX555" fmla="*/ 5793439 w 7467600"/>
              <a:gd name="connsiteY555" fmla="*/ 2575235 h 6858000"/>
              <a:gd name="connsiteX556" fmla="*/ 5796837 w 7467600"/>
              <a:gd name="connsiteY556" fmla="*/ 2637633 h 6858000"/>
              <a:gd name="connsiteX557" fmla="*/ 5818614 w 7467600"/>
              <a:gd name="connsiteY557" fmla="*/ 2473055 h 6858000"/>
              <a:gd name="connsiteX558" fmla="*/ 5829202 w 7467600"/>
              <a:gd name="connsiteY558" fmla="*/ 1971679 h 6858000"/>
              <a:gd name="connsiteX559" fmla="*/ 5911389 w 7467600"/>
              <a:gd name="connsiteY559" fmla="*/ 1898371 h 6858000"/>
              <a:gd name="connsiteX560" fmla="*/ 6237627 w 7467600"/>
              <a:gd name="connsiteY560" fmla="*/ 2231921 h 6858000"/>
              <a:gd name="connsiteX561" fmla="*/ 5911389 w 7467600"/>
              <a:gd name="connsiteY561" fmla="*/ 1898371 h 6858000"/>
              <a:gd name="connsiteX562" fmla="*/ 6944437 w 7467600"/>
              <a:gd name="connsiteY562" fmla="*/ 1575402 h 6858000"/>
              <a:gd name="connsiteX563" fmla="*/ 6304730 w 7467600"/>
              <a:gd name="connsiteY563" fmla="*/ 1766654 h 6858000"/>
              <a:gd name="connsiteX564" fmla="*/ 6944437 w 7467600"/>
              <a:gd name="connsiteY564" fmla="*/ 1575402 h 6858000"/>
              <a:gd name="connsiteX565" fmla="*/ 7019523 w 7467600"/>
              <a:gd name="connsiteY565" fmla="*/ 1519450 h 6858000"/>
              <a:gd name="connsiteX566" fmla="*/ 6298091 w 7467600"/>
              <a:gd name="connsiteY566" fmla="*/ 1737122 h 6858000"/>
              <a:gd name="connsiteX567" fmla="*/ 7019523 w 7467600"/>
              <a:gd name="connsiteY567" fmla="*/ 1519450 h 6858000"/>
              <a:gd name="connsiteX568" fmla="*/ 2399523 w 7467600"/>
              <a:gd name="connsiteY568" fmla="*/ 1428234 h 6858000"/>
              <a:gd name="connsiteX569" fmla="*/ 2224982 w 7467600"/>
              <a:gd name="connsiteY569" fmla="*/ 1826201 h 6858000"/>
              <a:gd name="connsiteX570" fmla="*/ 2096099 w 7467600"/>
              <a:gd name="connsiteY570" fmla="*/ 2345900 h 6858000"/>
              <a:gd name="connsiteX571" fmla="*/ 2283317 w 7467600"/>
              <a:gd name="connsiteY571" fmla="*/ 1796925 h 6858000"/>
              <a:gd name="connsiteX572" fmla="*/ 2399523 w 7467600"/>
              <a:gd name="connsiteY572" fmla="*/ 1428234 h 6858000"/>
              <a:gd name="connsiteX573" fmla="*/ 2448558 w 7467600"/>
              <a:gd name="connsiteY573" fmla="*/ 1373435 h 6858000"/>
              <a:gd name="connsiteX574" fmla="*/ 2312521 w 7467600"/>
              <a:gd name="connsiteY574" fmla="*/ 1806140 h 6858000"/>
              <a:gd name="connsiteX575" fmla="*/ 2127533 w 7467600"/>
              <a:gd name="connsiteY575" fmla="*/ 2348380 h 6858000"/>
              <a:gd name="connsiteX576" fmla="*/ 2358080 w 7467600"/>
              <a:gd name="connsiteY576" fmla="*/ 1866134 h 6858000"/>
              <a:gd name="connsiteX577" fmla="*/ 2407436 w 7467600"/>
              <a:gd name="connsiteY577" fmla="*/ 1651070 h 6858000"/>
              <a:gd name="connsiteX578" fmla="*/ 2448558 w 7467600"/>
              <a:gd name="connsiteY578" fmla="*/ 1373435 h 6858000"/>
              <a:gd name="connsiteX579" fmla="*/ 278707 w 7467600"/>
              <a:gd name="connsiteY579" fmla="*/ 1352270 h 6858000"/>
              <a:gd name="connsiteX580" fmla="*/ 321570 w 7467600"/>
              <a:gd name="connsiteY580" fmla="*/ 1861610 h 6858000"/>
              <a:gd name="connsiteX581" fmla="*/ 294281 w 7467600"/>
              <a:gd name="connsiteY581" fmla="*/ 1440658 h 6858000"/>
              <a:gd name="connsiteX582" fmla="*/ 278707 w 7467600"/>
              <a:gd name="connsiteY582" fmla="*/ 1352270 h 6858000"/>
              <a:gd name="connsiteX583" fmla="*/ 1423821 w 7467600"/>
              <a:gd name="connsiteY583" fmla="*/ 1351958 h 6858000"/>
              <a:gd name="connsiteX584" fmla="*/ 1638521 w 7467600"/>
              <a:gd name="connsiteY584" fmla="*/ 1908470 h 6858000"/>
              <a:gd name="connsiteX585" fmla="*/ 1754199 w 7467600"/>
              <a:gd name="connsiteY585" fmla="*/ 2149284 h 6858000"/>
              <a:gd name="connsiteX586" fmla="*/ 1908359 w 7467600"/>
              <a:gd name="connsiteY586" fmla="*/ 2364988 h 6858000"/>
              <a:gd name="connsiteX587" fmla="*/ 1647661 w 7467600"/>
              <a:gd name="connsiteY587" fmla="*/ 1825945 h 6858000"/>
              <a:gd name="connsiteX588" fmla="*/ 1423821 w 7467600"/>
              <a:gd name="connsiteY588" fmla="*/ 1351958 h 6858000"/>
              <a:gd name="connsiteX589" fmla="*/ 1431890 w 7467600"/>
              <a:gd name="connsiteY589" fmla="*/ 1306475 h 6858000"/>
              <a:gd name="connsiteX590" fmla="*/ 1507597 w 7467600"/>
              <a:gd name="connsiteY590" fmla="*/ 1446132 h 6858000"/>
              <a:gd name="connsiteX591" fmla="*/ 1674586 w 7467600"/>
              <a:gd name="connsiteY591" fmla="*/ 1813832 h 6858000"/>
              <a:gd name="connsiteX592" fmla="*/ 1815950 w 7467600"/>
              <a:gd name="connsiteY592" fmla="*/ 2128564 h 6858000"/>
              <a:gd name="connsiteX593" fmla="*/ 1984242 w 7467600"/>
              <a:gd name="connsiteY593" fmla="*/ 2430829 h 6858000"/>
              <a:gd name="connsiteX594" fmla="*/ 2014023 w 7467600"/>
              <a:gd name="connsiteY594" fmla="*/ 2450995 h 6858000"/>
              <a:gd name="connsiteX595" fmla="*/ 1747337 w 7467600"/>
              <a:gd name="connsiteY595" fmla="*/ 1855264 h 6858000"/>
              <a:gd name="connsiteX596" fmla="*/ 1533749 w 7467600"/>
              <a:gd name="connsiteY596" fmla="*/ 1478656 h 6858000"/>
              <a:gd name="connsiteX597" fmla="*/ 1431890 w 7467600"/>
              <a:gd name="connsiteY597" fmla="*/ 1306475 h 6858000"/>
              <a:gd name="connsiteX598" fmla="*/ 5052692 w 7467600"/>
              <a:gd name="connsiteY598" fmla="*/ 1292994 h 6858000"/>
              <a:gd name="connsiteX599" fmla="*/ 5200661 w 7467600"/>
              <a:gd name="connsiteY599" fmla="*/ 1635186 h 6858000"/>
              <a:gd name="connsiteX600" fmla="*/ 5297138 w 7467600"/>
              <a:gd name="connsiteY600" fmla="*/ 1906351 h 6858000"/>
              <a:gd name="connsiteX601" fmla="*/ 5052692 w 7467600"/>
              <a:gd name="connsiteY601" fmla="*/ 1292994 h 6858000"/>
              <a:gd name="connsiteX602" fmla="*/ 5009948 w 7467600"/>
              <a:gd name="connsiteY602" fmla="*/ 1273619 h 6858000"/>
              <a:gd name="connsiteX603" fmla="*/ 5121777 w 7467600"/>
              <a:gd name="connsiteY603" fmla="*/ 1654213 h 6858000"/>
              <a:gd name="connsiteX604" fmla="*/ 5293545 w 7467600"/>
              <a:gd name="connsiteY604" fmla="*/ 2072247 h 6858000"/>
              <a:gd name="connsiteX605" fmla="*/ 5294042 w 7467600"/>
              <a:gd name="connsiteY605" fmla="*/ 2065019 h 6858000"/>
              <a:gd name="connsiteX606" fmla="*/ 5171936 w 7467600"/>
              <a:gd name="connsiteY606" fmla="*/ 1647613 h 6858000"/>
              <a:gd name="connsiteX607" fmla="*/ 5009948 w 7467600"/>
              <a:gd name="connsiteY607" fmla="*/ 1273619 h 6858000"/>
              <a:gd name="connsiteX608" fmla="*/ 655236 w 7467600"/>
              <a:gd name="connsiteY608" fmla="*/ 1268632 h 6858000"/>
              <a:gd name="connsiteX609" fmla="*/ 839521 w 7467600"/>
              <a:gd name="connsiteY609" fmla="*/ 1685315 h 6858000"/>
              <a:gd name="connsiteX610" fmla="*/ 1109416 w 7467600"/>
              <a:gd name="connsiteY610" fmla="*/ 2061663 h 6858000"/>
              <a:gd name="connsiteX611" fmla="*/ 1298300 w 7467600"/>
              <a:gd name="connsiteY611" fmla="*/ 2247742 h 6858000"/>
              <a:gd name="connsiteX612" fmla="*/ 1125871 w 7467600"/>
              <a:gd name="connsiteY612" fmla="*/ 1989513 h 6858000"/>
              <a:gd name="connsiteX613" fmla="*/ 981574 w 7467600"/>
              <a:gd name="connsiteY613" fmla="*/ 1783157 h 6858000"/>
              <a:gd name="connsiteX614" fmla="*/ 922198 w 7467600"/>
              <a:gd name="connsiteY614" fmla="*/ 1677437 h 6858000"/>
              <a:gd name="connsiteX615" fmla="*/ 869293 w 7467600"/>
              <a:gd name="connsiteY615" fmla="*/ 1583214 h 6858000"/>
              <a:gd name="connsiteX616" fmla="*/ 751431 w 7467600"/>
              <a:gd name="connsiteY616" fmla="*/ 1405731 h 6858000"/>
              <a:gd name="connsiteX617" fmla="*/ 655236 w 7467600"/>
              <a:gd name="connsiteY617" fmla="*/ 1268632 h 6858000"/>
              <a:gd name="connsiteX618" fmla="*/ 6516292 w 7467600"/>
              <a:gd name="connsiteY618" fmla="*/ 1263064 h 6858000"/>
              <a:gd name="connsiteX619" fmla="*/ 5736320 w 7467600"/>
              <a:gd name="connsiteY619" fmla="*/ 1501803 h 6858000"/>
              <a:gd name="connsiteX620" fmla="*/ 6516292 w 7467600"/>
              <a:gd name="connsiteY620" fmla="*/ 1263064 h 6858000"/>
              <a:gd name="connsiteX621" fmla="*/ 291466 w 7467600"/>
              <a:gd name="connsiteY621" fmla="*/ 1250369 h 6858000"/>
              <a:gd name="connsiteX622" fmla="*/ 323180 w 7467600"/>
              <a:gd name="connsiteY622" fmla="*/ 1435283 h 6858000"/>
              <a:gd name="connsiteX623" fmla="*/ 349381 w 7467600"/>
              <a:gd name="connsiteY623" fmla="*/ 1875041 h 6858000"/>
              <a:gd name="connsiteX624" fmla="*/ 374363 w 7467600"/>
              <a:gd name="connsiteY624" fmla="*/ 1506494 h 6858000"/>
              <a:gd name="connsiteX625" fmla="*/ 302168 w 7467600"/>
              <a:gd name="connsiteY625" fmla="*/ 1274495 h 6858000"/>
              <a:gd name="connsiteX626" fmla="*/ 291466 w 7467600"/>
              <a:gd name="connsiteY626" fmla="*/ 1250369 h 6858000"/>
              <a:gd name="connsiteX627" fmla="*/ 678222 w 7467600"/>
              <a:gd name="connsiteY627" fmla="*/ 1248670 h 6858000"/>
              <a:gd name="connsiteX628" fmla="*/ 775536 w 7467600"/>
              <a:gd name="connsiteY628" fmla="*/ 1388015 h 6858000"/>
              <a:gd name="connsiteX629" fmla="*/ 894529 w 7467600"/>
              <a:gd name="connsiteY629" fmla="*/ 1567739 h 6858000"/>
              <a:gd name="connsiteX630" fmla="*/ 948000 w 7467600"/>
              <a:gd name="connsiteY630" fmla="*/ 1663088 h 6858000"/>
              <a:gd name="connsiteX631" fmla="*/ 1006812 w 7467600"/>
              <a:gd name="connsiteY631" fmla="*/ 1767683 h 6858000"/>
              <a:gd name="connsiteX632" fmla="*/ 1149133 w 7467600"/>
              <a:gd name="connsiteY632" fmla="*/ 1971513 h 6858000"/>
              <a:gd name="connsiteX633" fmla="*/ 1333952 w 7467600"/>
              <a:gd name="connsiteY633" fmla="*/ 2251620 h 6858000"/>
              <a:gd name="connsiteX634" fmla="*/ 1337329 w 7467600"/>
              <a:gd name="connsiteY634" fmla="*/ 2258350 h 6858000"/>
              <a:gd name="connsiteX635" fmla="*/ 1014726 w 7467600"/>
              <a:gd name="connsiteY635" fmla="*/ 1615556 h 6858000"/>
              <a:gd name="connsiteX636" fmla="*/ 678222 w 7467600"/>
              <a:gd name="connsiteY636" fmla="*/ 1248670 h 6858000"/>
              <a:gd name="connsiteX637" fmla="*/ 6691602 w 7467600"/>
              <a:gd name="connsiteY637" fmla="*/ 1140573 h 6858000"/>
              <a:gd name="connsiteX638" fmla="*/ 6571100 w 7467600"/>
              <a:gd name="connsiteY638" fmla="*/ 1183662 h 6858000"/>
              <a:gd name="connsiteX639" fmla="*/ 6241687 w 7467600"/>
              <a:gd name="connsiteY639" fmla="*/ 1257600 h 6858000"/>
              <a:gd name="connsiteX640" fmla="*/ 5693009 w 7467600"/>
              <a:gd name="connsiteY640" fmla="*/ 1478256 h 6858000"/>
              <a:gd name="connsiteX641" fmla="*/ 6548420 w 7467600"/>
              <a:gd name="connsiteY641" fmla="*/ 1214599 h 6858000"/>
              <a:gd name="connsiteX642" fmla="*/ 6605473 w 7467600"/>
              <a:gd name="connsiteY642" fmla="*/ 1184686 h 6858000"/>
              <a:gd name="connsiteX643" fmla="*/ 6691602 w 7467600"/>
              <a:gd name="connsiteY643" fmla="*/ 1140573 h 6858000"/>
              <a:gd name="connsiteX644" fmla="*/ 4002475 w 7467600"/>
              <a:gd name="connsiteY644" fmla="*/ 1037802 h 6858000"/>
              <a:gd name="connsiteX645" fmla="*/ 4000324 w 7467600"/>
              <a:gd name="connsiteY645" fmla="*/ 1039362 h 6858000"/>
              <a:gd name="connsiteX646" fmla="*/ 4002862 w 7467600"/>
              <a:gd name="connsiteY646" fmla="*/ 1042866 h 6858000"/>
              <a:gd name="connsiteX647" fmla="*/ 4002475 w 7467600"/>
              <a:gd name="connsiteY647" fmla="*/ 1037802 h 6858000"/>
              <a:gd name="connsiteX648" fmla="*/ 506322 w 7467600"/>
              <a:gd name="connsiteY648" fmla="*/ 1020997 h 6858000"/>
              <a:gd name="connsiteX649" fmla="*/ 533068 w 7467600"/>
              <a:gd name="connsiteY649" fmla="*/ 1029409 h 6858000"/>
              <a:gd name="connsiteX650" fmla="*/ 1232525 w 7467600"/>
              <a:gd name="connsiteY650" fmla="*/ 1804675 h 6858000"/>
              <a:gd name="connsiteX651" fmla="*/ 1388858 w 7467600"/>
              <a:gd name="connsiteY651" fmla="*/ 2368011 h 6858000"/>
              <a:gd name="connsiteX652" fmla="*/ 1384098 w 7467600"/>
              <a:gd name="connsiteY652" fmla="*/ 2378125 h 6858000"/>
              <a:gd name="connsiteX653" fmla="*/ 1425393 w 7467600"/>
              <a:gd name="connsiteY653" fmla="*/ 2589124 h 6858000"/>
              <a:gd name="connsiteX654" fmla="*/ 1424001 w 7467600"/>
              <a:gd name="connsiteY654" fmla="*/ 2597541 h 6858000"/>
              <a:gd name="connsiteX655" fmla="*/ 2152729 w 7467600"/>
              <a:gd name="connsiteY655" fmla="*/ 2864487 h 6858000"/>
              <a:gd name="connsiteX656" fmla="*/ 2020609 w 7467600"/>
              <a:gd name="connsiteY656" fmla="*/ 2539671 h 6858000"/>
              <a:gd name="connsiteX657" fmla="*/ 2018920 w 7467600"/>
              <a:gd name="connsiteY657" fmla="*/ 2536309 h 6858000"/>
              <a:gd name="connsiteX658" fmla="*/ 1342441 w 7467600"/>
              <a:gd name="connsiteY658" fmla="*/ 1173017 h 6858000"/>
              <a:gd name="connsiteX659" fmla="*/ 1367925 w 7467600"/>
              <a:gd name="connsiteY659" fmla="*/ 1135648 h 6858000"/>
              <a:gd name="connsiteX660" fmla="*/ 1771401 w 7467600"/>
              <a:gd name="connsiteY660" fmla="*/ 1806673 h 6858000"/>
              <a:gd name="connsiteX661" fmla="*/ 1972385 w 7467600"/>
              <a:gd name="connsiteY661" fmla="*/ 2198735 h 6858000"/>
              <a:gd name="connsiteX662" fmla="*/ 2040892 w 7467600"/>
              <a:gd name="connsiteY662" fmla="*/ 2405205 h 6858000"/>
              <a:gd name="connsiteX663" fmla="*/ 2131689 w 7467600"/>
              <a:gd name="connsiteY663" fmla="*/ 1936926 h 6858000"/>
              <a:gd name="connsiteX664" fmla="*/ 2454820 w 7467600"/>
              <a:gd name="connsiteY664" fmla="*/ 1248808 h 6858000"/>
              <a:gd name="connsiteX665" fmla="*/ 2492512 w 7467600"/>
              <a:gd name="connsiteY665" fmla="*/ 1302920 h 6858000"/>
              <a:gd name="connsiteX666" fmla="*/ 2081216 w 7467600"/>
              <a:gd name="connsiteY666" fmla="*/ 2527513 h 6858000"/>
              <a:gd name="connsiteX667" fmla="*/ 2081211 w 7467600"/>
              <a:gd name="connsiteY667" fmla="*/ 2528916 h 6858000"/>
              <a:gd name="connsiteX668" fmla="*/ 2199067 w 7467600"/>
              <a:gd name="connsiteY668" fmla="*/ 2884061 h 6858000"/>
              <a:gd name="connsiteX669" fmla="*/ 3192586 w 7467600"/>
              <a:gd name="connsiteY669" fmla="*/ 3411496 h 6858000"/>
              <a:gd name="connsiteX670" fmla="*/ 3182620 w 7467600"/>
              <a:gd name="connsiteY670" fmla="*/ 3483279 h 6858000"/>
              <a:gd name="connsiteX671" fmla="*/ 2435119 w 7467600"/>
              <a:gd name="connsiteY671" fmla="*/ 3080173 h 6858000"/>
              <a:gd name="connsiteX672" fmla="*/ 2410152 w 7467600"/>
              <a:gd name="connsiteY672" fmla="*/ 3063751 h 6858000"/>
              <a:gd name="connsiteX673" fmla="*/ 2408099 w 7467600"/>
              <a:gd name="connsiteY673" fmla="*/ 3064403 h 6858000"/>
              <a:gd name="connsiteX674" fmla="*/ 2407218 w 7467600"/>
              <a:gd name="connsiteY674" fmla="*/ 3070324 h 6858000"/>
              <a:gd name="connsiteX675" fmla="*/ 2380138 w 7467600"/>
              <a:gd name="connsiteY675" fmla="*/ 3099341 h 6858000"/>
              <a:gd name="connsiteX676" fmla="*/ 1765923 w 7467600"/>
              <a:gd name="connsiteY676" fmla="*/ 3581043 h 6858000"/>
              <a:gd name="connsiteX677" fmla="*/ 1702258 w 7467600"/>
              <a:gd name="connsiteY677" fmla="*/ 3612286 h 6858000"/>
              <a:gd name="connsiteX678" fmla="*/ 1538370 w 7467600"/>
              <a:gd name="connsiteY678" fmla="*/ 3811804 h 6858000"/>
              <a:gd name="connsiteX679" fmla="*/ 542867 w 7467600"/>
              <a:gd name="connsiteY679" fmla="*/ 4944092 h 6858000"/>
              <a:gd name="connsiteX680" fmla="*/ 515800 w 7467600"/>
              <a:gd name="connsiteY680" fmla="*/ 4862180 h 6858000"/>
              <a:gd name="connsiteX681" fmla="*/ 909145 w 7467600"/>
              <a:gd name="connsiteY681" fmla="*/ 4199225 h 6858000"/>
              <a:gd name="connsiteX682" fmla="*/ 1214067 w 7467600"/>
              <a:gd name="connsiteY682" fmla="*/ 3908561 h 6858000"/>
              <a:gd name="connsiteX683" fmla="*/ 640967 w 7467600"/>
              <a:gd name="connsiteY683" fmla="*/ 4105601 h 6858000"/>
              <a:gd name="connsiteX684" fmla="*/ 112563 w 7467600"/>
              <a:gd name="connsiteY684" fmla="*/ 4396952 h 6858000"/>
              <a:gd name="connsiteX685" fmla="*/ 0 w 7467600"/>
              <a:gd name="connsiteY685" fmla="*/ 4466006 h 6858000"/>
              <a:gd name="connsiteX686" fmla="*/ 0 w 7467600"/>
              <a:gd name="connsiteY686" fmla="*/ 4233763 h 6858000"/>
              <a:gd name="connsiteX687" fmla="*/ 36881 w 7467600"/>
              <a:gd name="connsiteY687" fmla="*/ 4200118 h 6858000"/>
              <a:gd name="connsiteX688" fmla="*/ 910534 w 7467600"/>
              <a:gd name="connsiteY688" fmla="*/ 3629753 h 6858000"/>
              <a:gd name="connsiteX689" fmla="*/ 1578717 w 7467600"/>
              <a:gd name="connsiteY689" fmla="*/ 3575982 h 6858000"/>
              <a:gd name="connsiteX690" fmla="*/ 2338780 w 7467600"/>
              <a:gd name="connsiteY690" fmla="*/ 3033725 h 6858000"/>
              <a:gd name="connsiteX691" fmla="*/ 1807991 w 7467600"/>
              <a:gd name="connsiteY691" fmla="*/ 2807184 h 6858000"/>
              <a:gd name="connsiteX692" fmla="*/ 1416358 w 7467600"/>
              <a:gd name="connsiteY692" fmla="*/ 3112571 h 6858000"/>
              <a:gd name="connsiteX693" fmla="*/ 939066 w 7467600"/>
              <a:gd name="connsiteY693" fmla="*/ 3378798 h 6858000"/>
              <a:gd name="connsiteX694" fmla="*/ 115099 w 7467600"/>
              <a:gd name="connsiteY694" fmla="*/ 3607650 h 6858000"/>
              <a:gd name="connsiteX695" fmla="*/ 97284 w 7467600"/>
              <a:gd name="connsiteY695" fmla="*/ 3520393 h 6858000"/>
              <a:gd name="connsiteX696" fmla="*/ 922050 w 7467600"/>
              <a:gd name="connsiteY696" fmla="*/ 3074867 h 6858000"/>
              <a:gd name="connsiteX697" fmla="*/ 1405265 w 7467600"/>
              <a:gd name="connsiteY697" fmla="*/ 3016319 h 6858000"/>
              <a:gd name="connsiteX698" fmla="*/ 1407512 w 7467600"/>
              <a:gd name="connsiteY698" fmla="*/ 3018001 h 6858000"/>
              <a:gd name="connsiteX699" fmla="*/ 1726266 w 7467600"/>
              <a:gd name="connsiteY699" fmla="*/ 2777274 h 6858000"/>
              <a:gd name="connsiteX700" fmla="*/ 625390 w 7467600"/>
              <a:gd name="connsiteY700" fmla="*/ 2514541 h 6858000"/>
              <a:gd name="connsiteX701" fmla="*/ 619799 w 7467600"/>
              <a:gd name="connsiteY701" fmla="*/ 2527180 h 6858000"/>
              <a:gd name="connsiteX702" fmla="*/ 310030 w 7467600"/>
              <a:gd name="connsiteY702" fmla="*/ 2771818 h 6858000"/>
              <a:gd name="connsiteX703" fmla="*/ 173877 w 7467600"/>
              <a:gd name="connsiteY703" fmla="*/ 2937056 h 6858000"/>
              <a:gd name="connsiteX704" fmla="*/ 77889 w 7467600"/>
              <a:gd name="connsiteY704" fmla="*/ 3138440 h 6858000"/>
              <a:gd name="connsiteX705" fmla="*/ 0 w 7467600"/>
              <a:gd name="connsiteY705" fmla="*/ 3271395 h 6858000"/>
              <a:gd name="connsiteX706" fmla="*/ 0 w 7467600"/>
              <a:gd name="connsiteY706" fmla="*/ 3153002 h 6858000"/>
              <a:gd name="connsiteX707" fmla="*/ 2386 w 7467600"/>
              <a:gd name="connsiteY707" fmla="*/ 3149203 h 6858000"/>
              <a:gd name="connsiteX708" fmla="*/ 89753 w 7467600"/>
              <a:gd name="connsiteY708" fmla="*/ 2987702 h 6858000"/>
              <a:gd name="connsiteX709" fmla="*/ 76869 w 7467600"/>
              <a:gd name="connsiteY709" fmla="*/ 3005404 h 6858000"/>
              <a:gd name="connsiteX710" fmla="*/ 32049 w 7467600"/>
              <a:gd name="connsiteY710" fmla="*/ 3065814 h 6858000"/>
              <a:gd name="connsiteX711" fmla="*/ 0 w 7467600"/>
              <a:gd name="connsiteY711" fmla="*/ 3108744 h 6858000"/>
              <a:gd name="connsiteX712" fmla="*/ 0 w 7467600"/>
              <a:gd name="connsiteY712" fmla="*/ 3058059 h 6858000"/>
              <a:gd name="connsiteX713" fmla="*/ 7610 w 7467600"/>
              <a:gd name="connsiteY713" fmla="*/ 3047889 h 6858000"/>
              <a:gd name="connsiteX714" fmla="*/ 52419 w 7467600"/>
              <a:gd name="connsiteY714" fmla="*/ 2987479 h 6858000"/>
              <a:gd name="connsiteX715" fmla="*/ 59142 w 7467600"/>
              <a:gd name="connsiteY715" fmla="*/ 2978488 h 6858000"/>
              <a:gd name="connsiteX716" fmla="*/ 0 w 7467600"/>
              <a:gd name="connsiteY716" fmla="*/ 3015334 h 6858000"/>
              <a:gd name="connsiteX717" fmla="*/ 0 w 7467600"/>
              <a:gd name="connsiteY717" fmla="*/ 2914286 h 6858000"/>
              <a:gd name="connsiteX718" fmla="*/ 36383 w 7467600"/>
              <a:gd name="connsiteY718" fmla="*/ 2901128 h 6858000"/>
              <a:gd name="connsiteX719" fmla="*/ 156329 w 7467600"/>
              <a:gd name="connsiteY719" fmla="*/ 2840533 h 6858000"/>
              <a:gd name="connsiteX720" fmla="*/ 358355 w 7467600"/>
              <a:gd name="connsiteY720" fmla="*/ 2620471 h 6858000"/>
              <a:gd name="connsiteX721" fmla="*/ 510577 w 7467600"/>
              <a:gd name="connsiteY721" fmla="*/ 2501244 h 6858000"/>
              <a:gd name="connsiteX722" fmla="*/ 211967 w 7467600"/>
              <a:gd name="connsiteY722" fmla="*/ 2479171 h 6858000"/>
              <a:gd name="connsiteX723" fmla="*/ 0 w 7467600"/>
              <a:gd name="connsiteY723" fmla="*/ 2476398 h 6858000"/>
              <a:gd name="connsiteX724" fmla="*/ 0 w 7467600"/>
              <a:gd name="connsiteY724" fmla="*/ 2389189 h 6858000"/>
              <a:gd name="connsiteX725" fmla="*/ 103062 w 7467600"/>
              <a:gd name="connsiteY725" fmla="*/ 2389518 h 6858000"/>
              <a:gd name="connsiteX726" fmla="*/ 510734 w 7467600"/>
              <a:gd name="connsiteY726" fmla="*/ 2416201 h 6858000"/>
              <a:gd name="connsiteX727" fmla="*/ 279257 w 7467600"/>
              <a:gd name="connsiteY727" fmla="*/ 2092102 h 6858000"/>
              <a:gd name="connsiteX728" fmla="*/ 65265 w 7467600"/>
              <a:gd name="connsiteY728" fmla="*/ 2006049 h 6858000"/>
              <a:gd name="connsiteX729" fmla="*/ 0 w 7467600"/>
              <a:gd name="connsiteY729" fmla="*/ 1982532 h 6858000"/>
              <a:gd name="connsiteX730" fmla="*/ 0 w 7467600"/>
              <a:gd name="connsiteY730" fmla="*/ 1912789 h 6858000"/>
              <a:gd name="connsiteX731" fmla="*/ 97460 w 7467600"/>
              <a:gd name="connsiteY731" fmla="*/ 1953725 h 6858000"/>
              <a:gd name="connsiteX732" fmla="*/ 221272 w 7467600"/>
              <a:gd name="connsiteY732" fmla="*/ 1980766 h 6858000"/>
              <a:gd name="connsiteX733" fmla="*/ 116765 w 7467600"/>
              <a:gd name="connsiteY733" fmla="*/ 1911033 h 6858000"/>
              <a:gd name="connsiteX734" fmla="*/ 16405 w 7467600"/>
              <a:gd name="connsiteY734" fmla="*/ 1803412 h 6858000"/>
              <a:gd name="connsiteX735" fmla="*/ 0 w 7467600"/>
              <a:gd name="connsiteY735" fmla="*/ 1784777 h 6858000"/>
              <a:gd name="connsiteX736" fmla="*/ 0 w 7467600"/>
              <a:gd name="connsiteY736" fmla="*/ 1740082 h 6858000"/>
              <a:gd name="connsiteX737" fmla="*/ 39394 w 7467600"/>
              <a:gd name="connsiteY737" fmla="*/ 1784856 h 6858000"/>
              <a:gd name="connsiteX738" fmla="*/ 135813 w 7467600"/>
              <a:gd name="connsiteY738" fmla="*/ 1888838 h 6858000"/>
              <a:gd name="connsiteX739" fmla="*/ 242575 w 7467600"/>
              <a:gd name="connsiteY739" fmla="*/ 1958841 h 6858000"/>
              <a:gd name="connsiteX740" fmla="*/ 82197 w 7467600"/>
              <a:gd name="connsiteY740" fmla="*/ 1754826 h 6858000"/>
              <a:gd name="connsiteX741" fmla="*/ 0 w 7467600"/>
              <a:gd name="connsiteY741" fmla="*/ 1679650 h 6858000"/>
              <a:gd name="connsiteX742" fmla="*/ 0 w 7467600"/>
              <a:gd name="connsiteY742" fmla="*/ 1602463 h 6858000"/>
              <a:gd name="connsiteX743" fmla="*/ 84689 w 7467600"/>
              <a:gd name="connsiteY743" fmla="*/ 1677442 h 6858000"/>
              <a:gd name="connsiteX744" fmla="*/ 298437 w 7467600"/>
              <a:gd name="connsiteY744" fmla="*/ 1968019 h 6858000"/>
              <a:gd name="connsiteX745" fmla="*/ 227269 w 7467600"/>
              <a:gd name="connsiteY745" fmla="*/ 1114064 h 6858000"/>
              <a:gd name="connsiteX746" fmla="*/ 248003 w 7467600"/>
              <a:gd name="connsiteY746" fmla="*/ 1089613 h 6858000"/>
              <a:gd name="connsiteX747" fmla="*/ 427020 w 7467600"/>
              <a:gd name="connsiteY747" fmla="*/ 1619803 h 6858000"/>
              <a:gd name="connsiteX748" fmla="*/ 340345 w 7467600"/>
              <a:gd name="connsiteY748" fmla="*/ 2027739 h 6858000"/>
              <a:gd name="connsiteX749" fmla="*/ 360865 w 7467600"/>
              <a:gd name="connsiteY749" fmla="*/ 2044827 h 6858000"/>
              <a:gd name="connsiteX750" fmla="*/ 560414 w 7467600"/>
              <a:gd name="connsiteY750" fmla="*/ 2421457 h 6858000"/>
              <a:gd name="connsiteX751" fmla="*/ 1359703 w 7467600"/>
              <a:gd name="connsiteY751" fmla="*/ 2578554 h 6858000"/>
              <a:gd name="connsiteX752" fmla="*/ 1359422 w 7467600"/>
              <a:gd name="connsiteY752" fmla="*/ 2577994 h 6858000"/>
              <a:gd name="connsiteX753" fmla="*/ 828701 w 7467600"/>
              <a:gd name="connsiteY753" fmla="*/ 1839520 h 6858000"/>
              <a:gd name="connsiteX754" fmla="*/ 494427 w 7467600"/>
              <a:gd name="connsiteY754" fmla="*/ 1092333 h 6858000"/>
              <a:gd name="connsiteX755" fmla="*/ 506322 w 7467600"/>
              <a:gd name="connsiteY755" fmla="*/ 1020997 h 6858000"/>
              <a:gd name="connsiteX756" fmla="*/ 4570198 w 7467600"/>
              <a:gd name="connsiteY756" fmla="*/ 978081 h 6858000"/>
              <a:gd name="connsiteX757" fmla="*/ 4523691 w 7467600"/>
              <a:gd name="connsiteY757" fmla="*/ 1127776 h 6858000"/>
              <a:gd name="connsiteX758" fmla="*/ 4509875 w 7467600"/>
              <a:gd name="connsiteY758" fmla="*/ 1167552 h 6858000"/>
              <a:gd name="connsiteX759" fmla="*/ 4478168 w 7467600"/>
              <a:gd name="connsiteY759" fmla="*/ 1260735 h 6858000"/>
              <a:gd name="connsiteX760" fmla="*/ 4409309 w 7467600"/>
              <a:gd name="connsiteY760" fmla="*/ 1666996 h 6858000"/>
              <a:gd name="connsiteX761" fmla="*/ 4370031 w 7467600"/>
              <a:gd name="connsiteY761" fmla="*/ 1955666 h 6858000"/>
              <a:gd name="connsiteX762" fmla="*/ 4570198 w 7467600"/>
              <a:gd name="connsiteY762" fmla="*/ 978081 h 6858000"/>
              <a:gd name="connsiteX763" fmla="*/ 4557898 w 7467600"/>
              <a:gd name="connsiteY763" fmla="*/ 900011 h 6858000"/>
              <a:gd name="connsiteX764" fmla="*/ 4344840 w 7467600"/>
              <a:gd name="connsiteY764" fmla="*/ 1922038 h 6858000"/>
              <a:gd name="connsiteX765" fmla="*/ 4378710 w 7467600"/>
              <a:gd name="connsiteY765" fmla="*/ 1665516 h 6858000"/>
              <a:gd name="connsiteX766" fmla="*/ 4448798 w 7467600"/>
              <a:gd name="connsiteY766" fmla="*/ 1253024 h 6858000"/>
              <a:gd name="connsiteX767" fmla="*/ 4480315 w 7467600"/>
              <a:gd name="connsiteY767" fmla="*/ 1158454 h 6858000"/>
              <a:gd name="connsiteX768" fmla="*/ 4494133 w 7467600"/>
              <a:gd name="connsiteY768" fmla="*/ 1118676 h 6858000"/>
              <a:gd name="connsiteX769" fmla="*/ 4557898 w 7467600"/>
              <a:gd name="connsiteY769" fmla="*/ 900011 h 6858000"/>
              <a:gd name="connsiteX770" fmla="*/ 5870151 w 7467600"/>
              <a:gd name="connsiteY770" fmla="*/ 898890 h 6858000"/>
              <a:gd name="connsiteX771" fmla="*/ 5861335 w 7467600"/>
              <a:gd name="connsiteY771" fmla="*/ 899177 h 6858000"/>
              <a:gd name="connsiteX772" fmla="*/ 5843702 w 7467600"/>
              <a:gd name="connsiteY772" fmla="*/ 899748 h 6858000"/>
              <a:gd name="connsiteX773" fmla="*/ 5651107 w 7467600"/>
              <a:gd name="connsiteY773" fmla="*/ 920306 h 6858000"/>
              <a:gd name="connsiteX774" fmla="*/ 5459407 w 7467600"/>
              <a:gd name="connsiteY774" fmla="*/ 940975 h 6858000"/>
              <a:gd name="connsiteX775" fmla="*/ 5374846 w 7467600"/>
              <a:gd name="connsiteY775" fmla="*/ 941988 h 6858000"/>
              <a:gd name="connsiteX776" fmla="*/ 5256105 w 7467600"/>
              <a:gd name="connsiteY776" fmla="*/ 945632 h 6858000"/>
              <a:gd name="connsiteX777" fmla="*/ 5107071 w 7467600"/>
              <a:gd name="connsiteY777" fmla="*/ 969720 h 6858000"/>
              <a:gd name="connsiteX778" fmla="*/ 4998681 w 7467600"/>
              <a:gd name="connsiteY778" fmla="*/ 988771 h 6858000"/>
              <a:gd name="connsiteX779" fmla="*/ 5870151 w 7467600"/>
              <a:gd name="connsiteY779" fmla="*/ 898890 h 6858000"/>
              <a:gd name="connsiteX780" fmla="*/ 5504425 w 7467600"/>
              <a:gd name="connsiteY780" fmla="*/ 848067 h 6858000"/>
              <a:gd name="connsiteX781" fmla="*/ 4968849 w 7467600"/>
              <a:gd name="connsiteY781" fmla="*/ 962318 h 6858000"/>
              <a:gd name="connsiteX782" fmla="*/ 5104039 w 7467600"/>
              <a:gd name="connsiteY782" fmla="*/ 940634 h 6858000"/>
              <a:gd name="connsiteX783" fmla="*/ 5256311 w 7467600"/>
              <a:gd name="connsiteY783" fmla="*/ 916490 h 6858000"/>
              <a:gd name="connsiteX784" fmla="*/ 5377381 w 7467600"/>
              <a:gd name="connsiteY784" fmla="*/ 912671 h 6858000"/>
              <a:gd name="connsiteX785" fmla="*/ 5460148 w 7467600"/>
              <a:gd name="connsiteY785" fmla="*/ 911442 h 6858000"/>
              <a:gd name="connsiteX786" fmla="*/ 5648971 w 7467600"/>
              <a:gd name="connsiteY786" fmla="*/ 891331 h 6858000"/>
              <a:gd name="connsiteX787" fmla="*/ 5844807 w 7467600"/>
              <a:gd name="connsiteY787" fmla="*/ 870718 h 6858000"/>
              <a:gd name="connsiteX788" fmla="*/ 5862975 w 7467600"/>
              <a:gd name="connsiteY788" fmla="*/ 869756 h 6858000"/>
              <a:gd name="connsiteX789" fmla="*/ 5920887 w 7467600"/>
              <a:gd name="connsiteY789" fmla="*/ 865929 h 6858000"/>
              <a:gd name="connsiteX790" fmla="*/ 5504425 w 7467600"/>
              <a:gd name="connsiteY790" fmla="*/ 848067 h 6858000"/>
              <a:gd name="connsiteX791" fmla="*/ 3607114 w 7467600"/>
              <a:gd name="connsiteY791" fmla="*/ 467441 h 6858000"/>
              <a:gd name="connsiteX792" fmla="*/ 3296242 w 7467600"/>
              <a:gd name="connsiteY792" fmla="*/ 807991 h 6858000"/>
              <a:gd name="connsiteX793" fmla="*/ 3174674 w 7467600"/>
              <a:gd name="connsiteY793" fmla="*/ 919759 h 6858000"/>
              <a:gd name="connsiteX794" fmla="*/ 3042978 w 7467600"/>
              <a:gd name="connsiteY794" fmla="*/ 1054894 h 6858000"/>
              <a:gd name="connsiteX795" fmla="*/ 2968914 w 7467600"/>
              <a:gd name="connsiteY795" fmla="*/ 1133756 h 6858000"/>
              <a:gd name="connsiteX796" fmla="*/ 3103823 w 7467600"/>
              <a:gd name="connsiteY796" fmla="*/ 1026814 h 6858000"/>
              <a:gd name="connsiteX797" fmla="*/ 3607114 w 7467600"/>
              <a:gd name="connsiteY797" fmla="*/ 467441 h 6858000"/>
              <a:gd name="connsiteX798" fmla="*/ 3744487 w 7467600"/>
              <a:gd name="connsiteY798" fmla="*/ 383136 h 6858000"/>
              <a:gd name="connsiteX799" fmla="*/ 3970213 w 7467600"/>
              <a:gd name="connsiteY799" fmla="*/ 995559 h 6858000"/>
              <a:gd name="connsiteX800" fmla="*/ 3744487 w 7467600"/>
              <a:gd name="connsiteY800" fmla="*/ 383136 h 6858000"/>
              <a:gd name="connsiteX801" fmla="*/ 3624562 w 7467600"/>
              <a:gd name="connsiteY801" fmla="*/ 367041 h 6858000"/>
              <a:gd name="connsiteX802" fmla="*/ 3489712 w 7467600"/>
              <a:gd name="connsiteY802" fmla="*/ 485386 h 6858000"/>
              <a:gd name="connsiteX803" fmla="*/ 3182994 w 7467600"/>
              <a:gd name="connsiteY803" fmla="*/ 828265 h 6858000"/>
              <a:gd name="connsiteX804" fmla="*/ 2892114 w 7467600"/>
              <a:gd name="connsiteY804" fmla="*/ 1172635 h 6858000"/>
              <a:gd name="connsiteX805" fmla="*/ 3021459 w 7467600"/>
              <a:gd name="connsiteY805" fmla="*/ 1035385 h 6858000"/>
              <a:gd name="connsiteX806" fmla="*/ 3153873 w 7467600"/>
              <a:gd name="connsiteY806" fmla="*/ 898971 h 6858000"/>
              <a:gd name="connsiteX807" fmla="*/ 3276511 w 7467600"/>
              <a:gd name="connsiteY807" fmla="*/ 786423 h 6858000"/>
              <a:gd name="connsiteX808" fmla="*/ 3584154 w 7467600"/>
              <a:gd name="connsiteY808" fmla="*/ 448218 h 6858000"/>
              <a:gd name="connsiteX809" fmla="*/ 3624562 w 7467600"/>
              <a:gd name="connsiteY809" fmla="*/ 367041 h 6858000"/>
              <a:gd name="connsiteX810" fmla="*/ 3766672 w 7467600"/>
              <a:gd name="connsiteY810" fmla="*/ 359429 h 6858000"/>
              <a:gd name="connsiteX811" fmla="*/ 3996338 w 7467600"/>
              <a:gd name="connsiteY811" fmla="*/ 968237 h 6858000"/>
              <a:gd name="connsiteX812" fmla="*/ 3766672 w 7467600"/>
              <a:gd name="connsiteY812" fmla="*/ 359429 h 6858000"/>
              <a:gd name="connsiteX813" fmla="*/ 5805386 w 7467600"/>
              <a:gd name="connsiteY813" fmla="*/ 239240 h 6858000"/>
              <a:gd name="connsiteX814" fmla="*/ 5736947 w 7467600"/>
              <a:gd name="connsiteY814" fmla="*/ 261367 h 6858000"/>
              <a:gd name="connsiteX815" fmla="*/ 5427012 w 7467600"/>
              <a:gd name="connsiteY815" fmla="*/ 311272 h 6858000"/>
              <a:gd name="connsiteX816" fmla="*/ 5147818 w 7467600"/>
              <a:gd name="connsiteY816" fmla="*/ 322112 h 6858000"/>
              <a:gd name="connsiteX817" fmla="*/ 5060854 w 7467600"/>
              <a:gd name="connsiteY817" fmla="*/ 311882 h 6858000"/>
              <a:gd name="connsiteX818" fmla="*/ 4945989 w 7467600"/>
              <a:gd name="connsiteY818" fmla="*/ 300516 h 6858000"/>
              <a:gd name="connsiteX819" fmla="*/ 5410479 w 7467600"/>
              <a:gd name="connsiteY819" fmla="*/ 348434 h 6858000"/>
              <a:gd name="connsiteX820" fmla="*/ 5805386 w 7467600"/>
              <a:gd name="connsiteY820" fmla="*/ 239240 h 6858000"/>
              <a:gd name="connsiteX821" fmla="*/ 5905192 w 7467600"/>
              <a:gd name="connsiteY821" fmla="*/ 163079 h 6858000"/>
              <a:gd name="connsiteX822" fmla="*/ 5865655 w 7467600"/>
              <a:gd name="connsiteY822" fmla="*/ 171901 h 6858000"/>
              <a:gd name="connsiteX823" fmla="*/ 5259740 w 7467600"/>
              <a:gd name="connsiteY823" fmla="*/ 257013 h 6858000"/>
              <a:gd name="connsiteX824" fmla="*/ 5208466 w 7467600"/>
              <a:gd name="connsiteY824" fmla="*/ 257550 h 6858000"/>
              <a:gd name="connsiteX825" fmla="*/ 4980204 w 7467600"/>
              <a:gd name="connsiteY825" fmla="*/ 271903 h 6858000"/>
              <a:gd name="connsiteX826" fmla="*/ 5068068 w 7467600"/>
              <a:gd name="connsiteY826" fmla="*/ 282244 h 6858000"/>
              <a:gd name="connsiteX827" fmla="*/ 5153231 w 7467600"/>
              <a:gd name="connsiteY827" fmla="*/ 292240 h 6858000"/>
              <a:gd name="connsiteX828" fmla="*/ 5426491 w 7467600"/>
              <a:gd name="connsiteY828" fmla="*/ 281128 h 6858000"/>
              <a:gd name="connsiteX829" fmla="*/ 5731212 w 7467600"/>
              <a:gd name="connsiteY829" fmla="*/ 231951 h 6858000"/>
              <a:gd name="connsiteX830" fmla="*/ 5905192 w 7467600"/>
              <a:gd name="connsiteY830" fmla="*/ 163079 h 6858000"/>
              <a:gd name="connsiteX831" fmla="*/ 5944437 w 7467600"/>
              <a:gd name="connsiteY831" fmla="*/ 113829 h 6858000"/>
              <a:gd name="connsiteX832" fmla="*/ 5825032 w 7467600"/>
              <a:gd name="connsiteY832" fmla="*/ 146405 h 6858000"/>
              <a:gd name="connsiteX833" fmla="*/ 4955599 w 7467600"/>
              <a:gd name="connsiteY833" fmla="*/ 247008 h 6858000"/>
              <a:gd name="connsiteX834" fmla="*/ 5210104 w 7467600"/>
              <a:gd name="connsiteY834" fmla="*/ 228123 h 6858000"/>
              <a:gd name="connsiteX835" fmla="*/ 5261015 w 7467600"/>
              <a:gd name="connsiteY835" fmla="*/ 227087 h 6858000"/>
              <a:gd name="connsiteX836" fmla="*/ 5861181 w 7467600"/>
              <a:gd name="connsiteY836" fmla="*/ 143093 h 6858000"/>
              <a:gd name="connsiteX837" fmla="*/ 5961252 w 7467600"/>
              <a:gd name="connsiteY837" fmla="*/ 114820 h 6858000"/>
              <a:gd name="connsiteX838" fmla="*/ 5944437 w 7467600"/>
              <a:gd name="connsiteY838" fmla="*/ 113829 h 6858000"/>
              <a:gd name="connsiteX839" fmla="*/ 3882765 w 7467600"/>
              <a:gd name="connsiteY839" fmla="*/ 0 h 6858000"/>
              <a:gd name="connsiteX840" fmla="*/ 3995099 w 7467600"/>
              <a:gd name="connsiteY840" fmla="*/ 0 h 6858000"/>
              <a:gd name="connsiteX841" fmla="*/ 4163818 w 7467600"/>
              <a:gd name="connsiteY841" fmla="*/ 234104 h 6858000"/>
              <a:gd name="connsiteX842" fmla="*/ 4172099 w 7467600"/>
              <a:gd name="connsiteY842" fmla="*/ 234207 h 6858000"/>
              <a:gd name="connsiteX843" fmla="*/ 4784282 w 7467600"/>
              <a:gd name="connsiteY843" fmla="*/ 276561 h 6858000"/>
              <a:gd name="connsiteX844" fmla="*/ 4801687 w 7467600"/>
              <a:gd name="connsiteY844" fmla="*/ 267764 h 6858000"/>
              <a:gd name="connsiteX845" fmla="*/ 6082788 w 7467600"/>
              <a:gd name="connsiteY845" fmla="*/ 64119 h 6858000"/>
              <a:gd name="connsiteX846" fmla="*/ 6099442 w 7467600"/>
              <a:gd name="connsiteY846" fmla="*/ 82568 h 6858000"/>
              <a:gd name="connsiteX847" fmla="*/ 4804137 w 7467600"/>
              <a:gd name="connsiteY847" fmla="*/ 320931 h 6858000"/>
              <a:gd name="connsiteX848" fmla="*/ 4227047 w 7467600"/>
              <a:gd name="connsiteY848" fmla="*/ 313415 h 6858000"/>
              <a:gd name="connsiteX849" fmla="*/ 4346041 w 7467600"/>
              <a:gd name="connsiteY849" fmla="*/ 456086 h 6858000"/>
              <a:gd name="connsiteX850" fmla="*/ 4870967 w 7467600"/>
              <a:gd name="connsiteY850" fmla="*/ 963061 h 6858000"/>
              <a:gd name="connsiteX851" fmla="*/ 4889647 w 7467600"/>
              <a:gd name="connsiteY851" fmla="*/ 957147 h 6858000"/>
              <a:gd name="connsiteX852" fmla="*/ 5422504 w 7467600"/>
              <a:gd name="connsiteY852" fmla="*/ 805191 h 6858000"/>
              <a:gd name="connsiteX853" fmla="*/ 6087656 w 7467600"/>
              <a:gd name="connsiteY853" fmla="*/ 826703 h 6858000"/>
              <a:gd name="connsiteX854" fmla="*/ 6058717 w 7467600"/>
              <a:gd name="connsiteY854" fmla="*/ 865992 h 6858000"/>
              <a:gd name="connsiteX855" fmla="*/ 4974153 w 7467600"/>
              <a:gd name="connsiteY855" fmla="*/ 1045456 h 6858000"/>
              <a:gd name="connsiteX856" fmla="*/ 5627835 w 7467600"/>
              <a:gd name="connsiteY856" fmla="*/ 1472077 h 6858000"/>
              <a:gd name="connsiteX857" fmla="*/ 5629817 w 7467600"/>
              <a:gd name="connsiteY857" fmla="*/ 1471412 h 6858000"/>
              <a:gd name="connsiteX858" fmla="*/ 5634124 w 7467600"/>
              <a:gd name="connsiteY858" fmla="*/ 1470572 h 6858000"/>
              <a:gd name="connsiteX859" fmla="*/ 5755832 w 7467600"/>
              <a:gd name="connsiteY859" fmla="*/ 1383886 h 6858000"/>
              <a:gd name="connsiteX860" fmla="*/ 6014186 w 7467600"/>
              <a:gd name="connsiteY860" fmla="*/ 1279799 h 6858000"/>
              <a:gd name="connsiteX861" fmla="*/ 6901619 w 7467600"/>
              <a:gd name="connsiteY861" fmla="*/ 1047874 h 6858000"/>
              <a:gd name="connsiteX862" fmla="*/ 6931566 w 7467600"/>
              <a:gd name="connsiteY862" fmla="*/ 1062034 h 6858000"/>
              <a:gd name="connsiteX863" fmla="*/ 5790982 w 7467600"/>
              <a:gd name="connsiteY863" fmla="*/ 1561380 h 6858000"/>
              <a:gd name="connsiteX864" fmla="*/ 6188971 w 7467600"/>
              <a:gd name="connsiteY864" fmla="*/ 1755168 h 6858000"/>
              <a:gd name="connsiteX865" fmla="*/ 6202446 w 7467600"/>
              <a:gd name="connsiteY865" fmla="*/ 1752268 h 6858000"/>
              <a:gd name="connsiteX866" fmla="*/ 7179560 w 7467600"/>
              <a:gd name="connsiteY866" fmla="*/ 1467551 h 6858000"/>
              <a:gd name="connsiteX867" fmla="*/ 7158730 w 7467600"/>
              <a:gd name="connsiteY867" fmla="*/ 1507835 h 6858000"/>
              <a:gd name="connsiteX868" fmla="*/ 6326959 w 7467600"/>
              <a:gd name="connsiteY868" fmla="*/ 1817686 h 6858000"/>
              <a:gd name="connsiteX869" fmla="*/ 6537433 w 7467600"/>
              <a:gd name="connsiteY869" fmla="*/ 1907790 h 6858000"/>
              <a:gd name="connsiteX870" fmla="*/ 6550221 w 7467600"/>
              <a:gd name="connsiteY870" fmla="*/ 1910729 h 6858000"/>
              <a:gd name="connsiteX871" fmla="*/ 6964438 w 7467600"/>
              <a:gd name="connsiteY871" fmla="*/ 2209505 h 6858000"/>
              <a:gd name="connsiteX872" fmla="*/ 7367862 w 7467600"/>
              <a:gd name="connsiteY872" fmla="*/ 2806833 h 6858000"/>
              <a:gd name="connsiteX873" fmla="*/ 7364329 w 7467600"/>
              <a:gd name="connsiteY873" fmla="*/ 2826907 h 6858000"/>
              <a:gd name="connsiteX874" fmla="*/ 7290545 w 7467600"/>
              <a:gd name="connsiteY874" fmla="*/ 2850663 h 6858000"/>
              <a:gd name="connsiteX875" fmla="*/ 6472036 w 7467600"/>
              <a:gd name="connsiteY875" fmla="*/ 1959003 h 6858000"/>
              <a:gd name="connsiteX876" fmla="*/ 5792897 w 7467600"/>
              <a:gd name="connsiteY876" fmla="*/ 1647747 h 6858000"/>
              <a:gd name="connsiteX877" fmla="*/ 5842751 w 7467600"/>
              <a:gd name="connsiteY877" fmla="*/ 1816112 h 6858000"/>
              <a:gd name="connsiteX878" fmla="*/ 5847424 w 7467600"/>
              <a:gd name="connsiteY878" fmla="*/ 1815776 h 6858000"/>
              <a:gd name="connsiteX879" fmla="*/ 6399821 w 7467600"/>
              <a:gd name="connsiteY879" fmla="*/ 2344799 h 6858000"/>
              <a:gd name="connsiteX880" fmla="*/ 6323232 w 7467600"/>
              <a:gd name="connsiteY880" fmla="*/ 2389634 h 6858000"/>
              <a:gd name="connsiteX881" fmla="*/ 5942958 w 7467600"/>
              <a:gd name="connsiteY881" fmla="*/ 2077708 h 6858000"/>
              <a:gd name="connsiteX882" fmla="*/ 5921559 w 7467600"/>
              <a:gd name="connsiteY882" fmla="*/ 2378596 h 6858000"/>
              <a:gd name="connsiteX883" fmla="*/ 5817651 w 7467600"/>
              <a:gd name="connsiteY883" fmla="*/ 3023919 h 6858000"/>
              <a:gd name="connsiteX884" fmla="*/ 5729634 w 7467600"/>
              <a:gd name="connsiteY884" fmla="*/ 3051849 h 6858000"/>
              <a:gd name="connsiteX885" fmla="*/ 5611018 w 7467600"/>
              <a:gd name="connsiteY885" fmla="*/ 2316769 h 6858000"/>
              <a:gd name="connsiteX886" fmla="*/ 5687608 w 7467600"/>
              <a:gd name="connsiteY886" fmla="*/ 2039972 h 6858000"/>
              <a:gd name="connsiteX887" fmla="*/ 5657554 w 7467600"/>
              <a:gd name="connsiteY887" fmla="*/ 1576445 h 6858000"/>
              <a:gd name="connsiteX888" fmla="*/ 5150475 w 7467600"/>
              <a:gd name="connsiteY888" fmla="*/ 1274012 h 6858000"/>
              <a:gd name="connsiteX889" fmla="*/ 5349142 w 7467600"/>
              <a:gd name="connsiteY889" fmla="*/ 2204405 h 6858000"/>
              <a:gd name="connsiteX890" fmla="*/ 5262214 w 7467600"/>
              <a:gd name="connsiteY890" fmla="*/ 2233836 h 6858000"/>
              <a:gd name="connsiteX891" fmla="*/ 4981539 w 7467600"/>
              <a:gd name="connsiteY891" fmla="*/ 1542201 h 6858000"/>
              <a:gd name="connsiteX892" fmla="*/ 4958461 w 7467600"/>
              <a:gd name="connsiteY892" fmla="*/ 1136957 h 6858000"/>
              <a:gd name="connsiteX893" fmla="*/ 4655015 w 7467600"/>
              <a:gd name="connsiteY893" fmla="*/ 891426 h 6858000"/>
              <a:gd name="connsiteX894" fmla="*/ 4348002 w 7467600"/>
              <a:gd name="connsiteY894" fmla="*/ 2205895 h 6858000"/>
              <a:gd name="connsiteX895" fmla="*/ 4262250 w 7467600"/>
              <a:gd name="connsiteY895" fmla="*/ 2219972 h 6858000"/>
              <a:gd name="connsiteX896" fmla="*/ 4550611 w 7467600"/>
              <a:gd name="connsiteY896" fmla="*/ 817540 h 6858000"/>
              <a:gd name="connsiteX897" fmla="*/ 4564418 w 7467600"/>
              <a:gd name="connsiteY897" fmla="*/ 808293 h 6858000"/>
              <a:gd name="connsiteX898" fmla="*/ 4266388 w 7467600"/>
              <a:gd name="connsiteY898" fmla="*/ 500083 h 6858000"/>
              <a:gd name="connsiteX899" fmla="*/ 4032842 w 7467600"/>
              <a:gd name="connsiteY899" fmla="*/ 211809 h 6858000"/>
              <a:gd name="connsiteX900" fmla="*/ 3882765 w 7467600"/>
              <a:gd name="connsiteY900" fmla="*/ 0 h 6858000"/>
              <a:gd name="connsiteX901" fmla="*/ 3721337 w 7467600"/>
              <a:gd name="connsiteY901" fmla="*/ 0 h 6858000"/>
              <a:gd name="connsiteX902" fmla="*/ 3797544 w 7467600"/>
              <a:gd name="connsiteY902" fmla="*/ 0 h 6858000"/>
              <a:gd name="connsiteX903" fmla="*/ 3775734 w 7467600"/>
              <a:gd name="connsiteY903" fmla="*/ 95131 h 6858000"/>
              <a:gd name="connsiteX904" fmla="*/ 3724807 w 7467600"/>
              <a:gd name="connsiteY904" fmla="*/ 272257 h 6858000"/>
              <a:gd name="connsiteX905" fmla="*/ 3726844 w 7467600"/>
              <a:gd name="connsiteY905" fmla="*/ 282988 h 6858000"/>
              <a:gd name="connsiteX906" fmla="*/ 3742664 w 7467600"/>
              <a:gd name="connsiteY906" fmla="*/ 279918 h 6858000"/>
              <a:gd name="connsiteX907" fmla="*/ 4103910 w 7467600"/>
              <a:gd name="connsiteY907" fmla="*/ 1161917 h 6858000"/>
              <a:gd name="connsiteX908" fmla="*/ 4020269 w 7467600"/>
              <a:gd name="connsiteY908" fmla="*/ 1200406 h 6858000"/>
              <a:gd name="connsiteX909" fmla="*/ 3674882 w 7467600"/>
              <a:gd name="connsiteY909" fmla="*/ 488524 h 6858000"/>
              <a:gd name="connsiteX910" fmla="*/ 3132682 w 7467600"/>
              <a:gd name="connsiteY910" fmla="*/ 1072284 h 6858000"/>
              <a:gd name="connsiteX911" fmla="*/ 2716346 w 7467600"/>
              <a:gd name="connsiteY911" fmla="*/ 1276376 h 6858000"/>
              <a:gd name="connsiteX912" fmla="*/ 2716772 w 7467600"/>
              <a:gd name="connsiteY912" fmla="*/ 1255462 h 6858000"/>
              <a:gd name="connsiteX913" fmla="*/ 3471096 w 7467600"/>
              <a:gd name="connsiteY913" fmla="*/ 437072 h 6858000"/>
              <a:gd name="connsiteX914" fmla="*/ 3639057 w 7467600"/>
              <a:gd name="connsiteY914" fmla="*/ 286334 h 6858000"/>
              <a:gd name="connsiteX915" fmla="*/ 3640309 w 7467600"/>
              <a:gd name="connsiteY915" fmla="*/ 284664 h 6858000"/>
              <a:gd name="connsiteX916" fmla="*/ 3646022 w 7467600"/>
              <a:gd name="connsiteY916" fmla="*/ 276711 h 6858000"/>
              <a:gd name="connsiteX917" fmla="*/ 3707943 w 7467600"/>
              <a:gd name="connsiteY917" fmla="*/ 65958 h 6858000"/>
              <a:gd name="connsiteX918" fmla="*/ 3721337 w 7467600"/>
              <a:gd name="connsiteY918" fmla="*/ 0 h 6858000"/>
              <a:gd name="connsiteX919" fmla="*/ 2867960 w 7467600"/>
              <a:gd name="connsiteY919" fmla="*/ 0 h 6858000"/>
              <a:gd name="connsiteX920" fmla="*/ 2926351 w 7467600"/>
              <a:gd name="connsiteY920" fmla="*/ 0 h 6858000"/>
              <a:gd name="connsiteX921" fmla="*/ 2902823 w 7467600"/>
              <a:gd name="connsiteY921" fmla="*/ 262929 h 6858000"/>
              <a:gd name="connsiteX922" fmla="*/ 2940663 w 7467600"/>
              <a:gd name="connsiteY922" fmla="*/ 140884 h 6858000"/>
              <a:gd name="connsiteX923" fmla="*/ 2947039 w 7467600"/>
              <a:gd name="connsiteY923" fmla="*/ 122524 h 6858000"/>
              <a:gd name="connsiteX924" fmla="*/ 2984316 w 7467600"/>
              <a:gd name="connsiteY924" fmla="*/ 0 h 6858000"/>
              <a:gd name="connsiteX925" fmla="*/ 3016114 w 7467600"/>
              <a:gd name="connsiteY925" fmla="*/ 0 h 6858000"/>
              <a:gd name="connsiteX926" fmla="*/ 2979949 w 7467600"/>
              <a:gd name="connsiteY926" fmla="*/ 119274 h 6858000"/>
              <a:gd name="connsiteX927" fmla="*/ 3023879 w 7467600"/>
              <a:gd name="connsiteY927" fmla="*/ 0 h 6858000"/>
              <a:gd name="connsiteX928" fmla="*/ 3105400 w 7467600"/>
              <a:gd name="connsiteY928" fmla="*/ 0 h 6858000"/>
              <a:gd name="connsiteX929" fmla="*/ 3094669 w 7467600"/>
              <a:gd name="connsiteY929" fmla="*/ 30308 h 6858000"/>
              <a:gd name="connsiteX930" fmla="*/ 2901945 w 7467600"/>
              <a:gd name="connsiteY930" fmla="*/ 466538 h 6858000"/>
              <a:gd name="connsiteX931" fmla="*/ 2815209 w 7467600"/>
              <a:gd name="connsiteY931" fmla="*/ 497361 h 6858000"/>
              <a:gd name="connsiteX932" fmla="*/ 2844845 w 7467600"/>
              <a:gd name="connsiteY932" fmla="*/ 127638 h 6858000"/>
              <a:gd name="connsiteX933" fmla="*/ 2867960 w 7467600"/>
              <a:gd name="connsiteY933" fmla="*/ 0 h 6858000"/>
              <a:gd name="connsiteX934" fmla="*/ 1057230 w 7467600"/>
              <a:gd name="connsiteY934" fmla="*/ 0 h 6858000"/>
              <a:gd name="connsiteX935" fmla="*/ 1111003 w 7467600"/>
              <a:gd name="connsiteY935" fmla="*/ 0 h 6858000"/>
              <a:gd name="connsiteX936" fmla="*/ 1125553 w 7467600"/>
              <a:gd name="connsiteY936" fmla="*/ 52588 h 6858000"/>
              <a:gd name="connsiteX937" fmla="*/ 1304276 w 7467600"/>
              <a:gd name="connsiteY937" fmla="*/ 476275 h 6858000"/>
              <a:gd name="connsiteX938" fmla="*/ 1492066 w 7467600"/>
              <a:gd name="connsiteY938" fmla="*/ 886333 h 6858000"/>
              <a:gd name="connsiteX939" fmla="*/ 1423698 w 7467600"/>
              <a:gd name="connsiteY939" fmla="*/ 710817 h 6858000"/>
              <a:gd name="connsiteX940" fmla="*/ 1357609 w 7467600"/>
              <a:gd name="connsiteY940" fmla="*/ 532892 h 6858000"/>
              <a:gd name="connsiteX941" fmla="*/ 1309550 w 7467600"/>
              <a:gd name="connsiteY941" fmla="*/ 374031 h 6858000"/>
              <a:gd name="connsiteX942" fmla="*/ 1193673 w 7467600"/>
              <a:gd name="connsiteY942" fmla="*/ 49533 h 6858000"/>
              <a:gd name="connsiteX943" fmla="*/ 1164391 w 7467600"/>
              <a:gd name="connsiteY943" fmla="*/ 0 h 6858000"/>
              <a:gd name="connsiteX944" fmla="*/ 1200666 w 7467600"/>
              <a:gd name="connsiteY944" fmla="*/ 0 h 6858000"/>
              <a:gd name="connsiteX945" fmla="*/ 1223408 w 7467600"/>
              <a:gd name="connsiteY945" fmla="*/ 38996 h 6858000"/>
              <a:gd name="connsiteX946" fmla="*/ 1339635 w 7467600"/>
              <a:gd name="connsiteY946" fmla="*/ 365517 h 6858000"/>
              <a:gd name="connsiteX947" fmla="*/ 1387469 w 7467600"/>
              <a:gd name="connsiteY947" fmla="*/ 523079 h 6858000"/>
              <a:gd name="connsiteX948" fmla="*/ 1452685 w 7467600"/>
              <a:gd name="connsiteY948" fmla="*/ 699806 h 6858000"/>
              <a:gd name="connsiteX949" fmla="*/ 1492092 w 7467600"/>
              <a:gd name="connsiteY949" fmla="*/ 800424 h 6858000"/>
              <a:gd name="connsiteX950" fmla="*/ 1455302 w 7467600"/>
              <a:gd name="connsiteY950" fmla="*/ 632913 h 6858000"/>
              <a:gd name="connsiteX951" fmla="*/ 1222336 w 7467600"/>
              <a:gd name="connsiteY951" fmla="*/ 9480 h 6858000"/>
              <a:gd name="connsiteX952" fmla="*/ 1214634 w 7467600"/>
              <a:gd name="connsiteY952" fmla="*/ 0 h 6858000"/>
              <a:gd name="connsiteX953" fmla="*/ 1289827 w 7467600"/>
              <a:gd name="connsiteY953" fmla="*/ 0 h 6858000"/>
              <a:gd name="connsiteX954" fmla="*/ 1321076 w 7467600"/>
              <a:gd name="connsiteY954" fmla="*/ 59722 h 6858000"/>
              <a:gd name="connsiteX955" fmla="*/ 1512579 w 7467600"/>
              <a:gd name="connsiteY955" fmla="*/ 626441 h 6858000"/>
              <a:gd name="connsiteX956" fmla="*/ 1506076 w 7467600"/>
              <a:gd name="connsiteY956" fmla="*/ 1089289 h 6858000"/>
              <a:gd name="connsiteX957" fmla="*/ 1486346 w 7467600"/>
              <a:gd name="connsiteY957" fmla="*/ 1079919 h 6858000"/>
              <a:gd name="connsiteX958" fmla="*/ 1070511 w 7467600"/>
              <a:gd name="connsiteY958" fmla="*/ 48609 h 6858000"/>
              <a:gd name="connsiteX959" fmla="*/ 1057230 w 7467600"/>
              <a:gd name="connsiteY959" fmla="*/ 0 h 6858000"/>
              <a:gd name="connsiteX960" fmla="*/ 43151 w 7467600"/>
              <a:gd name="connsiteY960" fmla="*/ 0 h 6858000"/>
              <a:gd name="connsiteX961" fmla="*/ 95283 w 7467600"/>
              <a:gd name="connsiteY961" fmla="*/ 0 h 6858000"/>
              <a:gd name="connsiteX962" fmla="*/ 300708 w 7467600"/>
              <a:gd name="connsiteY962" fmla="*/ 154571 h 6858000"/>
              <a:gd name="connsiteX963" fmla="*/ 530414 w 7467600"/>
              <a:gd name="connsiteY963" fmla="*/ 354673 h 6858000"/>
              <a:gd name="connsiteX964" fmla="*/ 333785 w 7467600"/>
              <a:gd name="connsiteY964" fmla="*/ 161564 h 6858000"/>
              <a:gd name="connsiteX965" fmla="*/ 147005 w 7467600"/>
              <a:gd name="connsiteY965" fmla="*/ 0 h 6858000"/>
              <a:gd name="connsiteX966" fmla="*/ 272509 w 7467600"/>
              <a:gd name="connsiteY966" fmla="*/ 0 h 6858000"/>
              <a:gd name="connsiteX967" fmla="*/ 326276 w 7467600"/>
              <a:gd name="connsiteY967" fmla="*/ 45847 h 6858000"/>
              <a:gd name="connsiteX968" fmla="*/ 823759 w 7467600"/>
              <a:gd name="connsiteY968" fmla="*/ 574145 h 6858000"/>
              <a:gd name="connsiteX969" fmla="*/ 811254 w 7467600"/>
              <a:gd name="connsiteY969" fmla="*/ 665546 h 6858000"/>
              <a:gd name="connsiteX970" fmla="*/ 154042 w 7467600"/>
              <a:gd name="connsiteY970" fmla="*/ 261522 h 6858000"/>
              <a:gd name="connsiteX971" fmla="*/ 13550 w 7467600"/>
              <a:gd name="connsiteY971" fmla="*/ 158423 h 6858000"/>
              <a:gd name="connsiteX972" fmla="*/ 0 w 7467600"/>
              <a:gd name="connsiteY972" fmla="*/ 146618 h 6858000"/>
              <a:gd name="connsiteX973" fmla="*/ 0 w 7467600"/>
              <a:gd name="connsiteY973" fmla="*/ 59161 h 6858000"/>
              <a:gd name="connsiteX974" fmla="*/ 45427 w 7467600"/>
              <a:gd name="connsiteY974" fmla="*/ 101078 h 6858000"/>
              <a:gd name="connsiteX975" fmla="*/ 630103 w 7467600"/>
              <a:gd name="connsiteY975" fmla="*/ 485885 h 6858000"/>
              <a:gd name="connsiteX976" fmla="*/ 532040 w 7467600"/>
              <a:gd name="connsiteY976" fmla="*/ 399359 h 6858000"/>
              <a:gd name="connsiteX977" fmla="*/ 517618 w 7467600"/>
              <a:gd name="connsiteY977" fmla="*/ 385726 h 6858000"/>
              <a:gd name="connsiteX978" fmla="*/ 285074 w 7467600"/>
              <a:gd name="connsiteY978" fmla="*/ 182755 h 6858000"/>
              <a:gd name="connsiteX979" fmla="*/ 43151 w 7467600"/>
              <a:gd name="connsiteY97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356878 w 7467600"/>
              <a:gd name="connsiteY88" fmla="*/ 5981332 h 6858000"/>
              <a:gd name="connsiteX89" fmla="*/ 7467600 w 7467600"/>
              <a:gd name="connsiteY89" fmla="*/ 6117703 h 6858000"/>
              <a:gd name="connsiteX90" fmla="*/ 7467600 w 7467600"/>
              <a:gd name="connsiteY90" fmla="*/ 6163634 h 6858000"/>
              <a:gd name="connsiteX91" fmla="*/ 7403637 w 7467600"/>
              <a:gd name="connsiteY91" fmla="*/ 6083957 h 6858000"/>
              <a:gd name="connsiteX92" fmla="*/ 7254615 w 7467600"/>
              <a:gd name="connsiteY92" fmla="*/ 5911918 h 6858000"/>
              <a:gd name="connsiteX93" fmla="*/ 7312589 w 7467600"/>
              <a:gd name="connsiteY93" fmla="*/ 5982309 h 6858000"/>
              <a:gd name="connsiteX94" fmla="*/ 7448321 w 7467600"/>
              <a:gd name="connsiteY94" fmla="*/ 6190991 h 6858000"/>
              <a:gd name="connsiteX95" fmla="*/ 7467600 w 7467600"/>
              <a:gd name="connsiteY95" fmla="*/ 6221686 h 6858000"/>
              <a:gd name="connsiteX96" fmla="*/ 7467600 w 7467600"/>
              <a:gd name="connsiteY96" fmla="*/ 6334256 h 6858000"/>
              <a:gd name="connsiteX97" fmla="*/ 7454976 w 7467600"/>
              <a:gd name="connsiteY97" fmla="*/ 6318297 h 6858000"/>
              <a:gd name="connsiteX98" fmla="*/ 7042773 w 7467600"/>
              <a:gd name="connsiteY98" fmla="*/ 5734011 h 6858000"/>
              <a:gd name="connsiteX99" fmla="*/ 6844835 w 7467600"/>
              <a:gd name="connsiteY99" fmla="*/ 5424988 h 6858000"/>
              <a:gd name="connsiteX100" fmla="*/ 1456157 w 7467600"/>
              <a:gd name="connsiteY100" fmla="*/ 5371404 h 6858000"/>
              <a:gd name="connsiteX101" fmla="*/ 1244432 w 7467600"/>
              <a:gd name="connsiteY101" fmla="*/ 5385601 h 6858000"/>
              <a:gd name="connsiteX102" fmla="*/ 973990 w 7467600"/>
              <a:gd name="connsiteY102" fmla="*/ 5424940 h 6858000"/>
              <a:gd name="connsiteX103" fmla="*/ 1103809 w 7467600"/>
              <a:gd name="connsiteY103" fmla="*/ 5433720 h 6858000"/>
              <a:gd name="connsiteX104" fmla="*/ 1123454 w 7467600"/>
              <a:gd name="connsiteY104" fmla="*/ 5435727 h 6858000"/>
              <a:gd name="connsiteX105" fmla="*/ 1737017 w 7467600"/>
              <a:gd name="connsiteY105" fmla="*/ 5452183 h 6858000"/>
              <a:gd name="connsiteX106" fmla="*/ 1824397 w 7467600"/>
              <a:gd name="connsiteY106" fmla="*/ 5447757 h 6858000"/>
              <a:gd name="connsiteX107" fmla="*/ 2070059 w 7467600"/>
              <a:gd name="connsiteY107" fmla="*/ 5441660 h 6858000"/>
              <a:gd name="connsiteX108" fmla="*/ 1456157 w 7467600"/>
              <a:gd name="connsiteY108" fmla="*/ 5371404 h 6858000"/>
              <a:gd name="connsiteX109" fmla="*/ 4988186 w 7467600"/>
              <a:gd name="connsiteY109" fmla="*/ 5216467 h 6858000"/>
              <a:gd name="connsiteX110" fmla="*/ 4777334 w 7467600"/>
              <a:gd name="connsiteY110" fmla="*/ 5406072 h 6858000"/>
              <a:gd name="connsiteX111" fmla="*/ 4718341 w 7467600"/>
              <a:gd name="connsiteY111" fmla="*/ 5468043 h 6858000"/>
              <a:gd name="connsiteX112" fmla="*/ 4604655 w 7467600"/>
              <a:gd name="connsiteY112" fmla="*/ 5583434 h 6858000"/>
              <a:gd name="connsiteX113" fmla="*/ 4565074 w 7467600"/>
              <a:gd name="connsiteY113" fmla="*/ 5618550 h 6858000"/>
              <a:gd name="connsiteX114" fmla="*/ 4988186 w 7467600"/>
              <a:gd name="connsiteY114" fmla="*/ 5216467 h 6858000"/>
              <a:gd name="connsiteX115" fmla="*/ 4978032 w 7467600"/>
              <a:gd name="connsiteY115" fmla="*/ 5183809 h 6858000"/>
              <a:gd name="connsiteX116" fmla="*/ 4463413 w 7467600"/>
              <a:gd name="connsiteY116" fmla="*/ 5615162 h 6858000"/>
              <a:gd name="connsiteX117" fmla="*/ 4358134 w 7467600"/>
              <a:gd name="connsiteY117" fmla="*/ 5742791 h 6858000"/>
              <a:gd name="connsiteX118" fmla="*/ 4376219 w 7467600"/>
              <a:gd name="connsiteY118" fmla="*/ 5729027 h 6858000"/>
              <a:gd name="connsiteX119" fmla="*/ 4582340 w 7467600"/>
              <a:gd name="connsiteY119" fmla="*/ 5561037 h 6858000"/>
              <a:gd name="connsiteX120" fmla="*/ 4694684 w 7467600"/>
              <a:gd name="connsiteY120" fmla="*/ 5447098 h 6858000"/>
              <a:gd name="connsiteX121" fmla="*/ 4754123 w 7467600"/>
              <a:gd name="connsiteY121" fmla="*/ 5384643 h 6858000"/>
              <a:gd name="connsiteX122" fmla="*/ 4978032 w 7467600"/>
              <a:gd name="connsiteY122" fmla="*/ 5183809 h 6858000"/>
              <a:gd name="connsiteX123" fmla="*/ 1903353 w 7467600"/>
              <a:gd name="connsiteY123" fmla="*/ 5044827 h 6858000"/>
              <a:gd name="connsiteX124" fmla="*/ 1936931 w 7467600"/>
              <a:gd name="connsiteY124" fmla="*/ 5093954 h 6858000"/>
              <a:gd name="connsiteX125" fmla="*/ 2195868 w 7467600"/>
              <a:gd name="connsiteY125" fmla="*/ 5396574 h 6858000"/>
              <a:gd name="connsiteX126" fmla="*/ 2088852 w 7467600"/>
              <a:gd name="connsiteY126" fmla="*/ 5166123 h 6858000"/>
              <a:gd name="connsiteX127" fmla="*/ 1958241 w 7467600"/>
              <a:gd name="connsiteY127" fmla="*/ 5067955 h 6858000"/>
              <a:gd name="connsiteX128" fmla="*/ 1903353 w 7467600"/>
              <a:gd name="connsiteY128" fmla="*/ 5044827 h 6858000"/>
              <a:gd name="connsiteX129" fmla="*/ 1979378 w 7467600"/>
              <a:gd name="connsiteY129" fmla="*/ 4769504 h 6858000"/>
              <a:gd name="connsiteX130" fmla="*/ 2882120 w 7467600"/>
              <a:gd name="connsiteY130" fmla="*/ 5064547 h 6858000"/>
              <a:gd name="connsiteX131" fmla="*/ 2793103 w 7467600"/>
              <a:gd name="connsiteY131" fmla="*/ 5039699 h 6858000"/>
              <a:gd name="connsiteX132" fmla="*/ 2770041 w 7467600"/>
              <a:gd name="connsiteY132" fmla="*/ 5033634 h 6858000"/>
              <a:gd name="connsiteX133" fmla="*/ 1979378 w 7467600"/>
              <a:gd name="connsiteY133" fmla="*/ 4769504 h 6858000"/>
              <a:gd name="connsiteX134" fmla="*/ 1927410 w 7467600"/>
              <a:gd name="connsiteY134" fmla="*/ 4716164 h 6858000"/>
              <a:gd name="connsiteX135" fmla="*/ 1959587 w 7467600"/>
              <a:gd name="connsiteY135" fmla="*/ 4728849 h 6858000"/>
              <a:gd name="connsiteX136" fmla="*/ 2777707 w 7467600"/>
              <a:gd name="connsiteY136" fmla="*/ 5003991 h 6858000"/>
              <a:gd name="connsiteX137" fmla="*/ 2800768 w 7467600"/>
              <a:gd name="connsiteY137" fmla="*/ 5010056 h 6858000"/>
              <a:gd name="connsiteX138" fmla="*/ 2879408 w 7467600"/>
              <a:gd name="connsiteY138" fmla="*/ 5031590 h 6858000"/>
              <a:gd name="connsiteX139" fmla="*/ 2862295 w 7467600"/>
              <a:gd name="connsiteY139" fmla="*/ 5022958 h 6858000"/>
              <a:gd name="connsiteX140" fmla="*/ 2813343 w 7467600"/>
              <a:gd name="connsiteY140" fmla="*/ 4998369 h 6858000"/>
              <a:gd name="connsiteX141" fmla="*/ 2646245 w 7467600"/>
              <a:gd name="connsiteY141" fmla="*/ 4930999 h 6858000"/>
              <a:gd name="connsiteX142" fmla="*/ 1999243 w 7467600"/>
              <a:gd name="connsiteY142" fmla="*/ 4730524 h 6858000"/>
              <a:gd name="connsiteX143" fmla="*/ 1979527 w 7467600"/>
              <a:gd name="connsiteY143" fmla="*/ 4726651 h 6858000"/>
              <a:gd name="connsiteX144" fmla="*/ 1927410 w 7467600"/>
              <a:gd name="connsiteY144" fmla="*/ 4716164 h 6858000"/>
              <a:gd name="connsiteX145" fmla="*/ 1997014 w 7467600"/>
              <a:gd name="connsiteY145" fmla="*/ 4698007 h 6858000"/>
              <a:gd name="connsiteX146" fmla="*/ 2005458 w 7467600"/>
              <a:gd name="connsiteY146" fmla="*/ 4699540 h 6858000"/>
              <a:gd name="connsiteX147" fmla="*/ 2657186 w 7467600"/>
              <a:gd name="connsiteY147" fmla="*/ 4901687 h 6858000"/>
              <a:gd name="connsiteX148" fmla="*/ 2826662 w 7467600"/>
              <a:gd name="connsiteY148" fmla="*/ 4970362 h 6858000"/>
              <a:gd name="connsiteX149" fmla="*/ 2876100 w 7467600"/>
              <a:gd name="connsiteY149" fmla="*/ 4995397 h 6858000"/>
              <a:gd name="connsiteX150" fmla="*/ 3042600 w 7467600"/>
              <a:gd name="connsiteY150" fmla="*/ 5059532 h 6858000"/>
              <a:gd name="connsiteX151" fmla="*/ 1997014 w 7467600"/>
              <a:gd name="connsiteY151" fmla="*/ 4698007 h 6858000"/>
              <a:gd name="connsiteX152" fmla="*/ 2305292 w 7467600"/>
              <a:gd name="connsiteY152" fmla="*/ 4219492 h 6858000"/>
              <a:gd name="connsiteX153" fmla="*/ 3360922 w 7467600"/>
              <a:gd name="connsiteY153" fmla="*/ 4529373 h 6858000"/>
              <a:gd name="connsiteX154" fmla="*/ 3492420 w 7467600"/>
              <a:gd name="connsiteY154" fmla="*/ 4510145 h 6858000"/>
              <a:gd name="connsiteX155" fmla="*/ 3364086 w 7467600"/>
              <a:gd name="connsiteY155" fmla="*/ 4480340 h 6858000"/>
              <a:gd name="connsiteX156" fmla="*/ 3225818 w 7467600"/>
              <a:gd name="connsiteY156" fmla="*/ 4411822 h 6858000"/>
              <a:gd name="connsiteX157" fmla="*/ 3129696 w 7467600"/>
              <a:gd name="connsiteY157" fmla="*/ 4360704 h 6858000"/>
              <a:gd name="connsiteX158" fmla="*/ 2814545 w 7467600"/>
              <a:gd name="connsiteY158" fmla="*/ 4282955 h 6858000"/>
              <a:gd name="connsiteX159" fmla="*/ 2305292 w 7467600"/>
              <a:gd name="connsiteY159" fmla="*/ 4219492 h 6858000"/>
              <a:gd name="connsiteX160" fmla="*/ 2626982 w 7467600"/>
              <a:gd name="connsiteY160" fmla="*/ 4206450 h 6858000"/>
              <a:gd name="connsiteX161" fmla="*/ 2490617 w 7467600"/>
              <a:gd name="connsiteY161" fmla="*/ 4206951 h 6858000"/>
              <a:gd name="connsiteX162" fmla="*/ 2819869 w 7467600"/>
              <a:gd name="connsiteY162" fmla="*/ 4252936 h 6858000"/>
              <a:gd name="connsiteX163" fmla="*/ 3143018 w 7467600"/>
              <a:gd name="connsiteY163" fmla="*/ 4332698 h 6858000"/>
              <a:gd name="connsiteX164" fmla="*/ 3241520 w 7467600"/>
              <a:gd name="connsiteY164" fmla="*/ 4385112 h 6858000"/>
              <a:gd name="connsiteX165" fmla="*/ 3374575 w 7467600"/>
              <a:gd name="connsiteY165" fmla="*/ 4451517 h 6858000"/>
              <a:gd name="connsiteX166" fmla="*/ 3505221 w 7467600"/>
              <a:gd name="connsiteY166" fmla="*/ 4480757 h 6858000"/>
              <a:gd name="connsiteX167" fmla="*/ 2626982 w 7467600"/>
              <a:gd name="connsiteY167" fmla="*/ 4206450 h 6858000"/>
              <a:gd name="connsiteX168" fmla="*/ 1310106 w 7467600"/>
              <a:gd name="connsiteY168" fmla="*/ 3943217 h 6858000"/>
              <a:gd name="connsiteX169" fmla="*/ 854994 w 7467600"/>
              <a:gd name="connsiteY169" fmla="*/ 4399136 h 6858000"/>
              <a:gd name="connsiteX170" fmla="*/ 742462 w 7467600"/>
              <a:gd name="connsiteY170" fmla="*/ 4594648 h 6858000"/>
              <a:gd name="connsiteX171" fmla="*/ 820602 w 7467600"/>
              <a:gd name="connsiteY171" fmla="*/ 4485915 h 6858000"/>
              <a:gd name="connsiteX172" fmla="*/ 878295 w 7467600"/>
              <a:gd name="connsiteY172" fmla="*/ 4403594 h 6858000"/>
              <a:gd name="connsiteX173" fmla="*/ 1240607 w 7467600"/>
              <a:gd name="connsiteY173" fmla="*/ 4010401 h 6858000"/>
              <a:gd name="connsiteX174" fmla="*/ 1310106 w 7467600"/>
              <a:gd name="connsiteY174" fmla="*/ 3943217 h 6858000"/>
              <a:gd name="connsiteX175" fmla="*/ 1423113 w 7467600"/>
              <a:gd name="connsiteY175" fmla="*/ 3874565 h 6858000"/>
              <a:gd name="connsiteX176" fmla="*/ 1260565 w 7467600"/>
              <a:gd name="connsiteY176" fmla="*/ 4031982 h 6858000"/>
              <a:gd name="connsiteX177" fmla="*/ 901900 w 7467600"/>
              <a:gd name="connsiteY177" fmla="*/ 4421236 h 6858000"/>
              <a:gd name="connsiteX178" fmla="*/ 845044 w 7467600"/>
              <a:gd name="connsiteY178" fmla="*/ 4502436 h 6858000"/>
              <a:gd name="connsiteX179" fmla="*/ 685926 w 7467600"/>
              <a:gd name="connsiteY179" fmla="*/ 4703069 h 6858000"/>
              <a:gd name="connsiteX180" fmla="*/ 684248 w 7467600"/>
              <a:gd name="connsiteY180" fmla="*/ 4706721 h 6858000"/>
              <a:gd name="connsiteX181" fmla="*/ 1423113 w 7467600"/>
              <a:gd name="connsiteY181" fmla="*/ 3874565 h 6858000"/>
              <a:gd name="connsiteX182" fmla="*/ 3316479 w 7467600"/>
              <a:gd name="connsiteY182" fmla="*/ 3872136 h 6858000"/>
              <a:gd name="connsiteX183" fmla="*/ 3546806 w 7467600"/>
              <a:gd name="connsiteY183" fmla="*/ 4356139 h 6858000"/>
              <a:gd name="connsiteX184" fmla="*/ 3364433 w 7467600"/>
              <a:gd name="connsiteY184" fmla="*/ 3953121 h 6858000"/>
              <a:gd name="connsiteX185" fmla="*/ 3316479 w 7467600"/>
              <a:gd name="connsiteY185" fmla="*/ 3872136 h 6858000"/>
              <a:gd name="connsiteX186" fmla="*/ 3291335 w 7467600"/>
              <a:gd name="connsiteY186" fmla="*/ 3767420 h 6858000"/>
              <a:gd name="connsiteX187" fmla="*/ 3390805 w 7467600"/>
              <a:gd name="connsiteY187" fmla="*/ 3937163 h 6858000"/>
              <a:gd name="connsiteX188" fmla="*/ 3579062 w 7467600"/>
              <a:gd name="connsiteY188" fmla="*/ 4359040 h 6858000"/>
              <a:gd name="connsiteX189" fmla="*/ 3467355 w 7467600"/>
              <a:gd name="connsiteY189" fmla="*/ 3988130 h 6858000"/>
              <a:gd name="connsiteX190" fmla="*/ 3310753 w 7467600"/>
              <a:gd name="connsiteY190" fmla="*/ 3787140 h 6858000"/>
              <a:gd name="connsiteX191" fmla="*/ 3291335 w 7467600"/>
              <a:gd name="connsiteY191" fmla="*/ 3767420 h 6858000"/>
              <a:gd name="connsiteX192" fmla="*/ 1635889 w 7467600"/>
              <a:gd name="connsiteY192" fmla="*/ 3709494 h 6858000"/>
              <a:gd name="connsiteX193" fmla="*/ 1634800 w 7467600"/>
              <a:gd name="connsiteY193" fmla="*/ 3731111 h 6858000"/>
              <a:gd name="connsiteX194" fmla="*/ 1635889 w 7467600"/>
              <a:gd name="connsiteY194" fmla="*/ 3709494 h 6858000"/>
              <a:gd name="connsiteX195" fmla="*/ 1510397 w 7467600"/>
              <a:gd name="connsiteY195" fmla="*/ 3684705 h 6858000"/>
              <a:gd name="connsiteX196" fmla="*/ 1146550 w 7467600"/>
              <a:gd name="connsiteY196" fmla="*/ 3802012 h 6858000"/>
              <a:gd name="connsiteX197" fmla="*/ 698834 w 7467600"/>
              <a:gd name="connsiteY197" fmla="*/ 3952272 h 6858000"/>
              <a:gd name="connsiteX198" fmla="*/ 34256 w 7467600"/>
              <a:gd name="connsiteY198" fmla="*/ 4347603 h 6858000"/>
              <a:gd name="connsiteX199" fmla="*/ 527241 w 7467600"/>
              <a:gd name="connsiteY199" fmla="*/ 4065078 h 6858000"/>
              <a:gd name="connsiteX200" fmla="*/ 1510397 w 7467600"/>
              <a:gd name="connsiteY200" fmla="*/ 3684705 h 6858000"/>
              <a:gd name="connsiteX201" fmla="*/ 1313114 w 7467600"/>
              <a:gd name="connsiteY201" fmla="*/ 3655216 h 6858000"/>
              <a:gd name="connsiteX202" fmla="*/ 1109304 w 7467600"/>
              <a:gd name="connsiteY202" fmla="*/ 3669030 h 6858000"/>
              <a:gd name="connsiteX203" fmla="*/ 8129 w 7467600"/>
              <a:gd name="connsiteY203" fmla="*/ 4330519 h 6858000"/>
              <a:gd name="connsiteX204" fmla="*/ 687572 w 7467600"/>
              <a:gd name="connsiteY204" fmla="*/ 3925629 h 6858000"/>
              <a:gd name="connsiteX205" fmla="*/ 1138365 w 7467600"/>
              <a:gd name="connsiteY205" fmla="*/ 3774515 h 6858000"/>
              <a:gd name="connsiteX206" fmla="*/ 1505579 w 7467600"/>
              <a:gd name="connsiteY206" fmla="*/ 3655526 h 6858000"/>
              <a:gd name="connsiteX207" fmla="*/ 1313114 w 7467600"/>
              <a:gd name="connsiteY207" fmla="*/ 3655216 h 6858000"/>
              <a:gd name="connsiteX208" fmla="*/ 3655073 w 7467600"/>
              <a:gd name="connsiteY208" fmla="*/ 3650884 h 6858000"/>
              <a:gd name="connsiteX209" fmla="*/ 3989938 w 7467600"/>
              <a:gd name="connsiteY209" fmla="*/ 3991685 h 6858000"/>
              <a:gd name="connsiteX210" fmla="*/ 4393907 w 7467600"/>
              <a:gd name="connsiteY210" fmla="*/ 4261258 h 6858000"/>
              <a:gd name="connsiteX211" fmla="*/ 4648051 w 7467600"/>
              <a:gd name="connsiteY211" fmla="*/ 4374051 h 6858000"/>
              <a:gd name="connsiteX212" fmla="*/ 4383389 w 7467600"/>
              <a:gd name="connsiteY212" fmla="*/ 4184369 h 6858000"/>
              <a:gd name="connsiteX213" fmla="*/ 4165508 w 7467600"/>
              <a:gd name="connsiteY213" fmla="*/ 4035196 h 6858000"/>
              <a:gd name="connsiteX214" fmla="*/ 4068162 w 7467600"/>
              <a:gd name="connsiteY214" fmla="*/ 3953394 h 6858000"/>
              <a:gd name="connsiteX215" fmla="*/ 3981416 w 7467600"/>
              <a:gd name="connsiteY215" fmla="*/ 3880482 h 6858000"/>
              <a:gd name="connsiteX216" fmla="*/ 3800147 w 7467600"/>
              <a:gd name="connsiteY216" fmla="*/ 3749872 h 6858000"/>
              <a:gd name="connsiteX217" fmla="*/ 3655073 w 7467600"/>
              <a:gd name="connsiteY217" fmla="*/ 3650884 h 6858000"/>
              <a:gd name="connsiteX218" fmla="*/ 3670252 w 7467600"/>
              <a:gd name="connsiteY218" fmla="*/ 3622798 h 6858000"/>
              <a:gd name="connsiteX219" fmla="*/ 3817258 w 7467600"/>
              <a:gd name="connsiteY219" fmla="*/ 3723577 h 6858000"/>
              <a:gd name="connsiteX220" fmla="*/ 4000461 w 7467600"/>
              <a:gd name="connsiteY220" fmla="*/ 3855966 h 6858000"/>
              <a:gd name="connsiteX221" fmla="*/ 4088180 w 7467600"/>
              <a:gd name="connsiteY221" fmla="*/ 3929774 h 6858000"/>
              <a:gd name="connsiteX222" fmla="*/ 4184555 w 7467600"/>
              <a:gd name="connsiteY222" fmla="*/ 4010683 h 6858000"/>
              <a:gd name="connsiteX223" fmla="*/ 4399563 w 7467600"/>
              <a:gd name="connsiteY223" fmla="*/ 4158106 h 6858000"/>
              <a:gd name="connsiteX224" fmla="*/ 4684469 w 7467600"/>
              <a:gd name="connsiteY224" fmla="*/ 4364680 h 6858000"/>
              <a:gd name="connsiteX225" fmla="*/ 4690271 w 7467600"/>
              <a:gd name="connsiteY225" fmla="*/ 4370034 h 6858000"/>
              <a:gd name="connsiteX226" fmla="*/ 4136093 w 7467600"/>
              <a:gd name="connsiteY226" fmla="*/ 3858466 h 6858000"/>
              <a:gd name="connsiteX227" fmla="*/ 3670252 w 7467600"/>
              <a:gd name="connsiteY227" fmla="*/ 3622798 h 6858000"/>
              <a:gd name="connsiteX228" fmla="*/ 4440129 w 7467600"/>
              <a:gd name="connsiteY228" fmla="*/ 3448571 h 6858000"/>
              <a:gd name="connsiteX229" fmla="*/ 4856525 w 7467600"/>
              <a:gd name="connsiteY229" fmla="*/ 3915351 h 6858000"/>
              <a:gd name="connsiteX230" fmla="*/ 5059055 w 7467600"/>
              <a:gd name="connsiteY230" fmla="*/ 4108918 h 6858000"/>
              <a:gd name="connsiteX231" fmla="*/ 5290070 w 7467600"/>
              <a:gd name="connsiteY231" fmla="*/ 4263619 h 6858000"/>
              <a:gd name="connsiteX232" fmla="*/ 4834991 w 7467600"/>
              <a:gd name="connsiteY232" fmla="*/ 3830985 h 6858000"/>
              <a:gd name="connsiteX233" fmla="*/ 4440129 w 7467600"/>
              <a:gd name="connsiteY233" fmla="*/ 3448571 h 6858000"/>
              <a:gd name="connsiteX234" fmla="*/ 4441737 w 7467600"/>
              <a:gd name="connsiteY234" fmla="*/ 3399734 h 6858000"/>
              <a:gd name="connsiteX235" fmla="*/ 4431236 w 7467600"/>
              <a:gd name="connsiteY235" fmla="*/ 3400954 h 6858000"/>
              <a:gd name="connsiteX236" fmla="*/ 4557150 w 7467600"/>
              <a:gd name="connsiteY236" fmla="*/ 3510023 h 6858000"/>
              <a:gd name="connsiteX237" fmla="*/ 4856936 w 7467600"/>
              <a:gd name="connsiteY237" fmla="*/ 3809146 h 6858000"/>
              <a:gd name="connsiteX238" fmla="*/ 5111996 w 7467600"/>
              <a:gd name="connsiteY238" fmla="*/ 4065759 h 6858000"/>
              <a:gd name="connsiteX239" fmla="*/ 5388878 w 7467600"/>
              <a:gd name="connsiteY239" fmla="*/ 4300185 h 6858000"/>
              <a:gd name="connsiteX240" fmla="*/ 5425556 w 7467600"/>
              <a:gd name="connsiteY240" fmla="*/ 4308967 h 6858000"/>
              <a:gd name="connsiteX241" fmla="*/ 4943646 w 7467600"/>
              <a:gd name="connsiteY241" fmla="*/ 3822916 h 6858000"/>
              <a:gd name="connsiteX242" fmla="*/ 4594837 w 7467600"/>
              <a:gd name="connsiteY242" fmla="*/ 3532274 h 6858000"/>
              <a:gd name="connsiteX243" fmla="*/ 4441737 w 7467600"/>
              <a:gd name="connsiteY243" fmla="*/ 3399734 h 6858000"/>
              <a:gd name="connsiteX244" fmla="*/ 5425834 w 7467600"/>
              <a:gd name="connsiteY244" fmla="*/ 3162785 h 6858000"/>
              <a:gd name="connsiteX245" fmla="*/ 5401644 w 7467600"/>
              <a:gd name="connsiteY245" fmla="*/ 3617847 h 6858000"/>
              <a:gd name="connsiteX246" fmla="*/ 5467256 w 7467600"/>
              <a:gd name="connsiteY246" fmla="*/ 4175494 h 6858000"/>
              <a:gd name="connsiteX247" fmla="*/ 5448069 w 7467600"/>
              <a:gd name="connsiteY247" fmla="*/ 3567554 h 6858000"/>
              <a:gd name="connsiteX248" fmla="*/ 5425834 w 7467600"/>
              <a:gd name="connsiteY248" fmla="*/ 3162785 h 6858000"/>
              <a:gd name="connsiteX249" fmla="*/ 1318687 w 7467600"/>
              <a:gd name="connsiteY249" fmla="*/ 3113840 h 6858000"/>
              <a:gd name="connsiteX250" fmla="*/ 1066793 w 7467600"/>
              <a:gd name="connsiteY250" fmla="*/ 3212171 h 6858000"/>
              <a:gd name="connsiteX251" fmla="*/ 993319 w 7467600"/>
              <a:gd name="connsiteY251" fmla="*/ 3247648 h 6858000"/>
              <a:gd name="connsiteX252" fmla="*/ 853081 w 7467600"/>
              <a:gd name="connsiteY252" fmla="*/ 3312410 h 6858000"/>
              <a:gd name="connsiteX253" fmla="*/ 805957 w 7467600"/>
              <a:gd name="connsiteY253" fmla="*/ 3330443 h 6858000"/>
              <a:gd name="connsiteX254" fmla="*/ 1318687 w 7467600"/>
              <a:gd name="connsiteY254" fmla="*/ 3113840 h 6858000"/>
              <a:gd name="connsiteX255" fmla="*/ 5453702 w 7467600"/>
              <a:gd name="connsiteY255" fmla="*/ 3090882 h 6858000"/>
              <a:gd name="connsiteX256" fmla="*/ 5480135 w 7467600"/>
              <a:gd name="connsiteY256" fmla="*/ 3565802 h 6858000"/>
              <a:gd name="connsiteX257" fmla="*/ 5499023 w 7467600"/>
              <a:gd name="connsiteY257" fmla="*/ 4166310 h 6858000"/>
              <a:gd name="connsiteX258" fmla="*/ 5547022 w 7467600"/>
              <a:gd name="connsiteY258" fmla="*/ 3607838 h 6858000"/>
              <a:gd name="connsiteX259" fmla="*/ 5515964 w 7467600"/>
              <a:gd name="connsiteY259" fmla="*/ 3378541 h 6858000"/>
              <a:gd name="connsiteX260" fmla="*/ 5453702 w 7467600"/>
              <a:gd name="connsiteY260" fmla="*/ 3090882 h 6858000"/>
              <a:gd name="connsiteX261" fmla="*/ 1238695 w 7467600"/>
              <a:gd name="connsiteY261" fmla="*/ 3076820 h 6858000"/>
              <a:gd name="connsiteX262" fmla="*/ 716371 w 7467600"/>
              <a:gd name="connsiteY262" fmla="*/ 3293249 h 6858000"/>
              <a:gd name="connsiteX263" fmla="*/ 579522 w 7467600"/>
              <a:gd name="connsiteY263" fmla="*/ 3371759 h 6858000"/>
              <a:gd name="connsiteX264" fmla="*/ 600288 w 7467600"/>
              <a:gd name="connsiteY264" fmla="*/ 3365555 h 6858000"/>
              <a:gd name="connsiteX265" fmla="*/ 840692 w 7467600"/>
              <a:gd name="connsiteY265" fmla="*/ 3284921 h 6858000"/>
              <a:gd name="connsiteX266" fmla="*/ 979248 w 7467600"/>
              <a:gd name="connsiteY266" fmla="*/ 3221003 h 6858000"/>
              <a:gd name="connsiteX267" fmla="*/ 1053282 w 7467600"/>
              <a:gd name="connsiteY267" fmla="*/ 3185247 h 6858000"/>
              <a:gd name="connsiteX268" fmla="*/ 1320603 w 7467600"/>
              <a:gd name="connsiteY268" fmla="*/ 3081281 h 6858000"/>
              <a:gd name="connsiteX269" fmla="*/ 1238695 w 7467600"/>
              <a:gd name="connsiteY269" fmla="*/ 3076820 h 6858000"/>
              <a:gd name="connsiteX270" fmla="*/ 5425627 w 7467600"/>
              <a:gd name="connsiteY270" fmla="*/ 2954192 h 6858000"/>
              <a:gd name="connsiteX271" fmla="*/ 5470770 w 7467600"/>
              <a:gd name="connsiteY271" fmla="*/ 3005435 h 6858000"/>
              <a:gd name="connsiteX272" fmla="*/ 5519779 w 7467600"/>
              <a:gd name="connsiteY272" fmla="*/ 4359223 h 6858000"/>
              <a:gd name="connsiteX273" fmla="*/ 5520293 w 7467600"/>
              <a:gd name="connsiteY273" fmla="*/ 4360602 h 6858000"/>
              <a:gd name="connsiteX274" fmla="*/ 5767221 w 7467600"/>
              <a:gd name="connsiteY274" fmla="*/ 4665564 h 6858000"/>
              <a:gd name="connsiteX275" fmla="*/ 6937169 w 7467600"/>
              <a:gd name="connsiteY275" fmla="*/ 4815941 h 6858000"/>
              <a:gd name="connsiteX276" fmla="*/ 6953922 w 7467600"/>
              <a:gd name="connsiteY276" fmla="*/ 4890068 h 6858000"/>
              <a:gd name="connsiteX277" fmla="*/ 6071359 w 7467600"/>
              <a:gd name="connsiteY277" fmla="*/ 4770770 h 6858000"/>
              <a:gd name="connsiteX278" fmla="*/ 6038839 w 7467600"/>
              <a:gd name="connsiteY278" fmla="*/ 4764474 h 6858000"/>
              <a:gd name="connsiteX279" fmla="*/ 6038706 w 7467600"/>
              <a:gd name="connsiteY279" fmla="*/ 4763847 h 6858000"/>
              <a:gd name="connsiteX280" fmla="*/ 6037784 w 7467600"/>
              <a:gd name="connsiteY280" fmla="*/ 4764270 h 6858000"/>
              <a:gd name="connsiteX281" fmla="*/ 6038839 w 7467600"/>
              <a:gd name="connsiteY281" fmla="*/ 4764474 h 6858000"/>
              <a:gd name="connsiteX282" fmla="*/ 6040338 w 7467600"/>
              <a:gd name="connsiteY282" fmla="*/ 4771418 h 6858000"/>
              <a:gd name="connsiteX283" fmla="*/ 6024488 w 7467600"/>
              <a:gd name="connsiteY283" fmla="*/ 4809903 h 6858000"/>
              <a:gd name="connsiteX284" fmla="*/ 5599771 w 7467600"/>
              <a:gd name="connsiteY284" fmla="*/ 5509652 h 6858000"/>
              <a:gd name="connsiteX285" fmla="*/ 5548843 w 7467600"/>
              <a:gd name="connsiteY285" fmla="*/ 5563845 h 6858000"/>
              <a:gd name="connsiteX286" fmla="*/ 5940952 w 7467600"/>
              <a:gd name="connsiteY286" fmla="*/ 6250028 h 6858000"/>
              <a:gd name="connsiteX287" fmla="*/ 6043441 w 7467600"/>
              <a:gd name="connsiteY287" fmla="*/ 6665847 h 6858000"/>
              <a:gd name="connsiteX288" fmla="*/ 6093432 w 7467600"/>
              <a:gd name="connsiteY288" fmla="*/ 6858000 h 6858000"/>
              <a:gd name="connsiteX289" fmla="*/ 6034344 w 7467600"/>
              <a:gd name="connsiteY289" fmla="*/ 6858000 h 6858000"/>
              <a:gd name="connsiteX290" fmla="*/ 6026679 w 7467600"/>
              <a:gd name="connsiteY290" fmla="*/ 6836959 h 6858000"/>
              <a:gd name="connsiteX291" fmla="*/ 5800441 w 7467600"/>
              <a:gd name="connsiteY291" fmla="*/ 6335286 h 6858000"/>
              <a:gd name="connsiteX292" fmla="*/ 5526562 w 7467600"/>
              <a:gd name="connsiteY292" fmla="*/ 5705388 h 6858000"/>
              <a:gd name="connsiteX293" fmla="*/ 5519640 w 7467600"/>
              <a:gd name="connsiteY293" fmla="*/ 5683774 h 6858000"/>
              <a:gd name="connsiteX294" fmla="*/ 5844559 w 7467600"/>
              <a:gd name="connsiteY294" fmla="*/ 6553349 h 6858000"/>
              <a:gd name="connsiteX295" fmla="*/ 5975994 w 7467600"/>
              <a:gd name="connsiteY295" fmla="*/ 6858000 h 6858000"/>
              <a:gd name="connsiteX296" fmla="*/ 5898547 w 7467600"/>
              <a:gd name="connsiteY296" fmla="*/ 6858000 h 6858000"/>
              <a:gd name="connsiteX297" fmla="*/ 5682041 w 7467600"/>
              <a:gd name="connsiteY297" fmla="*/ 6355860 h 6858000"/>
              <a:gd name="connsiteX298" fmla="*/ 5461758 w 7467600"/>
              <a:gd name="connsiteY298" fmla="*/ 5820220 h 6858000"/>
              <a:gd name="connsiteX299" fmla="*/ 5237282 w 7467600"/>
              <a:gd name="connsiteY299" fmla="*/ 6579086 h 6858000"/>
              <a:gd name="connsiteX300" fmla="*/ 5115009 w 7467600"/>
              <a:gd name="connsiteY300" fmla="*/ 6858000 h 6858000"/>
              <a:gd name="connsiteX301" fmla="*/ 5028074 w 7467600"/>
              <a:gd name="connsiteY301" fmla="*/ 6858000 h 6858000"/>
              <a:gd name="connsiteX302" fmla="*/ 5079508 w 7467600"/>
              <a:gd name="connsiteY302" fmla="*/ 6749074 h 6858000"/>
              <a:gd name="connsiteX303" fmla="*/ 5371846 w 7467600"/>
              <a:gd name="connsiteY303" fmla="*/ 5924413 h 6858000"/>
              <a:gd name="connsiteX304" fmla="*/ 5270512 w 7467600"/>
              <a:gd name="connsiteY304" fmla="*/ 6138975 h 6858000"/>
              <a:gd name="connsiteX305" fmla="*/ 5062409 w 7467600"/>
              <a:gd name="connsiteY305" fmla="*/ 6653544 h 6858000"/>
              <a:gd name="connsiteX306" fmla="*/ 5036628 w 7467600"/>
              <a:gd name="connsiteY306" fmla="*/ 6754247 h 6858000"/>
              <a:gd name="connsiteX307" fmla="*/ 5009112 w 7467600"/>
              <a:gd name="connsiteY307" fmla="*/ 6858000 h 6858000"/>
              <a:gd name="connsiteX308" fmla="*/ 4976679 w 7467600"/>
              <a:gd name="connsiteY308" fmla="*/ 6858000 h 6858000"/>
              <a:gd name="connsiteX309" fmla="*/ 5006537 w 7467600"/>
              <a:gd name="connsiteY309" fmla="*/ 6747068 h 6858000"/>
              <a:gd name="connsiteX310" fmla="*/ 5032723 w 7467600"/>
              <a:gd name="connsiteY310" fmla="*/ 6644957 h 6858000"/>
              <a:gd name="connsiteX311" fmla="*/ 5242949 w 7467600"/>
              <a:gd name="connsiteY311" fmla="*/ 6125175 h 6858000"/>
              <a:gd name="connsiteX312" fmla="*/ 5286321 w 7467600"/>
              <a:gd name="connsiteY312" fmla="*/ 6033555 h 6858000"/>
              <a:gd name="connsiteX313" fmla="*/ 5008210 w 7467600"/>
              <a:gd name="connsiteY313" fmla="*/ 6649194 h 6858000"/>
              <a:gd name="connsiteX314" fmla="*/ 4986321 w 7467600"/>
              <a:gd name="connsiteY314" fmla="*/ 6765687 h 6858000"/>
              <a:gd name="connsiteX315" fmla="*/ 4973474 w 7467600"/>
              <a:gd name="connsiteY315" fmla="*/ 6858000 h 6858000"/>
              <a:gd name="connsiteX316" fmla="*/ 4907178 w 7467600"/>
              <a:gd name="connsiteY316" fmla="*/ 6858000 h 6858000"/>
              <a:gd name="connsiteX317" fmla="*/ 4910810 w 7467600"/>
              <a:gd name="connsiteY317" fmla="*/ 6829660 h 6858000"/>
              <a:gd name="connsiteX318" fmla="*/ 4987461 w 7467600"/>
              <a:gd name="connsiteY318" fmla="*/ 6432994 h 6858000"/>
              <a:gd name="connsiteX319" fmla="*/ 5179262 w 7467600"/>
              <a:gd name="connsiteY319" fmla="*/ 6035044 h 6858000"/>
              <a:gd name="connsiteX320" fmla="*/ 4689678 w 7467600"/>
              <a:gd name="connsiteY320" fmla="*/ 6440241 h 6858000"/>
              <a:gd name="connsiteX321" fmla="*/ 4477543 w 7467600"/>
              <a:gd name="connsiteY321" fmla="*/ 6674836 h 6858000"/>
              <a:gd name="connsiteX322" fmla="*/ 4329957 w 7467600"/>
              <a:gd name="connsiteY322" fmla="*/ 6858000 h 6858000"/>
              <a:gd name="connsiteX323" fmla="*/ 4218595 w 7467600"/>
              <a:gd name="connsiteY323" fmla="*/ 6858000 h 6858000"/>
              <a:gd name="connsiteX324" fmla="*/ 4368888 w 7467600"/>
              <a:gd name="connsiteY324" fmla="*/ 6668412 h 6858000"/>
              <a:gd name="connsiteX325" fmla="*/ 4563091 w 7467600"/>
              <a:gd name="connsiteY325" fmla="*/ 6442508 h 6858000"/>
              <a:gd name="connsiteX326" fmla="*/ 5387324 w 7467600"/>
              <a:gd name="connsiteY326" fmla="*/ 5705830 h 6858000"/>
              <a:gd name="connsiteX327" fmla="*/ 5073620 w 7467600"/>
              <a:gd name="connsiteY327" fmla="*/ 5955437 h 6858000"/>
              <a:gd name="connsiteX328" fmla="*/ 4689789 w 7467600"/>
              <a:gd name="connsiteY328" fmla="*/ 6268382 h 6858000"/>
              <a:gd name="connsiteX329" fmla="*/ 4418722 w 7467600"/>
              <a:gd name="connsiteY329" fmla="*/ 6570886 h 6858000"/>
              <a:gd name="connsiteX330" fmla="*/ 4214944 w 7467600"/>
              <a:gd name="connsiteY330" fmla="*/ 6858000 h 6858000"/>
              <a:gd name="connsiteX331" fmla="*/ 4177898 w 7467600"/>
              <a:gd name="connsiteY331" fmla="*/ 6858000 h 6858000"/>
              <a:gd name="connsiteX332" fmla="*/ 4391597 w 7467600"/>
              <a:gd name="connsiteY332" fmla="*/ 6556370 h 6858000"/>
              <a:gd name="connsiteX333" fmla="*/ 4668889 w 7467600"/>
              <a:gd name="connsiteY333" fmla="*/ 6246399 h 6858000"/>
              <a:gd name="connsiteX334" fmla="*/ 5055427 w 7467600"/>
              <a:gd name="connsiteY334" fmla="*/ 5931476 h 6858000"/>
              <a:gd name="connsiteX335" fmla="*/ 5371814 w 7467600"/>
              <a:gd name="connsiteY335" fmla="*/ 5678975 h 6858000"/>
              <a:gd name="connsiteX336" fmla="*/ 4987918 w 7467600"/>
              <a:gd name="connsiteY336" fmla="*/ 5838701 h 6858000"/>
              <a:gd name="connsiteX337" fmla="*/ 4317146 w 7467600"/>
              <a:gd name="connsiteY337" fmla="*/ 6587716 h 6858000"/>
              <a:gd name="connsiteX338" fmla="*/ 4171627 w 7467600"/>
              <a:gd name="connsiteY338" fmla="*/ 6858000 h 6858000"/>
              <a:gd name="connsiteX339" fmla="*/ 4081585 w 7467600"/>
              <a:gd name="connsiteY339" fmla="*/ 6858000 h 6858000"/>
              <a:gd name="connsiteX340" fmla="*/ 4238603 w 7467600"/>
              <a:gd name="connsiteY340" fmla="*/ 6559341 h 6858000"/>
              <a:gd name="connsiteX341" fmla="*/ 4778333 w 7467600"/>
              <a:gd name="connsiteY341" fmla="*/ 5873626 h 6858000"/>
              <a:gd name="connsiteX342" fmla="*/ 5414185 w 7467600"/>
              <a:gd name="connsiteY342" fmla="*/ 5573882 h 6858000"/>
              <a:gd name="connsiteX343" fmla="*/ 5959648 w 7467600"/>
              <a:gd name="connsiteY343" fmla="*/ 4760797 h 6858000"/>
              <a:gd name="connsiteX344" fmla="*/ 5355019 w 7467600"/>
              <a:gd name="connsiteY344" fmla="*/ 4734672 h 6858000"/>
              <a:gd name="connsiteX345" fmla="*/ 5083565 w 7467600"/>
              <a:gd name="connsiteY345" fmla="*/ 5179121 h 6858000"/>
              <a:gd name="connsiteX346" fmla="*/ 4713577 w 7467600"/>
              <a:gd name="connsiteY346" fmla="*/ 5616803 h 6858000"/>
              <a:gd name="connsiteX347" fmla="*/ 3989559 w 7467600"/>
              <a:gd name="connsiteY347" fmla="*/ 6145945 h 6858000"/>
              <a:gd name="connsiteX348" fmla="*/ 3939824 w 7467600"/>
              <a:gd name="connsiteY348" fmla="*/ 6066900 h 6858000"/>
              <a:gd name="connsiteX349" fmla="*/ 4584537 w 7467600"/>
              <a:gd name="connsiteY349" fmla="*/ 5324826 h 6858000"/>
              <a:gd name="connsiteX350" fmla="*/ 5037105 w 7467600"/>
              <a:gd name="connsiteY350" fmla="*/ 5088765 h 6858000"/>
              <a:gd name="connsiteX351" fmla="*/ 5039930 w 7467600"/>
              <a:gd name="connsiteY351" fmla="*/ 5089585 h 6858000"/>
              <a:gd name="connsiteX352" fmla="*/ 5263764 w 7467600"/>
              <a:gd name="connsiteY352" fmla="*/ 4735525 h 6858000"/>
              <a:gd name="connsiteX353" fmla="*/ 4086300 w 7467600"/>
              <a:gd name="connsiteY353" fmla="*/ 4884599 h 6858000"/>
              <a:gd name="connsiteX354" fmla="*/ 4085485 w 7467600"/>
              <a:gd name="connsiteY354" fmla="*/ 4899070 h 6858000"/>
              <a:gd name="connsiteX355" fmla="*/ 3871915 w 7467600"/>
              <a:gd name="connsiteY355" fmla="*/ 5253645 h 6858000"/>
              <a:gd name="connsiteX356" fmla="*/ 3799374 w 7467600"/>
              <a:gd name="connsiteY356" fmla="*/ 5466127 h 6858000"/>
              <a:gd name="connsiteX357" fmla="*/ 3498850 w 7467600"/>
              <a:gd name="connsiteY357" fmla="*/ 6661888 h 6858000"/>
              <a:gd name="connsiteX358" fmla="*/ 3399216 w 7467600"/>
              <a:gd name="connsiteY358" fmla="*/ 6858000 h 6858000"/>
              <a:gd name="connsiteX359" fmla="*/ 3303688 w 7467600"/>
              <a:gd name="connsiteY359" fmla="*/ 6858000 h 6858000"/>
              <a:gd name="connsiteX360" fmla="*/ 3391774 w 7467600"/>
              <a:gd name="connsiteY360" fmla="*/ 6697181 h 6858000"/>
              <a:gd name="connsiteX361" fmla="*/ 3735540 w 7467600"/>
              <a:gd name="connsiteY361" fmla="*/ 5546923 h 6858000"/>
              <a:gd name="connsiteX362" fmla="*/ 3729438 w 7467600"/>
              <a:gd name="connsiteY362" fmla="*/ 5569058 h 6858000"/>
              <a:gd name="connsiteX363" fmla="*/ 3707782 w 7467600"/>
              <a:gd name="connsiteY363" fmla="*/ 5644908 h 6858000"/>
              <a:gd name="connsiteX364" fmla="*/ 3583827 w 7467600"/>
              <a:gd name="connsiteY364" fmla="*/ 6039215 h 6858000"/>
              <a:gd name="connsiteX365" fmla="*/ 3547861 w 7467600"/>
              <a:gd name="connsiteY365" fmla="*/ 6129609 h 6858000"/>
              <a:gd name="connsiteX366" fmla="*/ 3490905 w 7467600"/>
              <a:gd name="connsiteY366" fmla="*/ 6277660 h 6858000"/>
              <a:gd name="connsiteX367" fmla="*/ 3455859 w 7467600"/>
              <a:gd name="connsiteY367" fmla="*/ 6391301 h 6858000"/>
              <a:gd name="connsiteX368" fmla="*/ 3429112 w 7467600"/>
              <a:gd name="connsiteY368" fmla="*/ 6479469 h 6858000"/>
              <a:gd name="connsiteX369" fmla="*/ 3304862 w 7467600"/>
              <a:gd name="connsiteY369" fmla="*/ 6796476 h 6858000"/>
              <a:gd name="connsiteX370" fmla="*/ 3276071 w 7467600"/>
              <a:gd name="connsiteY370" fmla="*/ 6858000 h 6858000"/>
              <a:gd name="connsiteX371" fmla="*/ 3240805 w 7467600"/>
              <a:gd name="connsiteY371" fmla="*/ 6858000 h 6858000"/>
              <a:gd name="connsiteX372" fmla="*/ 3275917 w 7467600"/>
              <a:gd name="connsiteY372" fmla="*/ 6783192 h 6858000"/>
              <a:gd name="connsiteX373" fmla="*/ 3399358 w 7467600"/>
              <a:gd name="connsiteY373" fmla="*/ 6469011 h 6858000"/>
              <a:gd name="connsiteX374" fmla="*/ 3425650 w 7467600"/>
              <a:gd name="connsiteY374" fmla="*/ 6381333 h 6858000"/>
              <a:gd name="connsiteX375" fmla="*/ 3460661 w 7467600"/>
              <a:gd name="connsiteY375" fmla="*/ 6266763 h 6858000"/>
              <a:gd name="connsiteX376" fmla="*/ 3518021 w 7467600"/>
              <a:gd name="connsiteY376" fmla="*/ 6117298 h 6858000"/>
              <a:gd name="connsiteX377" fmla="*/ 3554035 w 7467600"/>
              <a:gd name="connsiteY377" fmla="*/ 6027832 h 6858000"/>
              <a:gd name="connsiteX378" fmla="*/ 3677174 w 7467600"/>
              <a:gd name="connsiteY378" fmla="*/ 5636351 h 6858000"/>
              <a:gd name="connsiteX379" fmla="*/ 3698819 w 7467600"/>
              <a:gd name="connsiteY379" fmla="*/ 5560503 h 6858000"/>
              <a:gd name="connsiteX380" fmla="*/ 3702094 w 7467600"/>
              <a:gd name="connsiteY380" fmla="*/ 5549194 h 6858000"/>
              <a:gd name="connsiteX381" fmla="*/ 3398355 w 7467600"/>
              <a:gd name="connsiteY381" fmla="*/ 6094603 h 6858000"/>
              <a:gd name="connsiteX382" fmla="*/ 3193941 w 7467600"/>
              <a:gd name="connsiteY382" fmla="*/ 6798775 h 6858000"/>
              <a:gd name="connsiteX383" fmla="*/ 3184140 w 7467600"/>
              <a:gd name="connsiteY383" fmla="*/ 6858000 h 6858000"/>
              <a:gd name="connsiteX384" fmla="*/ 3099978 w 7467600"/>
              <a:gd name="connsiteY384" fmla="*/ 6858000 h 6858000"/>
              <a:gd name="connsiteX385" fmla="*/ 3101556 w 7467600"/>
              <a:gd name="connsiteY385" fmla="*/ 6843337 h 6858000"/>
              <a:gd name="connsiteX386" fmla="*/ 3370162 w 7467600"/>
              <a:gd name="connsiteY386" fmla="*/ 5785550 h 6858000"/>
              <a:gd name="connsiteX387" fmla="*/ 3746477 w 7467600"/>
              <a:gd name="connsiteY387" fmla="*/ 5377889 h 6858000"/>
              <a:gd name="connsiteX388" fmla="*/ 3863399 w 7467600"/>
              <a:gd name="connsiteY388" fmla="*/ 5087257 h 6858000"/>
              <a:gd name="connsiteX389" fmla="*/ 3968712 w 7467600"/>
              <a:gd name="connsiteY389" fmla="*/ 4913989 h 6858000"/>
              <a:gd name="connsiteX390" fmla="*/ 2792390 w 7467600"/>
              <a:gd name="connsiteY390" fmla="*/ 5382974 h 6858000"/>
              <a:gd name="connsiteX391" fmla="*/ 2714982 w 7467600"/>
              <a:gd name="connsiteY391" fmla="*/ 5427051 h 6858000"/>
              <a:gd name="connsiteX392" fmla="*/ 2813361 w 7467600"/>
              <a:gd name="connsiteY392" fmla="*/ 6023912 h 6858000"/>
              <a:gd name="connsiteX393" fmla="*/ 2688430 w 7467600"/>
              <a:gd name="connsiteY393" fmla="*/ 6801564 h 6858000"/>
              <a:gd name="connsiteX394" fmla="*/ 2629626 w 7467600"/>
              <a:gd name="connsiteY394" fmla="*/ 6763394 h 6858000"/>
              <a:gd name="connsiteX395" fmla="*/ 2565328 w 7467600"/>
              <a:gd name="connsiteY395" fmla="*/ 5516399 h 6858000"/>
              <a:gd name="connsiteX396" fmla="*/ 1922999 w 7467600"/>
              <a:gd name="connsiteY396" fmla="*/ 5980343 h 6858000"/>
              <a:gd name="connsiteX397" fmla="*/ 1950261 w 7467600"/>
              <a:gd name="connsiteY397" fmla="*/ 6405858 h 6858000"/>
              <a:gd name="connsiteX398" fmla="*/ 2365554 w 7467600"/>
              <a:gd name="connsiteY398" fmla="*/ 6759107 h 6858000"/>
              <a:gd name="connsiteX399" fmla="*/ 2424142 w 7467600"/>
              <a:gd name="connsiteY399" fmla="*/ 6858000 h 6858000"/>
              <a:gd name="connsiteX400" fmla="*/ 2395994 w 7467600"/>
              <a:gd name="connsiteY400" fmla="*/ 6858000 h 6858000"/>
              <a:gd name="connsiteX401" fmla="*/ 2392863 w 7467600"/>
              <a:gd name="connsiteY401" fmla="*/ 6852964 h 6858000"/>
              <a:gd name="connsiteX402" fmla="*/ 2017589 w 7467600"/>
              <a:gd name="connsiteY402" fmla="*/ 6493982 h 6858000"/>
              <a:gd name="connsiteX403" fmla="*/ 2147336 w 7467600"/>
              <a:gd name="connsiteY403" fmla="*/ 6594052 h 6858000"/>
              <a:gd name="connsiteX404" fmla="*/ 2207047 w 7467600"/>
              <a:gd name="connsiteY404" fmla="*/ 6654540 h 6858000"/>
              <a:gd name="connsiteX405" fmla="*/ 2299106 w 7467600"/>
              <a:gd name="connsiteY405" fmla="*/ 6778931 h 6858000"/>
              <a:gd name="connsiteX406" fmla="*/ 2314430 w 7467600"/>
              <a:gd name="connsiteY406" fmla="*/ 6801144 h 6858000"/>
              <a:gd name="connsiteX407" fmla="*/ 2352406 w 7467600"/>
              <a:gd name="connsiteY407" fmla="*/ 6858000 h 6858000"/>
              <a:gd name="connsiteX408" fmla="*/ 2314492 w 7467600"/>
              <a:gd name="connsiteY408" fmla="*/ 6858000 h 6858000"/>
              <a:gd name="connsiteX409" fmla="*/ 2288095 w 7467600"/>
              <a:gd name="connsiteY409" fmla="*/ 6818030 h 6858000"/>
              <a:gd name="connsiteX410" fmla="*/ 2272768 w 7467600"/>
              <a:gd name="connsiteY410" fmla="*/ 6795822 h 6858000"/>
              <a:gd name="connsiteX411" fmla="*/ 2182715 w 7467600"/>
              <a:gd name="connsiteY411" fmla="*/ 6675071 h 6858000"/>
              <a:gd name="connsiteX412" fmla="*/ 2032061 w 7467600"/>
              <a:gd name="connsiteY412" fmla="*/ 6541380 h 6858000"/>
              <a:gd name="connsiteX413" fmla="*/ 2257220 w 7467600"/>
              <a:gd name="connsiteY413" fmla="*/ 6826257 h 6858000"/>
              <a:gd name="connsiteX414" fmla="*/ 2281324 w 7467600"/>
              <a:gd name="connsiteY414" fmla="*/ 6858000 h 6858000"/>
              <a:gd name="connsiteX415" fmla="*/ 2242860 w 7467600"/>
              <a:gd name="connsiteY415" fmla="*/ 6858000 h 6858000"/>
              <a:gd name="connsiteX416" fmla="*/ 2232818 w 7467600"/>
              <a:gd name="connsiteY416" fmla="*/ 6844926 h 6858000"/>
              <a:gd name="connsiteX417" fmla="*/ 1990172 w 7467600"/>
              <a:gd name="connsiteY417" fmla="*/ 6542121 h 6858000"/>
              <a:gd name="connsiteX418" fmla="*/ 2124090 w 7467600"/>
              <a:gd name="connsiteY418" fmla="*/ 6761017 h 6858000"/>
              <a:gd name="connsiteX419" fmla="*/ 2200380 w 7467600"/>
              <a:gd name="connsiteY419" fmla="*/ 6858000 h 6858000"/>
              <a:gd name="connsiteX420" fmla="*/ 2147507 w 7467600"/>
              <a:gd name="connsiteY420" fmla="*/ 6858000 h 6858000"/>
              <a:gd name="connsiteX421" fmla="*/ 2070668 w 7467600"/>
              <a:gd name="connsiteY421" fmla="*/ 6761520 h 6858000"/>
              <a:gd name="connsiteX422" fmla="*/ 1975142 w 7467600"/>
              <a:gd name="connsiteY422" fmla="*/ 6585570 h 6858000"/>
              <a:gd name="connsiteX423" fmla="*/ 2050035 w 7467600"/>
              <a:gd name="connsiteY423" fmla="*/ 6813345 h 6858000"/>
              <a:gd name="connsiteX424" fmla="*/ 2063025 w 7467600"/>
              <a:gd name="connsiteY424" fmla="*/ 6858000 h 6858000"/>
              <a:gd name="connsiteX425" fmla="*/ 2021675 w 7467600"/>
              <a:gd name="connsiteY425" fmla="*/ 6858000 h 6858000"/>
              <a:gd name="connsiteX426" fmla="*/ 2019308 w 7467600"/>
              <a:gd name="connsiteY426" fmla="*/ 6847118 h 6858000"/>
              <a:gd name="connsiteX427" fmla="*/ 1938835 w 7467600"/>
              <a:gd name="connsiteY427" fmla="*/ 6551160 h 6858000"/>
              <a:gd name="connsiteX428" fmla="*/ 1953230 w 7467600"/>
              <a:gd name="connsiteY428" fmla="*/ 6759699 h 6858000"/>
              <a:gd name="connsiteX429" fmla="*/ 1956763 w 7467600"/>
              <a:gd name="connsiteY429" fmla="*/ 6778191 h 6858000"/>
              <a:gd name="connsiteX430" fmla="*/ 1967925 w 7467600"/>
              <a:gd name="connsiteY430" fmla="*/ 6858000 h 6858000"/>
              <a:gd name="connsiteX431" fmla="*/ 1936622 w 7467600"/>
              <a:gd name="connsiteY431" fmla="*/ 6858000 h 6858000"/>
              <a:gd name="connsiteX432" fmla="*/ 1926261 w 7467600"/>
              <a:gd name="connsiteY432" fmla="*/ 6784064 h 6858000"/>
              <a:gd name="connsiteX433" fmla="*/ 1922724 w 7467600"/>
              <a:gd name="connsiteY433" fmla="*/ 6765577 h 6858000"/>
              <a:gd name="connsiteX434" fmla="*/ 1904650 w 7467600"/>
              <a:gd name="connsiteY434" fmla="*/ 6639616 h 6858000"/>
              <a:gd name="connsiteX435" fmla="*/ 1885273 w 7467600"/>
              <a:gd name="connsiteY435" fmla="*/ 6858000 h 6858000"/>
              <a:gd name="connsiteX436" fmla="*/ 1854363 w 7467600"/>
              <a:gd name="connsiteY436" fmla="*/ 6858000 h 6858000"/>
              <a:gd name="connsiteX437" fmla="*/ 1880391 w 7467600"/>
              <a:gd name="connsiteY437" fmla="*/ 6603796 h 6858000"/>
              <a:gd name="connsiteX438" fmla="*/ 1818273 w 7467600"/>
              <a:gd name="connsiteY438" fmla="*/ 6715729 h 6858000"/>
              <a:gd name="connsiteX439" fmla="*/ 1794691 w 7467600"/>
              <a:gd name="connsiteY439" fmla="*/ 6843239 h 6858000"/>
              <a:gd name="connsiteX440" fmla="*/ 1794914 w 7467600"/>
              <a:gd name="connsiteY440" fmla="*/ 6858000 h 6858000"/>
              <a:gd name="connsiteX441" fmla="*/ 1746128 w 7467600"/>
              <a:gd name="connsiteY441" fmla="*/ 6858000 h 6858000"/>
              <a:gd name="connsiteX442" fmla="*/ 1753934 w 7467600"/>
              <a:gd name="connsiteY442" fmla="*/ 6724796 h 6858000"/>
              <a:gd name="connsiteX443" fmla="*/ 1792053 w 7467600"/>
              <a:gd name="connsiteY443" fmla="*/ 6572396 h 6858000"/>
              <a:gd name="connsiteX444" fmla="*/ 1862248 w 7467600"/>
              <a:gd name="connsiteY444" fmla="*/ 6266397 h 6858000"/>
              <a:gd name="connsiteX445" fmla="*/ 1862250 w 7467600"/>
              <a:gd name="connsiteY445" fmla="*/ 6033531 h 6858000"/>
              <a:gd name="connsiteX446" fmla="*/ 1211999 w 7467600"/>
              <a:gd name="connsiteY446" fmla="*/ 6683610 h 6858000"/>
              <a:gd name="connsiteX447" fmla="*/ 1213266 w 7467600"/>
              <a:gd name="connsiteY447" fmla="*/ 6691947 h 6858000"/>
              <a:gd name="connsiteX448" fmla="*/ 1203370 w 7467600"/>
              <a:gd name="connsiteY448" fmla="*/ 6850676 h 6858000"/>
              <a:gd name="connsiteX449" fmla="*/ 1203671 w 7467600"/>
              <a:gd name="connsiteY449" fmla="*/ 6858000 h 6858000"/>
              <a:gd name="connsiteX450" fmla="*/ 1143180 w 7467600"/>
              <a:gd name="connsiteY450" fmla="*/ 6858000 h 6858000"/>
              <a:gd name="connsiteX451" fmla="*/ 1142176 w 7467600"/>
              <a:gd name="connsiteY451" fmla="*/ 6766045 h 6858000"/>
              <a:gd name="connsiteX452" fmla="*/ 1067484 w 7467600"/>
              <a:gd name="connsiteY452" fmla="*/ 6858000 h 6858000"/>
              <a:gd name="connsiteX453" fmla="*/ 953928 w 7467600"/>
              <a:gd name="connsiteY453" fmla="*/ 6858000 h 6858000"/>
              <a:gd name="connsiteX454" fmla="*/ 959715 w 7467600"/>
              <a:gd name="connsiteY454" fmla="*/ 6850185 h 6858000"/>
              <a:gd name="connsiteX455" fmla="*/ 1483788 w 7467600"/>
              <a:gd name="connsiteY455" fmla="*/ 6259174 h 6858000"/>
              <a:gd name="connsiteX456" fmla="*/ 1100671 w 7467600"/>
              <a:gd name="connsiteY456" fmla="*/ 6252137 h 6858000"/>
              <a:gd name="connsiteX457" fmla="*/ 1090144 w 7467600"/>
              <a:gd name="connsiteY457" fmla="*/ 6256748 h 6858000"/>
              <a:gd name="connsiteX458" fmla="*/ 1095872 w 7467600"/>
              <a:gd name="connsiteY458" fmla="*/ 6271892 h 6858000"/>
              <a:gd name="connsiteX459" fmla="*/ 262785 w 7467600"/>
              <a:gd name="connsiteY459" fmla="*/ 6845450 h 6858000"/>
              <a:gd name="connsiteX460" fmla="*/ 209968 w 7467600"/>
              <a:gd name="connsiteY460" fmla="*/ 6770713 h 6858000"/>
              <a:gd name="connsiteX461" fmla="*/ 873460 w 7467600"/>
              <a:gd name="connsiteY461" fmla="*/ 6253768 h 6858000"/>
              <a:gd name="connsiteX462" fmla="*/ 192686 w 7467600"/>
              <a:gd name="connsiteY462" fmla="*/ 5849257 h 6858000"/>
              <a:gd name="connsiteX463" fmla="*/ 4696 w 7467600"/>
              <a:gd name="connsiteY463" fmla="*/ 5697668 h 6858000"/>
              <a:gd name="connsiteX464" fmla="*/ 0 w 7467600"/>
              <a:gd name="connsiteY464" fmla="*/ 5689984 h 6858000"/>
              <a:gd name="connsiteX465" fmla="*/ 0 w 7467600"/>
              <a:gd name="connsiteY465" fmla="*/ 5513472 h 6858000"/>
              <a:gd name="connsiteX466" fmla="*/ 174101 w 7467600"/>
              <a:gd name="connsiteY466" fmla="*/ 5620277 h 6858000"/>
              <a:gd name="connsiteX467" fmla="*/ 891800 w 7467600"/>
              <a:gd name="connsiteY467" fmla="*/ 6036935 h 6858000"/>
              <a:gd name="connsiteX468" fmla="*/ 1072219 w 7467600"/>
              <a:gd name="connsiteY468" fmla="*/ 6169443 h 6858000"/>
              <a:gd name="connsiteX469" fmla="*/ 1074117 w 7467600"/>
              <a:gd name="connsiteY469" fmla="*/ 6170301 h 6858000"/>
              <a:gd name="connsiteX470" fmla="*/ 1083114 w 7467600"/>
              <a:gd name="connsiteY470" fmla="*/ 6174131 h 6858000"/>
              <a:gd name="connsiteX471" fmla="*/ 1543010 w 7467600"/>
              <a:gd name="connsiteY471" fmla="*/ 6191140 h 6858000"/>
              <a:gd name="connsiteX472" fmla="*/ 1551080 w 7467600"/>
              <a:gd name="connsiteY472" fmla="*/ 6195006 h 6858000"/>
              <a:gd name="connsiteX473" fmla="*/ 2345443 w 7467600"/>
              <a:gd name="connsiteY473" fmla="*/ 5549882 h 6858000"/>
              <a:gd name="connsiteX474" fmla="*/ 1721499 w 7467600"/>
              <a:gd name="connsiteY474" fmla="*/ 5599969 h 6858000"/>
              <a:gd name="connsiteX475" fmla="*/ 767716 w 7467600"/>
              <a:gd name="connsiteY475" fmla="*/ 5472768 h 6858000"/>
              <a:gd name="connsiteX476" fmla="*/ 722147 w 7467600"/>
              <a:gd name="connsiteY476" fmla="*/ 5393091 h 6858000"/>
              <a:gd name="connsiteX477" fmla="*/ 1485552 w 7467600"/>
              <a:gd name="connsiteY477" fmla="*/ 5313202 h 6858000"/>
              <a:gd name="connsiteX478" fmla="*/ 2143004 w 7467600"/>
              <a:gd name="connsiteY478" fmla="*/ 5402420 h 6858000"/>
              <a:gd name="connsiteX479" fmla="*/ 1933391 w 7467600"/>
              <a:gd name="connsiteY479" fmla="*/ 5156971 h 6858000"/>
              <a:gd name="connsiteX480" fmla="*/ 1827118 w 7467600"/>
              <a:gd name="connsiteY480" fmla="*/ 4968410 h 6858000"/>
              <a:gd name="connsiteX481" fmla="*/ 1837349 w 7467600"/>
              <a:gd name="connsiteY481" fmla="*/ 4956357 h 6858000"/>
              <a:gd name="connsiteX482" fmla="*/ 2162835 w 7467600"/>
              <a:gd name="connsiteY482" fmla="*/ 5187853 h 6858000"/>
              <a:gd name="connsiteX483" fmla="*/ 2257167 w 7467600"/>
              <a:gd name="connsiteY483" fmla="*/ 5462123 h 6858000"/>
              <a:gd name="connsiteX484" fmla="*/ 2261598 w 7467600"/>
              <a:gd name="connsiteY484" fmla="*/ 5467998 h 6858000"/>
              <a:gd name="connsiteX485" fmla="*/ 2437177 w 7467600"/>
              <a:gd name="connsiteY485" fmla="*/ 5479608 h 6858000"/>
              <a:gd name="connsiteX486" fmla="*/ 2445247 w 7467600"/>
              <a:gd name="connsiteY486" fmla="*/ 5483476 h 6858000"/>
              <a:gd name="connsiteX487" fmla="*/ 2743626 w 7467600"/>
              <a:gd name="connsiteY487" fmla="*/ 5304819 h 6858000"/>
              <a:gd name="connsiteX488" fmla="*/ 3048102 w 7467600"/>
              <a:gd name="connsiteY488" fmla="*/ 5150595 h 6858000"/>
              <a:gd name="connsiteX489" fmla="*/ 1799414 w 7467600"/>
              <a:gd name="connsiteY489" fmla="*/ 4694732 h 6858000"/>
              <a:gd name="connsiteX490" fmla="*/ 1771735 w 7467600"/>
              <a:gd name="connsiteY490" fmla="*/ 4619929 h 6858000"/>
              <a:gd name="connsiteX491" fmla="*/ 3104273 w 7467600"/>
              <a:gd name="connsiteY491" fmla="*/ 5076159 h 6858000"/>
              <a:gd name="connsiteX492" fmla="*/ 3113245 w 7467600"/>
              <a:gd name="connsiteY492" fmla="*/ 5090705 h 6858000"/>
              <a:gd name="connsiteX493" fmla="*/ 3126294 w 7467600"/>
              <a:gd name="connsiteY493" fmla="*/ 5114400 h 6858000"/>
              <a:gd name="connsiteX494" fmla="*/ 3937433 w 7467600"/>
              <a:gd name="connsiteY494" fmla="*/ 4830473 h 6858000"/>
              <a:gd name="connsiteX495" fmla="*/ 3590475 w 7467600"/>
              <a:gd name="connsiteY495" fmla="*/ 4597974 h 6858000"/>
              <a:gd name="connsiteX496" fmla="*/ 3100264 w 7467600"/>
              <a:gd name="connsiteY496" fmla="*/ 4579845 h 6858000"/>
              <a:gd name="connsiteX497" fmla="*/ 2183576 w 7467600"/>
              <a:gd name="connsiteY497" fmla="*/ 4227150 h 6858000"/>
              <a:gd name="connsiteX498" fmla="*/ 2151029 w 7467600"/>
              <a:gd name="connsiteY498" fmla="*/ 4146947 h 6858000"/>
              <a:gd name="connsiteX499" fmla="*/ 3563434 w 7467600"/>
              <a:gd name="connsiteY499" fmla="*/ 4469115 h 6858000"/>
              <a:gd name="connsiteX500" fmla="*/ 3177952 w 7467600"/>
              <a:gd name="connsiteY500" fmla="*/ 3657386 h 6858000"/>
              <a:gd name="connsiteX501" fmla="*/ 3189263 w 7467600"/>
              <a:gd name="connsiteY501" fmla="*/ 3625726 h 6858000"/>
              <a:gd name="connsiteX502" fmla="*/ 3560912 w 7467600"/>
              <a:gd name="connsiteY502" fmla="*/ 4079863 h 6858000"/>
              <a:gd name="connsiteX503" fmla="*/ 3626636 w 7467600"/>
              <a:gd name="connsiteY503" fmla="*/ 4512230 h 6858000"/>
              <a:gd name="connsiteX504" fmla="*/ 3653088 w 7467600"/>
              <a:gd name="connsiteY504" fmla="*/ 4521417 h 6858000"/>
              <a:gd name="connsiteX505" fmla="*/ 3988128 w 7467600"/>
              <a:gd name="connsiteY505" fmla="*/ 4817267 h 6858000"/>
              <a:gd name="connsiteX506" fmla="*/ 4830582 w 7467600"/>
              <a:gd name="connsiteY506" fmla="*/ 4676000 h 6858000"/>
              <a:gd name="connsiteX507" fmla="*/ 4830100 w 7467600"/>
              <a:gd name="connsiteY507" fmla="*/ 4675554 h 6858000"/>
              <a:gd name="connsiteX508" fmla="*/ 4036318 w 7467600"/>
              <a:gd name="connsiteY508" fmla="*/ 4147013 h 6858000"/>
              <a:gd name="connsiteX509" fmla="*/ 3432098 w 7467600"/>
              <a:gd name="connsiteY509" fmla="*/ 3537312 h 6858000"/>
              <a:gd name="connsiteX510" fmla="*/ 3446761 w 7467600"/>
              <a:gd name="connsiteY510" fmla="*/ 3461278 h 6858000"/>
              <a:gd name="connsiteX511" fmla="*/ 4419733 w 7467600"/>
              <a:gd name="connsiteY511" fmla="*/ 3963555 h 6858000"/>
              <a:gd name="connsiteX512" fmla="*/ 4781371 w 7467600"/>
              <a:gd name="connsiteY512" fmla="*/ 4458604 h 6858000"/>
              <a:gd name="connsiteX513" fmla="*/ 4780440 w 7467600"/>
              <a:gd name="connsiteY513" fmla="*/ 4470290 h 6858000"/>
              <a:gd name="connsiteX514" fmla="*/ 4898954 w 7467600"/>
              <a:gd name="connsiteY514" fmla="*/ 4662092 h 6858000"/>
              <a:gd name="connsiteX515" fmla="*/ 4900699 w 7467600"/>
              <a:gd name="connsiteY515" fmla="*/ 4670867 h 6858000"/>
              <a:gd name="connsiteX516" fmla="*/ 5714511 w 7467600"/>
              <a:gd name="connsiteY516" fmla="*/ 4663483 h 6858000"/>
              <a:gd name="connsiteX517" fmla="*/ 5464793 w 7467600"/>
              <a:gd name="connsiteY517" fmla="*/ 4393556 h 6858000"/>
              <a:gd name="connsiteX518" fmla="*/ 5461897 w 7467600"/>
              <a:gd name="connsiteY518" fmla="*/ 4390879 h 6858000"/>
              <a:gd name="connsiteX519" fmla="*/ 4294126 w 7467600"/>
              <a:gd name="connsiteY519" fmla="*/ 3303048 h 6858000"/>
              <a:gd name="connsiteX520" fmla="*/ 4305321 w 7467600"/>
              <a:gd name="connsiteY520" fmla="*/ 3256953 h 6858000"/>
              <a:gd name="connsiteX521" fmla="*/ 4949299 w 7467600"/>
              <a:gd name="connsiteY521" fmla="*/ 3766336 h 6858000"/>
              <a:gd name="connsiteX522" fmla="*/ 5291452 w 7467600"/>
              <a:gd name="connsiteY522" fmla="*/ 4076801 h 6858000"/>
              <a:gd name="connsiteX523" fmla="*/ 5434998 w 7467600"/>
              <a:gd name="connsiteY523" fmla="*/ 4254100 h 6858000"/>
              <a:gd name="connsiteX524" fmla="*/ 5351015 w 7467600"/>
              <a:gd name="connsiteY524" fmla="*/ 3760989 h 6858000"/>
              <a:gd name="connsiteX525" fmla="*/ 5413780 w 7467600"/>
              <a:gd name="connsiteY525" fmla="*/ 2966265 h 6858000"/>
              <a:gd name="connsiteX526" fmla="*/ 5425627 w 7467600"/>
              <a:gd name="connsiteY526" fmla="*/ 2954192 h 6858000"/>
              <a:gd name="connsiteX527" fmla="*/ 6604735 w 7467600"/>
              <a:gd name="connsiteY527" fmla="*/ 2041381 h 6858000"/>
              <a:gd name="connsiteX528" fmla="*/ 7204487 w 7467600"/>
              <a:gd name="connsiteY528" fmla="*/ 2742112 h 6858000"/>
              <a:gd name="connsiteX529" fmla="*/ 7131592 w 7467600"/>
              <a:gd name="connsiteY529" fmla="*/ 2672096 h 6858000"/>
              <a:gd name="connsiteX530" fmla="*/ 6996344 w 7467600"/>
              <a:gd name="connsiteY530" fmla="*/ 2518310 h 6858000"/>
              <a:gd name="connsiteX531" fmla="*/ 6735495 w 7467600"/>
              <a:gd name="connsiteY531" fmla="*/ 2196890 h 6858000"/>
              <a:gd name="connsiteX532" fmla="*/ 6721901 w 7467600"/>
              <a:gd name="connsiteY532" fmla="*/ 2179274 h 6858000"/>
              <a:gd name="connsiteX533" fmla="*/ 6604735 w 7467600"/>
              <a:gd name="connsiteY533" fmla="*/ 2041381 h 6858000"/>
              <a:gd name="connsiteX534" fmla="*/ 6591670 w 7467600"/>
              <a:gd name="connsiteY534" fmla="*/ 1988277 h 6858000"/>
              <a:gd name="connsiteX535" fmla="*/ 6747349 w 7467600"/>
              <a:gd name="connsiteY535" fmla="*/ 2160069 h 6858000"/>
              <a:gd name="connsiteX536" fmla="*/ 6760943 w 7467600"/>
              <a:gd name="connsiteY536" fmla="*/ 2177686 h 6858000"/>
              <a:gd name="connsiteX537" fmla="*/ 7021065 w 7467600"/>
              <a:gd name="connsiteY537" fmla="*/ 2498102 h 6858000"/>
              <a:gd name="connsiteX538" fmla="*/ 7155223 w 7467600"/>
              <a:gd name="connsiteY538" fmla="*/ 2650386 h 6858000"/>
              <a:gd name="connsiteX539" fmla="*/ 7203167 w 7467600"/>
              <a:gd name="connsiteY539" fmla="*/ 2697288 h 6858000"/>
              <a:gd name="connsiteX540" fmla="*/ 6937703 w 7467600"/>
              <a:gd name="connsiteY540" fmla="*/ 2321981 h 6858000"/>
              <a:gd name="connsiteX541" fmla="*/ 6591670 w 7467600"/>
              <a:gd name="connsiteY541" fmla="*/ 1988277 h 6858000"/>
              <a:gd name="connsiteX542" fmla="*/ 5798671 w 7467600"/>
              <a:gd name="connsiteY542" fmla="*/ 1981601 h 6858000"/>
              <a:gd name="connsiteX543" fmla="*/ 5754709 w 7467600"/>
              <a:gd name="connsiteY543" fmla="*/ 2071454 h 6858000"/>
              <a:gd name="connsiteX544" fmla="*/ 5763044 w 7467600"/>
              <a:gd name="connsiteY544" fmla="*/ 2842206 h 6858000"/>
              <a:gd name="connsiteX545" fmla="*/ 5764974 w 7467600"/>
              <a:gd name="connsiteY545" fmla="*/ 2799609 h 6858000"/>
              <a:gd name="connsiteX546" fmla="*/ 5767665 w 7467600"/>
              <a:gd name="connsiteY546" fmla="*/ 2666409 h 6858000"/>
              <a:gd name="connsiteX547" fmla="*/ 5763055 w 7467600"/>
              <a:gd name="connsiteY547" fmla="*/ 2579705 h 6858000"/>
              <a:gd name="connsiteX548" fmla="*/ 5758079 w 7467600"/>
              <a:gd name="connsiteY548" fmla="*/ 2492508 h 6858000"/>
              <a:gd name="connsiteX549" fmla="*/ 5779325 w 7467600"/>
              <a:gd name="connsiteY549" fmla="*/ 2197069 h 6858000"/>
              <a:gd name="connsiteX550" fmla="*/ 5798671 w 7467600"/>
              <a:gd name="connsiteY550" fmla="*/ 1981601 h 6858000"/>
              <a:gd name="connsiteX551" fmla="*/ 5829202 w 7467600"/>
              <a:gd name="connsiteY551" fmla="*/ 1971679 h 6858000"/>
              <a:gd name="connsiteX552" fmla="*/ 5809558 w 7467600"/>
              <a:gd name="connsiteY552" fmla="*/ 2198043 h 6858000"/>
              <a:gd name="connsiteX553" fmla="*/ 5788653 w 7467600"/>
              <a:gd name="connsiteY553" fmla="*/ 2489430 h 6858000"/>
              <a:gd name="connsiteX554" fmla="*/ 5793439 w 7467600"/>
              <a:gd name="connsiteY554" fmla="*/ 2575235 h 6858000"/>
              <a:gd name="connsiteX555" fmla="*/ 5796837 w 7467600"/>
              <a:gd name="connsiteY555" fmla="*/ 2637633 h 6858000"/>
              <a:gd name="connsiteX556" fmla="*/ 5818614 w 7467600"/>
              <a:gd name="connsiteY556" fmla="*/ 2473055 h 6858000"/>
              <a:gd name="connsiteX557" fmla="*/ 5829202 w 7467600"/>
              <a:gd name="connsiteY557" fmla="*/ 1971679 h 6858000"/>
              <a:gd name="connsiteX558" fmla="*/ 5911389 w 7467600"/>
              <a:gd name="connsiteY558" fmla="*/ 1898371 h 6858000"/>
              <a:gd name="connsiteX559" fmla="*/ 6237627 w 7467600"/>
              <a:gd name="connsiteY559" fmla="*/ 2231921 h 6858000"/>
              <a:gd name="connsiteX560" fmla="*/ 5911389 w 7467600"/>
              <a:gd name="connsiteY560" fmla="*/ 1898371 h 6858000"/>
              <a:gd name="connsiteX561" fmla="*/ 6944437 w 7467600"/>
              <a:gd name="connsiteY561" fmla="*/ 1575402 h 6858000"/>
              <a:gd name="connsiteX562" fmla="*/ 6304730 w 7467600"/>
              <a:gd name="connsiteY562" fmla="*/ 1766654 h 6858000"/>
              <a:gd name="connsiteX563" fmla="*/ 6944437 w 7467600"/>
              <a:gd name="connsiteY563" fmla="*/ 1575402 h 6858000"/>
              <a:gd name="connsiteX564" fmla="*/ 7019523 w 7467600"/>
              <a:gd name="connsiteY564" fmla="*/ 1519450 h 6858000"/>
              <a:gd name="connsiteX565" fmla="*/ 6298091 w 7467600"/>
              <a:gd name="connsiteY565" fmla="*/ 1737122 h 6858000"/>
              <a:gd name="connsiteX566" fmla="*/ 7019523 w 7467600"/>
              <a:gd name="connsiteY566" fmla="*/ 1519450 h 6858000"/>
              <a:gd name="connsiteX567" fmla="*/ 2399523 w 7467600"/>
              <a:gd name="connsiteY567" fmla="*/ 1428234 h 6858000"/>
              <a:gd name="connsiteX568" fmla="*/ 2224982 w 7467600"/>
              <a:gd name="connsiteY568" fmla="*/ 1826201 h 6858000"/>
              <a:gd name="connsiteX569" fmla="*/ 2096099 w 7467600"/>
              <a:gd name="connsiteY569" fmla="*/ 2345900 h 6858000"/>
              <a:gd name="connsiteX570" fmla="*/ 2283317 w 7467600"/>
              <a:gd name="connsiteY570" fmla="*/ 1796925 h 6858000"/>
              <a:gd name="connsiteX571" fmla="*/ 2399523 w 7467600"/>
              <a:gd name="connsiteY571" fmla="*/ 1428234 h 6858000"/>
              <a:gd name="connsiteX572" fmla="*/ 2448558 w 7467600"/>
              <a:gd name="connsiteY572" fmla="*/ 1373435 h 6858000"/>
              <a:gd name="connsiteX573" fmla="*/ 2312521 w 7467600"/>
              <a:gd name="connsiteY573" fmla="*/ 1806140 h 6858000"/>
              <a:gd name="connsiteX574" fmla="*/ 2127533 w 7467600"/>
              <a:gd name="connsiteY574" fmla="*/ 2348380 h 6858000"/>
              <a:gd name="connsiteX575" fmla="*/ 2358080 w 7467600"/>
              <a:gd name="connsiteY575" fmla="*/ 1866134 h 6858000"/>
              <a:gd name="connsiteX576" fmla="*/ 2407436 w 7467600"/>
              <a:gd name="connsiteY576" fmla="*/ 1651070 h 6858000"/>
              <a:gd name="connsiteX577" fmla="*/ 2448558 w 7467600"/>
              <a:gd name="connsiteY577" fmla="*/ 1373435 h 6858000"/>
              <a:gd name="connsiteX578" fmla="*/ 278707 w 7467600"/>
              <a:gd name="connsiteY578" fmla="*/ 1352270 h 6858000"/>
              <a:gd name="connsiteX579" fmla="*/ 321570 w 7467600"/>
              <a:gd name="connsiteY579" fmla="*/ 1861610 h 6858000"/>
              <a:gd name="connsiteX580" fmla="*/ 294281 w 7467600"/>
              <a:gd name="connsiteY580" fmla="*/ 1440658 h 6858000"/>
              <a:gd name="connsiteX581" fmla="*/ 278707 w 7467600"/>
              <a:gd name="connsiteY581" fmla="*/ 1352270 h 6858000"/>
              <a:gd name="connsiteX582" fmla="*/ 1423821 w 7467600"/>
              <a:gd name="connsiteY582" fmla="*/ 1351958 h 6858000"/>
              <a:gd name="connsiteX583" fmla="*/ 1638521 w 7467600"/>
              <a:gd name="connsiteY583" fmla="*/ 1908470 h 6858000"/>
              <a:gd name="connsiteX584" fmla="*/ 1754199 w 7467600"/>
              <a:gd name="connsiteY584" fmla="*/ 2149284 h 6858000"/>
              <a:gd name="connsiteX585" fmla="*/ 1908359 w 7467600"/>
              <a:gd name="connsiteY585" fmla="*/ 2364988 h 6858000"/>
              <a:gd name="connsiteX586" fmla="*/ 1647661 w 7467600"/>
              <a:gd name="connsiteY586" fmla="*/ 1825945 h 6858000"/>
              <a:gd name="connsiteX587" fmla="*/ 1423821 w 7467600"/>
              <a:gd name="connsiteY587" fmla="*/ 1351958 h 6858000"/>
              <a:gd name="connsiteX588" fmla="*/ 1431890 w 7467600"/>
              <a:gd name="connsiteY588" fmla="*/ 1306475 h 6858000"/>
              <a:gd name="connsiteX589" fmla="*/ 1507597 w 7467600"/>
              <a:gd name="connsiteY589" fmla="*/ 1446132 h 6858000"/>
              <a:gd name="connsiteX590" fmla="*/ 1674586 w 7467600"/>
              <a:gd name="connsiteY590" fmla="*/ 1813832 h 6858000"/>
              <a:gd name="connsiteX591" fmla="*/ 1815950 w 7467600"/>
              <a:gd name="connsiteY591" fmla="*/ 2128564 h 6858000"/>
              <a:gd name="connsiteX592" fmla="*/ 1984242 w 7467600"/>
              <a:gd name="connsiteY592" fmla="*/ 2430829 h 6858000"/>
              <a:gd name="connsiteX593" fmla="*/ 2014023 w 7467600"/>
              <a:gd name="connsiteY593" fmla="*/ 2450995 h 6858000"/>
              <a:gd name="connsiteX594" fmla="*/ 1747337 w 7467600"/>
              <a:gd name="connsiteY594" fmla="*/ 1855264 h 6858000"/>
              <a:gd name="connsiteX595" fmla="*/ 1533749 w 7467600"/>
              <a:gd name="connsiteY595" fmla="*/ 1478656 h 6858000"/>
              <a:gd name="connsiteX596" fmla="*/ 1431890 w 7467600"/>
              <a:gd name="connsiteY596" fmla="*/ 1306475 h 6858000"/>
              <a:gd name="connsiteX597" fmla="*/ 5052692 w 7467600"/>
              <a:gd name="connsiteY597" fmla="*/ 1292994 h 6858000"/>
              <a:gd name="connsiteX598" fmla="*/ 5200661 w 7467600"/>
              <a:gd name="connsiteY598" fmla="*/ 1635186 h 6858000"/>
              <a:gd name="connsiteX599" fmla="*/ 5297138 w 7467600"/>
              <a:gd name="connsiteY599" fmla="*/ 1906351 h 6858000"/>
              <a:gd name="connsiteX600" fmla="*/ 5052692 w 7467600"/>
              <a:gd name="connsiteY600" fmla="*/ 1292994 h 6858000"/>
              <a:gd name="connsiteX601" fmla="*/ 5009948 w 7467600"/>
              <a:gd name="connsiteY601" fmla="*/ 1273619 h 6858000"/>
              <a:gd name="connsiteX602" fmla="*/ 5121777 w 7467600"/>
              <a:gd name="connsiteY602" fmla="*/ 1654213 h 6858000"/>
              <a:gd name="connsiteX603" fmla="*/ 5293545 w 7467600"/>
              <a:gd name="connsiteY603" fmla="*/ 2072247 h 6858000"/>
              <a:gd name="connsiteX604" fmla="*/ 5294042 w 7467600"/>
              <a:gd name="connsiteY604" fmla="*/ 2065019 h 6858000"/>
              <a:gd name="connsiteX605" fmla="*/ 5171936 w 7467600"/>
              <a:gd name="connsiteY605" fmla="*/ 1647613 h 6858000"/>
              <a:gd name="connsiteX606" fmla="*/ 5009948 w 7467600"/>
              <a:gd name="connsiteY606" fmla="*/ 1273619 h 6858000"/>
              <a:gd name="connsiteX607" fmla="*/ 655236 w 7467600"/>
              <a:gd name="connsiteY607" fmla="*/ 1268632 h 6858000"/>
              <a:gd name="connsiteX608" fmla="*/ 839521 w 7467600"/>
              <a:gd name="connsiteY608" fmla="*/ 1685315 h 6858000"/>
              <a:gd name="connsiteX609" fmla="*/ 1109416 w 7467600"/>
              <a:gd name="connsiteY609" fmla="*/ 2061663 h 6858000"/>
              <a:gd name="connsiteX610" fmla="*/ 1298300 w 7467600"/>
              <a:gd name="connsiteY610" fmla="*/ 2247742 h 6858000"/>
              <a:gd name="connsiteX611" fmla="*/ 1125871 w 7467600"/>
              <a:gd name="connsiteY611" fmla="*/ 1989513 h 6858000"/>
              <a:gd name="connsiteX612" fmla="*/ 981574 w 7467600"/>
              <a:gd name="connsiteY612" fmla="*/ 1783157 h 6858000"/>
              <a:gd name="connsiteX613" fmla="*/ 922198 w 7467600"/>
              <a:gd name="connsiteY613" fmla="*/ 1677437 h 6858000"/>
              <a:gd name="connsiteX614" fmla="*/ 869293 w 7467600"/>
              <a:gd name="connsiteY614" fmla="*/ 1583214 h 6858000"/>
              <a:gd name="connsiteX615" fmla="*/ 751431 w 7467600"/>
              <a:gd name="connsiteY615" fmla="*/ 1405731 h 6858000"/>
              <a:gd name="connsiteX616" fmla="*/ 655236 w 7467600"/>
              <a:gd name="connsiteY616" fmla="*/ 1268632 h 6858000"/>
              <a:gd name="connsiteX617" fmla="*/ 6516292 w 7467600"/>
              <a:gd name="connsiteY617" fmla="*/ 1263064 h 6858000"/>
              <a:gd name="connsiteX618" fmla="*/ 5736320 w 7467600"/>
              <a:gd name="connsiteY618" fmla="*/ 1501803 h 6858000"/>
              <a:gd name="connsiteX619" fmla="*/ 6516292 w 7467600"/>
              <a:gd name="connsiteY619" fmla="*/ 1263064 h 6858000"/>
              <a:gd name="connsiteX620" fmla="*/ 291466 w 7467600"/>
              <a:gd name="connsiteY620" fmla="*/ 1250369 h 6858000"/>
              <a:gd name="connsiteX621" fmla="*/ 323180 w 7467600"/>
              <a:gd name="connsiteY621" fmla="*/ 1435283 h 6858000"/>
              <a:gd name="connsiteX622" fmla="*/ 349381 w 7467600"/>
              <a:gd name="connsiteY622" fmla="*/ 1875041 h 6858000"/>
              <a:gd name="connsiteX623" fmla="*/ 374363 w 7467600"/>
              <a:gd name="connsiteY623" fmla="*/ 1506494 h 6858000"/>
              <a:gd name="connsiteX624" fmla="*/ 302168 w 7467600"/>
              <a:gd name="connsiteY624" fmla="*/ 1274495 h 6858000"/>
              <a:gd name="connsiteX625" fmla="*/ 291466 w 7467600"/>
              <a:gd name="connsiteY625" fmla="*/ 1250369 h 6858000"/>
              <a:gd name="connsiteX626" fmla="*/ 678222 w 7467600"/>
              <a:gd name="connsiteY626" fmla="*/ 1248670 h 6858000"/>
              <a:gd name="connsiteX627" fmla="*/ 775536 w 7467600"/>
              <a:gd name="connsiteY627" fmla="*/ 1388015 h 6858000"/>
              <a:gd name="connsiteX628" fmla="*/ 894529 w 7467600"/>
              <a:gd name="connsiteY628" fmla="*/ 1567739 h 6858000"/>
              <a:gd name="connsiteX629" fmla="*/ 948000 w 7467600"/>
              <a:gd name="connsiteY629" fmla="*/ 1663088 h 6858000"/>
              <a:gd name="connsiteX630" fmla="*/ 1006812 w 7467600"/>
              <a:gd name="connsiteY630" fmla="*/ 1767683 h 6858000"/>
              <a:gd name="connsiteX631" fmla="*/ 1149133 w 7467600"/>
              <a:gd name="connsiteY631" fmla="*/ 1971513 h 6858000"/>
              <a:gd name="connsiteX632" fmla="*/ 1333952 w 7467600"/>
              <a:gd name="connsiteY632" fmla="*/ 2251620 h 6858000"/>
              <a:gd name="connsiteX633" fmla="*/ 1337329 w 7467600"/>
              <a:gd name="connsiteY633" fmla="*/ 2258350 h 6858000"/>
              <a:gd name="connsiteX634" fmla="*/ 1014726 w 7467600"/>
              <a:gd name="connsiteY634" fmla="*/ 1615556 h 6858000"/>
              <a:gd name="connsiteX635" fmla="*/ 678222 w 7467600"/>
              <a:gd name="connsiteY635" fmla="*/ 1248670 h 6858000"/>
              <a:gd name="connsiteX636" fmla="*/ 6691602 w 7467600"/>
              <a:gd name="connsiteY636" fmla="*/ 1140573 h 6858000"/>
              <a:gd name="connsiteX637" fmla="*/ 6571100 w 7467600"/>
              <a:gd name="connsiteY637" fmla="*/ 1183662 h 6858000"/>
              <a:gd name="connsiteX638" fmla="*/ 6241687 w 7467600"/>
              <a:gd name="connsiteY638" fmla="*/ 1257600 h 6858000"/>
              <a:gd name="connsiteX639" fmla="*/ 5693009 w 7467600"/>
              <a:gd name="connsiteY639" fmla="*/ 1478256 h 6858000"/>
              <a:gd name="connsiteX640" fmla="*/ 6548420 w 7467600"/>
              <a:gd name="connsiteY640" fmla="*/ 1214599 h 6858000"/>
              <a:gd name="connsiteX641" fmla="*/ 6605473 w 7467600"/>
              <a:gd name="connsiteY641" fmla="*/ 1184686 h 6858000"/>
              <a:gd name="connsiteX642" fmla="*/ 6691602 w 7467600"/>
              <a:gd name="connsiteY642" fmla="*/ 1140573 h 6858000"/>
              <a:gd name="connsiteX643" fmla="*/ 4002475 w 7467600"/>
              <a:gd name="connsiteY643" fmla="*/ 1037802 h 6858000"/>
              <a:gd name="connsiteX644" fmla="*/ 4000324 w 7467600"/>
              <a:gd name="connsiteY644" fmla="*/ 1039362 h 6858000"/>
              <a:gd name="connsiteX645" fmla="*/ 4002862 w 7467600"/>
              <a:gd name="connsiteY645" fmla="*/ 1042866 h 6858000"/>
              <a:gd name="connsiteX646" fmla="*/ 4002475 w 7467600"/>
              <a:gd name="connsiteY646" fmla="*/ 1037802 h 6858000"/>
              <a:gd name="connsiteX647" fmla="*/ 506322 w 7467600"/>
              <a:gd name="connsiteY647" fmla="*/ 1020997 h 6858000"/>
              <a:gd name="connsiteX648" fmla="*/ 533068 w 7467600"/>
              <a:gd name="connsiteY648" fmla="*/ 1029409 h 6858000"/>
              <a:gd name="connsiteX649" fmla="*/ 1232525 w 7467600"/>
              <a:gd name="connsiteY649" fmla="*/ 1804675 h 6858000"/>
              <a:gd name="connsiteX650" fmla="*/ 1388858 w 7467600"/>
              <a:gd name="connsiteY650" fmla="*/ 2368011 h 6858000"/>
              <a:gd name="connsiteX651" fmla="*/ 1384098 w 7467600"/>
              <a:gd name="connsiteY651" fmla="*/ 2378125 h 6858000"/>
              <a:gd name="connsiteX652" fmla="*/ 1425393 w 7467600"/>
              <a:gd name="connsiteY652" fmla="*/ 2589124 h 6858000"/>
              <a:gd name="connsiteX653" fmla="*/ 1424001 w 7467600"/>
              <a:gd name="connsiteY653" fmla="*/ 2597541 h 6858000"/>
              <a:gd name="connsiteX654" fmla="*/ 2152729 w 7467600"/>
              <a:gd name="connsiteY654" fmla="*/ 2864487 h 6858000"/>
              <a:gd name="connsiteX655" fmla="*/ 2020609 w 7467600"/>
              <a:gd name="connsiteY655" fmla="*/ 2539671 h 6858000"/>
              <a:gd name="connsiteX656" fmla="*/ 2018920 w 7467600"/>
              <a:gd name="connsiteY656" fmla="*/ 2536309 h 6858000"/>
              <a:gd name="connsiteX657" fmla="*/ 1342441 w 7467600"/>
              <a:gd name="connsiteY657" fmla="*/ 1173017 h 6858000"/>
              <a:gd name="connsiteX658" fmla="*/ 1367925 w 7467600"/>
              <a:gd name="connsiteY658" fmla="*/ 1135648 h 6858000"/>
              <a:gd name="connsiteX659" fmla="*/ 1771401 w 7467600"/>
              <a:gd name="connsiteY659" fmla="*/ 1806673 h 6858000"/>
              <a:gd name="connsiteX660" fmla="*/ 1972385 w 7467600"/>
              <a:gd name="connsiteY660" fmla="*/ 2198735 h 6858000"/>
              <a:gd name="connsiteX661" fmla="*/ 2040892 w 7467600"/>
              <a:gd name="connsiteY661" fmla="*/ 2405205 h 6858000"/>
              <a:gd name="connsiteX662" fmla="*/ 2131689 w 7467600"/>
              <a:gd name="connsiteY662" fmla="*/ 1936926 h 6858000"/>
              <a:gd name="connsiteX663" fmla="*/ 2454820 w 7467600"/>
              <a:gd name="connsiteY663" fmla="*/ 1248808 h 6858000"/>
              <a:gd name="connsiteX664" fmla="*/ 2492512 w 7467600"/>
              <a:gd name="connsiteY664" fmla="*/ 1302920 h 6858000"/>
              <a:gd name="connsiteX665" fmla="*/ 2081216 w 7467600"/>
              <a:gd name="connsiteY665" fmla="*/ 2527513 h 6858000"/>
              <a:gd name="connsiteX666" fmla="*/ 2081211 w 7467600"/>
              <a:gd name="connsiteY666" fmla="*/ 2528916 h 6858000"/>
              <a:gd name="connsiteX667" fmla="*/ 2199067 w 7467600"/>
              <a:gd name="connsiteY667" fmla="*/ 2884061 h 6858000"/>
              <a:gd name="connsiteX668" fmla="*/ 3192586 w 7467600"/>
              <a:gd name="connsiteY668" fmla="*/ 3411496 h 6858000"/>
              <a:gd name="connsiteX669" fmla="*/ 3182620 w 7467600"/>
              <a:gd name="connsiteY669" fmla="*/ 3483279 h 6858000"/>
              <a:gd name="connsiteX670" fmla="*/ 2435119 w 7467600"/>
              <a:gd name="connsiteY670" fmla="*/ 3080173 h 6858000"/>
              <a:gd name="connsiteX671" fmla="*/ 2410152 w 7467600"/>
              <a:gd name="connsiteY671" fmla="*/ 3063751 h 6858000"/>
              <a:gd name="connsiteX672" fmla="*/ 2408099 w 7467600"/>
              <a:gd name="connsiteY672" fmla="*/ 3064403 h 6858000"/>
              <a:gd name="connsiteX673" fmla="*/ 2407218 w 7467600"/>
              <a:gd name="connsiteY673" fmla="*/ 3070324 h 6858000"/>
              <a:gd name="connsiteX674" fmla="*/ 2380138 w 7467600"/>
              <a:gd name="connsiteY674" fmla="*/ 3099341 h 6858000"/>
              <a:gd name="connsiteX675" fmla="*/ 1765923 w 7467600"/>
              <a:gd name="connsiteY675" fmla="*/ 3581043 h 6858000"/>
              <a:gd name="connsiteX676" fmla="*/ 1702258 w 7467600"/>
              <a:gd name="connsiteY676" fmla="*/ 3612286 h 6858000"/>
              <a:gd name="connsiteX677" fmla="*/ 1538370 w 7467600"/>
              <a:gd name="connsiteY677" fmla="*/ 3811804 h 6858000"/>
              <a:gd name="connsiteX678" fmla="*/ 542867 w 7467600"/>
              <a:gd name="connsiteY678" fmla="*/ 4944092 h 6858000"/>
              <a:gd name="connsiteX679" fmla="*/ 515800 w 7467600"/>
              <a:gd name="connsiteY679" fmla="*/ 4862180 h 6858000"/>
              <a:gd name="connsiteX680" fmla="*/ 909145 w 7467600"/>
              <a:gd name="connsiteY680" fmla="*/ 4199225 h 6858000"/>
              <a:gd name="connsiteX681" fmla="*/ 1214067 w 7467600"/>
              <a:gd name="connsiteY681" fmla="*/ 3908561 h 6858000"/>
              <a:gd name="connsiteX682" fmla="*/ 640967 w 7467600"/>
              <a:gd name="connsiteY682" fmla="*/ 4105601 h 6858000"/>
              <a:gd name="connsiteX683" fmla="*/ 112563 w 7467600"/>
              <a:gd name="connsiteY683" fmla="*/ 4396952 h 6858000"/>
              <a:gd name="connsiteX684" fmla="*/ 0 w 7467600"/>
              <a:gd name="connsiteY684" fmla="*/ 4466006 h 6858000"/>
              <a:gd name="connsiteX685" fmla="*/ 0 w 7467600"/>
              <a:gd name="connsiteY685" fmla="*/ 4233763 h 6858000"/>
              <a:gd name="connsiteX686" fmla="*/ 36881 w 7467600"/>
              <a:gd name="connsiteY686" fmla="*/ 4200118 h 6858000"/>
              <a:gd name="connsiteX687" fmla="*/ 910534 w 7467600"/>
              <a:gd name="connsiteY687" fmla="*/ 3629753 h 6858000"/>
              <a:gd name="connsiteX688" fmla="*/ 1578717 w 7467600"/>
              <a:gd name="connsiteY688" fmla="*/ 3575982 h 6858000"/>
              <a:gd name="connsiteX689" fmla="*/ 2338780 w 7467600"/>
              <a:gd name="connsiteY689" fmla="*/ 3033725 h 6858000"/>
              <a:gd name="connsiteX690" fmla="*/ 1807991 w 7467600"/>
              <a:gd name="connsiteY690" fmla="*/ 2807184 h 6858000"/>
              <a:gd name="connsiteX691" fmla="*/ 1416358 w 7467600"/>
              <a:gd name="connsiteY691" fmla="*/ 3112571 h 6858000"/>
              <a:gd name="connsiteX692" fmla="*/ 939066 w 7467600"/>
              <a:gd name="connsiteY692" fmla="*/ 3378798 h 6858000"/>
              <a:gd name="connsiteX693" fmla="*/ 115099 w 7467600"/>
              <a:gd name="connsiteY693" fmla="*/ 3607650 h 6858000"/>
              <a:gd name="connsiteX694" fmla="*/ 97284 w 7467600"/>
              <a:gd name="connsiteY694" fmla="*/ 3520393 h 6858000"/>
              <a:gd name="connsiteX695" fmla="*/ 922050 w 7467600"/>
              <a:gd name="connsiteY695" fmla="*/ 3074867 h 6858000"/>
              <a:gd name="connsiteX696" fmla="*/ 1405265 w 7467600"/>
              <a:gd name="connsiteY696" fmla="*/ 3016319 h 6858000"/>
              <a:gd name="connsiteX697" fmla="*/ 1407512 w 7467600"/>
              <a:gd name="connsiteY697" fmla="*/ 3018001 h 6858000"/>
              <a:gd name="connsiteX698" fmla="*/ 1726266 w 7467600"/>
              <a:gd name="connsiteY698" fmla="*/ 2777274 h 6858000"/>
              <a:gd name="connsiteX699" fmla="*/ 625390 w 7467600"/>
              <a:gd name="connsiteY699" fmla="*/ 2514541 h 6858000"/>
              <a:gd name="connsiteX700" fmla="*/ 619799 w 7467600"/>
              <a:gd name="connsiteY700" fmla="*/ 2527180 h 6858000"/>
              <a:gd name="connsiteX701" fmla="*/ 310030 w 7467600"/>
              <a:gd name="connsiteY701" fmla="*/ 2771818 h 6858000"/>
              <a:gd name="connsiteX702" fmla="*/ 173877 w 7467600"/>
              <a:gd name="connsiteY702" fmla="*/ 2937056 h 6858000"/>
              <a:gd name="connsiteX703" fmla="*/ 77889 w 7467600"/>
              <a:gd name="connsiteY703" fmla="*/ 3138440 h 6858000"/>
              <a:gd name="connsiteX704" fmla="*/ 0 w 7467600"/>
              <a:gd name="connsiteY704" fmla="*/ 3271395 h 6858000"/>
              <a:gd name="connsiteX705" fmla="*/ 0 w 7467600"/>
              <a:gd name="connsiteY705" fmla="*/ 3153002 h 6858000"/>
              <a:gd name="connsiteX706" fmla="*/ 2386 w 7467600"/>
              <a:gd name="connsiteY706" fmla="*/ 3149203 h 6858000"/>
              <a:gd name="connsiteX707" fmla="*/ 89753 w 7467600"/>
              <a:gd name="connsiteY707" fmla="*/ 2987702 h 6858000"/>
              <a:gd name="connsiteX708" fmla="*/ 76869 w 7467600"/>
              <a:gd name="connsiteY708" fmla="*/ 3005404 h 6858000"/>
              <a:gd name="connsiteX709" fmla="*/ 32049 w 7467600"/>
              <a:gd name="connsiteY709" fmla="*/ 3065814 h 6858000"/>
              <a:gd name="connsiteX710" fmla="*/ 0 w 7467600"/>
              <a:gd name="connsiteY710" fmla="*/ 3108744 h 6858000"/>
              <a:gd name="connsiteX711" fmla="*/ 0 w 7467600"/>
              <a:gd name="connsiteY711" fmla="*/ 3058059 h 6858000"/>
              <a:gd name="connsiteX712" fmla="*/ 7610 w 7467600"/>
              <a:gd name="connsiteY712" fmla="*/ 3047889 h 6858000"/>
              <a:gd name="connsiteX713" fmla="*/ 52419 w 7467600"/>
              <a:gd name="connsiteY713" fmla="*/ 2987479 h 6858000"/>
              <a:gd name="connsiteX714" fmla="*/ 59142 w 7467600"/>
              <a:gd name="connsiteY714" fmla="*/ 2978488 h 6858000"/>
              <a:gd name="connsiteX715" fmla="*/ 0 w 7467600"/>
              <a:gd name="connsiteY715" fmla="*/ 3015334 h 6858000"/>
              <a:gd name="connsiteX716" fmla="*/ 0 w 7467600"/>
              <a:gd name="connsiteY716" fmla="*/ 2914286 h 6858000"/>
              <a:gd name="connsiteX717" fmla="*/ 36383 w 7467600"/>
              <a:gd name="connsiteY717" fmla="*/ 2901128 h 6858000"/>
              <a:gd name="connsiteX718" fmla="*/ 156329 w 7467600"/>
              <a:gd name="connsiteY718" fmla="*/ 2840533 h 6858000"/>
              <a:gd name="connsiteX719" fmla="*/ 358355 w 7467600"/>
              <a:gd name="connsiteY719" fmla="*/ 2620471 h 6858000"/>
              <a:gd name="connsiteX720" fmla="*/ 510577 w 7467600"/>
              <a:gd name="connsiteY720" fmla="*/ 2501244 h 6858000"/>
              <a:gd name="connsiteX721" fmla="*/ 211967 w 7467600"/>
              <a:gd name="connsiteY721" fmla="*/ 2479171 h 6858000"/>
              <a:gd name="connsiteX722" fmla="*/ 0 w 7467600"/>
              <a:gd name="connsiteY722" fmla="*/ 2476398 h 6858000"/>
              <a:gd name="connsiteX723" fmla="*/ 0 w 7467600"/>
              <a:gd name="connsiteY723" fmla="*/ 2389189 h 6858000"/>
              <a:gd name="connsiteX724" fmla="*/ 103062 w 7467600"/>
              <a:gd name="connsiteY724" fmla="*/ 2389518 h 6858000"/>
              <a:gd name="connsiteX725" fmla="*/ 510734 w 7467600"/>
              <a:gd name="connsiteY725" fmla="*/ 2416201 h 6858000"/>
              <a:gd name="connsiteX726" fmla="*/ 279257 w 7467600"/>
              <a:gd name="connsiteY726" fmla="*/ 2092102 h 6858000"/>
              <a:gd name="connsiteX727" fmla="*/ 65265 w 7467600"/>
              <a:gd name="connsiteY727" fmla="*/ 2006049 h 6858000"/>
              <a:gd name="connsiteX728" fmla="*/ 0 w 7467600"/>
              <a:gd name="connsiteY728" fmla="*/ 1982532 h 6858000"/>
              <a:gd name="connsiteX729" fmla="*/ 0 w 7467600"/>
              <a:gd name="connsiteY729" fmla="*/ 1912789 h 6858000"/>
              <a:gd name="connsiteX730" fmla="*/ 97460 w 7467600"/>
              <a:gd name="connsiteY730" fmla="*/ 1953725 h 6858000"/>
              <a:gd name="connsiteX731" fmla="*/ 221272 w 7467600"/>
              <a:gd name="connsiteY731" fmla="*/ 1980766 h 6858000"/>
              <a:gd name="connsiteX732" fmla="*/ 116765 w 7467600"/>
              <a:gd name="connsiteY732" fmla="*/ 1911033 h 6858000"/>
              <a:gd name="connsiteX733" fmla="*/ 16405 w 7467600"/>
              <a:gd name="connsiteY733" fmla="*/ 1803412 h 6858000"/>
              <a:gd name="connsiteX734" fmla="*/ 0 w 7467600"/>
              <a:gd name="connsiteY734" fmla="*/ 1784777 h 6858000"/>
              <a:gd name="connsiteX735" fmla="*/ 0 w 7467600"/>
              <a:gd name="connsiteY735" fmla="*/ 1740082 h 6858000"/>
              <a:gd name="connsiteX736" fmla="*/ 39394 w 7467600"/>
              <a:gd name="connsiteY736" fmla="*/ 1784856 h 6858000"/>
              <a:gd name="connsiteX737" fmla="*/ 135813 w 7467600"/>
              <a:gd name="connsiteY737" fmla="*/ 1888838 h 6858000"/>
              <a:gd name="connsiteX738" fmla="*/ 242575 w 7467600"/>
              <a:gd name="connsiteY738" fmla="*/ 1958841 h 6858000"/>
              <a:gd name="connsiteX739" fmla="*/ 82197 w 7467600"/>
              <a:gd name="connsiteY739" fmla="*/ 1754826 h 6858000"/>
              <a:gd name="connsiteX740" fmla="*/ 0 w 7467600"/>
              <a:gd name="connsiteY740" fmla="*/ 1679650 h 6858000"/>
              <a:gd name="connsiteX741" fmla="*/ 0 w 7467600"/>
              <a:gd name="connsiteY741" fmla="*/ 1602463 h 6858000"/>
              <a:gd name="connsiteX742" fmla="*/ 84689 w 7467600"/>
              <a:gd name="connsiteY742" fmla="*/ 1677442 h 6858000"/>
              <a:gd name="connsiteX743" fmla="*/ 298437 w 7467600"/>
              <a:gd name="connsiteY743" fmla="*/ 1968019 h 6858000"/>
              <a:gd name="connsiteX744" fmla="*/ 227269 w 7467600"/>
              <a:gd name="connsiteY744" fmla="*/ 1114064 h 6858000"/>
              <a:gd name="connsiteX745" fmla="*/ 248003 w 7467600"/>
              <a:gd name="connsiteY745" fmla="*/ 1089613 h 6858000"/>
              <a:gd name="connsiteX746" fmla="*/ 427020 w 7467600"/>
              <a:gd name="connsiteY746" fmla="*/ 1619803 h 6858000"/>
              <a:gd name="connsiteX747" fmla="*/ 340345 w 7467600"/>
              <a:gd name="connsiteY747" fmla="*/ 2027739 h 6858000"/>
              <a:gd name="connsiteX748" fmla="*/ 360865 w 7467600"/>
              <a:gd name="connsiteY748" fmla="*/ 2044827 h 6858000"/>
              <a:gd name="connsiteX749" fmla="*/ 560414 w 7467600"/>
              <a:gd name="connsiteY749" fmla="*/ 2421457 h 6858000"/>
              <a:gd name="connsiteX750" fmla="*/ 1359703 w 7467600"/>
              <a:gd name="connsiteY750" fmla="*/ 2578554 h 6858000"/>
              <a:gd name="connsiteX751" fmla="*/ 1359422 w 7467600"/>
              <a:gd name="connsiteY751" fmla="*/ 2577994 h 6858000"/>
              <a:gd name="connsiteX752" fmla="*/ 828701 w 7467600"/>
              <a:gd name="connsiteY752" fmla="*/ 1839520 h 6858000"/>
              <a:gd name="connsiteX753" fmla="*/ 494427 w 7467600"/>
              <a:gd name="connsiteY753" fmla="*/ 1092333 h 6858000"/>
              <a:gd name="connsiteX754" fmla="*/ 506322 w 7467600"/>
              <a:gd name="connsiteY754" fmla="*/ 1020997 h 6858000"/>
              <a:gd name="connsiteX755" fmla="*/ 4570198 w 7467600"/>
              <a:gd name="connsiteY755" fmla="*/ 978081 h 6858000"/>
              <a:gd name="connsiteX756" fmla="*/ 4523691 w 7467600"/>
              <a:gd name="connsiteY756" fmla="*/ 1127776 h 6858000"/>
              <a:gd name="connsiteX757" fmla="*/ 4509875 w 7467600"/>
              <a:gd name="connsiteY757" fmla="*/ 1167552 h 6858000"/>
              <a:gd name="connsiteX758" fmla="*/ 4478168 w 7467600"/>
              <a:gd name="connsiteY758" fmla="*/ 1260735 h 6858000"/>
              <a:gd name="connsiteX759" fmla="*/ 4409309 w 7467600"/>
              <a:gd name="connsiteY759" fmla="*/ 1666996 h 6858000"/>
              <a:gd name="connsiteX760" fmla="*/ 4370031 w 7467600"/>
              <a:gd name="connsiteY760" fmla="*/ 1955666 h 6858000"/>
              <a:gd name="connsiteX761" fmla="*/ 4570198 w 7467600"/>
              <a:gd name="connsiteY761" fmla="*/ 978081 h 6858000"/>
              <a:gd name="connsiteX762" fmla="*/ 4557898 w 7467600"/>
              <a:gd name="connsiteY762" fmla="*/ 900011 h 6858000"/>
              <a:gd name="connsiteX763" fmla="*/ 4344840 w 7467600"/>
              <a:gd name="connsiteY763" fmla="*/ 1922038 h 6858000"/>
              <a:gd name="connsiteX764" fmla="*/ 4378710 w 7467600"/>
              <a:gd name="connsiteY764" fmla="*/ 1665516 h 6858000"/>
              <a:gd name="connsiteX765" fmla="*/ 4448798 w 7467600"/>
              <a:gd name="connsiteY765" fmla="*/ 1253024 h 6858000"/>
              <a:gd name="connsiteX766" fmla="*/ 4480315 w 7467600"/>
              <a:gd name="connsiteY766" fmla="*/ 1158454 h 6858000"/>
              <a:gd name="connsiteX767" fmla="*/ 4494133 w 7467600"/>
              <a:gd name="connsiteY767" fmla="*/ 1118676 h 6858000"/>
              <a:gd name="connsiteX768" fmla="*/ 4557898 w 7467600"/>
              <a:gd name="connsiteY768" fmla="*/ 900011 h 6858000"/>
              <a:gd name="connsiteX769" fmla="*/ 5870151 w 7467600"/>
              <a:gd name="connsiteY769" fmla="*/ 898890 h 6858000"/>
              <a:gd name="connsiteX770" fmla="*/ 5861335 w 7467600"/>
              <a:gd name="connsiteY770" fmla="*/ 899177 h 6858000"/>
              <a:gd name="connsiteX771" fmla="*/ 5843702 w 7467600"/>
              <a:gd name="connsiteY771" fmla="*/ 899748 h 6858000"/>
              <a:gd name="connsiteX772" fmla="*/ 5651107 w 7467600"/>
              <a:gd name="connsiteY772" fmla="*/ 920306 h 6858000"/>
              <a:gd name="connsiteX773" fmla="*/ 5459407 w 7467600"/>
              <a:gd name="connsiteY773" fmla="*/ 940975 h 6858000"/>
              <a:gd name="connsiteX774" fmla="*/ 5374846 w 7467600"/>
              <a:gd name="connsiteY774" fmla="*/ 941988 h 6858000"/>
              <a:gd name="connsiteX775" fmla="*/ 5256105 w 7467600"/>
              <a:gd name="connsiteY775" fmla="*/ 945632 h 6858000"/>
              <a:gd name="connsiteX776" fmla="*/ 5107071 w 7467600"/>
              <a:gd name="connsiteY776" fmla="*/ 969720 h 6858000"/>
              <a:gd name="connsiteX777" fmla="*/ 4998681 w 7467600"/>
              <a:gd name="connsiteY777" fmla="*/ 988771 h 6858000"/>
              <a:gd name="connsiteX778" fmla="*/ 5870151 w 7467600"/>
              <a:gd name="connsiteY778" fmla="*/ 898890 h 6858000"/>
              <a:gd name="connsiteX779" fmla="*/ 5504425 w 7467600"/>
              <a:gd name="connsiteY779" fmla="*/ 848067 h 6858000"/>
              <a:gd name="connsiteX780" fmla="*/ 4968849 w 7467600"/>
              <a:gd name="connsiteY780" fmla="*/ 962318 h 6858000"/>
              <a:gd name="connsiteX781" fmla="*/ 5104039 w 7467600"/>
              <a:gd name="connsiteY781" fmla="*/ 940634 h 6858000"/>
              <a:gd name="connsiteX782" fmla="*/ 5256311 w 7467600"/>
              <a:gd name="connsiteY782" fmla="*/ 916490 h 6858000"/>
              <a:gd name="connsiteX783" fmla="*/ 5377381 w 7467600"/>
              <a:gd name="connsiteY783" fmla="*/ 912671 h 6858000"/>
              <a:gd name="connsiteX784" fmla="*/ 5460148 w 7467600"/>
              <a:gd name="connsiteY784" fmla="*/ 911442 h 6858000"/>
              <a:gd name="connsiteX785" fmla="*/ 5648971 w 7467600"/>
              <a:gd name="connsiteY785" fmla="*/ 891331 h 6858000"/>
              <a:gd name="connsiteX786" fmla="*/ 5844807 w 7467600"/>
              <a:gd name="connsiteY786" fmla="*/ 870718 h 6858000"/>
              <a:gd name="connsiteX787" fmla="*/ 5862975 w 7467600"/>
              <a:gd name="connsiteY787" fmla="*/ 869756 h 6858000"/>
              <a:gd name="connsiteX788" fmla="*/ 5920887 w 7467600"/>
              <a:gd name="connsiteY788" fmla="*/ 865929 h 6858000"/>
              <a:gd name="connsiteX789" fmla="*/ 5504425 w 7467600"/>
              <a:gd name="connsiteY789" fmla="*/ 848067 h 6858000"/>
              <a:gd name="connsiteX790" fmla="*/ 3607114 w 7467600"/>
              <a:gd name="connsiteY790" fmla="*/ 467441 h 6858000"/>
              <a:gd name="connsiteX791" fmla="*/ 3296242 w 7467600"/>
              <a:gd name="connsiteY791" fmla="*/ 807991 h 6858000"/>
              <a:gd name="connsiteX792" fmla="*/ 3174674 w 7467600"/>
              <a:gd name="connsiteY792" fmla="*/ 919759 h 6858000"/>
              <a:gd name="connsiteX793" fmla="*/ 3042978 w 7467600"/>
              <a:gd name="connsiteY793" fmla="*/ 1054894 h 6858000"/>
              <a:gd name="connsiteX794" fmla="*/ 2968914 w 7467600"/>
              <a:gd name="connsiteY794" fmla="*/ 1133756 h 6858000"/>
              <a:gd name="connsiteX795" fmla="*/ 3103823 w 7467600"/>
              <a:gd name="connsiteY795" fmla="*/ 1026814 h 6858000"/>
              <a:gd name="connsiteX796" fmla="*/ 3607114 w 7467600"/>
              <a:gd name="connsiteY796" fmla="*/ 467441 h 6858000"/>
              <a:gd name="connsiteX797" fmla="*/ 3744487 w 7467600"/>
              <a:gd name="connsiteY797" fmla="*/ 383136 h 6858000"/>
              <a:gd name="connsiteX798" fmla="*/ 3970213 w 7467600"/>
              <a:gd name="connsiteY798" fmla="*/ 995559 h 6858000"/>
              <a:gd name="connsiteX799" fmla="*/ 3744487 w 7467600"/>
              <a:gd name="connsiteY799" fmla="*/ 383136 h 6858000"/>
              <a:gd name="connsiteX800" fmla="*/ 3624562 w 7467600"/>
              <a:gd name="connsiteY800" fmla="*/ 367041 h 6858000"/>
              <a:gd name="connsiteX801" fmla="*/ 3489712 w 7467600"/>
              <a:gd name="connsiteY801" fmla="*/ 485386 h 6858000"/>
              <a:gd name="connsiteX802" fmla="*/ 3182994 w 7467600"/>
              <a:gd name="connsiteY802" fmla="*/ 828265 h 6858000"/>
              <a:gd name="connsiteX803" fmla="*/ 2892114 w 7467600"/>
              <a:gd name="connsiteY803" fmla="*/ 1172635 h 6858000"/>
              <a:gd name="connsiteX804" fmla="*/ 3021459 w 7467600"/>
              <a:gd name="connsiteY804" fmla="*/ 1035385 h 6858000"/>
              <a:gd name="connsiteX805" fmla="*/ 3153873 w 7467600"/>
              <a:gd name="connsiteY805" fmla="*/ 898971 h 6858000"/>
              <a:gd name="connsiteX806" fmla="*/ 3276511 w 7467600"/>
              <a:gd name="connsiteY806" fmla="*/ 786423 h 6858000"/>
              <a:gd name="connsiteX807" fmla="*/ 3584154 w 7467600"/>
              <a:gd name="connsiteY807" fmla="*/ 448218 h 6858000"/>
              <a:gd name="connsiteX808" fmla="*/ 3624562 w 7467600"/>
              <a:gd name="connsiteY808" fmla="*/ 367041 h 6858000"/>
              <a:gd name="connsiteX809" fmla="*/ 3766672 w 7467600"/>
              <a:gd name="connsiteY809" fmla="*/ 359429 h 6858000"/>
              <a:gd name="connsiteX810" fmla="*/ 3996338 w 7467600"/>
              <a:gd name="connsiteY810" fmla="*/ 968237 h 6858000"/>
              <a:gd name="connsiteX811" fmla="*/ 3766672 w 7467600"/>
              <a:gd name="connsiteY811" fmla="*/ 359429 h 6858000"/>
              <a:gd name="connsiteX812" fmla="*/ 5805386 w 7467600"/>
              <a:gd name="connsiteY812" fmla="*/ 239240 h 6858000"/>
              <a:gd name="connsiteX813" fmla="*/ 5736947 w 7467600"/>
              <a:gd name="connsiteY813" fmla="*/ 261367 h 6858000"/>
              <a:gd name="connsiteX814" fmla="*/ 5427012 w 7467600"/>
              <a:gd name="connsiteY814" fmla="*/ 311272 h 6858000"/>
              <a:gd name="connsiteX815" fmla="*/ 5147818 w 7467600"/>
              <a:gd name="connsiteY815" fmla="*/ 322112 h 6858000"/>
              <a:gd name="connsiteX816" fmla="*/ 5060854 w 7467600"/>
              <a:gd name="connsiteY816" fmla="*/ 311882 h 6858000"/>
              <a:gd name="connsiteX817" fmla="*/ 4945989 w 7467600"/>
              <a:gd name="connsiteY817" fmla="*/ 300516 h 6858000"/>
              <a:gd name="connsiteX818" fmla="*/ 5410479 w 7467600"/>
              <a:gd name="connsiteY818" fmla="*/ 348434 h 6858000"/>
              <a:gd name="connsiteX819" fmla="*/ 5805386 w 7467600"/>
              <a:gd name="connsiteY819" fmla="*/ 239240 h 6858000"/>
              <a:gd name="connsiteX820" fmla="*/ 5905192 w 7467600"/>
              <a:gd name="connsiteY820" fmla="*/ 163079 h 6858000"/>
              <a:gd name="connsiteX821" fmla="*/ 5865655 w 7467600"/>
              <a:gd name="connsiteY821" fmla="*/ 171901 h 6858000"/>
              <a:gd name="connsiteX822" fmla="*/ 5259740 w 7467600"/>
              <a:gd name="connsiteY822" fmla="*/ 257013 h 6858000"/>
              <a:gd name="connsiteX823" fmla="*/ 5208466 w 7467600"/>
              <a:gd name="connsiteY823" fmla="*/ 257550 h 6858000"/>
              <a:gd name="connsiteX824" fmla="*/ 4980204 w 7467600"/>
              <a:gd name="connsiteY824" fmla="*/ 271903 h 6858000"/>
              <a:gd name="connsiteX825" fmla="*/ 5068068 w 7467600"/>
              <a:gd name="connsiteY825" fmla="*/ 282244 h 6858000"/>
              <a:gd name="connsiteX826" fmla="*/ 5153231 w 7467600"/>
              <a:gd name="connsiteY826" fmla="*/ 292240 h 6858000"/>
              <a:gd name="connsiteX827" fmla="*/ 5426491 w 7467600"/>
              <a:gd name="connsiteY827" fmla="*/ 281128 h 6858000"/>
              <a:gd name="connsiteX828" fmla="*/ 5731212 w 7467600"/>
              <a:gd name="connsiteY828" fmla="*/ 231951 h 6858000"/>
              <a:gd name="connsiteX829" fmla="*/ 5905192 w 7467600"/>
              <a:gd name="connsiteY829" fmla="*/ 163079 h 6858000"/>
              <a:gd name="connsiteX830" fmla="*/ 5944437 w 7467600"/>
              <a:gd name="connsiteY830" fmla="*/ 113829 h 6858000"/>
              <a:gd name="connsiteX831" fmla="*/ 5825032 w 7467600"/>
              <a:gd name="connsiteY831" fmla="*/ 146405 h 6858000"/>
              <a:gd name="connsiteX832" fmla="*/ 4955599 w 7467600"/>
              <a:gd name="connsiteY832" fmla="*/ 247008 h 6858000"/>
              <a:gd name="connsiteX833" fmla="*/ 5210104 w 7467600"/>
              <a:gd name="connsiteY833" fmla="*/ 228123 h 6858000"/>
              <a:gd name="connsiteX834" fmla="*/ 5261015 w 7467600"/>
              <a:gd name="connsiteY834" fmla="*/ 227087 h 6858000"/>
              <a:gd name="connsiteX835" fmla="*/ 5861181 w 7467600"/>
              <a:gd name="connsiteY835" fmla="*/ 143093 h 6858000"/>
              <a:gd name="connsiteX836" fmla="*/ 5961252 w 7467600"/>
              <a:gd name="connsiteY836" fmla="*/ 114820 h 6858000"/>
              <a:gd name="connsiteX837" fmla="*/ 5944437 w 7467600"/>
              <a:gd name="connsiteY837" fmla="*/ 113829 h 6858000"/>
              <a:gd name="connsiteX838" fmla="*/ 3882765 w 7467600"/>
              <a:gd name="connsiteY838" fmla="*/ 0 h 6858000"/>
              <a:gd name="connsiteX839" fmla="*/ 3995099 w 7467600"/>
              <a:gd name="connsiteY839" fmla="*/ 0 h 6858000"/>
              <a:gd name="connsiteX840" fmla="*/ 4163818 w 7467600"/>
              <a:gd name="connsiteY840" fmla="*/ 234104 h 6858000"/>
              <a:gd name="connsiteX841" fmla="*/ 4172099 w 7467600"/>
              <a:gd name="connsiteY841" fmla="*/ 234207 h 6858000"/>
              <a:gd name="connsiteX842" fmla="*/ 4784282 w 7467600"/>
              <a:gd name="connsiteY842" fmla="*/ 276561 h 6858000"/>
              <a:gd name="connsiteX843" fmla="*/ 4801687 w 7467600"/>
              <a:gd name="connsiteY843" fmla="*/ 267764 h 6858000"/>
              <a:gd name="connsiteX844" fmla="*/ 6082788 w 7467600"/>
              <a:gd name="connsiteY844" fmla="*/ 64119 h 6858000"/>
              <a:gd name="connsiteX845" fmla="*/ 6099442 w 7467600"/>
              <a:gd name="connsiteY845" fmla="*/ 82568 h 6858000"/>
              <a:gd name="connsiteX846" fmla="*/ 4804137 w 7467600"/>
              <a:gd name="connsiteY846" fmla="*/ 320931 h 6858000"/>
              <a:gd name="connsiteX847" fmla="*/ 4227047 w 7467600"/>
              <a:gd name="connsiteY847" fmla="*/ 313415 h 6858000"/>
              <a:gd name="connsiteX848" fmla="*/ 4346041 w 7467600"/>
              <a:gd name="connsiteY848" fmla="*/ 456086 h 6858000"/>
              <a:gd name="connsiteX849" fmla="*/ 4870967 w 7467600"/>
              <a:gd name="connsiteY849" fmla="*/ 963061 h 6858000"/>
              <a:gd name="connsiteX850" fmla="*/ 4889647 w 7467600"/>
              <a:gd name="connsiteY850" fmla="*/ 957147 h 6858000"/>
              <a:gd name="connsiteX851" fmla="*/ 5422504 w 7467600"/>
              <a:gd name="connsiteY851" fmla="*/ 805191 h 6858000"/>
              <a:gd name="connsiteX852" fmla="*/ 6087656 w 7467600"/>
              <a:gd name="connsiteY852" fmla="*/ 826703 h 6858000"/>
              <a:gd name="connsiteX853" fmla="*/ 6058717 w 7467600"/>
              <a:gd name="connsiteY853" fmla="*/ 865992 h 6858000"/>
              <a:gd name="connsiteX854" fmla="*/ 4974153 w 7467600"/>
              <a:gd name="connsiteY854" fmla="*/ 1045456 h 6858000"/>
              <a:gd name="connsiteX855" fmla="*/ 5627835 w 7467600"/>
              <a:gd name="connsiteY855" fmla="*/ 1472077 h 6858000"/>
              <a:gd name="connsiteX856" fmla="*/ 5629817 w 7467600"/>
              <a:gd name="connsiteY856" fmla="*/ 1471412 h 6858000"/>
              <a:gd name="connsiteX857" fmla="*/ 5634124 w 7467600"/>
              <a:gd name="connsiteY857" fmla="*/ 1470572 h 6858000"/>
              <a:gd name="connsiteX858" fmla="*/ 5755832 w 7467600"/>
              <a:gd name="connsiteY858" fmla="*/ 1383886 h 6858000"/>
              <a:gd name="connsiteX859" fmla="*/ 6014186 w 7467600"/>
              <a:gd name="connsiteY859" fmla="*/ 1279799 h 6858000"/>
              <a:gd name="connsiteX860" fmla="*/ 6901619 w 7467600"/>
              <a:gd name="connsiteY860" fmla="*/ 1047874 h 6858000"/>
              <a:gd name="connsiteX861" fmla="*/ 6931566 w 7467600"/>
              <a:gd name="connsiteY861" fmla="*/ 1062034 h 6858000"/>
              <a:gd name="connsiteX862" fmla="*/ 5790982 w 7467600"/>
              <a:gd name="connsiteY862" fmla="*/ 1561380 h 6858000"/>
              <a:gd name="connsiteX863" fmla="*/ 6188971 w 7467600"/>
              <a:gd name="connsiteY863" fmla="*/ 1755168 h 6858000"/>
              <a:gd name="connsiteX864" fmla="*/ 6202446 w 7467600"/>
              <a:gd name="connsiteY864" fmla="*/ 1752268 h 6858000"/>
              <a:gd name="connsiteX865" fmla="*/ 7179560 w 7467600"/>
              <a:gd name="connsiteY865" fmla="*/ 1467551 h 6858000"/>
              <a:gd name="connsiteX866" fmla="*/ 7158730 w 7467600"/>
              <a:gd name="connsiteY866" fmla="*/ 1507835 h 6858000"/>
              <a:gd name="connsiteX867" fmla="*/ 6326959 w 7467600"/>
              <a:gd name="connsiteY867" fmla="*/ 1817686 h 6858000"/>
              <a:gd name="connsiteX868" fmla="*/ 6537433 w 7467600"/>
              <a:gd name="connsiteY868" fmla="*/ 1907790 h 6858000"/>
              <a:gd name="connsiteX869" fmla="*/ 6550221 w 7467600"/>
              <a:gd name="connsiteY869" fmla="*/ 1910729 h 6858000"/>
              <a:gd name="connsiteX870" fmla="*/ 6964438 w 7467600"/>
              <a:gd name="connsiteY870" fmla="*/ 2209505 h 6858000"/>
              <a:gd name="connsiteX871" fmla="*/ 7367862 w 7467600"/>
              <a:gd name="connsiteY871" fmla="*/ 2806833 h 6858000"/>
              <a:gd name="connsiteX872" fmla="*/ 7364329 w 7467600"/>
              <a:gd name="connsiteY872" fmla="*/ 2826907 h 6858000"/>
              <a:gd name="connsiteX873" fmla="*/ 7290545 w 7467600"/>
              <a:gd name="connsiteY873" fmla="*/ 2850663 h 6858000"/>
              <a:gd name="connsiteX874" fmla="*/ 6472036 w 7467600"/>
              <a:gd name="connsiteY874" fmla="*/ 1959003 h 6858000"/>
              <a:gd name="connsiteX875" fmla="*/ 5792897 w 7467600"/>
              <a:gd name="connsiteY875" fmla="*/ 1647747 h 6858000"/>
              <a:gd name="connsiteX876" fmla="*/ 5842751 w 7467600"/>
              <a:gd name="connsiteY876" fmla="*/ 1816112 h 6858000"/>
              <a:gd name="connsiteX877" fmla="*/ 5847424 w 7467600"/>
              <a:gd name="connsiteY877" fmla="*/ 1815776 h 6858000"/>
              <a:gd name="connsiteX878" fmla="*/ 6399821 w 7467600"/>
              <a:gd name="connsiteY878" fmla="*/ 2344799 h 6858000"/>
              <a:gd name="connsiteX879" fmla="*/ 6323232 w 7467600"/>
              <a:gd name="connsiteY879" fmla="*/ 2389634 h 6858000"/>
              <a:gd name="connsiteX880" fmla="*/ 5942958 w 7467600"/>
              <a:gd name="connsiteY880" fmla="*/ 2077708 h 6858000"/>
              <a:gd name="connsiteX881" fmla="*/ 5921559 w 7467600"/>
              <a:gd name="connsiteY881" fmla="*/ 2378596 h 6858000"/>
              <a:gd name="connsiteX882" fmla="*/ 5817651 w 7467600"/>
              <a:gd name="connsiteY882" fmla="*/ 3023919 h 6858000"/>
              <a:gd name="connsiteX883" fmla="*/ 5729634 w 7467600"/>
              <a:gd name="connsiteY883" fmla="*/ 3051849 h 6858000"/>
              <a:gd name="connsiteX884" fmla="*/ 5611018 w 7467600"/>
              <a:gd name="connsiteY884" fmla="*/ 2316769 h 6858000"/>
              <a:gd name="connsiteX885" fmla="*/ 5687608 w 7467600"/>
              <a:gd name="connsiteY885" fmla="*/ 2039972 h 6858000"/>
              <a:gd name="connsiteX886" fmla="*/ 5657554 w 7467600"/>
              <a:gd name="connsiteY886" fmla="*/ 1576445 h 6858000"/>
              <a:gd name="connsiteX887" fmla="*/ 5150475 w 7467600"/>
              <a:gd name="connsiteY887" fmla="*/ 1274012 h 6858000"/>
              <a:gd name="connsiteX888" fmla="*/ 5349142 w 7467600"/>
              <a:gd name="connsiteY888" fmla="*/ 2204405 h 6858000"/>
              <a:gd name="connsiteX889" fmla="*/ 5262214 w 7467600"/>
              <a:gd name="connsiteY889" fmla="*/ 2233836 h 6858000"/>
              <a:gd name="connsiteX890" fmla="*/ 4981539 w 7467600"/>
              <a:gd name="connsiteY890" fmla="*/ 1542201 h 6858000"/>
              <a:gd name="connsiteX891" fmla="*/ 4958461 w 7467600"/>
              <a:gd name="connsiteY891" fmla="*/ 1136957 h 6858000"/>
              <a:gd name="connsiteX892" fmla="*/ 4655015 w 7467600"/>
              <a:gd name="connsiteY892" fmla="*/ 891426 h 6858000"/>
              <a:gd name="connsiteX893" fmla="*/ 4348002 w 7467600"/>
              <a:gd name="connsiteY893" fmla="*/ 2205895 h 6858000"/>
              <a:gd name="connsiteX894" fmla="*/ 4262250 w 7467600"/>
              <a:gd name="connsiteY894" fmla="*/ 2219972 h 6858000"/>
              <a:gd name="connsiteX895" fmla="*/ 4550611 w 7467600"/>
              <a:gd name="connsiteY895" fmla="*/ 817540 h 6858000"/>
              <a:gd name="connsiteX896" fmla="*/ 4564418 w 7467600"/>
              <a:gd name="connsiteY896" fmla="*/ 808293 h 6858000"/>
              <a:gd name="connsiteX897" fmla="*/ 4266388 w 7467600"/>
              <a:gd name="connsiteY897" fmla="*/ 500083 h 6858000"/>
              <a:gd name="connsiteX898" fmla="*/ 4032842 w 7467600"/>
              <a:gd name="connsiteY898" fmla="*/ 211809 h 6858000"/>
              <a:gd name="connsiteX899" fmla="*/ 3882765 w 7467600"/>
              <a:gd name="connsiteY899" fmla="*/ 0 h 6858000"/>
              <a:gd name="connsiteX900" fmla="*/ 3721337 w 7467600"/>
              <a:gd name="connsiteY900" fmla="*/ 0 h 6858000"/>
              <a:gd name="connsiteX901" fmla="*/ 3797544 w 7467600"/>
              <a:gd name="connsiteY901" fmla="*/ 0 h 6858000"/>
              <a:gd name="connsiteX902" fmla="*/ 3775734 w 7467600"/>
              <a:gd name="connsiteY902" fmla="*/ 95131 h 6858000"/>
              <a:gd name="connsiteX903" fmla="*/ 3724807 w 7467600"/>
              <a:gd name="connsiteY903" fmla="*/ 272257 h 6858000"/>
              <a:gd name="connsiteX904" fmla="*/ 3726844 w 7467600"/>
              <a:gd name="connsiteY904" fmla="*/ 282988 h 6858000"/>
              <a:gd name="connsiteX905" fmla="*/ 3742664 w 7467600"/>
              <a:gd name="connsiteY905" fmla="*/ 279918 h 6858000"/>
              <a:gd name="connsiteX906" fmla="*/ 4103910 w 7467600"/>
              <a:gd name="connsiteY906" fmla="*/ 1161917 h 6858000"/>
              <a:gd name="connsiteX907" fmla="*/ 4020269 w 7467600"/>
              <a:gd name="connsiteY907" fmla="*/ 1200406 h 6858000"/>
              <a:gd name="connsiteX908" fmla="*/ 3674882 w 7467600"/>
              <a:gd name="connsiteY908" fmla="*/ 488524 h 6858000"/>
              <a:gd name="connsiteX909" fmla="*/ 3132682 w 7467600"/>
              <a:gd name="connsiteY909" fmla="*/ 1072284 h 6858000"/>
              <a:gd name="connsiteX910" fmla="*/ 2716346 w 7467600"/>
              <a:gd name="connsiteY910" fmla="*/ 1276376 h 6858000"/>
              <a:gd name="connsiteX911" fmla="*/ 2716772 w 7467600"/>
              <a:gd name="connsiteY911" fmla="*/ 1255462 h 6858000"/>
              <a:gd name="connsiteX912" fmla="*/ 3471096 w 7467600"/>
              <a:gd name="connsiteY912" fmla="*/ 437072 h 6858000"/>
              <a:gd name="connsiteX913" fmla="*/ 3639057 w 7467600"/>
              <a:gd name="connsiteY913" fmla="*/ 286334 h 6858000"/>
              <a:gd name="connsiteX914" fmla="*/ 3640309 w 7467600"/>
              <a:gd name="connsiteY914" fmla="*/ 284664 h 6858000"/>
              <a:gd name="connsiteX915" fmla="*/ 3646022 w 7467600"/>
              <a:gd name="connsiteY915" fmla="*/ 276711 h 6858000"/>
              <a:gd name="connsiteX916" fmla="*/ 3707943 w 7467600"/>
              <a:gd name="connsiteY916" fmla="*/ 65958 h 6858000"/>
              <a:gd name="connsiteX917" fmla="*/ 3721337 w 7467600"/>
              <a:gd name="connsiteY917" fmla="*/ 0 h 6858000"/>
              <a:gd name="connsiteX918" fmla="*/ 2867960 w 7467600"/>
              <a:gd name="connsiteY918" fmla="*/ 0 h 6858000"/>
              <a:gd name="connsiteX919" fmla="*/ 2926351 w 7467600"/>
              <a:gd name="connsiteY919" fmla="*/ 0 h 6858000"/>
              <a:gd name="connsiteX920" fmla="*/ 2902823 w 7467600"/>
              <a:gd name="connsiteY920" fmla="*/ 262929 h 6858000"/>
              <a:gd name="connsiteX921" fmla="*/ 2940663 w 7467600"/>
              <a:gd name="connsiteY921" fmla="*/ 140884 h 6858000"/>
              <a:gd name="connsiteX922" fmla="*/ 2947039 w 7467600"/>
              <a:gd name="connsiteY922" fmla="*/ 122524 h 6858000"/>
              <a:gd name="connsiteX923" fmla="*/ 2984316 w 7467600"/>
              <a:gd name="connsiteY923" fmla="*/ 0 h 6858000"/>
              <a:gd name="connsiteX924" fmla="*/ 3016114 w 7467600"/>
              <a:gd name="connsiteY924" fmla="*/ 0 h 6858000"/>
              <a:gd name="connsiteX925" fmla="*/ 2979949 w 7467600"/>
              <a:gd name="connsiteY925" fmla="*/ 119274 h 6858000"/>
              <a:gd name="connsiteX926" fmla="*/ 3023879 w 7467600"/>
              <a:gd name="connsiteY926" fmla="*/ 0 h 6858000"/>
              <a:gd name="connsiteX927" fmla="*/ 3105400 w 7467600"/>
              <a:gd name="connsiteY927" fmla="*/ 0 h 6858000"/>
              <a:gd name="connsiteX928" fmla="*/ 3094669 w 7467600"/>
              <a:gd name="connsiteY928" fmla="*/ 30308 h 6858000"/>
              <a:gd name="connsiteX929" fmla="*/ 2901945 w 7467600"/>
              <a:gd name="connsiteY929" fmla="*/ 466538 h 6858000"/>
              <a:gd name="connsiteX930" fmla="*/ 2815209 w 7467600"/>
              <a:gd name="connsiteY930" fmla="*/ 497361 h 6858000"/>
              <a:gd name="connsiteX931" fmla="*/ 2844845 w 7467600"/>
              <a:gd name="connsiteY931" fmla="*/ 127638 h 6858000"/>
              <a:gd name="connsiteX932" fmla="*/ 2867960 w 7467600"/>
              <a:gd name="connsiteY932" fmla="*/ 0 h 6858000"/>
              <a:gd name="connsiteX933" fmla="*/ 1057230 w 7467600"/>
              <a:gd name="connsiteY933" fmla="*/ 0 h 6858000"/>
              <a:gd name="connsiteX934" fmla="*/ 1111003 w 7467600"/>
              <a:gd name="connsiteY934" fmla="*/ 0 h 6858000"/>
              <a:gd name="connsiteX935" fmla="*/ 1125553 w 7467600"/>
              <a:gd name="connsiteY935" fmla="*/ 52588 h 6858000"/>
              <a:gd name="connsiteX936" fmla="*/ 1304276 w 7467600"/>
              <a:gd name="connsiteY936" fmla="*/ 476275 h 6858000"/>
              <a:gd name="connsiteX937" fmla="*/ 1492066 w 7467600"/>
              <a:gd name="connsiteY937" fmla="*/ 886333 h 6858000"/>
              <a:gd name="connsiteX938" fmla="*/ 1423698 w 7467600"/>
              <a:gd name="connsiteY938" fmla="*/ 710817 h 6858000"/>
              <a:gd name="connsiteX939" fmla="*/ 1357609 w 7467600"/>
              <a:gd name="connsiteY939" fmla="*/ 532892 h 6858000"/>
              <a:gd name="connsiteX940" fmla="*/ 1309550 w 7467600"/>
              <a:gd name="connsiteY940" fmla="*/ 374031 h 6858000"/>
              <a:gd name="connsiteX941" fmla="*/ 1193673 w 7467600"/>
              <a:gd name="connsiteY941" fmla="*/ 49533 h 6858000"/>
              <a:gd name="connsiteX942" fmla="*/ 1164391 w 7467600"/>
              <a:gd name="connsiteY942" fmla="*/ 0 h 6858000"/>
              <a:gd name="connsiteX943" fmla="*/ 1200666 w 7467600"/>
              <a:gd name="connsiteY943" fmla="*/ 0 h 6858000"/>
              <a:gd name="connsiteX944" fmla="*/ 1223408 w 7467600"/>
              <a:gd name="connsiteY944" fmla="*/ 38996 h 6858000"/>
              <a:gd name="connsiteX945" fmla="*/ 1339635 w 7467600"/>
              <a:gd name="connsiteY945" fmla="*/ 365517 h 6858000"/>
              <a:gd name="connsiteX946" fmla="*/ 1387469 w 7467600"/>
              <a:gd name="connsiteY946" fmla="*/ 523079 h 6858000"/>
              <a:gd name="connsiteX947" fmla="*/ 1452685 w 7467600"/>
              <a:gd name="connsiteY947" fmla="*/ 699806 h 6858000"/>
              <a:gd name="connsiteX948" fmla="*/ 1492092 w 7467600"/>
              <a:gd name="connsiteY948" fmla="*/ 800424 h 6858000"/>
              <a:gd name="connsiteX949" fmla="*/ 1455302 w 7467600"/>
              <a:gd name="connsiteY949" fmla="*/ 632913 h 6858000"/>
              <a:gd name="connsiteX950" fmla="*/ 1222336 w 7467600"/>
              <a:gd name="connsiteY950" fmla="*/ 9480 h 6858000"/>
              <a:gd name="connsiteX951" fmla="*/ 1214634 w 7467600"/>
              <a:gd name="connsiteY951" fmla="*/ 0 h 6858000"/>
              <a:gd name="connsiteX952" fmla="*/ 1289827 w 7467600"/>
              <a:gd name="connsiteY952" fmla="*/ 0 h 6858000"/>
              <a:gd name="connsiteX953" fmla="*/ 1321076 w 7467600"/>
              <a:gd name="connsiteY953" fmla="*/ 59722 h 6858000"/>
              <a:gd name="connsiteX954" fmla="*/ 1512579 w 7467600"/>
              <a:gd name="connsiteY954" fmla="*/ 626441 h 6858000"/>
              <a:gd name="connsiteX955" fmla="*/ 1506076 w 7467600"/>
              <a:gd name="connsiteY955" fmla="*/ 1089289 h 6858000"/>
              <a:gd name="connsiteX956" fmla="*/ 1486346 w 7467600"/>
              <a:gd name="connsiteY956" fmla="*/ 1079919 h 6858000"/>
              <a:gd name="connsiteX957" fmla="*/ 1070511 w 7467600"/>
              <a:gd name="connsiteY957" fmla="*/ 48609 h 6858000"/>
              <a:gd name="connsiteX958" fmla="*/ 1057230 w 7467600"/>
              <a:gd name="connsiteY958" fmla="*/ 0 h 6858000"/>
              <a:gd name="connsiteX959" fmla="*/ 43151 w 7467600"/>
              <a:gd name="connsiteY959" fmla="*/ 0 h 6858000"/>
              <a:gd name="connsiteX960" fmla="*/ 95283 w 7467600"/>
              <a:gd name="connsiteY960" fmla="*/ 0 h 6858000"/>
              <a:gd name="connsiteX961" fmla="*/ 300708 w 7467600"/>
              <a:gd name="connsiteY961" fmla="*/ 154571 h 6858000"/>
              <a:gd name="connsiteX962" fmla="*/ 530414 w 7467600"/>
              <a:gd name="connsiteY962" fmla="*/ 354673 h 6858000"/>
              <a:gd name="connsiteX963" fmla="*/ 333785 w 7467600"/>
              <a:gd name="connsiteY963" fmla="*/ 161564 h 6858000"/>
              <a:gd name="connsiteX964" fmla="*/ 147005 w 7467600"/>
              <a:gd name="connsiteY964" fmla="*/ 0 h 6858000"/>
              <a:gd name="connsiteX965" fmla="*/ 272509 w 7467600"/>
              <a:gd name="connsiteY965" fmla="*/ 0 h 6858000"/>
              <a:gd name="connsiteX966" fmla="*/ 326276 w 7467600"/>
              <a:gd name="connsiteY966" fmla="*/ 45847 h 6858000"/>
              <a:gd name="connsiteX967" fmla="*/ 823759 w 7467600"/>
              <a:gd name="connsiteY967" fmla="*/ 574145 h 6858000"/>
              <a:gd name="connsiteX968" fmla="*/ 811254 w 7467600"/>
              <a:gd name="connsiteY968" fmla="*/ 665546 h 6858000"/>
              <a:gd name="connsiteX969" fmla="*/ 154042 w 7467600"/>
              <a:gd name="connsiteY969" fmla="*/ 261522 h 6858000"/>
              <a:gd name="connsiteX970" fmla="*/ 13550 w 7467600"/>
              <a:gd name="connsiteY970" fmla="*/ 158423 h 6858000"/>
              <a:gd name="connsiteX971" fmla="*/ 0 w 7467600"/>
              <a:gd name="connsiteY971" fmla="*/ 146618 h 6858000"/>
              <a:gd name="connsiteX972" fmla="*/ 0 w 7467600"/>
              <a:gd name="connsiteY972" fmla="*/ 59161 h 6858000"/>
              <a:gd name="connsiteX973" fmla="*/ 45427 w 7467600"/>
              <a:gd name="connsiteY973" fmla="*/ 101078 h 6858000"/>
              <a:gd name="connsiteX974" fmla="*/ 630103 w 7467600"/>
              <a:gd name="connsiteY974" fmla="*/ 485885 h 6858000"/>
              <a:gd name="connsiteX975" fmla="*/ 532040 w 7467600"/>
              <a:gd name="connsiteY975" fmla="*/ 399359 h 6858000"/>
              <a:gd name="connsiteX976" fmla="*/ 517618 w 7467600"/>
              <a:gd name="connsiteY976" fmla="*/ 385726 h 6858000"/>
              <a:gd name="connsiteX977" fmla="*/ 285074 w 7467600"/>
              <a:gd name="connsiteY977" fmla="*/ 182755 h 6858000"/>
              <a:gd name="connsiteX978" fmla="*/ 43151 w 7467600"/>
              <a:gd name="connsiteY97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6946849 w 7467600"/>
              <a:gd name="connsiteY84" fmla="*/ 5523271 h 6858000"/>
              <a:gd name="connsiteX85" fmla="*/ 6946972 w 7467600"/>
              <a:gd name="connsiteY85" fmla="*/ 5526491 h 6858000"/>
              <a:gd name="connsiteX86" fmla="*/ 7105827 w 7467600"/>
              <a:gd name="connsiteY86" fmla="*/ 5718700 h 6858000"/>
              <a:gd name="connsiteX87" fmla="*/ 7356878 w 7467600"/>
              <a:gd name="connsiteY87" fmla="*/ 5981332 h 6858000"/>
              <a:gd name="connsiteX88" fmla="*/ 7467600 w 7467600"/>
              <a:gd name="connsiteY88" fmla="*/ 6117703 h 6858000"/>
              <a:gd name="connsiteX89" fmla="*/ 7467600 w 7467600"/>
              <a:gd name="connsiteY89" fmla="*/ 6163634 h 6858000"/>
              <a:gd name="connsiteX90" fmla="*/ 7403637 w 7467600"/>
              <a:gd name="connsiteY90" fmla="*/ 6083957 h 6858000"/>
              <a:gd name="connsiteX91" fmla="*/ 7254615 w 7467600"/>
              <a:gd name="connsiteY91" fmla="*/ 5911918 h 6858000"/>
              <a:gd name="connsiteX92" fmla="*/ 7312589 w 7467600"/>
              <a:gd name="connsiteY92" fmla="*/ 5982309 h 6858000"/>
              <a:gd name="connsiteX93" fmla="*/ 7448321 w 7467600"/>
              <a:gd name="connsiteY93" fmla="*/ 6190991 h 6858000"/>
              <a:gd name="connsiteX94" fmla="*/ 7467600 w 7467600"/>
              <a:gd name="connsiteY94" fmla="*/ 6221686 h 6858000"/>
              <a:gd name="connsiteX95" fmla="*/ 7467600 w 7467600"/>
              <a:gd name="connsiteY95" fmla="*/ 6334256 h 6858000"/>
              <a:gd name="connsiteX96" fmla="*/ 7454976 w 7467600"/>
              <a:gd name="connsiteY96" fmla="*/ 6318297 h 6858000"/>
              <a:gd name="connsiteX97" fmla="*/ 7042773 w 7467600"/>
              <a:gd name="connsiteY97" fmla="*/ 5734011 h 6858000"/>
              <a:gd name="connsiteX98" fmla="*/ 6844835 w 7467600"/>
              <a:gd name="connsiteY98" fmla="*/ 5424988 h 6858000"/>
              <a:gd name="connsiteX99" fmla="*/ 1456157 w 7467600"/>
              <a:gd name="connsiteY99" fmla="*/ 5371404 h 6858000"/>
              <a:gd name="connsiteX100" fmla="*/ 1244432 w 7467600"/>
              <a:gd name="connsiteY100" fmla="*/ 5385601 h 6858000"/>
              <a:gd name="connsiteX101" fmla="*/ 973990 w 7467600"/>
              <a:gd name="connsiteY101" fmla="*/ 5424940 h 6858000"/>
              <a:gd name="connsiteX102" fmla="*/ 1103809 w 7467600"/>
              <a:gd name="connsiteY102" fmla="*/ 5433720 h 6858000"/>
              <a:gd name="connsiteX103" fmla="*/ 1123454 w 7467600"/>
              <a:gd name="connsiteY103" fmla="*/ 5435727 h 6858000"/>
              <a:gd name="connsiteX104" fmla="*/ 1737017 w 7467600"/>
              <a:gd name="connsiteY104" fmla="*/ 5452183 h 6858000"/>
              <a:gd name="connsiteX105" fmla="*/ 1824397 w 7467600"/>
              <a:gd name="connsiteY105" fmla="*/ 5447757 h 6858000"/>
              <a:gd name="connsiteX106" fmla="*/ 2070059 w 7467600"/>
              <a:gd name="connsiteY106" fmla="*/ 5441660 h 6858000"/>
              <a:gd name="connsiteX107" fmla="*/ 1456157 w 7467600"/>
              <a:gd name="connsiteY107" fmla="*/ 5371404 h 6858000"/>
              <a:gd name="connsiteX108" fmla="*/ 4988186 w 7467600"/>
              <a:gd name="connsiteY108" fmla="*/ 5216467 h 6858000"/>
              <a:gd name="connsiteX109" fmla="*/ 4777334 w 7467600"/>
              <a:gd name="connsiteY109" fmla="*/ 5406072 h 6858000"/>
              <a:gd name="connsiteX110" fmla="*/ 4718341 w 7467600"/>
              <a:gd name="connsiteY110" fmla="*/ 5468043 h 6858000"/>
              <a:gd name="connsiteX111" fmla="*/ 4604655 w 7467600"/>
              <a:gd name="connsiteY111" fmla="*/ 5583434 h 6858000"/>
              <a:gd name="connsiteX112" fmla="*/ 4565074 w 7467600"/>
              <a:gd name="connsiteY112" fmla="*/ 5618550 h 6858000"/>
              <a:gd name="connsiteX113" fmla="*/ 4988186 w 7467600"/>
              <a:gd name="connsiteY113" fmla="*/ 5216467 h 6858000"/>
              <a:gd name="connsiteX114" fmla="*/ 4978032 w 7467600"/>
              <a:gd name="connsiteY114" fmla="*/ 5183809 h 6858000"/>
              <a:gd name="connsiteX115" fmla="*/ 4463413 w 7467600"/>
              <a:gd name="connsiteY115" fmla="*/ 5615162 h 6858000"/>
              <a:gd name="connsiteX116" fmla="*/ 4358134 w 7467600"/>
              <a:gd name="connsiteY116" fmla="*/ 5742791 h 6858000"/>
              <a:gd name="connsiteX117" fmla="*/ 4376219 w 7467600"/>
              <a:gd name="connsiteY117" fmla="*/ 5729027 h 6858000"/>
              <a:gd name="connsiteX118" fmla="*/ 4582340 w 7467600"/>
              <a:gd name="connsiteY118" fmla="*/ 5561037 h 6858000"/>
              <a:gd name="connsiteX119" fmla="*/ 4694684 w 7467600"/>
              <a:gd name="connsiteY119" fmla="*/ 5447098 h 6858000"/>
              <a:gd name="connsiteX120" fmla="*/ 4754123 w 7467600"/>
              <a:gd name="connsiteY120" fmla="*/ 5384643 h 6858000"/>
              <a:gd name="connsiteX121" fmla="*/ 4978032 w 7467600"/>
              <a:gd name="connsiteY121" fmla="*/ 5183809 h 6858000"/>
              <a:gd name="connsiteX122" fmla="*/ 1903353 w 7467600"/>
              <a:gd name="connsiteY122" fmla="*/ 5044827 h 6858000"/>
              <a:gd name="connsiteX123" fmla="*/ 1936931 w 7467600"/>
              <a:gd name="connsiteY123" fmla="*/ 5093954 h 6858000"/>
              <a:gd name="connsiteX124" fmla="*/ 2195868 w 7467600"/>
              <a:gd name="connsiteY124" fmla="*/ 5396574 h 6858000"/>
              <a:gd name="connsiteX125" fmla="*/ 2088852 w 7467600"/>
              <a:gd name="connsiteY125" fmla="*/ 5166123 h 6858000"/>
              <a:gd name="connsiteX126" fmla="*/ 1958241 w 7467600"/>
              <a:gd name="connsiteY126" fmla="*/ 5067955 h 6858000"/>
              <a:gd name="connsiteX127" fmla="*/ 1903353 w 7467600"/>
              <a:gd name="connsiteY127" fmla="*/ 5044827 h 6858000"/>
              <a:gd name="connsiteX128" fmla="*/ 1979378 w 7467600"/>
              <a:gd name="connsiteY128" fmla="*/ 4769504 h 6858000"/>
              <a:gd name="connsiteX129" fmla="*/ 2882120 w 7467600"/>
              <a:gd name="connsiteY129" fmla="*/ 5064547 h 6858000"/>
              <a:gd name="connsiteX130" fmla="*/ 2793103 w 7467600"/>
              <a:gd name="connsiteY130" fmla="*/ 5039699 h 6858000"/>
              <a:gd name="connsiteX131" fmla="*/ 2770041 w 7467600"/>
              <a:gd name="connsiteY131" fmla="*/ 5033634 h 6858000"/>
              <a:gd name="connsiteX132" fmla="*/ 1979378 w 7467600"/>
              <a:gd name="connsiteY132" fmla="*/ 4769504 h 6858000"/>
              <a:gd name="connsiteX133" fmla="*/ 1927410 w 7467600"/>
              <a:gd name="connsiteY133" fmla="*/ 4716164 h 6858000"/>
              <a:gd name="connsiteX134" fmla="*/ 1959587 w 7467600"/>
              <a:gd name="connsiteY134" fmla="*/ 4728849 h 6858000"/>
              <a:gd name="connsiteX135" fmla="*/ 2777707 w 7467600"/>
              <a:gd name="connsiteY135" fmla="*/ 5003991 h 6858000"/>
              <a:gd name="connsiteX136" fmla="*/ 2800768 w 7467600"/>
              <a:gd name="connsiteY136" fmla="*/ 5010056 h 6858000"/>
              <a:gd name="connsiteX137" fmla="*/ 2879408 w 7467600"/>
              <a:gd name="connsiteY137" fmla="*/ 5031590 h 6858000"/>
              <a:gd name="connsiteX138" fmla="*/ 2862295 w 7467600"/>
              <a:gd name="connsiteY138" fmla="*/ 5022958 h 6858000"/>
              <a:gd name="connsiteX139" fmla="*/ 2813343 w 7467600"/>
              <a:gd name="connsiteY139" fmla="*/ 4998369 h 6858000"/>
              <a:gd name="connsiteX140" fmla="*/ 2646245 w 7467600"/>
              <a:gd name="connsiteY140" fmla="*/ 4930999 h 6858000"/>
              <a:gd name="connsiteX141" fmla="*/ 1999243 w 7467600"/>
              <a:gd name="connsiteY141" fmla="*/ 4730524 h 6858000"/>
              <a:gd name="connsiteX142" fmla="*/ 1979527 w 7467600"/>
              <a:gd name="connsiteY142" fmla="*/ 4726651 h 6858000"/>
              <a:gd name="connsiteX143" fmla="*/ 1927410 w 7467600"/>
              <a:gd name="connsiteY143" fmla="*/ 4716164 h 6858000"/>
              <a:gd name="connsiteX144" fmla="*/ 1997014 w 7467600"/>
              <a:gd name="connsiteY144" fmla="*/ 4698007 h 6858000"/>
              <a:gd name="connsiteX145" fmla="*/ 2005458 w 7467600"/>
              <a:gd name="connsiteY145" fmla="*/ 4699540 h 6858000"/>
              <a:gd name="connsiteX146" fmla="*/ 2657186 w 7467600"/>
              <a:gd name="connsiteY146" fmla="*/ 4901687 h 6858000"/>
              <a:gd name="connsiteX147" fmla="*/ 2826662 w 7467600"/>
              <a:gd name="connsiteY147" fmla="*/ 4970362 h 6858000"/>
              <a:gd name="connsiteX148" fmla="*/ 2876100 w 7467600"/>
              <a:gd name="connsiteY148" fmla="*/ 4995397 h 6858000"/>
              <a:gd name="connsiteX149" fmla="*/ 3042600 w 7467600"/>
              <a:gd name="connsiteY149" fmla="*/ 5059532 h 6858000"/>
              <a:gd name="connsiteX150" fmla="*/ 1997014 w 7467600"/>
              <a:gd name="connsiteY150" fmla="*/ 4698007 h 6858000"/>
              <a:gd name="connsiteX151" fmla="*/ 2305292 w 7467600"/>
              <a:gd name="connsiteY151" fmla="*/ 4219492 h 6858000"/>
              <a:gd name="connsiteX152" fmla="*/ 3360922 w 7467600"/>
              <a:gd name="connsiteY152" fmla="*/ 4529373 h 6858000"/>
              <a:gd name="connsiteX153" fmla="*/ 3492420 w 7467600"/>
              <a:gd name="connsiteY153" fmla="*/ 4510145 h 6858000"/>
              <a:gd name="connsiteX154" fmla="*/ 3364086 w 7467600"/>
              <a:gd name="connsiteY154" fmla="*/ 4480340 h 6858000"/>
              <a:gd name="connsiteX155" fmla="*/ 3225818 w 7467600"/>
              <a:gd name="connsiteY155" fmla="*/ 4411822 h 6858000"/>
              <a:gd name="connsiteX156" fmla="*/ 3129696 w 7467600"/>
              <a:gd name="connsiteY156" fmla="*/ 4360704 h 6858000"/>
              <a:gd name="connsiteX157" fmla="*/ 2814545 w 7467600"/>
              <a:gd name="connsiteY157" fmla="*/ 4282955 h 6858000"/>
              <a:gd name="connsiteX158" fmla="*/ 2305292 w 7467600"/>
              <a:gd name="connsiteY158" fmla="*/ 4219492 h 6858000"/>
              <a:gd name="connsiteX159" fmla="*/ 2626982 w 7467600"/>
              <a:gd name="connsiteY159" fmla="*/ 4206450 h 6858000"/>
              <a:gd name="connsiteX160" fmla="*/ 2490617 w 7467600"/>
              <a:gd name="connsiteY160" fmla="*/ 4206951 h 6858000"/>
              <a:gd name="connsiteX161" fmla="*/ 2819869 w 7467600"/>
              <a:gd name="connsiteY161" fmla="*/ 4252936 h 6858000"/>
              <a:gd name="connsiteX162" fmla="*/ 3143018 w 7467600"/>
              <a:gd name="connsiteY162" fmla="*/ 4332698 h 6858000"/>
              <a:gd name="connsiteX163" fmla="*/ 3241520 w 7467600"/>
              <a:gd name="connsiteY163" fmla="*/ 4385112 h 6858000"/>
              <a:gd name="connsiteX164" fmla="*/ 3374575 w 7467600"/>
              <a:gd name="connsiteY164" fmla="*/ 4451517 h 6858000"/>
              <a:gd name="connsiteX165" fmla="*/ 3505221 w 7467600"/>
              <a:gd name="connsiteY165" fmla="*/ 4480757 h 6858000"/>
              <a:gd name="connsiteX166" fmla="*/ 2626982 w 7467600"/>
              <a:gd name="connsiteY166" fmla="*/ 4206450 h 6858000"/>
              <a:gd name="connsiteX167" fmla="*/ 1310106 w 7467600"/>
              <a:gd name="connsiteY167" fmla="*/ 3943217 h 6858000"/>
              <a:gd name="connsiteX168" fmla="*/ 854994 w 7467600"/>
              <a:gd name="connsiteY168" fmla="*/ 4399136 h 6858000"/>
              <a:gd name="connsiteX169" fmla="*/ 742462 w 7467600"/>
              <a:gd name="connsiteY169" fmla="*/ 4594648 h 6858000"/>
              <a:gd name="connsiteX170" fmla="*/ 820602 w 7467600"/>
              <a:gd name="connsiteY170" fmla="*/ 4485915 h 6858000"/>
              <a:gd name="connsiteX171" fmla="*/ 878295 w 7467600"/>
              <a:gd name="connsiteY171" fmla="*/ 4403594 h 6858000"/>
              <a:gd name="connsiteX172" fmla="*/ 1240607 w 7467600"/>
              <a:gd name="connsiteY172" fmla="*/ 4010401 h 6858000"/>
              <a:gd name="connsiteX173" fmla="*/ 1310106 w 7467600"/>
              <a:gd name="connsiteY173" fmla="*/ 3943217 h 6858000"/>
              <a:gd name="connsiteX174" fmla="*/ 1423113 w 7467600"/>
              <a:gd name="connsiteY174" fmla="*/ 3874565 h 6858000"/>
              <a:gd name="connsiteX175" fmla="*/ 1260565 w 7467600"/>
              <a:gd name="connsiteY175" fmla="*/ 4031982 h 6858000"/>
              <a:gd name="connsiteX176" fmla="*/ 901900 w 7467600"/>
              <a:gd name="connsiteY176" fmla="*/ 4421236 h 6858000"/>
              <a:gd name="connsiteX177" fmla="*/ 845044 w 7467600"/>
              <a:gd name="connsiteY177" fmla="*/ 4502436 h 6858000"/>
              <a:gd name="connsiteX178" fmla="*/ 685926 w 7467600"/>
              <a:gd name="connsiteY178" fmla="*/ 4703069 h 6858000"/>
              <a:gd name="connsiteX179" fmla="*/ 684248 w 7467600"/>
              <a:gd name="connsiteY179" fmla="*/ 4706721 h 6858000"/>
              <a:gd name="connsiteX180" fmla="*/ 1423113 w 7467600"/>
              <a:gd name="connsiteY180" fmla="*/ 3874565 h 6858000"/>
              <a:gd name="connsiteX181" fmla="*/ 3316479 w 7467600"/>
              <a:gd name="connsiteY181" fmla="*/ 3872136 h 6858000"/>
              <a:gd name="connsiteX182" fmla="*/ 3546806 w 7467600"/>
              <a:gd name="connsiteY182" fmla="*/ 4356139 h 6858000"/>
              <a:gd name="connsiteX183" fmla="*/ 3364433 w 7467600"/>
              <a:gd name="connsiteY183" fmla="*/ 3953121 h 6858000"/>
              <a:gd name="connsiteX184" fmla="*/ 3316479 w 7467600"/>
              <a:gd name="connsiteY184" fmla="*/ 3872136 h 6858000"/>
              <a:gd name="connsiteX185" fmla="*/ 3291335 w 7467600"/>
              <a:gd name="connsiteY185" fmla="*/ 3767420 h 6858000"/>
              <a:gd name="connsiteX186" fmla="*/ 3390805 w 7467600"/>
              <a:gd name="connsiteY186" fmla="*/ 3937163 h 6858000"/>
              <a:gd name="connsiteX187" fmla="*/ 3579062 w 7467600"/>
              <a:gd name="connsiteY187" fmla="*/ 4359040 h 6858000"/>
              <a:gd name="connsiteX188" fmla="*/ 3467355 w 7467600"/>
              <a:gd name="connsiteY188" fmla="*/ 3988130 h 6858000"/>
              <a:gd name="connsiteX189" fmla="*/ 3310753 w 7467600"/>
              <a:gd name="connsiteY189" fmla="*/ 3787140 h 6858000"/>
              <a:gd name="connsiteX190" fmla="*/ 3291335 w 7467600"/>
              <a:gd name="connsiteY190" fmla="*/ 3767420 h 6858000"/>
              <a:gd name="connsiteX191" fmla="*/ 1635889 w 7467600"/>
              <a:gd name="connsiteY191" fmla="*/ 3709494 h 6858000"/>
              <a:gd name="connsiteX192" fmla="*/ 1634800 w 7467600"/>
              <a:gd name="connsiteY192" fmla="*/ 3731111 h 6858000"/>
              <a:gd name="connsiteX193" fmla="*/ 1635889 w 7467600"/>
              <a:gd name="connsiteY193" fmla="*/ 3709494 h 6858000"/>
              <a:gd name="connsiteX194" fmla="*/ 1510397 w 7467600"/>
              <a:gd name="connsiteY194" fmla="*/ 3684705 h 6858000"/>
              <a:gd name="connsiteX195" fmla="*/ 1146550 w 7467600"/>
              <a:gd name="connsiteY195" fmla="*/ 3802012 h 6858000"/>
              <a:gd name="connsiteX196" fmla="*/ 698834 w 7467600"/>
              <a:gd name="connsiteY196" fmla="*/ 3952272 h 6858000"/>
              <a:gd name="connsiteX197" fmla="*/ 34256 w 7467600"/>
              <a:gd name="connsiteY197" fmla="*/ 4347603 h 6858000"/>
              <a:gd name="connsiteX198" fmla="*/ 527241 w 7467600"/>
              <a:gd name="connsiteY198" fmla="*/ 4065078 h 6858000"/>
              <a:gd name="connsiteX199" fmla="*/ 1510397 w 7467600"/>
              <a:gd name="connsiteY199" fmla="*/ 3684705 h 6858000"/>
              <a:gd name="connsiteX200" fmla="*/ 1313114 w 7467600"/>
              <a:gd name="connsiteY200" fmla="*/ 3655216 h 6858000"/>
              <a:gd name="connsiteX201" fmla="*/ 1109304 w 7467600"/>
              <a:gd name="connsiteY201" fmla="*/ 3669030 h 6858000"/>
              <a:gd name="connsiteX202" fmla="*/ 8129 w 7467600"/>
              <a:gd name="connsiteY202" fmla="*/ 4330519 h 6858000"/>
              <a:gd name="connsiteX203" fmla="*/ 687572 w 7467600"/>
              <a:gd name="connsiteY203" fmla="*/ 3925629 h 6858000"/>
              <a:gd name="connsiteX204" fmla="*/ 1138365 w 7467600"/>
              <a:gd name="connsiteY204" fmla="*/ 3774515 h 6858000"/>
              <a:gd name="connsiteX205" fmla="*/ 1505579 w 7467600"/>
              <a:gd name="connsiteY205" fmla="*/ 3655526 h 6858000"/>
              <a:gd name="connsiteX206" fmla="*/ 1313114 w 7467600"/>
              <a:gd name="connsiteY206" fmla="*/ 3655216 h 6858000"/>
              <a:gd name="connsiteX207" fmla="*/ 3655073 w 7467600"/>
              <a:gd name="connsiteY207" fmla="*/ 3650884 h 6858000"/>
              <a:gd name="connsiteX208" fmla="*/ 3989938 w 7467600"/>
              <a:gd name="connsiteY208" fmla="*/ 3991685 h 6858000"/>
              <a:gd name="connsiteX209" fmla="*/ 4393907 w 7467600"/>
              <a:gd name="connsiteY209" fmla="*/ 4261258 h 6858000"/>
              <a:gd name="connsiteX210" fmla="*/ 4648051 w 7467600"/>
              <a:gd name="connsiteY210" fmla="*/ 4374051 h 6858000"/>
              <a:gd name="connsiteX211" fmla="*/ 4383389 w 7467600"/>
              <a:gd name="connsiteY211" fmla="*/ 4184369 h 6858000"/>
              <a:gd name="connsiteX212" fmla="*/ 4165508 w 7467600"/>
              <a:gd name="connsiteY212" fmla="*/ 4035196 h 6858000"/>
              <a:gd name="connsiteX213" fmla="*/ 4068162 w 7467600"/>
              <a:gd name="connsiteY213" fmla="*/ 3953394 h 6858000"/>
              <a:gd name="connsiteX214" fmla="*/ 3981416 w 7467600"/>
              <a:gd name="connsiteY214" fmla="*/ 3880482 h 6858000"/>
              <a:gd name="connsiteX215" fmla="*/ 3800147 w 7467600"/>
              <a:gd name="connsiteY215" fmla="*/ 3749872 h 6858000"/>
              <a:gd name="connsiteX216" fmla="*/ 3655073 w 7467600"/>
              <a:gd name="connsiteY216" fmla="*/ 3650884 h 6858000"/>
              <a:gd name="connsiteX217" fmla="*/ 3670252 w 7467600"/>
              <a:gd name="connsiteY217" fmla="*/ 3622798 h 6858000"/>
              <a:gd name="connsiteX218" fmla="*/ 3817258 w 7467600"/>
              <a:gd name="connsiteY218" fmla="*/ 3723577 h 6858000"/>
              <a:gd name="connsiteX219" fmla="*/ 4000461 w 7467600"/>
              <a:gd name="connsiteY219" fmla="*/ 3855966 h 6858000"/>
              <a:gd name="connsiteX220" fmla="*/ 4088180 w 7467600"/>
              <a:gd name="connsiteY220" fmla="*/ 3929774 h 6858000"/>
              <a:gd name="connsiteX221" fmla="*/ 4184555 w 7467600"/>
              <a:gd name="connsiteY221" fmla="*/ 4010683 h 6858000"/>
              <a:gd name="connsiteX222" fmla="*/ 4399563 w 7467600"/>
              <a:gd name="connsiteY222" fmla="*/ 4158106 h 6858000"/>
              <a:gd name="connsiteX223" fmla="*/ 4684469 w 7467600"/>
              <a:gd name="connsiteY223" fmla="*/ 4364680 h 6858000"/>
              <a:gd name="connsiteX224" fmla="*/ 4690271 w 7467600"/>
              <a:gd name="connsiteY224" fmla="*/ 4370034 h 6858000"/>
              <a:gd name="connsiteX225" fmla="*/ 4136093 w 7467600"/>
              <a:gd name="connsiteY225" fmla="*/ 3858466 h 6858000"/>
              <a:gd name="connsiteX226" fmla="*/ 3670252 w 7467600"/>
              <a:gd name="connsiteY226" fmla="*/ 3622798 h 6858000"/>
              <a:gd name="connsiteX227" fmla="*/ 4440129 w 7467600"/>
              <a:gd name="connsiteY227" fmla="*/ 3448571 h 6858000"/>
              <a:gd name="connsiteX228" fmla="*/ 4856525 w 7467600"/>
              <a:gd name="connsiteY228" fmla="*/ 3915351 h 6858000"/>
              <a:gd name="connsiteX229" fmla="*/ 5059055 w 7467600"/>
              <a:gd name="connsiteY229" fmla="*/ 4108918 h 6858000"/>
              <a:gd name="connsiteX230" fmla="*/ 5290070 w 7467600"/>
              <a:gd name="connsiteY230" fmla="*/ 4263619 h 6858000"/>
              <a:gd name="connsiteX231" fmla="*/ 4834991 w 7467600"/>
              <a:gd name="connsiteY231" fmla="*/ 3830985 h 6858000"/>
              <a:gd name="connsiteX232" fmla="*/ 4440129 w 7467600"/>
              <a:gd name="connsiteY232" fmla="*/ 3448571 h 6858000"/>
              <a:gd name="connsiteX233" fmla="*/ 4441737 w 7467600"/>
              <a:gd name="connsiteY233" fmla="*/ 3399734 h 6858000"/>
              <a:gd name="connsiteX234" fmla="*/ 4431236 w 7467600"/>
              <a:gd name="connsiteY234" fmla="*/ 3400954 h 6858000"/>
              <a:gd name="connsiteX235" fmla="*/ 4557150 w 7467600"/>
              <a:gd name="connsiteY235" fmla="*/ 3510023 h 6858000"/>
              <a:gd name="connsiteX236" fmla="*/ 4856936 w 7467600"/>
              <a:gd name="connsiteY236" fmla="*/ 3809146 h 6858000"/>
              <a:gd name="connsiteX237" fmla="*/ 5111996 w 7467600"/>
              <a:gd name="connsiteY237" fmla="*/ 4065759 h 6858000"/>
              <a:gd name="connsiteX238" fmla="*/ 5388878 w 7467600"/>
              <a:gd name="connsiteY238" fmla="*/ 4300185 h 6858000"/>
              <a:gd name="connsiteX239" fmla="*/ 5425556 w 7467600"/>
              <a:gd name="connsiteY239" fmla="*/ 4308967 h 6858000"/>
              <a:gd name="connsiteX240" fmla="*/ 4943646 w 7467600"/>
              <a:gd name="connsiteY240" fmla="*/ 3822916 h 6858000"/>
              <a:gd name="connsiteX241" fmla="*/ 4594837 w 7467600"/>
              <a:gd name="connsiteY241" fmla="*/ 3532274 h 6858000"/>
              <a:gd name="connsiteX242" fmla="*/ 4441737 w 7467600"/>
              <a:gd name="connsiteY242" fmla="*/ 3399734 h 6858000"/>
              <a:gd name="connsiteX243" fmla="*/ 5425834 w 7467600"/>
              <a:gd name="connsiteY243" fmla="*/ 3162785 h 6858000"/>
              <a:gd name="connsiteX244" fmla="*/ 5401644 w 7467600"/>
              <a:gd name="connsiteY244" fmla="*/ 3617847 h 6858000"/>
              <a:gd name="connsiteX245" fmla="*/ 5467256 w 7467600"/>
              <a:gd name="connsiteY245" fmla="*/ 4175494 h 6858000"/>
              <a:gd name="connsiteX246" fmla="*/ 5448069 w 7467600"/>
              <a:gd name="connsiteY246" fmla="*/ 3567554 h 6858000"/>
              <a:gd name="connsiteX247" fmla="*/ 5425834 w 7467600"/>
              <a:gd name="connsiteY247" fmla="*/ 3162785 h 6858000"/>
              <a:gd name="connsiteX248" fmla="*/ 1318687 w 7467600"/>
              <a:gd name="connsiteY248" fmla="*/ 3113840 h 6858000"/>
              <a:gd name="connsiteX249" fmla="*/ 1066793 w 7467600"/>
              <a:gd name="connsiteY249" fmla="*/ 3212171 h 6858000"/>
              <a:gd name="connsiteX250" fmla="*/ 993319 w 7467600"/>
              <a:gd name="connsiteY250" fmla="*/ 3247648 h 6858000"/>
              <a:gd name="connsiteX251" fmla="*/ 853081 w 7467600"/>
              <a:gd name="connsiteY251" fmla="*/ 3312410 h 6858000"/>
              <a:gd name="connsiteX252" fmla="*/ 805957 w 7467600"/>
              <a:gd name="connsiteY252" fmla="*/ 3330443 h 6858000"/>
              <a:gd name="connsiteX253" fmla="*/ 1318687 w 7467600"/>
              <a:gd name="connsiteY253" fmla="*/ 3113840 h 6858000"/>
              <a:gd name="connsiteX254" fmla="*/ 5453702 w 7467600"/>
              <a:gd name="connsiteY254" fmla="*/ 3090882 h 6858000"/>
              <a:gd name="connsiteX255" fmla="*/ 5480135 w 7467600"/>
              <a:gd name="connsiteY255" fmla="*/ 3565802 h 6858000"/>
              <a:gd name="connsiteX256" fmla="*/ 5499023 w 7467600"/>
              <a:gd name="connsiteY256" fmla="*/ 4166310 h 6858000"/>
              <a:gd name="connsiteX257" fmla="*/ 5547022 w 7467600"/>
              <a:gd name="connsiteY257" fmla="*/ 3607838 h 6858000"/>
              <a:gd name="connsiteX258" fmla="*/ 5515964 w 7467600"/>
              <a:gd name="connsiteY258" fmla="*/ 3378541 h 6858000"/>
              <a:gd name="connsiteX259" fmla="*/ 5453702 w 7467600"/>
              <a:gd name="connsiteY259" fmla="*/ 3090882 h 6858000"/>
              <a:gd name="connsiteX260" fmla="*/ 1238695 w 7467600"/>
              <a:gd name="connsiteY260" fmla="*/ 3076820 h 6858000"/>
              <a:gd name="connsiteX261" fmla="*/ 716371 w 7467600"/>
              <a:gd name="connsiteY261" fmla="*/ 3293249 h 6858000"/>
              <a:gd name="connsiteX262" fmla="*/ 579522 w 7467600"/>
              <a:gd name="connsiteY262" fmla="*/ 3371759 h 6858000"/>
              <a:gd name="connsiteX263" fmla="*/ 600288 w 7467600"/>
              <a:gd name="connsiteY263" fmla="*/ 3365555 h 6858000"/>
              <a:gd name="connsiteX264" fmla="*/ 840692 w 7467600"/>
              <a:gd name="connsiteY264" fmla="*/ 3284921 h 6858000"/>
              <a:gd name="connsiteX265" fmla="*/ 979248 w 7467600"/>
              <a:gd name="connsiteY265" fmla="*/ 3221003 h 6858000"/>
              <a:gd name="connsiteX266" fmla="*/ 1053282 w 7467600"/>
              <a:gd name="connsiteY266" fmla="*/ 3185247 h 6858000"/>
              <a:gd name="connsiteX267" fmla="*/ 1320603 w 7467600"/>
              <a:gd name="connsiteY267" fmla="*/ 3081281 h 6858000"/>
              <a:gd name="connsiteX268" fmla="*/ 1238695 w 7467600"/>
              <a:gd name="connsiteY268" fmla="*/ 3076820 h 6858000"/>
              <a:gd name="connsiteX269" fmla="*/ 5425627 w 7467600"/>
              <a:gd name="connsiteY269" fmla="*/ 2954192 h 6858000"/>
              <a:gd name="connsiteX270" fmla="*/ 5470770 w 7467600"/>
              <a:gd name="connsiteY270" fmla="*/ 3005435 h 6858000"/>
              <a:gd name="connsiteX271" fmla="*/ 5519779 w 7467600"/>
              <a:gd name="connsiteY271" fmla="*/ 4359223 h 6858000"/>
              <a:gd name="connsiteX272" fmla="*/ 5520293 w 7467600"/>
              <a:gd name="connsiteY272" fmla="*/ 4360602 h 6858000"/>
              <a:gd name="connsiteX273" fmla="*/ 5767221 w 7467600"/>
              <a:gd name="connsiteY273" fmla="*/ 4665564 h 6858000"/>
              <a:gd name="connsiteX274" fmla="*/ 6937169 w 7467600"/>
              <a:gd name="connsiteY274" fmla="*/ 4815941 h 6858000"/>
              <a:gd name="connsiteX275" fmla="*/ 6953922 w 7467600"/>
              <a:gd name="connsiteY275" fmla="*/ 4890068 h 6858000"/>
              <a:gd name="connsiteX276" fmla="*/ 6071359 w 7467600"/>
              <a:gd name="connsiteY276" fmla="*/ 4770770 h 6858000"/>
              <a:gd name="connsiteX277" fmla="*/ 6038839 w 7467600"/>
              <a:gd name="connsiteY277" fmla="*/ 4764474 h 6858000"/>
              <a:gd name="connsiteX278" fmla="*/ 6038706 w 7467600"/>
              <a:gd name="connsiteY278" fmla="*/ 4763847 h 6858000"/>
              <a:gd name="connsiteX279" fmla="*/ 6037784 w 7467600"/>
              <a:gd name="connsiteY279" fmla="*/ 4764270 h 6858000"/>
              <a:gd name="connsiteX280" fmla="*/ 6038839 w 7467600"/>
              <a:gd name="connsiteY280" fmla="*/ 4764474 h 6858000"/>
              <a:gd name="connsiteX281" fmla="*/ 6040338 w 7467600"/>
              <a:gd name="connsiteY281" fmla="*/ 4771418 h 6858000"/>
              <a:gd name="connsiteX282" fmla="*/ 6024488 w 7467600"/>
              <a:gd name="connsiteY282" fmla="*/ 4809903 h 6858000"/>
              <a:gd name="connsiteX283" fmla="*/ 5599771 w 7467600"/>
              <a:gd name="connsiteY283" fmla="*/ 5509652 h 6858000"/>
              <a:gd name="connsiteX284" fmla="*/ 5548843 w 7467600"/>
              <a:gd name="connsiteY284" fmla="*/ 5563845 h 6858000"/>
              <a:gd name="connsiteX285" fmla="*/ 5940952 w 7467600"/>
              <a:gd name="connsiteY285" fmla="*/ 6250028 h 6858000"/>
              <a:gd name="connsiteX286" fmla="*/ 6043441 w 7467600"/>
              <a:gd name="connsiteY286" fmla="*/ 6665847 h 6858000"/>
              <a:gd name="connsiteX287" fmla="*/ 6093432 w 7467600"/>
              <a:gd name="connsiteY287" fmla="*/ 6858000 h 6858000"/>
              <a:gd name="connsiteX288" fmla="*/ 6034344 w 7467600"/>
              <a:gd name="connsiteY288" fmla="*/ 6858000 h 6858000"/>
              <a:gd name="connsiteX289" fmla="*/ 6026679 w 7467600"/>
              <a:gd name="connsiteY289" fmla="*/ 6836959 h 6858000"/>
              <a:gd name="connsiteX290" fmla="*/ 5800441 w 7467600"/>
              <a:gd name="connsiteY290" fmla="*/ 6335286 h 6858000"/>
              <a:gd name="connsiteX291" fmla="*/ 5526562 w 7467600"/>
              <a:gd name="connsiteY291" fmla="*/ 5705388 h 6858000"/>
              <a:gd name="connsiteX292" fmla="*/ 5519640 w 7467600"/>
              <a:gd name="connsiteY292" fmla="*/ 5683774 h 6858000"/>
              <a:gd name="connsiteX293" fmla="*/ 5844559 w 7467600"/>
              <a:gd name="connsiteY293" fmla="*/ 6553349 h 6858000"/>
              <a:gd name="connsiteX294" fmla="*/ 5975994 w 7467600"/>
              <a:gd name="connsiteY294" fmla="*/ 6858000 h 6858000"/>
              <a:gd name="connsiteX295" fmla="*/ 5898547 w 7467600"/>
              <a:gd name="connsiteY295" fmla="*/ 6858000 h 6858000"/>
              <a:gd name="connsiteX296" fmla="*/ 5682041 w 7467600"/>
              <a:gd name="connsiteY296" fmla="*/ 6355860 h 6858000"/>
              <a:gd name="connsiteX297" fmla="*/ 5461758 w 7467600"/>
              <a:gd name="connsiteY297" fmla="*/ 5820220 h 6858000"/>
              <a:gd name="connsiteX298" fmla="*/ 5237282 w 7467600"/>
              <a:gd name="connsiteY298" fmla="*/ 6579086 h 6858000"/>
              <a:gd name="connsiteX299" fmla="*/ 5115009 w 7467600"/>
              <a:gd name="connsiteY299" fmla="*/ 6858000 h 6858000"/>
              <a:gd name="connsiteX300" fmla="*/ 5028074 w 7467600"/>
              <a:gd name="connsiteY300" fmla="*/ 6858000 h 6858000"/>
              <a:gd name="connsiteX301" fmla="*/ 5079508 w 7467600"/>
              <a:gd name="connsiteY301" fmla="*/ 6749074 h 6858000"/>
              <a:gd name="connsiteX302" fmla="*/ 5371846 w 7467600"/>
              <a:gd name="connsiteY302" fmla="*/ 5924413 h 6858000"/>
              <a:gd name="connsiteX303" fmla="*/ 5270512 w 7467600"/>
              <a:gd name="connsiteY303" fmla="*/ 6138975 h 6858000"/>
              <a:gd name="connsiteX304" fmla="*/ 5062409 w 7467600"/>
              <a:gd name="connsiteY304" fmla="*/ 6653544 h 6858000"/>
              <a:gd name="connsiteX305" fmla="*/ 5036628 w 7467600"/>
              <a:gd name="connsiteY305" fmla="*/ 6754247 h 6858000"/>
              <a:gd name="connsiteX306" fmla="*/ 5009112 w 7467600"/>
              <a:gd name="connsiteY306" fmla="*/ 6858000 h 6858000"/>
              <a:gd name="connsiteX307" fmla="*/ 4976679 w 7467600"/>
              <a:gd name="connsiteY307" fmla="*/ 6858000 h 6858000"/>
              <a:gd name="connsiteX308" fmla="*/ 5006537 w 7467600"/>
              <a:gd name="connsiteY308" fmla="*/ 6747068 h 6858000"/>
              <a:gd name="connsiteX309" fmla="*/ 5032723 w 7467600"/>
              <a:gd name="connsiteY309" fmla="*/ 6644957 h 6858000"/>
              <a:gd name="connsiteX310" fmla="*/ 5242949 w 7467600"/>
              <a:gd name="connsiteY310" fmla="*/ 6125175 h 6858000"/>
              <a:gd name="connsiteX311" fmla="*/ 5286321 w 7467600"/>
              <a:gd name="connsiteY311" fmla="*/ 6033555 h 6858000"/>
              <a:gd name="connsiteX312" fmla="*/ 5008210 w 7467600"/>
              <a:gd name="connsiteY312" fmla="*/ 6649194 h 6858000"/>
              <a:gd name="connsiteX313" fmla="*/ 4986321 w 7467600"/>
              <a:gd name="connsiteY313" fmla="*/ 6765687 h 6858000"/>
              <a:gd name="connsiteX314" fmla="*/ 4973474 w 7467600"/>
              <a:gd name="connsiteY314" fmla="*/ 6858000 h 6858000"/>
              <a:gd name="connsiteX315" fmla="*/ 4907178 w 7467600"/>
              <a:gd name="connsiteY315" fmla="*/ 6858000 h 6858000"/>
              <a:gd name="connsiteX316" fmla="*/ 4910810 w 7467600"/>
              <a:gd name="connsiteY316" fmla="*/ 6829660 h 6858000"/>
              <a:gd name="connsiteX317" fmla="*/ 4987461 w 7467600"/>
              <a:gd name="connsiteY317" fmla="*/ 6432994 h 6858000"/>
              <a:gd name="connsiteX318" fmla="*/ 5179262 w 7467600"/>
              <a:gd name="connsiteY318" fmla="*/ 6035044 h 6858000"/>
              <a:gd name="connsiteX319" fmla="*/ 4689678 w 7467600"/>
              <a:gd name="connsiteY319" fmla="*/ 6440241 h 6858000"/>
              <a:gd name="connsiteX320" fmla="*/ 4477543 w 7467600"/>
              <a:gd name="connsiteY320" fmla="*/ 6674836 h 6858000"/>
              <a:gd name="connsiteX321" fmla="*/ 4329957 w 7467600"/>
              <a:gd name="connsiteY321" fmla="*/ 6858000 h 6858000"/>
              <a:gd name="connsiteX322" fmla="*/ 4218595 w 7467600"/>
              <a:gd name="connsiteY322" fmla="*/ 6858000 h 6858000"/>
              <a:gd name="connsiteX323" fmla="*/ 4368888 w 7467600"/>
              <a:gd name="connsiteY323" fmla="*/ 6668412 h 6858000"/>
              <a:gd name="connsiteX324" fmla="*/ 4563091 w 7467600"/>
              <a:gd name="connsiteY324" fmla="*/ 6442508 h 6858000"/>
              <a:gd name="connsiteX325" fmla="*/ 5387324 w 7467600"/>
              <a:gd name="connsiteY325" fmla="*/ 5705830 h 6858000"/>
              <a:gd name="connsiteX326" fmla="*/ 5073620 w 7467600"/>
              <a:gd name="connsiteY326" fmla="*/ 5955437 h 6858000"/>
              <a:gd name="connsiteX327" fmla="*/ 4689789 w 7467600"/>
              <a:gd name="connsiteY327" fmla="*/ 6268382 h 6858000"/>
              <a:gd name="connsiteX328" fmla="*/ 4418722 w 7467600"/>
              <a:gd name="connsiteY328" fmla="*/ 6570886 h 6858000"/>
              <a:gd name="connsiteX329" fmla="*/ 4214944 w 7467600"/>
              <a:gd name="connsiteY329" fmla="*/ 6858000 h 6858000"/>
              <a:gd name="connsiteX330" fmla="*/ 4177898 w 7467600"/>
              <a:gd name="connsiteY330" fmla="*/ 6858000 h 6858000"/>
              <a:gd name="connsiteX331" fmla="*/ 4391597 w 7467600"/>
              <a:gd name="connsiteY331" fmla="*/ 6556370 h 6858000"/>
              <a:gd name="connsiteX332" fmla="*/ 4668889 w 7467600"/>
              <a:gd name="connsiteY332" fmla="*/ 6246399 h 6858000"/>
              <a:gd name="connsiteX333" fmla="*/ 5055427 w 7467600"/>
              <a:gd name="connsiteY333" fmla="*/ 5931476 h 6858000"/>
              <a:gd name="connsiteX334" fmla="*/ 5371814 w 7467600"/>
              <a:gd name="connsiteY334" fmla="*/ 5678975 h 6858000"/>
              <a:gd name="connsiteX335" fmla="*/ 4987918 w 7467600"/>
              <a:gd name="connsiteY335" fmla="*/ 5838701 h 6858000"/>
              <a:gd name="connsiteX336" fmla="*/ 4317146 w 7467600"/>
              <a:gd name="connsiteY336" fmla="*/ 6587716 h 6858000"/>
              <a:gd name="connsiteX337" fmla="*/ 4171627 w 7467600"/>
              <a:gd name="connsiteY337" fmla="*/ 6858000 h 6858000"/>
              <a:gd name="connsiteX338" fmla="*/ 4081585 w 7467600"/>
              <a:gd name="connsiteY338" fmla="*/ 6858000 h 6858000"/>
              <a:gd name="connsiteX339" fmla="*/ 4238603 w 7467600"/>
              <a:gd name="connsiteY339" fmla="*/ 6559341 h 6858000"/>
              <a:gd name="connsiteX340" fmla="*/ 4778333 w 7467600"/>
              <a:gd name="connsiteY340" fmla="*/ 5873626 h 6858000"/>
              <a:gd name="connsiteX341" fmla="*/ 5414185 w 7467600"/>
              <a:gd name="connsiteY341" fmla="*/ 5573882 h 6858000"/>
              <a:gd name="connsiteX342" fmla="*/ 5959648 w 7467600"/>
              <a:gd name="connsiteY342" fmla="*/ 4760797 h 6858000"/>
              <a:gd name="connsiteX343" fmla="*/ 5355019 w 7467600"/>
              <a:gd name="connsiteY343" fmla="*/ 4734672 h 6858000"/>
              <a:gd name="connsiteX344" fmla="*/ 5083565 w 7467600"/>
              <a:gd name="connsiteY344" fmla="*/ 5179121 h 6858000"/>
              <a:gd name="connsiteX345" fmla="*/ 4713577 w 7467600"/>
              <a:gd name="connsiteY345" fmla="*/ 5616803 h 6858000"/>
              <a:gd name="connsiteX346" fmla="*/ 3989559 w 7467600"/>
              <a:gd name="connsiteY346" fmla="*/ 6145945 h 6858000"/>
              <a:gd name="connsiteX347" fmla="*/ 3939824 w 7467600"/>
              <a:gd name="connsiteY347" fmla="*/ 6066900 h 6858000"/>
              <a:gd name="connsiteX348" fmla="*/ 4584537 w 7467600"/>
              <a:gd name="connsiteY348" fmla="*/ 5324826 h 6858000"/>
              <a:gd name="connsiteX349" fmla="*/ 5037105 w 7467600"/>
              <a:gd name="connsiteY349" fmla="*/ 5088765 h 6858000"/>
              <a:gd name="connsiteX350" fmla="*/ 5039930 w 7467600"/>
              <a:gd name="connsiteY350" fmla="*/ 5089585 h 6858000"/>
              <a:gd name="connsiteX351" fmla="*/ 5263764 w 7467600"/>
              <a:gd name="connsiteY351" fmla="*/ 4735525 h 6858000"/>
              <a:gd name="connsiteX352" fmla="*/ 4086300 w 7467600"/>
              <a:gd name="connsiteY352" fmla="*/ 4884599 h 6858000"/>
              <a:gd name="connsiteX353" fmla="*/ 4085485 w 7467600"/>
              <a:gd name="connsiteY353" fmla="*/ 4899070 h 6858000"/>
              <a:gd name="connsiteX354" fmla="*/ 3871915 w 7467600"/>
              <a:gd name="connsiteY354" fmla="*/ 5253645 h 6858000"/>
              <a:gd name="connsiteX355" fmla="*/ 3799374 w 7467600"/>
              <a:gd name="connsiteY355" fmla="*/ 5466127 h 6858000"/>
              <a:gd name="connsiteX356" fmla="*/ 3498850 w 7467600"/>
              <a:gd name="connsiteY356" fmla="*/ 6661888 h 6858000"/>
              <a:gd name="connsiteX357" fmla="*/ 3399216 w 7467600"/>
              <a:gd name="connsiteY357" fmla="*/ 6858000 h 6858000"/>
              <a:gd name="connsiteX358" fmla="*/ 3303688 w 7467600"/>
              <a:gd name="connsiteY358" fmla="*/ 6858000 h 6858000"/>
              <a:gd name="connsiteX359" fmla="*/ 3391774 w 7467600"/>
              <a:gd name="connsiteY359" fmla="*/ 6697181 h 6858000"/>
              <a:gd name="connsiteX360" fmla="*/ 3735540 w 7467600"/>
              <a:gd name="connsiteY360" fmla="*/ 5546923 h 6858000"/>
              <a:gd name="connsiteX361" fmla="*/ 3729438 w 7467600"/>
              <a:gd name="connsiteY361" fmla="*/ 5569058 h 6858000"/>
              <a:gd name="connsiteX362" fmla="*/ 3707782 w 7467600"/>
              <a:gd name="connsiteY362" fmla="*/ 5644908 h 6858000"/>
              <a:gd name="connsiteX363" fmla="*/ 3583827 w 7467600"/>
              <a:gd name="connsiteY363" fmla="*/ 6039215 h 6858000"/>
              <a:gd name="connsiteX364" fmla="*/ 3547861 w 7467600"/>
              <a:gd name="connsiteY364" fmla="*/ 6129609 h 6858000"/>
              <a:gd name="connsiteX365" fmla="*/ 3490905 w 7467600"/>
              <a:gd name="connsiteY365" fmla="*/ 6277660 h 6858000"/>
              <a:gd name="connsiteX366" fmla="*/ 3455859 w 7467600"/>
              <a:gd name="connsiteY366" fmla="*/ 6391301 h 6858000"/>
              <a:gd name="connsiteX367" fmla="*/ 3429112 w 7467600"/>
              <a:gd name="connsiteY367" fmla="*/ 6479469 h 6858000"/>
              <a:gd name="connsiteX368" fmla="*/ 3304862 w 7467600"/>
              <a:gd name="connsiteY368" fmla="*/ 6796476 h 6858000"/>
              <a:gd name="connsiteX369" fmla="*/ 3276071 w 7467600"/>
              <a:gd name="connsiteY369" fmla="*/ 6858000 h 6858000"/>
              <a:gd name="connsiteX370" fmla="*/ 3240805 w 7467600"/>
              <a:gd name="connsiteY370" fmla="*/ 6858000 h 6858000"/>
              <a:gd name="connsiteX371" fmla="*/ 3275917 w 7467600"/>
              <a:gd name="connsiteY371" fmla="*/ 6783192 h 6858000"/>
              <a:gd name="connsiteX372" fmla="*/ 3399358 w 7467600"/>
              <a:gd name="connsiteY372" fmla="*/ 6469011 h 6858000"/>
              <a:gd name="connsiteX373" fmla="*/ 3425650 w 7467600"/>
              <a:gd name="connsiteY373" fmla="*/ 6381333 h 6858000"/>
              <a:gd name="connsiteX374" fmla="*/ 3460661 w 7467600"/>
              <a:gd name="connsiteY374" fmla="*/ 6266763 h 6858000"/>
              <a:gd name="connsiteX375" fmla="*/ 3518021 w 7467600"/>
              <a:gd name="connsiteY375" fmla="*/ 6117298 h 6858000"/>
              <a:gd name="connsiteX376" fmla="*/ 3554035 w 7467600"/>
              <a:gd name="connsiteY376" fmla="*/ 6027832 h 6858000"/>
              <a:gd name="connsiteX377" fmla="*/ 3677174 w 7467600"/>
              <a:gd name="connsiteY377" fmla="*/ 5636351 h 6858000"/>
              <a:gd name="connsiteX378" fmla="*/ 3698819 w 7467600"/>
              <a:gd name="connsiteY378" fmla="*/ 5560503 h 6858000"/>
              <a:gd name="connsiteX379" fmla="*/ 3702094 w 7467600"/>
              <a:gd name="connsiteY379" fmla="*/ 5549194 h 6858000"/>
              <a:gd name="connsiteX380" fmla="*/ 3398355 w 7467600"/>
              <a:gd name="connsiteY380" fmla="*/ 6094603 h 6858000"/>
              <a:gd name="connsiteX381" fmla="*/ 3193941 w 7467600"/>
              <a:gd name="connsiteY381" fmla="*/ 6798775 h 6858000"/>
              <a:gd name="connsiteX382" fmla="*/ 3184140 w 7467600"/>
              <a:gd name="connsiteY382" fmla="*/ 6858000 h 6858000"/>
              <a:gd name="connsiteX383" fmla="*/ 3099978 w 7467600"/>
              <a:gd name="connsiteY383" fmla="*/ 6858000 h 6858000"/>
              <a:gd name="connsiteX384" fmla="*/ 3101556 w 7467600"/>
              <a:gd name="connsiteY384" fmla="*/ 6843337 h 6858000"/>
              <a:gd name="connsiteX385" fmla="*/ 3370162 w 7467600"/>
              <a:gd name="connsiteY385" fmla="*/ 5785550 h 6858000"/>
              <a:gd name="connsiteX386" fmla="*/ 3746477 w 7467600"/>
              <a:gd name="connsiteY386" fmla="*/ 5377889 h 6858000"/>
              <a:gd name="connsiteX387" fmla="*/ 3863399 w 7467600"/>
              <a:gd name="connsiteY387" fmla="*/ 5087257 h 6858000"/>
              <a:gd name="connsiteX388" fmla="*/ 3968712 w 7467600"/>
              <a:gd name="connsiteY388" fmla="*/ 4913989 h 6858000"/>
              <a:gd name="connsiteX389" fmla="*/ 2792390 w 7467600"/>
              <a:gd name="connsiteY389" fmla="*/ 5382974 h 6858000"/>
              <a:gd name="connsiteX390" fmla="*/ 2714982 w 7467600"/>
              <a:gd name="connsiteY390" fmla="*/ 5427051 h 6858000"/>
              <a:gd name="connsiteX391" fmla="*/ 2813361 w 7467600"/>
              <a:gd name="connsiteY391" fmla="*/ 6023912 h 6858000"/>
              <a:gd name="connsiteX392" fmla="*/ 2688430 w 7467600"/>
              <a:gd name="connsiteY392" fmla="*/ 6801564 h 6858000"/>
              <a:gd name="connsiteX393" fmla="*/ 2629626 w 7467600"/>
              <a:gd name="connsiteY393" fmla="*/ 6763394 h 6858000"/>
              <a:gd name="connsiteX394" fmla="*/ 2565328 w 7467600"/>
              <a:gd name="connsiteY394" fmla="*/ 5516399 h 6858000"/>
              <a:gd name="connsiteX395" fmla="*/ 1922999 w 7467600"/>
              <a:gd name="connsiteY395" fmla="*/ 5980343 h 6858000"/>
              <a:gd name="connsiteX396" fmla="*/ 1950261 w 7467600"/>
              <a:gd name="connsiteY396" fmla="*/ 6405858 h 6858000"/>
              <a:gd name="connsiteX397" fmla="*/ 2365554 w 7467600"/>
              <a:gd name="connsiteY397" fmla="*/ 6759107 h 6858000"/>
              <a:gd name="connsiteX398" fmla="*/ 2424142 w 7467600"/>
              <a:gd name="connsiteY398" fmla="*/ 6858000 h 6858000"/>
              <a:gd name="connsiteX399" fmla="*/ 2395994 w 7467600"/>
              <a:gd name="connsiteY399" fmla="*/ 6858000 h 6858000"/>
              <a:gd name="connsiteX400" fmla="*/ 2392863 w 7467600"/>
              <a:gd name="connsiteY400" fmla="*/ 6852964 h 6858000"/>
              <a:gd name="connsiteX401" fmla="*/ 2017589 w 7467600"/>
              <a:gd name="connsiteY401" fmla="*/ 6493982 h 6858000"/>
              <a:gd name="connsiteX402" fmla="*/ 2147336 w 7467600"/>
              <a:gd name="connsiteY402" fmla="*/ 6594052 h 6858000"/>
              <a:gd name="connsiteX403" fmla="*/ 2207047 w 7467600"/>
              <a:gd name="connsiteY403" fmla="*/ 6654540 h 6858000"/>
              <a:gd name="connsiteX404" fmla="*/ 2299106 w 7467600"/>
              <a:gd name="connsiteY404" fmla="*/ 6778931 h 6858000"/>
              <a:gd name="connsiteX405" fmla="*/ 2314430 w 7467600"/>
              <a:gd name="connsiteY405" fmla="*/ 6801144 h 6858000"/>
              <a:gd name="connsiteX406" fmla="*/ 2352406 w 7467600"/>
              <a:gd name="connsiteY406" fmla="*/ 6858000 h 6858000"/>
              <a:gd name="connsiteX407" fmla="*/ 2314492 w 7467600"/>
              <a:gd name="connsiteY407" fmla="*/ 6858000 h 6858000"/>
              <a:gd name="connsiteX408" fmla="*/ 2288095 w 7467600"/>
              <a:gd name="connsiteY408" fmla="*/ 6818030 h 6858000"/>
              <a:gd name="connsiteX409" fmla="*/ 2272768 w 7467600"/>
              <a:gd name="connsiteY409" fmla="*/ 6795822 h 6858000"/>
              <a:gd name="connsiteX410" fmla="*/ 2182715 w 7467600"/>
              <a:gd name="connsiteY410" fmla="*/ 6675071 h 6858000"/>
              <a:gd name="connsiteX411" fmla="*/ 2032061 w 7467600"/>
              <a:gd name="connsiteY411" fmla="*/ 6541380 h 6858000"/>
              <a:gd name="connsiteX412" fmla="*/ 2257220 w 7467600"/>
              <a:gd name="connsiteY412" fmla="*/ 6826257 h 6858000"/>
              <a:gd name="connsiteX413" fmla="*/ 2281324 w 7467600"/>
              <a:gd name="connsiteY413" fmla="*/ 6858000 h 6858000"/>
              <a:gd name="connsiteX414" fmla="*/ 2242860 w 7467600"/>
              <a:gd name="connsiteY414" fmla="*/ 6858000 h 6858000"/>
              <a:gd name="connsiteX415" fmla="*/ 2232818 w 7467600"/>
              <a:gd name="connsiteY415" fmla="*/ 6844926 h 6858000"/>
              <a:gd name="connsiteX416" fmla="*/ 1990172 w 7467600"/>
              <a:gd name="connsiteY416" fmla="*/ 6542121 h 6858000"/>
              <a:gd name="connsiteX417" fmla="*/ 2124090 w 7467600"/>
              <a:gd name="connsiteY417" fmla="*/ 6761017 h 6858000"/>
              <a:gd name="connsiteX418" fmla="*/ 2200380 w 7467600"/>
              <a:gd name="connsiteY418" fmla="*/ 6858000 h 6858000"/>
              <a:gd name="connsiteX419" fmla="*/ 2147507 w 7467600"/>
              <a:gd name="connsiteY419" fmla="*/ 6858000 h 6858000"/>
              <a:gd name="connsiteX420" fmla="*/ 2070668 w 7467600"/>
              <a:gd name="connsiteY420" fmla="*/ 6761520 h 6858000"/>
              <a:gd name="connsiteX421" fmla="*/ 1975142 w 7467600"/>
              <a:gd name="connsiteY421" fmla="*/ 6585570 h 6858000"/>
              <a:gd name="connsiteX422" fmla="*/ 2050035 w 7467600"/>
              <a:gd name="connsiteY422" fmla="*/ 6813345 h 6858000"/>
              <a:gd name="connsiteX423" fmla="*/ 2063025 w 7467600"/>
              <a:gd name="connsiteY423" fmla="*/ 6858000 h 6858000"/>
              <a:gd name="connsiteX424" fmla="*/ 2021675 w 7467600"/>
              <a:gd name="connsiteY424" fmla="*/ 6858000 h 6858000"/>
              <a:gd name="connsiteX425" fmla="*/ 2019308 w 7467600"/>
              <a:gd name="connsiteY425" fmla="*/ 6847118 h 6858000"/>
              <a:gd name="connsiteX426" fmla="*/ 1938835 w 7467600"/>
              <a:gd name="connsiteY426" fmla="*/ 6551160 h 6858000"/>
              <a:gd name="connsiteX427" fmla="*/ 1953230 w 7467600"/>
              <a:gd name="connsiteY427" fmla="*/ 6759699 h 6858000"/>
              <a:gd name="connsiteX428" fmla="*/ 1956763 w 7467600"/>
              <a:gd name="connsiteY428" fmla="*/ 6778191 h 6858000"/>
              <a:gd name="connsiteX429" fmla="*/ 1967925 w 7467600"/>
              <a:gd name="connsiteY429" fmla="*/ 6858000 h 6858000"/>
              <a:gd name="connsiteX430" fmla="*/ 1936622 w 7467600"/>
              <a:gd name="connsiteY430" fmla="*/ 6858000 h 6858000"/>
              <a:gd name="connsiteX431" fmla="*/ 1926261 w 7467600"/>
              <a:gd name="connsiteY431" fmla="*/ 6784064 h 6858000"/>
              <a:gd name="connsiteX432" fmla="*/ 1922724 w 7467600"/>
              <a:gd name="connsiteY432" fmla="*/ 6765577 h 6858000"/>
              <a:gd name="connsiteX433" fmla="*/ 1904650 w 7467600"/>
              <a:gd name="connsiteY433" fmla="*/ 6639616 h 6858000"/>
              <a:gd name="connsiteX434" fmla="*/ 1885273 w 7467600"/>
              <a:gd name="connsiteY434" fmla="*/ 6858000 h 6858000"/>
              <a:gd name="connsiteX435" fmla="*/ 1854363 w 7467600"/>
              <a:gd name="connsiteY435" fmla="*/ 6858000 h 6858000"/>
              <a:gd name="connsiteX436" fmla="*/ 1880391 w 7467600"/>
              <a:gd name="connsiteY436" fmla="*/ 6603796 h 6858000"/>
              <a:gd name="connsiteX437" fmla="*/ 1818273 w 7467600"/>
              <a:gd name="connsiteY437" fmla="*/ 6715729 h 6858000"/>
              <a:gd name="connsiteX438" fmla="*/ 1794691 w 7467600"/>
              <a:gd name="connsiteY438" fmla="*/ 6843239 h 6858000"/>
              <a:gd name="connsiteX439" fmla="*/ 1794914 w 7467600"/>
              <a:gd name="connsiteY439" fmla="*/ 6858000 h 6858000"/>
              <a:gd name="connsiteX440" fmla="*/ 1746128 w 7467600"/>
              <a:gd name="connsiteY440" fmla="*/ 6858000 h 6858000"/>
              <a:gd name="connsiteX441" fmla="*/ 1753934 w 7467600"/>
              <a:gd name="connsiteY441" fmla="*/ 6724796 h 6858000"/>
              <a:gd name="connsiteX442" fmla="*/ 1792053 w 7467600"/>
              <a:gd name="connsiteY442" fmla="*/ 6572396 h 6858000"/>
              <a:gd name="connsiteX443" fmla="*/ 1862248 w 7467600"/>
              <a:gd name="connsiteY443" fmla="*/ 6266397 h 6858000"/>
              <a:gd name="connsiteX444" fmla="*/ 1862250 w 7467600"/>
              <a:gd name="connsiteY444" fmla="*/ 6033531 h 6858000"/>
              <a:gd name="connsiteX445" fmla="*/ 1211999 w 7467600"/>
              <a:gd name="connsiteY445" fmla="*/ 6683610 h 6858000"/>
              <a:gd name="connsiteX446" fmla="*/ 1213266 w 7467600"/>
              <a:gd name="connsiteY446" fmla="*/ 6691947 h 6858000"/>
              <a:gd name="connsiteX447" fmla="*/ 1203370 w 7467600"/>
              <a:gd name="connsiteY447" fmla="*/ 6850676 h 6858000"/>
              <a:gd name="connsiteX448" fmla="*/ 1203671 w 7467600"/>
              <a:gd name="connsiteY448" fmla="*/ 6858000 h 6858000"/>
              <a:gd name="connsiteX449" fmla="*/ 1143180 w 7467600"/>
              <a:gd name="connsiteY449" fmla="*/ 6858000 h 6858000"/>
              <a:gd name="connsiteX450" fmla="*/ 1142176 w 7467600"/>
              <a:gd name="connsiteY450" fmla="*/ 6766045 h 6858000"/>
              <a:gd name="connsiteX451" fmla="*/ 1067484 w 7467600"/>
              <a:gd name="connsiteY451" fmla="*/ 6858000 h 6858000"/>
              <a:gd name="connsiteX452" fmla="*/ 953928 w 7467600"/>
              <a:gd name="connsiteY452" fmla="*/ 6858000 h 6858000"/>
              <a:gd name="connsiteX453" fmla="*/ 959715 w 7467600"/>
              <a:gd name="connsiteY453" fmla="*/ 6850185 h 6858000"/>
              <a:gd name="connsiteX454" fmla="*/ 1483788 w 7467600"/>
              <a:gd name="connsiteY454" fmla="*/ 6259174 h 6858000"/>
              <a:gd name="connsiteX455" fmla="*/ 1100671 w 7467600"/>
              <a:gd name="connsiteY455" fmla="*/ 6252137 h 6858000"/>
              <a:gd name="connsiteX456" fmla="*/ 1090144 w 7467600"/>
              <a:gd name="connsiteY456" fmla="*/ 6256748 h 6858000"/>
              <a:gd name="connsiteX457" fmla="*/ 1095872 w 7467600"/>
              <a:gd name="connsiteY457" fmla="*/ 6271892 h 6858000"/>
              <a:gd name="connsiteX458" fmla="*/ 262785 w 7467600"/>
              <a:gd name="connsiteY458" fmla="*/ 6845450 h 6858000"/>
              <a:gd name="connsiteX459" fmla="*/ 209968 w 7467600"/>
              <a:gd name="connsiteY459" fmla="*/ 6770713 h 6858000"/>
              <a:gd name="connsiteX460" fmla="*/ 873460 w 7467600"/>
              <a:gd name="connsiteY460" fmla="*/ 6253768 h 6858000"/>
              <a:gd name="connsiteX461" fmla="*/ 192686 w 7467600"/>
              <a:gd name="connsiteY461" fmla="*/ 5849257 h 6858000"/>
              <a:gd name="connsiteX462" fmla="*/ 4696 w 7467600"/>
              <a:gd name="connsiteY462" fmla="*/ 5697668 h 6858000"/>
              <a:gd name="connsiteX463" fmla="*/ 0 w 7467600"/>
              <a:gd name="connsiteY463" fmla="*/ 5689984 h 6858000"/>
              <a:gd name="connsiteX464" fmla="*/ 0 w 7467600"/>
              <a:gd name="connsiteY464" fmla="*/ 5513472 h 6858000"/>
              <a:gd name="connsiteX465" fmla="*/ 174101 w 7467600"/>
              <a:gd name="connsiteY465" fmla="*/ 5620277 h 6858000"/>
              <a:gd name="connsiteX466" fmla="*/ 891800 w 7467600"/>
              <a:gd name="connsiteY466" fmla="*/ 6036935 h 6858000"/>
              <a:gd name="connsiteX467" fmla="*/ 1072219 w 7467600"/>
              <a:gd name="connsiteY467" fmla="*/ 6169443 h 6858000"/>
              <a:gd name="connsiteX468" fmla="*/ 1074117 w 7467600"/>
              <a:gd name="connsiteY468" fmla="*/ 6170301 h 6858000"/>
              <a:gd name="connsiteX469" fmla="*/ 1083114 w 7467600"/>
              <a:gd name="connsiteY469" fmla="*/ 6174131 h 6858000"/>
              <a:gd name="connsiteX470" fmla="*/ 1543010 w 7467600"/>
              <a:gd name="connsiteY470" fmla="*/ 6191140 h 6858000"/>
              <a:gd name="connsiteX471" fmla="*/ 1551080 w 7467600"/>
              <a:gd name="connsiteY471" fmla="*/ 6195006 h 6858000"/>
              <a:gd name="connsiteX472" fmla="*/ 2345443 w 7467600"/>
              <a:gd name="connsiteY472" fmla="*/ 5549882 h 6858000"/>
              <a:gd name="connsiteX473" fmla="*/ 1721499 w 7467600"/>
              <a:gd name="connsiteY473" fmla="*/ 5599969 h 6858000"/>
              <a:gd name="connsiteX474" fmla="*/ 767716 w 7467600"/>
              <a:gd name="connsiteY474" fmla="*/ 5472768 h 6858000"/>
              <a:gd name="connsiteX475" fmla="*/ 722147 w 7467600"/>
              <a:gd name="connsiteY475" fmla="*/ 5393091 h 6858000"/>
              <a:gd name="connsiteX476" fmla="*/ 1485552 w 7467600"/>
              <a:gd name="connsiteY476" fmla="*/ 5313202 h 6858000"/>
              <a:gd name="connsiteX477" fmla="*/ 2143004 w 7467600"/>
              <a:gd name="connsiteY477" fmla="*/ 5402420 h 6858000"/>
              <a:gd name="connsiteX478" fmla="*/ 1933391 w 7467600"/>
              <a:gd name="connsiteY478" fmla="*/ 5156971 h 6858000"/>
              <a:gd name="connsiteX479" fmla="*/ 1827118 w 7467600"/>
              <a:gd name="connsiteY479" fmla="*/ 4968410 h 6858000"/>
              <a:gd name="connsiteX480" fmla="*/ 1837349 w 7467600"/>
              <a:gd name="connsiteY480" fmla="*/ 4956357 h 6858000"/>
              <a:gd name="connsiteX481" fmla="*/ 2162835 w 7467600"/>
              <a:gd name="connsiteY481" fmla="*/ 5187853 h 6858000"/>
              <a:gd name="connsiteX482" fmla="*/ 2257167 w 7467600"/>
              <a:gd name="connsiteY482" fmla="*/ 5462123 h 6858000"/>
              <a:gd name="connsiteX483" fmla="*/ 2261598 w 7467600"/>
              <a:gd name="connsiteY483" fmla="*/ 5467998 h 6858000"/>
              <a:gd name="connsiteX484" fmla="*/ 2437177 w 7467600"/>
              <a:gd name="connsiteY484" fmla="*/ 5479608 h 6858000"/>
              <a:gd name="connsiteX485" fmla="*/ 2445247 w 7467600"/>
              <a:gd name="connsiteY485" fmla="*/ 5483476 h 6858000"/>
              <a:gd name="connsiteX486" fmla="*/ 2743626 w 7467600"/>
              <a:gd name="connsiteY486" fmla="*/ 5304819 h 6858000"/>
              <a:gd name="connsiteX487" fmla="*/ 3048102 w 7467600"/>
              <a:gd name="connsiteY487" fmla="*/ 5150595 h 6858000"/>
              <a:gd name="connsiteX488" fmla="*/ 1799414 w 7467600"/>
              <a:gd name="connsiteY488" fmla="*/ 4694732 h 6858000"/>
              <a:gd name="connsiteX489" fmla="*/ 1771735 w 7467600"/>
              <a:gd name="connsiteY489" fmla="*/ 4619929 h 6858000"/>
              <a:gd name="connsiteX490" fmla="*/ 3104273 w 7467600"/>
              <a:gd name="connsiteY490" fmla="*/ 5076159 h 6858000"/>
              <a:gd name="connsiteX491" fmla="*/ 3113245 w 7467600"/>
              <a:gd name="connsiteY491" fmla="*/ 5090705 h 6858000"/>
              <a:gd name="connsiteX492" fmla="*/ 3126294 w 7467600"/>
              <a:gd name="connsiteY492" fmla="*/ 5114400 h 6858000"/>
              <a:gd name="connsiteX493" fmla="*/ 3937433 w 7467600"/>
              <a:gd name="connsiteY493" fmla="*/ 4830473 h 6858000"/>
              <a:gd name="connsiteX494" fmla="*/ 3590475 w 7467600"/>
              <a:gd name="connsiteY494" fmla="*/ 4597974 h 6858000"/>
              <a:gd name="connsiteX495" fmla="*/ 3100264 w 7467600"/>
              <a:gd name="connsiteY495" fmla="*/ 4579845 h 6858000"/>
              <a:gd name="connsiteX496" fmla="*/ 2183576 w 7467600"/>
              <a:gd name="connsiteY496" fmla="*/ 4227150 h 6858000"/>
              <a:gd name="connsiteX497" fmla="*/ 2151029 w 7467600"/>
              <a:gd name="connsiteY497" fmla="*/ 4146947 h 6858000"/>
              <a:gd name="connsiteX498" fmla="*/ 3563434 w 7467600"/>
              <a:gd name="connsiteY498" fmla="*/ 4469115 h 6858000"/>
              <a:gd name="connsiteX499" fmla="*/ 3177952 w 7467600"/>
              <a:gd name="connsiteY499" fmla="*/ 3657386 h 6858000"/>
              <a:gd name="connsiteX500" fmla="*/ 3189263 w 7467600"/>
              <a:gd name="connsiteY500" fmla="*/ 3625726 h 6858000"/>
              <a:gd name="connsiteX501" fmla="*/ 3560912 w 7467600"/>
              <a:gd name="connsiteY501" fmla="*/ 4079863 h 6858000"/>
              <a:gd name="connsiteX502" fmla="*/ 3626636 w 7467600"/>
              <a:gd name="connsiteY502" fmla="*/ 4512230 h 6858000"/>
              <a:gd name="connsiteX503" fmla="*/ 3653088 w 7467600"/>
              <a:gd name="connsiteY503" fmla="*/ 4521417 h 6858000"/>
              <a:gd name="connsiteX504" fmla="*/ 3988128 w 7467600"/>
              <a:gd name="connsiteY504" fmla="*/ 4817267 h 6858000"/>
              <a:gd name="connsiteX505" fmla="*/ 4830582 w 7467600"/>
              <a:gd name="connsiteY505" fmla="*/ 4676000 h 6858000"/>
              <a:gd name="connsiteX506" fmla="*/ 4830100 w 7467600"/>
              <a:gd name="connsiteY506" fmla="*/ 4675554 h 6858000"/>
              <a:gd name="connsiteX507" fmla="*/ 4036318 w 7467600"/>
              <a:gd name="connsiteY507" fmla="*/ 4147013 h 6858000"/>
              <a:gd name="connsiteX508" fmla="*/ 3432098 w 7467600"/>
              <a:gd name="connsiteY508" fmla="*/ 3537312 h 6858000"/>
              <a:gd name="connsiteX509" fmla="*/ 3446761 w 7467600"/>
              <a:gd name="connsiteY509" fmla="*/ 3461278 h 6858000"/>
              <a:gd name="connsiteX510" fmla="*/ 4419733 w 7467600"/>
              <a:gd name="connsiteY510" fmla="*/ 3963555 h 6858000"/>
              <a:gd name="connsiteX511" fmla="*/ 4781371 w 7467600"/>
              <a:gd name="connsiteY511" fmla="*/ 4458604 h 6858000"/>
              <a:gd name="connsiteX512" fmla="*/ 4780440 w 7467600"/>
              <a:gd name="connsiteY512" fmla="*/ 4470290 h 6858000"/>
              <a:gd name="connsiteX513" fmla="*/ 4898954 w 7467600"/>
              <a:gd name="connsiteY513" fmla="*/ 4662092 h 6858000"/>
              <a:gd name="connsiteX514" fmla="*/ 4900699 w 7467600"/>
              <a:gd name="connsiteY514" fmla="*/ 4670867 h 6858000"/>
              <a:gd name="connsiteX515" fmla="*/ 5714511 w 7467600"/>
              <a:gd name="connsiteY515" fmla="*/ 4663483 h 6858000"/>
              <a:gd name="connsiteX516" fmla="*/ 5464793 w 7467600"/>
              <a:gd name="connsiteY516" fmla="*/ 4393556 h 6858000"/>
              <a:gd name="connsiteX517" fmla="*/ 5461897 w 7467600"/>
              <a:gd name="connsiteY517" fmla="*/ 4390879 h 6858000"/>
              <a:gd name="connsiteX518" fmla="*/ 4294126 w 7467600"/>
              <a:gd name="connsiteY518" fmla="*/ 3303048 h 6858000"/>
              <a:gd name="connsiteX519" fmla="*/ 4305321 w 7467600"/>
              <a:gd name="connsiteY519" fmla="*/ 3256953 h 6858000"/>
              <a:gd name="connsiteX520" fmla="*/ 4949299 w 7467600"/>
              <a:gd name="connsiteY520" fmla="*/ 3766336 h 6858000"/>
              <a:gd name="connsiteX521" fmla="*/ 5291452 w 7467600"/>
              <a:gd name="connsiteY521" fmla="*/ 4076801 h 6858000"/>
              <a:gd name="connsiteX522" fmla="*/ 5434998 w 7467600"/>
              <a:gd name="connsiteY522" fmla="*/ 4254100 h 6858000"/>
              <a:gd name="connsiteX523" fmla="*/ 5351015 w 7467600"/>
              <a:gd name="connsiteY523" fmla="*/ 3760989 h 6858000"/>
              <a:gd name="connsiteX524" fmla="*/ 5413780 w 7467600"/>
              <a:gd name="connsiteY524" fmla="*/ 2966265 h 6858000"/>
              <a:gd name="connsiteX525" fmla="*/ 5425627 w 7467600"/>
              <a:gd name="connsiteY525" fmla="*/ 2954192 h 6858000"/>
              <a:gd name="connsiteX526" fmla="*/ 6604735 w 7467600"/>
              <a:gd name="connsiteY526" fmla="*/ 2041381 h 6858000"/>
              <a:gd name="connsiteX527" fmla="*/ 7204487 w 7467600"/>
              <a:gd name="connsiteY527" fmla="*/ 2742112 h 6858000"/>
              <a:gd name="connsiteX528" fmla="*/ 7131592 w 7467600"/>
              <a:gd name="connsiteY528" fmla="*/ 2672096 h 6858000"/>
              <a:gd name="connsiteX529" fmla="*/ 6996344 w 7467600"/>
              <a:gd name="connsiteY529" fmla="*/ 2518310 h 6858000"/>
              <a:gd name="connsiteX530" fmla="*/ 6735495 w 7467600"/>
              <a:gd name="connsiteY530" fmla="*/ 2196890 h 6858000"/>
              <a:gd name="connsiteX531" fmla="*/ 6721901 w 7467600"/>
              <a:gd name="connsiteY531" fmla="*/ 2179274 h 6858000"/>
              <a:gd name="connsiteX532" fmla="*/ 6604735 w 7467600"/>
              <a:gd name="connsiteY532" fmla="*/ 2041381 h 6858000"/>
              <a:gd name="connsiteX533" fmla="*/ 6591670 w 7467600"/>
              <a:gd name="connsiteY533" fmla="*/ 1988277 h 6858000"/>
              <a:gd name="connsiteX534" fmla="*/ 6747349 w 7467600"/>
              <a:gd name="connsiteY534" fmla="*/ 2160069 h 6858000"/>
              <a:gd name="connsiteX535" fmla="*/ 6760943 w 7467600"/>
              <a:gd name="connsiteY535" fmla="*/ 2177686 h 6858000"/>
              <a:gd name="connsiteX536" fmla="*/ 7021065 w 7467600"/>
              <a:gd name="connsiteY536" fmla="*/ 2498102 h 6858000"/>
              <a:gd name="connsiteX537" fmla="*/ 7155223 w 7467600"/>
              <a:gd name="connsiteY537" fmla="*/ 2650386 h 6858000"/>
              <a:gd name="connsiteX538" fmla="*/ 7203167 w 7467600"/>
              <a:gd name="connsiteY538" fmla="*/ 2697288 h 6858000"/>
              <a:gd name="connsiteX539" fmla="*/ 6937703 w 7467600"/>
              <a:gd name="connsiteY539" fmla="*/ 2321981 h 6858000"/>
              <a:gd name="connsiteX540" fmla="*/ 6591670 w 7467600"/>
              <a:gd name="connsiteY540" fmla="*/ 1988277 h 6858000"/>
              <a:gd name="connsiteX541" fmla="*/ 5798671 w 7467600"/>
              <a:gd name="connsiteY541" fmla="*/ 1981601 h 6858000"/>
              <a:gd name="connsiteX542" fmla="*/ 5754709 w 7467600"/>
              <a:gd name="connsiteY542" fmla="*/ 2071454 h 6858000"/>
              <a:gd name="connsiteX543" fmla="*/ 5763044 w 7467600"/>
              <a:gd name="connsiteY543" fmla="*/ 2842206 h 6858000"/>
              <a:gd name="connsiteX544" fmla="*/ 5764974 w 7467600"/>
              <a:gd name="connsiteY544" fmla="*/ 2799609 h 6858000"/>
              <a:gd name="connsiteX545" fmla="*/ 5767665 w 7467600"/>
              <a:gd name="connsiteY545" fmla="*/ 2666409 h 6858000"/>
              <a:gd name="connsiteX546" fmla="*/ 5763055 w 7467600"/>
              <a:gd name="connsiteY546" fmla="*/ 2579705 h 6858000"/>
              <a:gd name="connsiteX547" fmla="*/ 5758079 w 7467600"/>
              <a:gd name="connsiteY547" fmla="*/ 2492508 h 6858000"/>
              <a:gd name="connsiteX548" fmla="*/ 5779325 w 7467600"/>
              <a:gd name="connsiteY548" fmla="*/ 2197069 h 6858000"/>
              <a:gd name="connsiteX549" fmla="*/ 5798671 w 7467600"/>
              <a:gd name="connsiteY549" fmla="*/ 1981601 h 6858000"/>
              <a:gd name="connsiteX550" fmla="*/ 5829202 w 7467600"/>
              <a:gd name="connsiteY550" fmla="*/ 1971679 h 6858000"/>
              <a:gd name="connsiteX551" fmla="*/ 5809558 w 7467600"/>
              <a:gd name="connsiteY551" fmla="*/ 2198043 h 6858000"/>
              <a:gd name="connsiteX552" fmla="*/ 5788653 w 7467600"/>
              <a:gd name="connsiteY552" fmla="*/ 2489430 h 6858000"/>
              <a:gd name="connsiteX553" fmla="*/ 5793439 w 7467600"/>
              <a:gd name="connsiteY553" fmla="*/ 2575235 h 6858000"/>
              <a:gd name="connsiteX554" fmla="*/ 5796837 w 7467600"/>
              <a:gd name="connsiteY554" fmla="*/ 2637633 h 6858000"/>
              <a:gd name="connsiteX555" fmla="*/ 5818614 w 7467600"/>
              <a:gd name="connsiteY555" fmla="*/ 2473055 h 6858000"/>
              <a:gd name="connsiteX556" fmla="*/ 5829202 w 7467600"/>
              <a:gd name="connsiteY556" fmla="*/ 1971679 h 6858000"/>
              <a:gd name="connsiteX557" fmla="*/ 5911389 w 7467600"/>
              <a:gd name="connsiteY557" fmla="*/ 1898371 h 6858000"/>
              <a:gd name="connsiteX558" fmla="*/ 6237627 w 7467600"/>
              <a:gd name="connsiteY558" fmla="*/ 2231921 h 6858000"/>
              <a:gd name="connsiteX559" fmla="*/ 5911389 w 7467600"/>
              <a:gd name="connsiteY559" fmla="*/ 1898371 h 6858000"/>
              <a:gd name="connsiteX560" fmla="*/ 6944437 w 7467600"/>
              <a:gd name="connsiteY560" fmla="*/ 1575402 h 6858000"/>
              <a:gd name="connsiteX561" fmla="*/ 6304730 w 7467600"/>
              <a:gd name="connsiteY561" fmla="*/ 1766654 h 6858000"/>
              <a:gd name="connsiteX562" fmla="*/ 6944437 w 7467600"/>
              <a:gd name="connsiteY562" fmla="*/ 1575402 h 6858000"/>
              <a:gd name="connsiteX563" fmla="*/ 7019523 w 7467600"/>
              <a:gd name="connsiteY563" fmla="*/ 1519450 h 6858000"/>
              <a:gd name="connsiteX564" fmla="*/ 6298091 w 7467600"/>
              <a:gd name="connsiteY564" fmla="*/ 1737122 h 6858000"/>
              <a:gd name="connsiteX565" fmla="*/ 7019523 w 7467600"/>
              <a:gd name="connsiteY565" fmla="*/ 1519450 h 6858000"/>
              <a:gd name="connsiteX566" fmla="*/ 2399523 w 7467600"/>
              <a:gd name="connsiteY566" fmla="*/ 1428234 h 6858000"/>
              <a:gd name="connsiteX567" fmla="*/ 2224982 w 7467600"/>
              <a:gd name="connsiteY567" fmla="*/ 1826201 h 6858000"/>
              <a:gd name="connsiteX568" fmla="*/ 2096099 w 7467600"/>
              <a:gd name="connsiteY568" fmla="*/ 2345900 h 6858000"/>
              <a:gd name="connsiteX569" fmla="*/ 2283317 w 7467600"/>
              <a:gd name="connsiteY569" fmla="*/ 1796925 h 6858000"/>
              <a:gd name="connsiteX570" fmla="*/ 2399523 w 7467600"/>
              <a:gd name="connsiteY570" fmla="*/ 1428234 h 6858000"/>
              <a:gd name="connsiteX571" fmla="*/ 2448558 w 7467600"/>
              <a:gd name="connsiteY571" fmla="*/ 1373435 h 6858000"/>
              <a:gd name="connsiteX572" fmla="*/ 2312521 w 7467600"/>
              <a:gd name="connsiteY572" fmla="*/ 1806140 h 6858000"/>
              <a:gd name="connsiteX573" fmla="*/ 2127533 w 7467600"/>
              <a:gd name="connsiteY573" fmla="*/ 2348380 h 6858000"/>
              <a:gd name="connsiteX574" fmla="*/ 2358080 w 7467600"/>
              <a:gd name="connsiteY574" fmla="*/ 1866134 h 6858000"/>
              <a:gd name="connsiteX575" fmla="*/ 2407436 w 7467600"/>
              <a:gd name="connsiteY575" fmla="*/ 1651070 h 6858000"/>
              <a:gd name="connsiteX576" fmla="*/ 2448558 w 7467600"/>
              <a:gd name="connsiteY576" fmla="*/ 1373435 h 6858000"/>
              <a:gd name="connsiteX577" fmla="*/ 278707 w 7467600"/>
              <a:gd name="connsiteY577" fmla="*/ 1352270 h 6858000"/>
              <a:gd name="connsiteX578" fmla="*/ 321570 w 7467600"/>
              <a:gd name="connsiteY578" fmla="*/ 1861610 h 6858000"/>
              <a:gd name="connsiteX579" fmla="*/ 294281 w 7467600"/>
              <a:gd name="connsiteY579" fmla="*/ 1440658 h 6858000"/>
              <a:gd name="connsiteX580" fmla="*/ 278707 w 7467600"/>
              <a:gd name="connsiteY580" fmla="*/ 1352270 h 6858000"/>
              <a:gd name="connsiteX581" fmla="*/ 1423821 w 7467600"/>
              <a:gd name="connsiteY581" fmla="*/ 1351958 h 6858000"/>
              <a:gd name="connsiteX582" fmla="*/ 1638521 w 7467600"/>
              <a:gd name="connsiteY582" fmla="*/ 1908470 h 6858000"/>
              <a:gd name="connsiteX583" fmla="*/ 1754199 w 7467600"/>
              <a:gd name="connsiteY583" fmla="*/ 2149284 h 6858000"/>
              <a:gd name="connsiteX584" fmla="*/ 1908359 w 7467600"/>
              <a:gd name="connsiteY584" fmla="*/ 2364988 h 6858000"/>
              <a:gd name="connsiteX585" fmla="*/ 1647661 w 7467600"/>
              <a:gd name="connsiteY585" fmla="*/ 1825945 h 6858000"/>
              <a:gd name="connsiteX586" fmla="*/ 1423821 w 7467600"/>
              <a:gd name="connsiteY586" fmla="*/ 1351958 h 6858000"/>
              <a:gd name="connsiteX587" fmla="*/ 1431890 w 7467600"/>
              <a:gd name="connsiteY587" fmla="*/ 1306475 h 6858000"/>
              <a:gd name="connsiteX588" fmla="*/ 1507597 w 7467600"/>
              <a:gd name="connsiteY588" fmla="*/ 1446132 h 6858000"/>
              <a:gd name="connsiteX589" fmla="*/ 1674586 w 7467600"/>
              <a:gd name="connsiteY589" fmla="*/ 1813832 h 6858000"/>
              <a:gd name="connsiteX590" fmla="*/ 1815950 w 7467600"/>
              <a:gd name="connsiteY590" fmla="*/ 2128564 h 6858000"/>
              <a:gd name="connsiteX591" fmla="*/ 1984242 w 7467600"/>
              <a:gd name="connsiteY591" fmla="*/ 2430829 h 6858000"/>
              <a:gd name="connsiteX592" fmla="*/ 2014023 w 7467600"/>
              <a:gd name="connsiteY592" fmla="*/ 2450995 h 6858000"/>
              <a:gd name="connsiteX593" fmla="*/ 1747337 w 7467600"/>
              <a:gd name="connsiteY593" fmla="*/ 1855264 h 6858000"/>
              <a:gd name="connsiteX594" fmla="*/ 1533749 w 7467600"/>
              <a:gd name="connsiteY594" fmla="*/ 1478656 h 6858000"/>
              <a:gd name="connsiteX595" fmla="*/ 1431890 w 7467600"/>
              <a:gd name="connsiteY595" fmla="*/ 1306475 h 6858000"/>
              <a:gd name="connsiteX596" fmla="*/ 5052692 w 7467600"/>
              <a:gd name="connsiteY596" fmla="*/ 1292994 h 6858000"/>
              <a:gd name="connsiteX597" fmla="*/ 5200661 w 7467600"/>
              <a:gd name="connsiteY597" fmla="*/ 1635186 h 6858000"/>
              <a:gd name="connsiteX598" fmla="*/ 5297138 w 7467600"/>
              <a:gd name="connsiteY598" fmla="*/ 1906351 h 6858000"/>
              <a:gd name="connsiteX599" fmla="*/ 5052692 w 7467600"/>
              <a:gd name="connsiteY599" fmla="*/ 1292994 h 6858000"/>
              <a:gd name="connsiteX600" fmla="*/ 5009948 w 7467600"/>
              <a:gd name="connsiteY600" fmla="*/ 1273619 h 6858000"/>
              <a:gd name="connsiteX601" fmla="*/ 5121777 w 7467600"/>
              <a:gd name="connsiteY601" fmla="*/ 1654213 h 6858000"/>
              <a:gd name="connsiteX602" fmla="*/ 5293545 w 7467600"/>
              <a:gd name="connsiteY602" fmla="*/ 2072247 h 6858000"/>
              <a:gd name="connsiteX603" fmla="*/ 5294042 w 7467600"/>
              <a:gd name="connsiteY603" fmla="*/ 2065019 h 6858000"/>
              <a:gd name="connsiteX604" fmla="*/ 5171936 w 7467600"/>
              <a:gd name="connsiteY604" fmla="*/ 1647613 h 6858000"/>
              <a:gd name="connsiteX605" fmla="*/ 5009948 w 7467600"/>
              <a:gd name="connsiteY605" fmla="*/ 1273619 h 6858000"/>
              <a:gd name="connsiteX606" fmla="*/ 655236 w 7467600"/>
              <a:gd name="connsiteY606" fmla="*/ 1268632 h 6858000"/>
              <a:gd name="connsiteX607" fmla="*/ 839521 w 7467600"/>
              <a:gd name="connsiteY607" fmla="*/ 1685315 h 6858000"/>
              <a:gd name="connsiteX608" fmla="*/ 1109416 w 7467600"/>
              <a:gd name="connsiteY608" fmla="*/ 2061663 h 6858000"/>
              <a:gd name="connsiteX609" fmla="*/ 1298300 w 7467600"/>
              <a:gd name="connsiteY609" fmla="*/ 2247742 h 6858000"/>
              <a:gd name="connsiteX610" fmla="*/ 1125871 w 7467600"/>
              <a:gd name="connsiteY610" fmla="*/ 1989513 h 6858000"/>
              <a:gd name="connsiteX611" fmla="*/ 981574 w 7467600"/>
              <a:gd name="connsiteY611" fmla="*/ 1783157 h 6858000"/>
              <a:gd name="connsiteX612" fmla="*/ 922198 w 7467600"/>
              <a:gd name="connsiteY612" fmla="*/ 1677437 h 6858000"/>
              <a:gd name="connsiteX613" fmla="*/ 869293 w 7467600"/>
              <a:gd name="connsiteY613" fmla="*/ 1583214 h 6858000"/>
              <a:gd name="connsiteX614" fmla="*/ 751431 w 7467600"/>
              <a:gd name="connsiteY614" fmla="*/ 1405731 h 6858000"/>
              <a:gd name="connsiteX615" fmla="*/ 655236 w 7467600"/>
              <a:gd name="connsiteY615" fmla="*/ 1268632 h 6858000"/>
              <a:gd name="connsiteX616" fmla="*/ 6516292 w 7467600"/>
              <a:gd name="connsiteY616" fmla="*/ 1263064 h 6858000"/>
              <a:gd name="connsiteX617" fmla="*/ 5736320 w 7467600"/>
              <a:gd name="connsiteY617" fmla="*/ 1501803 h 6858000"/>
              <a:gd name="connsiteX618" fmla="*/ 6516292 w 7467600"/>
              <a:gd name="connsiteY618" fmla="*/ 1263064 h 6858000"/>
              <a:gd name="connsiteX619" fmla="*/ 291466 w 7467600"/>
              <a:gd name="connsiteY619" fmla="*/ 1250369 h 6858000"/>
              <a:gd name="connsiteX620" fmla="*/ 323180 w 7467600"/>
              <a:gd name="connsiteY620" fmla="*/ 1435283 h 6858000"/>
              <a:gd name="connsiteX621" fmla="*/ 349381 w 7467600"/>
              <a:gd name="connsiteY621" fmla="*/ 1875041 h 6858000"/>
              <a:gd name="connsiteX622" fmla="*/ 374363 w 7467600"/>
              <a:gd name="connsiteY622" fmla="*/ 1506494 h 6858000"/>
              <a:gd name="connsiteX623" fmla="*/ 302168 w 7467600"/>
              <a:gd name="connsiteY623" fmla="*/ 1274495 h 6858000"/>
              <a:gd name="connsiteX624" fmla="*/ 291466 w 7467600"/>
              <a:gd name="connsiteY624" fmla="*/ 1250369 h 6858000"/>
              <a:gd name="connsiteX625" fmla="*/ 678222 w 7467600"/>
              <a:gd name="connsiteY625" fmla="*/ 1248670 h 6858000"/>
              <a:gd name="connsiteX626" fmla="*/ 775536 w 7467600"/>
              <a:gd name="connsiteY626" fmla="*/ 1388015 h 6858000"/>
              <a:gd name="connsiteX627" fmla="*/ 894529 w 7467600"/>
              <a:gd name="connsiteY627" fmla="*/ 1567739 h 6858000"/>
              <a:gd name="connsiteX628" fmla="*/ 948000 w 7467600"/>
              <a:gd name="connsiteY628" fmla="*/ 1663088 h 6858000"/>
              <a:gd name="connsiteX629" fmla="*/ 1006812 w 7467600"/>
              <a:gd name="connsiteY629" fmla="*/ 1767683 h 6858000"/>
              <a:gd name="connsiteX630" fmla="*/ 1149133 w 7467600"/>
              <a:gd name="connsiteY630" fmla="*/ 1971513 h 6858000"/>
              <a:gd name="connsiteX631" fmla="*/ 1333952 w 7467600"/>
              <a:gd name="connsiteY631" fmla="*/ 2251620 h 6858000"/>
              <a:gd name="connsiteX632" fmla="*/ 1337329 w 7467600"/>
              <a:gd name="connsiteY632" fmla="*/ 2258350 h 6858000"/>
              <a:gd name="connsiteX633" fmla="*/ 1014726 w 7467600"/>
              <a:gd name="connsiteY633" fmla="*/ 1615556 h 6858000"/>
              <a:gd name="connsiteX634" fmla="*/ 678222 w 7467600"/>
              <a:gd name="connsiteY634" fmla="*/ 1248670 h 6858000"/>
              <a:gd name="connsiteX635" fmla="*/ 6691602 w 7467600"/>
              <a:gd name="connsiteY635" fmla="*/ 1140573 h 6858000"/>
              <a:gd name="connsiteX636" fmla="*/ 6571100 w 7467600"/>
              <a:gd name="connsiteY636" fmla="*/ 1183662 h 6858000"/>
              <a:gd name="connsiteX637" fmla="*/ 6241687 w 7467600"/>
              <a:gd name="connsiteY637" fmla="*/ 1257600 h 6858000"/>
              <a:gd name="connsiteX638" fmla="*/ 5693009 w 7467600"/>
              <a:gd name="connsiteY638" fmla="*/ 1478256 h 6858000"/>
              <a:gd name="connsiteX639" fmla="*/ 6548420 w 7467600"/>
              <a:gd name="connsiteY639" fmla="*/ 1214599 h 6858000"/>
              <a:gd name="connsiteX640" fmla="*/ 6605473 w 7467600"/>
              <a:gd name="connsiteY640" fmla="*/ 1184686 h 6858000"/>
              <a:gd name="connsiteX641" fmla="*/ 6691602 w 7467600"/>
              <a:gd name="connsiteY641" fmla="*/ 1140573 h 6858000"/>
              <a:gd name="connsiteX642" fmla="*/ 4002475 w 7467600"/>
              <a:gd name="connsiteY642" fmla="*/ 1037802 h 6858000"/>
              <a:gd name="connsiteX643" fmla="*/ 4000324 w 7467600"/>
              <a:gd name="connsiteY643" fmla="*/ 1039362 h 6858000"/>
              <a:gd name="connsiteX644" fmla="*/ 4002862 w 7467600"/>
              <a:gd name="connsiteY644" fmla="*/ 1042866 h 6858000"/>
              <a:gd name="connsiteX645" fmla="*/ 4002475 w 7467600"/>
              <a:gd name="connsiteY645" fmla="*/ 1037802 h 6858000"/>
              <a:gd name="connsiteX646" fmla="*/ 506322 w 7467600"/>
              <a:gd name="connsiteY646" fmla="*/ 1020997 h 6858000"/>
              <a:gd name="connsiteX647" fmla="*/ 533068 w 7467600"/>
              <a:gd name="connsiteY647" fmla="*/ 1029409 h 6858000"/>
              <a:gd name="connsiteX648" fmla="*/ 1232525 w 7467600"/>
              <a:gd name="connsiteY648" fmla="*/ 1804675 h 6858000"/>
              <a:gd name="connsiteX649" fmla="*/ 1388858 w 7467600"/>
              <a:gd name="connsiteY649" fmla="*/ 2368011 h 6858000"/>
              <a:gd name="connsiteX650" fmla="*/ 1384098 w 7467600"/>
              <a:gd name="connsiteY650" fmla="*/ 2378125 h 6858000"/>
              <a:gd name="connsiteX651" fmla="*/ 1425393 w 7467600"/>
              <a:gd name="connsiteY651" fmla="*/ 2589124 h 6858000"/>
              <a:gd name="connsiteX652" fmla="*/ 1424001 w 7467600"/>
              <a:gd name="connsiteY652" fmla="*/ 2597541 h 6858000"/>
              <a:gd name="connsiteX653" fmla="*/ 2152729 w 7467600"/>
              <a:gd name="connsiteY653" fmla="*/ 2864487 h 6858000"/>
              <a:gd name="connsiteX654" fmla="*/ 2020609 w 7467600"/>
              <a:gd name="connsiteY654" fmla="*/ 2539671 h 6858000"/>
              <a:gd name="connsiteX655" fmla="*/ 2018920 w 7467600"/>
              <a:gd name="connsiteY655" fmla="*/ 2536309 h 6858000"/>
              <a:gd name="connsiteX656" fmla="*/ 1342441 w 7467600"/>
              <a:gd name="connsiteY656" fmla="*/ 1173017 h 6858000"/>
              <a:gd name="connsiteX657" fmla="*/ 1367925 w 7467600"/>
              <a:gd name="connsiteY657" fmla="*/ 1135648 h 6858000"/>
              <a:gd name="connsiteX658" fmla="*/ 1771401 w 7467600"/>
              <a:gd name="connsiteY658" fmla="*/ 1806673 h 6858000"/>
              <a:gd name="connsiteX659" fmla="*/ 1972385 w 7467600"/>
              <a:gd name="connsiteY659" fmla="*/ 2198735 h 6858000"/>
              <a:gd name="connsiteX660" fmla="*/ 2040892 w 7467600"/>
              <a:gd name="connsiteY660" fmla="*/ 2405205 h 6858000"/>
              <a:gd name="connsiteX661" fmla="*/ 2131689 w 7467600"/>
              <a:gd name="connsiteY661" fmla="*/ 1936926 h 6858000"/>
              <a:gd name="connsiteX662" fmla="*/ 2454820 w 7467600"/>
              <a:gd name="connsiteY662" fmla="*/ 1248808 h 6858000"/>
              <a:gd name="connsiteX663" fmla="*/ 2492512 w 7467600"/>
              <a:gd name="connsiteY663" fmla="*/ 1302920 h 6858000"/>
              <a:gd name="connsiteX664" fmla="*/ 2081216 w 7467600"/>
              <a:gd name="connsiteY664" fmla="*/ 2527513 h 6858000"/>
              <a:gd name="connsiteX665" fmla="*/ 2081211 w 7467600"/>
              <a:gd name="connsiteY665" fmla="*/ 2528916 h 6858000"/>
              <a:gd name="connsiteX666" fmla="*/ 2199067 w 7467600"/>
              <a:gd name="connsiteY666" fmla="*/ 2884061 h 6858000"/>
              <a:gd name="connsiteX667" fmla="*/ 3192586 w 7467600"/>
              <a:gd name="connsiteY667" fmla="*/ 3411496 h 6858000"/>
              <a:gd name="connsiteX668" fmla="*/ 3182620 w 7467600"/>
              <a:gd name="connsiteY668" fmla="*/ 3483279 h 6858000"/>
              <a:gd name="connsiteX669" fmla="*/ 2435119 w 7467600"/>
              <a:gd name="connsiteY669" fmla="*/ 3080173 h 6858000"/>
              <a:gd name="connsiteX670" fmla="*/ 2410152 w 7467600"/>
              <a:gd name="connsiteY670" fmla="*/ 3063751 h 6858000"/>
              <a:gd name="connsiteX671" fmla="*/ 2408099 w 7467600"/>
              <a:gd name="connsiteY671" fmla="*/ 3064403 h 6858000"/>
              <a:gd name="connsiteX672" fmla="*/ 2407218 w 7467600"/>
              <a:gd name="connsiteY672" fmla="*/ 3070324 h 6858000"/>
              <a:gd name="connsiteX673" fmla="*/ 2380138 w 7467600"/>
              <a:gd name="connsiteY673" fmla="*/ 3099341 h 6858000"/>
              <a:gd name="connsiteX674" fmla="*/ 1765923 w 7467600"/>
              <a:gd name="connsiteY674" fmla="*/ 3581043 h 6858000"/>
              <a:gd name="connsiteX675" fmla="*/ 1702258 w 7467600"/>
              <a:gd name="connsiteY675" fmla="*/ 3612286 h 6858000"/>
              <a:gd name="connsiteX676" fmla="*/ 1538370 w 7467600"/>
              <a:gd name="connsiteY676" fmla="*/ 3811804 h 6858000"/>
              <a:gd name="connsiteX677" fmla="*/ 542867 w 7467600"/>
              <a:gd name="connsiteY677" fmla="*/ 4944092 h 6858000"/>
              <a:gd name="connsiteX678" fmla="*/ 515800 w 7467600"/>
              <a:gd name="connsiteY678" fmla="*/ 4862180 h 6858000"/>
              <a:gd name="connsiteX679" fmla="*/ 909145 w 7467600"/>
              <a:gd name="connsiteY679" fmla="*/ 4199225 h 6858000"/>
              <a:gd name="connsiteX680" fmla="*/ 1214067 w 7467600"/>
              <a:gd name="connsiteY680" fmla="*/ 3908561 h 6858000"/>
              <a:gd name="connsiteX681" fmla="*/ 640967 w 7467600"/>
              <a:gd name="connsiteY681" fmla="*/ 4105601 h 6858000"/>
              <a:gd name="connsiteX682" fmla="*/ 112563 w 7467600"/>
              <a:gd name="connsiteY682" fmla="*/ 4396952 h 6858000"/>
              <a:gd name="connsiteX683" fmla="*/ 0 w 7467600"/>
              <a:gd name="connsiteY683" fmla="*/ 4466006 h 6858000"/>
              <a:gd name="connsiteX684" fmla="*/ 0 w 7467600"/>
              <a:gd name="connsiteY684" fmla="*/ 4233763 h 6858000"/>
              <a:gd name="connsiteX685" fmla="*/ 36881 w 7467600"/>
              <a:gd name="connsiteY685" fmla="*/ 4200118 h 6858000"/>
              <a:gd name="connsiteX686" fmla="*/ 910534 w 7467600"/>
              <a:gd name="connsiteY686" fmla="*/ 3629753 h 6858000"/>
              <a:gd name="connsiteX687" fmla="*/ 1578717 w 7467600"/>
              <a:gd name="connsiteY687" fmla="*/ 3575982 h 6858000"/>
              <a:gd name="connsiteX688" fmla="*/ 2338780 w 7467600"/>
              <a:gd name="connsiteY688" fmla="*/ 3033725 h 6858000"/>
              <a:gd name="connsiteX689" fmla="*/ 1807991 w 7467600"/>
              <a:gd name="connsiteY689" fmla="*/ 2807184 h 6858000"/>
              <a:gd name="connsiteX690" fmla="*/ 1416358 w 7467600"/>
              <a:gd name="connsiteY690" fmla="*/ 3112571 h 6858000"/>
              <a:gd name="connsiteX691" fmla="*/ 939066 w 7467600"/>
              <a:gd name="connsiteY691" fmla="*/ 3378798 h 6858000"/>
              <a:gd name="connsiteX692" fmla="*/ 115099 w 7467600"/>
              <a:gd name="connsiteY692" fmla="*/ 3607650 h 6858000"/>
              <a:gd name="connsiteX693" fmla="*/ 97284 w 7467600"/>
              <a:gd name="connsiteY693" fmla="*/ 3520393 h 6858000"/>
              <a:gd name="connsiteX694" fmla="*/ 922050 w 7467600"/>
              <a:gd name="connsiteY694" fmla="*/ 3074867 h 6858000"/>
              <a:gd name="connsiteX695" fmla="*/ 1405265 w 7467600"/>
              <a:gd name="connsiteY695" fmla="*/ 3016319 h 6858000"/>
              <a:gd name="connsiteX696" fmla="*/ 1407512 w 7467600"/>
              <a:gd name="connsiteY696" fmla="*/ 3018001 h 6858000"/>
              <a:gd name="connsiteX697" fmla="*/ 1726266 w 7467600"/>
              <a:gd name="connsiteY697" fmla="*/ 2777274 h 6858000"/>
              <a:gd name="connsiteX698" fmla="*/ 625390 w 7467600"/>
              <a:gd name="connsiteY698" fmla="*/ 2514541 h 6858000"/>
              <a:gd name="connsiteX699" fmla="*/ 619799 w 7467600"/>
              <a:gd name="connsiteY699" fmla="*/ 2527180 h 6858000"/>
              <a:gd name="connsiteX700" fmla="*/ 310030 w 7467600"/>
              <a:gd name="connsiteY700" fmla="*/ 2771818 h 6858000"/>
              <a:gd name="connsiteX701" fmla="*/ 173877 w 7467600"/>
              <a:gd name="connsiteY701" fmla="*/ 2937056 h 6858000"/>
              <a:gd name="connsiteX702" fmla="*/ 77889 w 7467600"/>
              <a:gd name="connsiteY702" fmla="*/ 3138440 h 6858000"/>
              <a:gd name="connsiteX703" fmla="*/ 0 w 7467600"/>
              <a:gd name="connsiteY703" fmla="*/ 3271395 h 6858000"/>
              <a:gd name="connsiteX704" fmla="*/ 0 w 7467600"/>
              <a:gd name="connsiteY704" fmla="*/ 3153002 h 6858000"/>
              <a:gd name="connsiteX705" fmla="*/ 2386 w 7467600"/>
              <a:gd name="connsiteY705" fmla="*/ 3149203 h 6858000"/>
              <a:gd name="connsiteX706" fmla="*/ 89753 w 7467600"/>
              <a:gd name="connsiteY706" fmla="*/ 2987702 h 6858000"/>
              <a:gd name="connsiteX707" fmla="*/ 76869 w 7467600"/>
              <a:gd name="connsiteY707" fmla="*/ 3005404 h 6858000"/>
              <a:gd name="connsiteX708" fmla="*/ 32049 w 7467600"/>
              <a:gd name="connsiteY708" fmla="*/ 3065814 h 6858000"/>
              <a:gd name="connsiteX709" fmla="*/ 0 w 7467600"/>
              <a:gd name="connsiteY709" fmla="*/ 3108744 h 6858000"/>
              <a:gd name="connsiteX710" fmla="*/ 0 w 7467600"/>
              <a:gd name="connsiteY710" fmla="*/ 3058059 h 6858000"/>
              <a:gd name="connsiteX711" fmla="*/ 7610 w 7467600"/>
              <a:gd name="connsiteY711" fmla="*/ 3047889 h 6858000"/>
              <a:gd name="connsiteX712" fmla="*/ 52419 w 7467600"/>
              <a:gd name="connsiteY712" fmla="*/ 2987479 h 6858000"/>
              <a:gd name="connsiteX713" fmla="*/ 59142 w 7467600"/>
              <a:gd name="connsiteY713" fmla="*/ 2978488 h 6858000"/>
              <a:gd name="connsiteX714" fmla="*/ 0 w 7467600"/>
              <a:gd name="connsiteY714" fmla="*/ 3015334 h 6858000"/>
              <a:gd name="connsiteX715" fmla="*/ 0 w 7467600"/>
              <a:gd name="connsiteY715" fmla="*/ 2914286 h 6858000"/>
              <a:gd name="connsiteX716" fmla="*/ 36383 w 7467600"/>
              <a:gd name="connsiteY716" fmla="*/ 2901128 h 6858000"/>
              <a:gd name="connsiteX717" fmla="*/ 156329 w 7467600"/>
              <a:gd name="connsiteY717" fmla="*/ 2840533 h 6858000"/>
              <a:gd name="connsiteX718" fmla="*/ 358355 w 7467600"/>
              <a:gd name="connsiteY718" fmla="*/ 2620471 h 6858000"/>
              <a:gd name="connsiteX719" fmla="*/ 510577 w 7467600"/>
              <a:gd name="connsiteY719" fmla="*/ 2501244 h 6858000"/>
              <a:gd name="connsiteX720" fmla="*/ 211967 w 7467600"/>
              <a:gd name="connsiteY720" fmla="*/ 2479171 h 6858000"/>
              <a:gd name="connsiteX721" fmla="*/ 0 w 7467600"/>
              <a:gd name="connsiteY721" fmla="*/ 2476398 h 6858000"/>
              <a:gd name="connsiteX722" fmla="*/ 0 w 7467600"/>
              <a:gd name="connsiteY722" fmla="*/ 2389189 h 6858000"/>
              <a:gd name="connsiteX723" fmla="*/ 103062 w 7467600"/>
              <a:gd name="connsiteY723" fmla="*/ 2389518 h 6858000"/>
              <a:gd name="connsiteX724" fmla="*/ 510734 w 7467600"/>
              <a:gd name="connsiteY724" fmla="*/ 2416201 h 6858000"/>
              <a:gd name="connsiteX725" fmla="*/ 279257 w 7467600"/>
              <a:gd name="connsiteY725" fmla="*/ 2092102 h 6858000"/>
              <a:gd name="connsiteX726" fmla="*/ 65265 w 7467600"/>
              <a:gd name="connsiteY726" fmla="*/ 2006049 h 6858000"/>
              <a:gd name="connsiteX727" fmla="*/ 0 w 7467600"/>
              <a:gd name="connsiteY727" fmla="*/ 1982532 h 6858000"/>
              <a:gd name="connsiteX728" fmla="*/ 0 w 7467600"/>
              <a:gd name="connsiteY728" fmla="*/ 1912789 h 6858000"/>
              <a:gd name="connsiteX729" fmla="*/ 97460 w 7467600"/>
              <a:gd name="connsiteY729" fmla="*/ 1953725 h 6858000"/>
              <a:gd name="connsiteX730" fmla="*/ 221272 w 7467600"/>
              <a:gd name="connsiteY730" fmla="*/ 1980766 h 6858000"/>
              <a:gd name="connsiteX731" fmla="*/ 116765 w 7467600"/>
              <a:gd name="connsiteY731" fmla="*/ 1911033 h 6858000"/>
              <a:gd name="connsiteX732" fmla="*/ 16405 w 7467600"/>
              <a:gd name="connsiteY732" fmla="*/ 1803412 h 6858000"/>
              <a:gd name="connsiteX733" fmla="*/ 0 w 7467600"/>
              <a:gd name="connsiteY733" fmla="*/ 1784777 h 6858000"/>
              <a:gd name="connsiteX734" fmla="*/ 0 w 7467600"/>
              <a:gd name="connsiteY734" fmla="*/ 1740082 h 6858000"/>
              <a:gd name="connsiteX735" fmla="*/ 39394 w 7467600"/>
              <a:gd name="connsiteY735" fmla="*/ 1784856 h 6858000"/>
              <a:gd name="connsiteX736" fmla="*/ 135813 w 7467600"/>
              <a:gd name="connsiteY736" fmla="*/ 1888838 h 6858000"/>
              <a:gd name="connsiteX737" fmla="*/ 242575 w 7467600"/>
              <a:gd name="connsiteY737" fmla="*/ 1958841 h 6858000"/>
              <a:gd name="connsiteX738" fmla="*/ 82197 w 7467600"/>
              <a:gd name="connsiteY738" fmla="*/ 1754826 h 6858000"/>
              <a:gd name="connsiteX739" fmla="*/ 0 w 7467600"/>
              <a:gd name="connsiteY739" fmla="*/ 1679650 h 6858000"/>
              <a:gd name="connsiteX740" fmla="*/ 0 w 7467600"/>
              <a:gd name="connsiteY740" fmla="*/ 1602463 h 6858000"/>
              <a:gd name="connsiteX741" fmla="*/ 84689 w 7467600"/>
              <a:gd name="connsiteY741" fmla="*/ 1677442 h 6858000"/>
              <a:gd name="connsiteX742" fmla="*/ 298437 w 7467600"/>
              <a:gd name="connsiteY742" fmla="*/ 1968019 h 6858000"/>
              <a:gd name="connsiteX743" fmla="*/ 227269 w 7467600"/>
              <a:gd name="connsiteY743" fmla="*/ 1114064 h 6858000"/>
              <a:gd name="connsiteX744" fmla="*/ 248003 w 7467600"/>
              <a:gd name="connsiteY744" fmla="*/ 1089613 h 6858000"/>
              <a:gd name="connsiteX745" fmla="*/ 427020 w 7467600"/>
              <a:gd name="connsiteY745" fmla="*/ 1619803 h 6858000"/>
              <a:gd name="connsiteX746" fmla="*/ 340345 w 7467600"/>
              <a:gd name="connsiteY746" fmla="*/ 2027739 h 6858000"/>
              <a:gd name="connsiteX747" fmla="*/ 360865 w 7467600"/>
              <a:gd name="connsiteY747" fmla="*/ 2044827 h 6858000"/>
              <a:gd name="connsiteX748" fmla="*/ 560414 w 7467600"/>
              <a:gd name="connsiteY748" fmla="*/ 2421457 h 6858000"/>
              <a:gd name="connsiteX749" fmla="*/ 1359703 w 7467600"/>
              <a:gd name="connsiteY749" fmla="*/ 2578554 h 6858000"/>
              <a:gd name="connsiteX750" fmla="*/ 1359422 w 7467600"/>
              <a:gd name="connsiteY750" fmla="*/ 2577994 h 6858000"/>
              <a:gd name="connsiteX751" fmla="*/ 828701 w 7467600"/>
              <a:gd name="connsiteY751" fmla="*/ 1839520 h 6858000"/>
              <a:gd name="connsiteX752" fmla="*/ 494427 w 7467600"/>
              <a:gd name="connsiteY752" fmla="*/ 1092333 h 6858000"/>
              <a:gd name="connsiteX753" fmla="*/ 506322 w 7467600"/>
              <a:gd name="connsiteY753" fmla="*/ 1020997 h 6858000"/>
              <a:gd name="connsiteX754" fmla="*/ 4570198 w 7467600"/>
              <a:gd name="connsiteY754" fmla="*/ 978081 h 6858000"/>
              <a:gd name="connsiteX755" fmla="*/ 4523691 w 7467600"/>
              <a:gd name="connsiteY755" fmla="*/ 1127776 h 6858000"/>
              <a:gd name="connsiteX756" fmla="*/ 4509875 w 7467600"/>
              <a:gd name="connsiteY756" fmla="*/ 1167552 h 6858000"/>
              <a:gd name="connsiteX757" fmla="*/ 4478168 w 7467600"/>
              <a:gd name="connsiteY757" fmla="*/ 1260735 h 6858000"/>
              <a:gd name="connsiteX758" fmla="*/ 4409309 w 7467600"/>
              <a:gd name="connsiteY758" fmla="*/ 1666996 h 6858000"/>
              <a:gd name="connsiteX759" fmla="*/ 4370031 w 7467600"/>
              <a:gd name="connsiteY759" fmla="*/ 1955666 h 6858000"/>
              <a:gd name="connsiteX760" fmla="*/ 4570198 w 7467600"/>
              <a:gd name="connsiteY760" fmla="*/ 978081 h 6858000"/>
              <a:gd name="connsiteX761" fmla="*/ 4557898 w 7467600"/>
              <a:gd name="connsiteY761" fmla="*/ 900011 h 6858000"/>
              <a:gd name="connsiteX762" fmla="*/ 4344840 w 7467600"/>
              <a:gd name="connsiteY762" fmla="*/ 1922038 h 6858000"/>
              <a:gd name="connsiteX763" fmla="*/ 4378710 w 7467600"/>
              <a:gd name="connsiteY763" fmla="*/ 1665516 h 6858000"/>
              <a:gd name="connsiteX764" fmla="*/ 4448798 w 7467600"/>
              <a:gd name="connsiteY764" fmla="*/ 1253024 h 6858000"/>
              <a:gd name="connsiteX765" fmla="*/ 4480315 w 7467600"/>
              <a:gd name="connsiteY765" fmla="*/ 1158454 h 6858000"/>
              <a:gd name="connsiteX766" fmla="*/ 4494133 w 7467600"/>
              <a:gd name="connsiteY766" fmla="*/ 1118676 h 6858000"/>
              <a:gd name="connsiteX767" fmla="*/ 4557898 w 7467600"/>
              <a:gd name="connsiteY767" fmla="*/ 900011 h 6858000"/>
              <a:gd name="connsiteX768" fmla="*/ 5870151 w 7467600"/>
              <a:gd name="connsiteY768" fmla="*/ 898890 h 6858000"/>
              <a:gd name="connsiteX769" fmla="*/ 5861335 w 7467600"/>
              <a:gd name="connsiteY769" fmla="*/ 899177 h 6858000"/>
              <a:gd name="connsiteX770" fmla="*/ 5843702 w 7467600"/>
              <a:gd name="connsiteY770" fmla="*/ 899748 h 6858000"/>
              <a:gd name="connsiteX771" fmla="*/ 5651107 w 7467600"/>
              <a:gd name="connsiteY771" fmla="*/ 920306 h 6858000"/>
              <a:gd name="connsiteX772" fmla="*/ 5459407 w 7467600"/>
              <a:gd name="connsiteY772" fmla="*/ 940975 h 6858000"/>
              <a:gd name="connsiteX773" fmla="*/ 5374846 w 7467600"/>
              <a:gd name="connsiteY773" fmla="*/ 941988 h 6858000"/>
              <a:gd name="connsiteX774" fmla="*/ 5256105 w 7467600"/>
              <a:gd name="connsiteY774" fmla="*/ 945632 h 6858000"/>
              <a:gd name="connsiteX775" fmla="*/ 5107071 w 7467600"/>
              <a:gd name="connsiteY775" fmla="*/ 969720 h 6858000"/>
              <a:gd name="connsiteX776" fmla="*/ 4998681 w 7467600"/>
              <a:gd name="connsiteY776" fmla="*/ 988771 h 6858000"/>
              <a:gd name="connsiteX777" fmla="*/ 5870151 w 7467600"/>
              <a:gd name="connsiteY777" fmla="*/ 898890 h 6858000"/>
              <a:gd name="connsiteX778" fmla="*/ 5504425 w 7467600"/>
              <a:gd name="connsiteY778" fmla="*/ 848067 h 6858000"/>
              <a:gd name="connsiteX779" fmla="*/ 4968849 w 7467600"/>
              <a:gd name="connsiteY779" fmla="*/ 962318 h 6858000"/>
              <a:gd name="connsiteX780" fmla="*/ 5104039 w 7467600"/>
              <a:gd name="connsiteY780" fmla="*/ 940634 h 6858000"/>
              <a:gd name="connsiteX781" fmla="*/ 5256311 w 7467600"/>
              <a:gd name="connsiteY781" fmla="*/ 916490 h 6858000"/>
              <a:gd name="connsiteX782" fmla="*/ 5377381 w 7467600"/>
              <a:gd name="connsiteY782" fmla="*/ 912671 h 6858000"/>
              <a:gd name="connsiteX783" fmla="*/ 5460148 w 7467600"/>
              <a:gd name="connsiteY783" fmla="*/ 911442 h 6858000"/>
              <a:gd name="connsiteX784" fmla="*/ 5648971 w 7467600"/>
              <a:gd name="connsiteY784" fmla="*/ 891331 h 6858000"/>
              <a:gd name="connsiteX785" fmla="*/ 5844807 w 7467600"/>
              <a:gd name="connsiteY785" fmla="*/ 870718 h 6858000"/>
              <a:gd name="connsiteX786" fmla="*/ 5862975 w 7467600"/>
              <a:gd name="connsiteY786" fmla="*/ 869756 h 6858000"/>
              <a:gd name="connsiteX787" fmla="*/ 5920887 w 7467600"/>
              <a:gd name="connsiteY787" fmla="*/ 865929 h 6858000"/>
              <a:gd name="connsiteX788" fmla="*/ 5504425 w 7467600"/>
              <a:gd name="connsiteY788" fmla="*/ 848067 h 6858000"/>
              <a:gd name="connsiteX789" fmla="*/ 3607114 w 7467600"/>
              <a:gd name="connsiteY789" fmla="*/ 467441 h 6858000"/>
              <a:gd name="connsiteX790" fmla="*/ 3296242 w 7467600"/>
              <a:gd name="connsiteY790" fmla="*/ 807991 h 6858000"/>
              <a:gd name="connsiteX791" fmla="*/ 3174674 w 7467600"/>
              <a:gd name="connsiteY791" fmla="*/ 919759 h 6858000"/>
              <a:gd name="connsiteX792" fmla="*/ 3042978 w 7467600"/>
              <a:gd name="connsiteY792" fmla="*/ 1054894 h 6858000"/>
              <a:gd name="connsiteX793" fmla="*/ 2968914 w 7467600"/>
              <a:gd name="connsiteY793" fmla="*/ 1133756 h 6858000"/>
              <a:gd name="connsiteX794" fmla="*/ 3103823 w 7467600"/>
              <a:gd name="connsiteY794" fmla="*/ 1026814 h 6858000"/>
              <a:gd name="connsiteX795" fmla="*/ 3607114 w 7467600"/>
              <a:gd name="connsiteY795" fmla="*/ 467441 h 6858000"/>
              <a:gd name="connsiteX796" fmla="*/ 3744487 w 7467600"/>
              <a:gd name="connsiteY796" fmla="*/ 383136 h 6858000"/>
              <a:gd name="connsiteX797" fmla="*/ 3970213 w 7467600"/>
              <a:gd name="connsiteY797" fmla="*/ 995559 h 6858000"/>
              <a:gd name="connsiteX798" fmla="*/ 3744487 w 7467600"/>
              <a:gd name="connsiteY798" fmla="*/ 383136 h 6858000"/>
              <a:gd name="connsiteX799" fmla="*/ 3624562 w 7467600"/>
              <a:gd name="connsiteY799" fmla="*/ 367041 h 6858000"/>
              <a:gd name="connsiteX800" fmla="*/ 3489712 w 7467600"/>
              <a:gd name="connsiteY800" fmla="*/ 485386 h 6858000"/>
              <a:gd name="connsiteX801" fmla="*/ 3182994 w 7467600"/>
              <a:gd name="connsiteY801" fmla="*/ 828265 h 6858000"/>
              <a:gd name="connsiteX802" fmla="*/ 2892114 w 7467600"/>
              <a:gd name="connsiteY802" fmla="*/ 1172635 h 6858000"/>
              <a:gd name="connsiteX803" fmla="*/ 3021459 w 7467600"/>
              <a:gd name="connsiteY803" fmla="*/ 1035385 h 6858000"/>
              <a:gd name="connsiteX804" fmla="*/ 3153873 w 7467600"/>
              <a:gd name="connsiteY804" fmla="*/ 898971 h 6858000"/>
              <a:gd name="connsiteX805" fmla="*/ 3276511 w 7467600"/>
              <a:gd name="connsiteY805" fmla="*/ 786423 h 6858000"/>
              <a:gd name="connsiteX806" fmla="*/ 3584154 w 7467600"/>
              <a:gd name="connsiteY806" fmla="*/ 448218 h 6858000"/>
              <a:gd name="connsiteX807" fmla="*/ 3624562 w 7467600"/>
              <a:gd name="connsiteY807" fmla="*/ 367041 h 6858000"/>
              <a:gd name="connsiteX808" fmla="*/ 3766672 w 7467600"/>
              <a:gd name="connsiteY808" fmla="*/ 359429 h 6858000"/>
              <a:gd name="connsiteX809" fmla="*/ 3996338 w 7467600"/>
              <a:gd name="connsiteY809" fmla="*/ 968237 h 6858000"/>
              <a:gd name="connsiteX810" fmla="*/ 3766672 w 7467600"/>
              <a:gd name="connsiteY810" fmla="*/ 359429 h 6858000"/>
              <a:gd name="connsiteX811" fmla="*/ 5805386 w 7467600"/>
              <a:gd name="connsiteY811" fmla="*/ 239240 h 6858000"/>
              <a:gd name="connsiteX812" fmla="*/ 5736947 w 7467600"/>
              <a:gd name="connsiteY812" fmla="*/ 261367 h 6858000"/>
              <a:gd name="connsiteX813" fmla="*/ 5427012 w 7467600"/>
              <a:gd name="connsiteY813" fmla="*/ 311272 h 6858000"/>
              <a:gd name="connsiteX814" fmla="*/ 5147818 w 7467600"/>
              <a:gd name="connsiteY814" fmla="*/ 322112 h 6858000"/>
              <a:gd name="connsiteX815" fmla="*/ 5060854 w 7467600"/>
              <a:gd name="connsiteY815" fmla="*/ 311882 h 6858000"/>
              <a:gd name="connsiteX816" fmla="*/ 4945989 w 7467600"/>
              <a:gd name="connsiteY816" fmla="*/ 300516 h 6858000"/>
              <a:gd name="connsiteX817" fmla="*/ 5410479 w 7467600"/>
              <a:gd name="connsiteY817" fmla="*/ 348434 h 6858000"/>
              <a:gd name="connsiteX818" fmla="*/ 5805386 w 7467600"/>
              <a:gd name="connsiteY818" fmla="*/ 239240 h 6858000"/>
              <a:gd name="connsiteX819" fmla="*/ 5905192 w 7467600"/>
              <a:gd name="connsiteY819" fmla="*/ 163079 h 6858000"/>
              <a:gd name="connsiteX820" fmla="*/ 5865655 w 7467600"/>
              <a:gd name="connsiteY820" fmla="*/ 171901 h 6858000"/>
              <a:gd name="connsiteX821" fmla="*/ 5259740 w 7467600"/>
              <a:gd name="connsiteY821" fmla="*/ 257013 h 6858000"/>
              <a:gd name="connsiteX822" fmla="*/ 5208466 w 7467600"/>
              <a:gd name="connsiteY822" fmla="*/ 257550 h 6858000"/>
              <a:gd name="connsiteX823" fmla="*/ 4980204 w 7467600"/>
              <a:gd name="connsiteY823" fmla="*/ 271903 h 6858000"/>
              <a:gd name="connsiteX824" fmla="*/ 5068068 w 7467600"/>
              <a:gd name="connsiteY824" fmla="*/ 282244 h 6858000"/>
              <a:gd name="connsiteX825" fmla="*/ 5153231 w 7467600"/>
              <a:gd name="connsiteY825" fmla="*/ 292240 h 6858000"/>
              <a:gd name="connsiteX826" fmla="*/ 5426491 w 7467600"/>
              <a:gd name="connsiteY826" fmla="*/ 281128 h 6858000"/>
              <a:gd name="connsiteX827" fmla="*/ 5731212 w 7467600"/>
              <a:gd name="connsiteY827" fmla="*/ 231951 h 6858000"/>
              <a:gd name="connsiteX828" fmla="*/ 5905192 w 7467600"/>
              <a:gd name="connsiteY828" fmla="*/ 163079 h 6858000"/>
              <a:gd name="connsiteX829" fmla="*/ 5944437 w 7467600"/>
              <a:gd name="connsiteY829" fmla="*/ 113829 h 6858000"/>
              <a:gd name="connsiteX830" fmla="*/ 5825032 w 7467600"/>
              <a:gd name="connsiteY830" fmla="*/ 146405 h 6858000"/>
              <a:gd name="connsiteX831" fmla="*/ 4955599 w 7467600"/>
              <a:gd name="connsiteY831" fmla="*/ 247008 h 6858000"/>
              <a:gd name="connsiteX832" fmla="*/ 5210104 w 7467600"/>
              <a:gd name="connsiteY832" fmla="*/ 228123 h 6858000"/>
              <a:gd name="connsiteX833" fmla="*/ 5261015 w 7467600"/>
              <a:gd name="connsiteY833" fmla="*/ 227087 h 6858000"/>
              <a:gd name="connsiteX834" fmla="*/ 5861181 w 7467600"/>
              <a:gd name="connsiteY834" fmla="*/ 143093 h 6858000"/>
              <a:gd name="connsiteX835" fmla="*/ 5961252 w 7467600"/>
              <a:gd name="connsiteY835" fmla="*/ 114820 h 6858000"/>
              <a:gd name="connsiteX836" fmla="*/ 5944437 w 7467600"/>
              <a:gd name="connsiteY836" fmla="*/ 113829 h 6858000"/>
              <a:gd name="connsiteX837" fmla="*/ 3882765 w 7467600"/>
              <a:gd name="connsiteY837" fmla="*/ 0 h 6858000"/>
              <a:gd name="connsiteX838" fmla="*/ 3995099 w 7467600"/>
              <a:gd name="connsiteY838" fmla="*/ 0 h 6858000"/>
              <a:gd name="connsiteX839" fmla="*/ 4163818 w 7467600"/>
              <a:gd name="connsiteY839" fmla="*/ 234104 h 6858000"/>
              <a:gd name="connsiteX840" fmla="*/ 4172099 w 7467600"/>
              <a:gd name="connsiteY840" fmla="*/ 234207 h 6858000"/>
              <a:gd name="connsiteX841" fmla="*/ 4784282 w 7467600"/>
              <a:gd name="connsiteY841" fmla="*/ 276561 h 6858000"/>
              <a:gd name="connsiteX842" fmla="*/ 4801687 w 7467600"/>
              <a:gd name="connsiteY842" fmla="*/ 267764 h 6858000"/>
              <a:gd name="connsiteX843" fmla="*/ 6082788 w 7467600"/>
              <a:gd name="connsiteY843" fmla="*/ 64119 h 6858000"/>
              <a:gd name="connsiteX844" fmla="*/ 6099442 w 7467600"/>
              <a:gd name="connsiteY844" fmla="*/ 82568 h 6858000"/>
              <a:gd name="connsiteX845" fmla="*/ 4804137 w 7467600"/>
              <a:gd name="connsiteY845" fmla="*/ 320931 h 6858000"/>
              <a:gd name="connsiteX846" fmla="*/ 4227047 w 7467600"/>
              <a:gd name="connsiteY846" fmla="*/ 313415 h 6858000"/>
              <a:gd name="connsiteX847" fmla="*/ 4346041 w 7467600"/>
              <a:gd name="connsiteY847" fmla="*/ 456086 h 6858000"/>
              <a:gd name="connsiteX848" fmla="*/ 4870967 w 7467600"/>
              <a:gd name="connsiteY848" fmla="*/ 963061 h 6858000"/>
              <a:gd name="connsiteX849" fmla="*/ 4889647 w 7467600"/>
              <a:gd name="connsiteY849" fmla="*/ 957147 h 6858000"/>
              <a:gd name="connsiteX850" fmla="*/ 5422504 w 7467600"/>
              <a:gd name="connsiteY850" fmla="*/ 805191 h 6858000"/>
              <a:gd name="connsiteX851" fmla="*/ 6087656 w 7467600"/>
              <a:gd name="connsiteY851" fmla="*/ 826703 h 6858000"/>
              <a:gd name="connsiteX852" fmla="*/ 6058717 w 7467600"/>
              <a:gd name="connsiteY852" fmla="*/ 865992 h 6858000"/>
              <a:gd name="connsiteX853" fmla="*/ 4974153 w 7467600"/>
              <a:gd name="connsiteY853" fmla="*/ 1045456 h 6858000"/>
              <a:gd name="connsiteX854" fmla="*/ 5627835 w 7467600"/>
              <a:gd name="connsiteY854" fmla="*/ 1472077 h 6858000"/>
              <a:gd name="connsiteX855" fmla="*/ 5629817 w 7467600"/>
              <a:gd name="connsiteY855" fmla="*/ 1471412 h 6858000"/>
              <a:gd name="connsiteX856" fmla="*/ 5634124 w 7467600"/>
              <a:gd name="connsiteY856" fmla="*/ 1470572 h 6858000"/>
              <a:gd name="connsiteX857" fmla="*/ 5755832 w 7467600"/>
              <a:gd name="connsiteY857" fmla="*/ 1383886 h 6858000"/>
              <a:gd name="connsiteX858" fmla="*/ 6014186 w 7467600"/>
              <a:gd name="connsiteY858" fmla="*/ 1279799 h 6858000"/>
              <a:gd name="connsiteX859" fmla="*/ 6901619 w 7467600"/>
              <a:gd name="connsiteY859" fmla="*/ 1047874 h 6858000"/>
              <a:gd name="connsiteX860" fmla="*/ 6931566 w 7467600"/>
              <a:gd name="connsiteY860" fmla="*/ 1062034 h 6858000"/>
              <a:gd name="connsiteX861" fmla="*/ 5790982 w 7467600"/>
              <a:gd name="connsiteY861" fmla="*/ 1561380 h 6858000"/>
              <a:gd name="connsiteX862" fmla="*/ 6188971 w 7467600"/>
              <a:gd name="connsiteY862" fmla="*/ 1755168 h 6858000"/>
              <a:gd name="connsiteX863" fmla="*/ 6202446 w 7467600"/>
              <a:gd name="connsiteY863" fmla="*/ 1752268 h 6858000"/>
              <a:gd name="connsiteX864" fmla="*/ 7179560 w 7467600"/>
              <a:gd name="connsiteY864" fmla="*/ 1467551 h 6858000"/>
              <a:gd name="connsiteX865" fmla="*/ 7158730 w 7467600"/>
              <a:gd name="connsiteY865" fmla="*/ 1507835 h 6858000"/>
              <a:gd name="connsiteX866" fmla="*/ 6326959 w 7467600"/>
              <a:gd name="connsiteY866" fmla="*/ 1817686 h 6858000"/>
              <a:gd name="connsiteX867" fmla="*/ 6537433 w 7467600"/>
              <a:gd name="connsiteY867" fmla="*/ 1907790 h 6858000"/>
              <a:gd name="connsiteX868" fmla="*/ 6550221 w 7467600"/>
              <a:gd name="connsiteY868" fmla="*/ 1910729 h 6858000"/>
              <a:gd name="connsiteX869" fmla="*/ 6964438 w 7467600"/>
              <a:gd name="connsiteY869" fmla="*/ 2209505 h 6858000"/>
              <a:gd name="connsiteX870" fmla="*/ 7367862 w 7467600"/>
              <a:gd name="connsiteY870" fmla="*/ 2806833 h 6858000"/>
              <a:gd name="connsiteX871" fmla="*/ 7364329 w 7467600"/>
              <a:gd name="connsiteY871" fmla="*/ 2826907 h 6858000"/>
              <a:gd name="connsiteX872" fmla="*/ 7290545 w 7467600"/>
              <a:gd name="connsiteY872" fmla="*/ 2850663 h 6858000"/>
              <a:gd name="connsiteX873" fmla="*/ 6472036 w 7467600"/>
              <a:gd name="connsiteY873" fmla="*/ 1959003 h 6858000"/>
              <a:gd name="connsiteX874" fmla="*/ 5792897 w 7467600"/>
              <a:gd name="connsiteY874" fmla="*/ 1647747 h 6858000"/>
              <a:gd name="connsiteX875" fmla="*/ 5842751 w 7467600"/>
              <a:gd name="connsiteY875" fmla="*/ 1816112 h 6858000"/>
              <a:gd name="connsiteX876" fmla="*/ 5847424 w 7467600"/>
              <a:gd name="connsiteY876" fmla="*/ 1815776 h 6858000"/>
              <a:gd name="connsiteX877" fmla="*/ 6399821 w 7467600"/>
              <a:gd name="connsiteY877" fmla="*/ 2344799 h 6858000"/>
              <a:gd name="connsiteX878" fmla="*/ 6323232 w 7467600"/>
              <a:gd name="connsiteY878" fmla="*/ 2389634 h 6858000"/>
              <a:gd name="connsiteX879" fmla="*/ 5942958 w 7467600"/>
              <a:gd name="connsiteY879" fmla="*/ 2077708 h 6858000"/>
              <a:gd name="connsiteX880" fmla="*/ 5921559 w 7467600"/>
              <a:gd name="connsiteY880" fmla="*/ 2378596 h 6858000"/>
              <a:gd name="connsiteX881" fmla="*/ 5817651 w 7467600"/>
              <a:gd name="connsiteY881" fmla="*/ 3023919 h 6858000"/>
              <a:gd name="connsiteX882" fmla="*/ 5729634 w 7467600"/>
              <a:gd name="connsiteY882" fmla="*/ 3051849 h 6858000"/>
              <a:gd name="connsiteX883" fmla="*/ 5611018 w 7467600"/>
              <a:gd name="connsiteY883" fmla="*/ 2316769 h 6858000"/>
              <a:gd name="connsiteX884" fmla="*/ 5687608 w 7467600"/>
              <a:gd name="connsiteY884" fmla="*/ 2039972 h 6858000"/>
              <a:gd name="connsiteX885" fmla="*/ 5657554 w 7467600"/>
              <a:gd name="connsiteY885" fmla="*/ 1576445 h 6858000"/>
              <a:gd name="connsiteX886" fmla="*/ 5150475 w 7467600"/>
              <a:gd name="connsiteY886" fmla="*/ 1274012 h 6858000"/>
              <a:gd name="connsiteX887" fmla="*/ 5349142 w 7467600"/>
              <a:gd name="connsiteY887" fmla="*/ 2204405 h 6858000"/>
              <a:gd name="connsiteX888" fmla="*/ 5262214 w 7467600"/>
              <a:gd name="connsiteY888" fmla="*/ 2233836 h 6858000"/>
              <a:gd name="connsiteX889" fmla="*/ 4981539 w 7467600"/>
              <a:gd name="connsiteY889" fmla="*/ 1542201 h 6858000"/>
              <a:gd name="connsiteX890" fmla="*/ 4958461 w 7467600"/>
              <a:gd name="connsiteY890" fmla="*/ 1136957 h 6858000"/>
              <a:gd name="connsiteX891" fmla="*/ 4655015 w 7467600"/>
              <a:gd name="connsiteY891" fmla="*/ 891426 h 6858000"/>
              <a:gd name="connsiteX892" fmla="*/ 4348002 w 7467600"/>
              <a:gd name="connsiteY892" fmla="*/ 2205895 h 6858000"/>
              <a:gd name="connsiteX893" fmla="*/ 4262250 w 7467600"/>
              <a:gd name="connsiteY893" fmla="*/ 2219972 h 6858000"/>
              <a:gd name="connsiteX894" fmla="*/ 4550611 w 7467600"/>
              <a:gd name="connsiteY894" fmla="*/ 817540 h 6858000"/>
              <a:gd name="connsiteX895" fmla="*/ 4564418 w 7467600"/>
              <a:gd name="connsiteY895" fmla="*/ 808293 h 6858000"/>
              <a:gd name="connsiteX896" fmla="*/ 4266388 w 7467600"/>
              <a:gd name="connsiteY896" fmla="*/ 500083 h 6858000"/>
              <a:gd name="connsiteX897" fmla="*/ 4032842 w 7467600"/>
              <a:gd name="connsiteY897" fmla="*/ 211809 h 6858000"/>
              <a:gd name="connsiteX898" fmla="*/ 3882765 w 7467600"/>
              <a:gd name="connsiteY898" fmla="*/ 0 h 6858000"/>
              <a:gd name="connsiteX899" fmla="*/ 3721337 w 7467600"/>
              <a:gd name="connsiteY899" fmla="*/ 0 h 6858000"/>
              <a:gd name="connsiteX900" fmla="*/ 3797544 w 7467600"/>
              <a:gd name="connsiteY900" fmla="*/ 0 h 6858000"/>
              <a:gd name="connsiteX901" fmla="*/ 3775734 w 7467600"/>
              <a:gd name="connsiteY901" fmla="*/ 95131 h 6858000"/>
              <a:gd name="connsiteX902" fmla="*/ 3724807 w 7467600"/>
              <a:gd name="connsiteY902" fmla="*/ 272257 h 6858000"/>
              <a:gd name="connsiteX903" fmla="*/ 3726844 w 7467600"/>
              <a:gd name="connsiteY903" fmla="*/ 282988 h 6858000"/>
              <a:gd name="connsiteX904" fmla="*/ 3742664 w 7467600"/>
              <a:gd name="connsiteY904" fmla="*/ 279918 h 6858000"/>
              <a:gd name="connsiteX905" fmla="*/ 4103910 w 7467600"/>
              <a:gd name="connsiteY905" fmla="*/ 1161917 h 6858000"/>
              <a:gd name="connsiteX906" fmla="*/ 4020269 w 7467600"/>
              <a:gd name="connsiteY906" fmla="*/ 1200406 h 6858000"/>
              <a:gd name="connsiteX907" fmla="*/ 3674882 w 7467600"/>
              <a:gd name="connsiteY907" fmla="*/ 488524 h 6858000"/>
              <a:gd name="connsiteX908" fmla="*/ 3132682 w 7467600"/>
              <a:gd name="connsiteY908" fmla="*/ 1072284 h 6858000"/>
              <a:gd name="connsiteX909" fmla="*/ 2716346 w 7467600"/>
              <a:gd name="connsiteY909" fmla="*/ 1276376 h 6858000"/>
              <a:gd name="connsiteX910" fmla="*/ 2716772 w 7467600"/>
              <a:gd name="connsiteY910" fmla="*/ 1255462 h 6858000"/>
              <a:gd name="connsiteX911" fmla="*/ 3471096 w 7467600"/>
              <a:gd name="connsiteY911" fmla="*/ 437072 h 6858000"/>
              <a:gd name="connsiteX912" fmla="*/ 3639057 w 7467600"/>
              <a:gd name="connsiteY912" fmla="*/ 286334 h 6858000"/>
              <a:gd name="connsiteX913" fmla="*/ 3640309 w 7467600"/>
              <a:gd name="connsiteY913" fmla="*/ 284664 h 6858000"/>
              <a:gd name="connsiteX914" fmla="*/ 3646022 w 7467600"/>
              <a:gd name="connsiteY914" fmla="*/ 276711 h 6858000"/>
              <a:gd name="connsiteX915" fmla="*/ 3707943 w 7467600"/>
              <a:gd name="connsiteY915" fmla="*/ 65958 h 6858000"/>
              <a:gd name="connsiteX916" fmla="*/ 3721337 w 7467600"/>
              <a:gd name="connsiteY916" fmla="*/ 0 h 6858000"/>
              <a:gd name="connsiteX917" fmla="*/ 2867960 w 7467600"/>
              <a:gd name="connsiteY917" fmla="*/ 0 h 6858000"/>
              <a:gd name="connsiteX918" fmla="*/ 2926351 w 7467600"/>
              <a:gd name="connsiteY918" fmla="*/ 0 h 6858000"/>
              <a:gd name="connsiteX919" fmla="*/ 2902823 w 7467600"/>
              <a:gd name="connsiteY919" fmla="*/ 262929 h 6858000"/>
              <a:gd name="connsiteX920" fmla="*/ 2940663 w 7467600"/>
              <a:gd name="connsiteY920" fmla="*/ 140884 h 6858000"/>
              <a:gd name="connsiteX921" fmla="*/ 2947039 w 7467600"/>
              <a:gd name="connsiteY921" fmla="*/ 122524 h 6858000"/>
              <a:gd name="connsiteX922" fmla="*/ 2984316 w 7467600"/>
              <a:gd name="connsiteY922" fmla="*/ 0 h 6858000"/>
              <a:gd name="connsiteX923" fmla="*/ 3016114 w 7467600"/>
              <a:gd name="connsiteY923" fmla="*/ 0 h 6858000"/>
              <a:gd name="connsiteX924" fmla="*/ 2979949 w 7467600"/>
              <a:gd name="connsiteY924" fmla="*/ 119274 h 6858000"/>
              <a:gd name="connsiteX925" fmla="*/ 3023879 w 7467600"/>
              <a:gd name="connsiteY925" fmla="*/ 0 h 6858000"/>
              <a:gd name="connsiteX926" fmla="*/ 3105400 w 7467600"/>
              <a:gd name="connsiteY926" fmla="*/ 0 h 6858000"/>
              <a:gd name="connsiteX927" fmla="*/ 3094669 w 7467600"/>
              <a:gd name="connsiteY927" fmla="*/ 30308 h 6858000"/>
              <a:gd name="connsiteX928" fmla="*/ 2901945 w 7467600"/>
              <a:gd name="connsiteY928" fmla="*/ 466538 h 6858000"/>
              <a:gd name="connsiteX929" fmla="*/ 2815209 w 7467600"/>
              <a:gd name="connsiteY929" fmla="*/ 497361 h 6858000"/>
              <a:gd name="connsiteX930" fmla="*/ 2844845 w 7467600"/>
              <a:gd name="connsiteY930" fmla="*/ 127638 h 6858000"/>
              <a:gd name="connsiteX931" fmla="*/ 2867960 w 7467600"/>
              <a:gd name="connsiteY931" fmla="*/ 0 h 6858000"/>
              <a:gd name="connsiteX932" fmla="*/ 1057230 w 7467600"/>
              <a:gd name="connsiteY932" fmla="*/ 0 h 6858000"/>
              <a:gd name="connsiteX933" fmla="*/ 1111003 w 7467600"/>
              <a:gd name="connsiteY933" fmla="*/ 0 h 6858000"/>
              <a:gd name="connsiteX934" fmla="*/ 1125553 w 7467600"/>
              <a:gd name="connsiteY934" fmla="*/ 52588 h 6858000"/>
              <a:gd name="connsiteX935" fmla="*/ 1304276 w 7467600"/>
              <a:gd name="connsiteY935" fmla="*/ 476275 h 6858000"/>
              <a:gd name="connsiteX936" fmla="*/ 1492066 w 7467600"/>
              <a:gd name="connsiteY936" fmla="*/ 886333 h 6858000"/>
              <a:gd name="connsiteX937" fmla="*/ 1423698 w 7467600"/>
              <a:gd name="connsiteY937" fmla="*/ 710817 h 6858000"/>
              <a:gd name="connsiteX938" fmla="*/ 1357609 w 7467600"/>
              <a:gd name="connsiteY938" fmla="*/ 532892 h 6858000"/>
              <a:gd name="connsiteX939" fmla="*/ 1309550 w 7467600"/>
              <a:gd name="connsiteY939" fmla="*/ 374031 h 6858000"/>
              <a:gd name="connsiteX940" fmla="*/ 1193673 w 7467600"/>
              <a:gd name="connsiteY940" fmla="*/ 49533 h 6858000"/>
              <a:gd name="connsiteX941" fmla="*/ 1164391 w 7467600"/>
              <a:gd name="connsiteY941" fmla="*/ 0 h 6858000"/>
              <a:gd name="connsiteX942" fmla="*/ 1200666 w 7467600"/>
              <a:gd name="connsiteY942" fmla="*/ 0 h 6858000"/>
              <a:gd name="connsiteX943" fmla="*/ 1223408 w 7467600"/>
              <a:gd name="connsiteY943" fmla="*/ 38996 h 6858000"/>
              <a:gd name="connsiteX944" fmla="*/ 1339635 w 7467600"/>
              <a:gd name="connsiteY944" fmla="*/ 365517 h 6858000"/>
              <a:gd name="connsiteX945" fmla="*/ 1387469 w 7467600"/>
              <a:gd name="connsiteY945" fmla="*/ 523079 h 6858000"/>
              <a:gd name="connsiteX946" fmla="*/ 1452685 w 7467600"/>
              <a:gd name="connsiteY946" fmla="*/ 699806 h 6858000"/>
              <a:gd name="connsiteX947" fmla="*/ 1492092 w 7467600"/>
              <a:gd name="connsiteY947" fmla="*/ 800424 h 6858000"/>
              <a:gd name="connsiteX948" fmla="*/ 1455302 w 7467600"/>
              <a:gd name="connsiteY948" fmla="*/ 632913 h 6858000"/>
              <a:gd name="connsiteX949" fmla="*/ 1222336 w 7467600"/>
              <a:gd name="connsiteY949" fmla="*/ 9480 h 6858000"/>
              <a:gd name="connsiteX950" fmla="*/ 1214634 w 7467600"/>
              <a:gd name="connsiteY950" fmla="*/ 0 h 6858000"/>
              <a:gd name="connsiteX951" fmla="*/ 1289827 w 7467600"/>
              <a:gd name="connsiteY951" fmla="*/ 0 h 6858000"/>
              <a:gd name="connsiteX952" fmla="*/ 1321076 w 7467600"/>
              <a:gd name="connsiteY952" fmla="*/ 59722 h 6858000"/>
              <a:gd name="connsiteX953" fmla="*/ 1512579 w 7467600"/>
              <a:gd name="connsiteY953" fmla="*/ 626441 h 6858000"/>
              <a:gd name="connsiteX954" fmla="*/ 1506076 w 7467600"/>
              <a:gd name="connsiteY954" fmla="*/ 1089289 h 6858000"/>
              <a:gd name="connsiteX955" fmla="*/ 1486346 w 7467600"/>
              <a:gd name="connsiteY955" fmla="*/ 1079919 h 6858000"/>
              <a:gd name="connsiteX956" fmla="*/ 1070511 w 7467600"/>
              <a:gd name="connsiteY956" fmla="*/ 48609 h 6858000"/>
              <a:gd name="connsiteX957" fmla="*/ 1057230 w 7467600"/>
              <a:gd name="connsiteY957" fmla="*/ 0 h 6858000"/>
              <a:gd name="connsiteX958" fmla="*/ 43151 w 7467600"/>
              <a:gd name="connsiteY958" fmla="*/ 0 h 6858000"/>
              <a:gd name="connsiteX959" fmla="*/ 95283 w 7467600"/>
              <a:gd name="connsiteY959" fmla="*/ 0 h 6858000"/>
              <a:gd name="connsiteX960" fmla="*/ 300708 w 7467600"/>
              <a:gd name="connsiteY960" fmla="*/ 154571 h 6858000"/>
              <a:gd name="connsiteX961" fmla="*/ 530414 w 7467600"/>
              <a:gd name="connsiteY961" fmla="*/ 354673 h 6858000"/>
              <a:gd name="connsiteX962" fmla="*/ 333785 w 7467600"/>
              <a:gd name="connsiteY962" fmla="*/ 161564 h 6858000"/>
              <a:gd name="connsiteX963" fmla="*/ 147005 w 7467600"/>
              <a:gd name="connsiteY963" fmla="*/ 0 h 6858000"/>
              <a:gd name="connsiteX964" fmla="*/ 272509 w 7467600"/>
              <a:gd name="connsiteY964" fmla="*/ 0 h 6858000"/>
              <a:gd name="connsiteX965" fmla="*/ 326276 w 7467600"/>
              <a:gd name="connsiteY965" fmla="*/ 45847 h 6858000"/>
              <a:gd name="connsiteX966" fmla="*/ 823759 w 7467600"/>
              <a:gd name="connsiteY966" fmla="*/ 574145 h 6858000"/>
              <a:gd name="connsiteX967" fmla="*/ 811254 w 7467600"/>
              <a:gd name="connsiteY967" fmla="*/ 665546 h 6858000"/>
              <a:gd name="connsiteX968" fmla="*/ 154042 w 7467600"/>
              <a:gd name="connsiteY968" fmla="*/ 261522 h 6858000"/>
              <a:gd name="connsiteX969" fmla="*/ 13550 w 7467600"/>
              <a:gd name="connsiteY969" fmla="*/ 158423 h 6858000"/>
              <a:gd name="connsiteX970" fmla="*/ 0 w 7467600"/>
              <a:gd name="connsiteY970" fmla="*/ 146618 h 6858000"/>
              <a:gd name="connsiteX971" fmla="*/ 0 w 7467600"/>
              <a:gd name="connsiteY971" fmla="*/ 59161 h 6858000"/>
              <a:gd name="connsiteX972" fmla="*/ 45427 w 7467600"/>
              <a:gd name="connsiteY972" fmla="*/ 101078 h 6858000"/>
              <a:gd name="connsiteX973" fmla="*/ 630103 w 7467600"/>
              <a:gd name="connsiteY973" fmla="*/ 485885 h 6858000"/>
              <a:gd name="connsiteX974" fmla="*/ 532040 w 7467600"/>
              <a:gd name="connsiteY974" fmla="*/ 399359 h 6858000"/>
              <a:gd name="connsiteX975" fmla="*/ 517618 w 7467600"/>
              <a:gd name="connsiteY975" fmla="*/ 385726 h 6858000"/>
              <a:gd name="connsiteX976" fmla="*/ 285074 w 7467600"/>
              <a:gd name="connsiteY976" fmla="*/ 182755 h 6858000"/>
              <a:gd name="connsiteX977" fmla="*/ 43151 w 7467600"/>
              <a:gd name="connsiteY97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6012219 h 6858000"/>
              <a:gd name="connsiteX83" fmla="*/ 6946849 w 7467600"/>
              <a:gd name="connsiteY83" fmla="*/ 5523271 h 6858000"/>
              <a:gd name="connsiteX84" fmla="*/ 6946972 w 7467600"/>
              <a:gd name="connsiteY84" fmla="*/ 5526491 h 6858000"/>
              <a:gd name="connsiteX85" fmla="*/ 7105827 w 7467600"/>
              <a:gd name="connsiteY85" fmla="*/ 5718700 h 6858000"/>
              <a:gd name="connsiteX86" fmla="*/ 7356878 w 7467600"/>
              <a:gd name="connsiteY86" fmla="*/ 5981332 h 6858000"/>
              <a:gd name="connsiteX87" fmla="*/ 7467600 w 7467600"/>
              <a:gd name="connsiteY87" fmla="*/ 6117703 h 6858000"/>
              <a:gd name="connsiteX88" fmla="*/ 7467600 w 7467600"/>
              <a:gd name="connsiteY88" fmla="*/ 6163634 h 6858000"/>
              <a:gd name="connsiteX89" fmla="*/ 7403637 w 7467600"/>
              <a:gd name="connsiteY89" fmla="*/ 6083957 h 6858000"/>
              <a:gd name="connsiteX90" fmla="*/ 7254615 w 7467600"/>
              <a:gd name="connsiteY90" fmla="*/ 5911918 h 6858000"/>
              <a:gd name="connsiteX91" fmla="*/ 7312589 w 7467600"/>
              <a:gd name="connsiteY91" fmla="*/ 5982309 h 6858000"/>
              <a:gd name="connsiteX92" fmla="*/ 7448321 w 7467600"/>
              <a:gd name="connsiteY92" fmla="*/ 6190991 h 6858000"/>
              <a:gd name="connsiteX93" fmla="*/ 7467600 w 7467600"/>
              <a:gd name="connsiteY93" fmla="*/ 6221686 h 6858000"/>
              <a:gd name="connsiteX94" fmla="*/ 7467600 w 7467600"/>
              <a:gd name="connsiteY94" fmla="*/ 6334256 h 6858000"/>
              <a:gd name="connsiteX95" fmla="*/ 7454976 w 7467600"/>
              <a:gd name="connsiteY95" fmla="*/ 6318297 h 6858000"/>
              <a:gd name="connsiteX96" fmla="*/ 7042773 w 7467600"/>
              <a:gd name="connsiteY96" fmla="*/ 5734011 h 6858000"/>
              <a:gd name="connsiteX97" fmla="*/ 6844835 w 7467600"/>
              <a:gd name="connsiteY97" fmla="*/ 5424988 h 6858000"/>
              <a:gd name="connsiteX98" fmla="*/ 1456157 w 7467600"/>
              <a:gd name="connsiteY98" fmla="*/ 5371404 h 6858000"/>
              <a:gd name="connsiteX99" fmla="*/ 1244432 w 7467600"/>
              <a:gd name="connsiteY99" fmla="*/ 5385601 h 6858000"/>
              <a:gd name="connsiteX100" fmla="*/ 973990 w 7467600"/>
              <a:gd name="connsiteY100" fmla="*/ 5424940 h 6858000"/>
              <a:gd name="connsiteX101" fmla="*/ 1103809 w 7467600"/>
              <a:gd name="connsiteY101" fmla="*/ 5433720 h 6858000"/>
              <a:gd name="connsiteX102" fmla="*/ 1123454 w 7467600"/>
              <a:gd name="connsiteY102" fmla="*/ 5435727 h 6858000"/>
              <a:gd name="connsiteX103" fmla="*/ 1737017 w 7467600"/>
              <a:gd name="connsiteY103" fmla="*/ 5452183 h 6858000"/>
              <a:gd name="connsiteX104" fmla="*/ 1824397 w 7467600"/>
              <a:gd name="connsiteY104" fmla="*/ 5447757 h 6858000"/>
              <a:gd name="connsiteX105" fmla="*/ 2070059 w 7467600"/>
              <a:gd name="connsiteY105" fmla="*/ 5441660 h 6858000"/>
              <a:gd name="connsiteX106" fmla="*/ 1456157 w 7467600"/>
              <a:gd name="connsiteY106" fmla="*/ 5371404 h 6858000"/>
              <a:gd name="connsiteX107" fmla="*/ 4988186 w 7467600"/>
              <a:gd name="connsiteY107" fmla="*/ 5216467 h 6858000"/>
              <a:gd name="connsiteX108" fmla="*/ 4777334 w 7467600"/>
              <a:gd name="connsiteY108" fmla="*/ 5406072 h 6858000"/>
              <a:gd name="connsiteX109" fmla="*/ 4718341 w 7467600"/>
              <a:gd name="connsiteY109" fmla="*/ 5468043 h 6858000"/>
              <a:gd name="connsiteX110" fmla="*/ 4604655 w 7467600"/>
              <a:gd name="connsiteY110" fmla="*/ 5583434 h 6858000"/>
              <a:gd name="connsiteX111" fmla="*/ 4565074 w 7467600"/>
              <a:gd name="connsiteY111" fmla="*/ 5618550 h 6858000"/>
              <a:gd name="connsiteX112" fmla="*/ 4988186 w 7467600"/>
              <a:gd name="connsiteY112" fmla="*/ 5216467 h 6858000"/>
              <a:gd name="connsiteX113" fmla="*/ 4978032 w 7467600"/>
              <a:gd name="connsiteY113" fmla="*/ 5183809 h 6858000"/>
              <a:gd name="connsiteX114" fmla="*/ 4463413 w 7467600"/>
              <a:gd name="connsiteY114" fmla="*/ 5615162 h 6858000"/>
              <a:gd name="connsiteX115" fmla="*/ 4358134 w 7467600"/>
              <a:gd name="connsiteY115" fmla="*/ 5742791 h 6858000"/>
              <a:gd name="connsiteX116" fmla="*/ 4376219 w 7467600"/>
              <a:gd name="connsiteY116" fmla="*/ 5729027 h 6858000"/>
              <a:gd name="connsiteX117" fmla="*/ 4582340 w 7467600"/>
              <a:gd name="connsiteY117" fmla="*/ 5561037 h 6858000"/>
              <a:gd name="connsiteX118" fmla="*/ 4694684 w 7467600"/>
              <a:gd name="connsiteY118" fmla="*/ 5447098 h 6858000"/>
              <a:gd name="connsiteX119" fmla="*/ 4754123 w 7467600"/>
              <a:gd name="connsiteY119" fmla="*/ 5384643 h 6858000"/>
              <a:gd name="connsiteX120" fmla="*/ 4978032 w 7467600"/>
              <a:gd name="connsiteY120" fmla="*/ 5183809 h 6858000"/>
              <a:gd name="connsiteX121" fmla="*/ 1903353 w 7467600"/>
              <a:gd name="connsiteY121" fmla="*/ 5044827 h 6858000"/>
              <a:gd name="connsiteX122" fmla="*/ 1936931 w 7467600"/>
              <a:gd name="connsiteY122" fmla="*/ 5093954 h 6858000"/>
              <a:gd name="connsiteX123" fmla="*/ 2195868 w 7467600"/>
              <a:gd name="connsiteY123" fmla="*/ 5396574 h 6858000"/>
              <a:gd name="connsiteX124" fmla="*/ 2088852 w 7467600"/>
              <a:gd name="connsiteY124" fmla="*/ 5166123 h 6858000"/>
              <a:gd name="connsiteX125" fmla="*/ 1958241 w 7467600"/>
              <a:gd name="connsiteY125" fmla="*/ 5067955 h 6858000"/>
              <a:gd name="connsiteX126" fmla="*/ 1903353 w 7467600"/>
              <a:gd name="connsiteY126" fmla="*/ 5044827 h 6858000"/>
              <a:gd name="connsiteX127" fmla="*/ 1979378 w 7467600"/>
              <a:gd name="connsiteY127" fmla="*/ 4769504 h 6858000"/>
              <a:gd name="connsiteX128" fmla="*/ 2882120 w 7467600"/>
              <a:gd name="connsiteY128" fmla="*/ 5064547 h 6858000"/>
              <a:gd name="connsiteX129" fmla="*/ 2793103 w 7467600"/>
              <a:gd name="connsiteY129" fmla="*/ 5039699 h 6858000"/>
              <a:gd name="connsiteX130" fmla="*/ 2770041 w 7467600"/>
              <a:gd name="connsiteY130" fmla="*/ 5033634 h 6858000"/>
              <a:gd name="connsiteX131" fmla="*/ 1979378 w 7467600"/>
              <a:gd name="connsiteY131" fmla="*/ 4769504 h 6858000"/>
              <a:gd name="connsiteX132" fmla="*/ 1927410 w 7467600"/>
              <a:gd name="connsiteY132" fmla="*/ 4716164 h 6858000"/>
              <a:gd name="connsiteX133" fmla="*/ 1959587 w 7467600"/>
              <a:gd name="connsiteY133" fmla="*/ 4728849 h 6858000"/>
              <a:gd name="connsiteX134" fmla="*/ 2777707 w 7467600"/>
              <a:gd name="connsiteY134" fmla="*/ 5003991 h 6858000"/>
              <a:gd name="connsiteX135" fmla="*/ 2800768 w 7467600"/>
              <a:gd name="connsiteY135" fmla="*/ 5010056 h 6858000"/>
              <a:gd name="connsiteX136" fmla="*/ 2879408 w 7467600"/>
              <a:gd name="connsiteY136" fmla="*/ 5031590 h 6858000"/>
              <a:gd name="connsiteX137" fmla="*/ 2862295 w 7467600"/>
              <a:gd name="connsiteY137" fmla="*/ 5022958 h 6858000"/>
              <a:gd name="connsiteX138" fmla="*/ 2813343 w 7467600"/>
              <a:gd name="connsiteY138" fmla="*/ 4998369 h 6858000"/>
              <a:gd name="connsiteX139" fmla="*/ 2646245 w 7467600"/>
              <a:gd name="connsiteY139" fmla="*/ 4930999 h 6858000"/>
              <a:gd name="connsiteX140" fmla="*/ 1999243 w 7467600"/>
              <a:gd name="connsiteY140" fmla="*/ 4730524 h 6858000"/>
              <a:gd name="connsiteX141" fmla="*/ 1979527 w 7467600"/>
              <a:gd name="connsiteY141" fmla="*/ 4726651 h 6858000"/>
              <a:gd name="connsiteX142" fmla="*/ 1927410 w 7467600"/>
              <a:gd name="connsiteY142" fmla="*/ 4716164 h 6858000"/>
              <a:gd name="connsiteX143" fmla="*/ 1997014 w 7467600"/>
              <a:gd name="connsiteY143" fmla="*/ 4698007 h 6858000"/>
              <a:gd name="connsiteX144" fmla="*/ 2005458 w 7467600"/>
              <a:gd name="connsiteY144" fmla="*/ 4699540 h 6858000"/>
              <a:gd name="connsiteX145" fmla="*/ 2657186 w 7467600"/>
              <a:gd name="connsiteY145" fmla="*/ 4901687 h 6858000"/>
              <a:gd name="connsiteX146" fmla="*/ 2826662 w 7467600"/>
              <a:gd name="connsiteY146" fmla="*/ 4970362 h 6858000"/>
              <a:gd name="connsiteX147" fmla="*/ 2876100 w 7467600"/>
              <a:gd name="connsiteY147" fmla="*/ 4995397 h 6858000"/>
              <a:gd name="connsiteX148" fmla="*/ 3042600 w 7467600"/>
              <a:gd name="connsiteY148" fmla="*/ 5059532 h 6858000"/>
              <a:gd name="connsiteX149" fmla="*/ 1997014 w 7467600"/>
              <a:gd name="connsiteY149" fmla="*/ 4698007 h 6858000"/>
              <a:gd name="connsiteX150" fmla="*/ 2305292 w 7467600"/>
              <a:gd name="connsiteY150" fmla="*/ 4219492 h 6858000"/>
              <a:gd name="connsiteX151" fmla="*/ 3360922 w 7467600"/>
              <a:gd name="connsiteY151" fmla="*/ 4529373 h 6858000"/>
              <a:gd name="connsiteX152" fmla="*/ 3492420 w 7467600"/>
              <a:gd name="connsiteY152" fmla="*/ 4510145 h 6858000"/>
              <a:gd name="connsiteX153" fmla="*/ 3364086 w 7467600"/>
              <a:gd name="connsiteY153" fmla="*/ 4480340 h 6858000"/>
              <a:gd name="connsiteX154" fmla="*/ 3225818 w 7467600"/>
              <a:gd name="connsiteY154" fmla="*/ 4411822 h 6858000"/>
              <a:gd name="connsiteX155" fmla="*/ 3129696 w 7467600"/>
              <a:gd name="connsiteY155" fmla="*/ 4360704 h 6858000"/>
              <a:gd name="connsiteX156" fmla="*/ 2814545 w 7467600"/>
              <a:gd name="connsiteY156" fmla="*/ 4282955 h 6858000"/>
              <a:gd name="connsiteX157" fmla="*/ 2305292 w 7467600"/>
              <a:gd name="connsiteY157" fmla="*/ 4219492 h 6858000"/>
              <a:gd name="connsiteX158" fmla="*/ 2626982 w 7467600"/>
              <a:gd name="connsiteY158" fmla="*/ 4206450 h 6858000"/>
              <a:gd name="connsiteX159" fmla="*/ 2490617 w 7467600"/>
              <a:gd name="connsiteY159" fmla="*/ 4206951 h 6858000"/>
              <a:gd name="connsiteX160" fmla="*/ 2819869 w 7467600"/>
              <a:gd name="connsiteY160" fmla="*/ 4252936 h 6858000"/>
              <a:gd name="connsiteX161" fmla="*/ 3143018 w 7467600"/>
              <a:gd name="connsiteY161" fmla="*/ 4332698 h 6858000"/>
              <a:gd name="connsiteX162" fmla="*/ 3241520 w 7467600"/>
              <a:gd name="connsiteY162" fmla="*/ 4385112 h 6858000"/>
              <a:gd name="connsiteX163" fmla="*/ 3374575 w 7467600"/>
              <a:gd name="connsiteY163" fmla="*/ 4451517 h 6858000"/>
              <a:gd name="connsiteX164" fmla="*/ 3505221 w 7467600"/>
              <a:gd name="connsiteY164" fmla="*/ 4480757 h 6858000"/>
              <a:gd name="connsiteX165" fmla="*/ 2626982 w 7467600"/>
              <a:gd name="connsiteY165" fmla="*/ 4206450 h 6858000"/>
              <a:gd name="connsiteX166" fmla="*/ 1310106 w 7467600"/>
              <a:gd name="connsiteY166" fmla="*/ 3943217 h 6858000"/>
              <a:gd name="connsiteX167" fmla="*/ 854994 w 7467600"/>
              <a:gd name="connsiteY167" fmla="*/ 4399136 h 6858000"/>
              <a:gd name="connsiteX168" fmla="*/ 742462 w 7467600"/>
              <a:gd name="connsiteY168" fmla="*/ 4594648 h 6858000"/>
              <a:gd name="connsiteX169" fmla="*/ 820602 w 7467600"/>
              <a:gd name="connsiteY169" fmla="*/ 4485915 h 6858000"/>
              <a:gd name="connsiteX170" fmla="*/ 878295 w 7467600"/>
              <a:gd name="connsiteY170" fmla="*/ 4403594 h 6858000"/>
              <a:gd name="connsiteX171" fmla="*/ 1240607 w 7467600"/>
              <a:gd name="connsiteY171" fmla="*/ 4010401 h 6858000"/>
              <a:gd name="connsiteX172" fmla="*/ 1310106 w 7467600"/>
              <a:gd name="connsiteY172" fmla="*/ 3943217 h 6858000"/>
              <a:gd name="connsiteX173" fmla="*/ 1423113 w 7467600"/>
              <a:gd name="connsiteY173" fmla="*/ 3874565 h 6858000"/>
              <a:gd name="connsiteX174" fmla="*/ 1260565 w 7467600"/>
              <a:gd name="connsiteY174" fmla="*/ 4031982 h 6858000"/>
              <a:gd name="connsiteX175" fmla="*/ 901900 w 7467600"/>
              <a:gd name="connsiteY175" fmla="*/ 4421236 h 6858000"/>
              <a:gd name="connsiteX176" fmla="*/ 845044 w 7467600"/>
              <a:gd name="connsiteY176" fmla="*/ 4502436 h 6858000"/>
              <a:gd name="connsiteX177" fmla="*/ 685926 w 7467600"/>
              <a:gd name="connsiteY177" fmla="*/ 4703069 h 6858000"/>
              <a:gd name="connsiteX178" fmla="*/ 684248 w 7467600"/>
              <a:gd name="connsiteY178" fmla="*/ 4706721 h 6858000"/>
              <a:gd name="connsiteX179" fmla="*/ 1423113 w 7467600"/>
              <a:gd name="connsiteY179" fmla="*/ 3874565 h 6858000"/>
              <a:gd name="connsiteX180" fmla="*/ 3316479 w 7467600"/>
              <a:gd name="connsiteY180" fmla="*/ 3872136 h 6858000"/>
              <a:gd name="connsiteX181" fmla="*/ 3546806 w 7467600"/>
              <a:gd name="connsiteY181" fmla="*/ 4356139 h 6858000"/>
              <a:gd name="connsiteX182" fmla="*/ 3364433 w 7467600"/>
              <a:gd name="connsiteY182" fmla="*/ 3953121 h 6858000"/>
              <a:gd name="connsiteX183" fmla="*/ 3316479 w 7467600"/>
              <a:gd name="connsiteY183" fmla="*/ 3872136 h 6858000"/>
              <a:gd name="connsiteX184" fmla="*/ 3291335 w 7467600"/>
              <a:gd name="connsiteY184" fmla="*/ 3767420 h 6858000"/>
              <a:gd name="connsiteX185" fmla="*/ 3390805 w 7467600"/>
              <a:gd name="connsiteY185" fmla="*/ 3937163 h 6858000"/>
              <a:gd name="connsiteX186" fmla="*/ 3579062 w 7467600"/>
              <a:gd name="connsiteY186" fmla="*/ 4359040 h 6858000"/>
              <a:gd name="connsiteX187" fmla="*/ 3467355 w 7467600"/>
              <a:gd name="connsiteY187" fmla="*/ 3988130 h 6858000"/>
              <a:gd name="connsiteX188" fmla="*/ 3310753 w 7467600"/>
              <a:gd name="connsiteY188" fmla="*/ 3787140 h 6858000"/>
              <a:gd name="connsiteX189" fmla="*/ 3291335 w 7467600"/>
              <a:gd name="connsiteY189" fmla="*/ 3767420 h 6858000"/>
              <a:gd name="connsiteX190" fmla="*/ 1635889 w 7467600"/>
              <a:gd name="connsiteY190" fmla="*/ 3709494 h 6858000"/>
              <a:gd name="connsiteX191" fmla="*/ 1634800 w 7467600"/>
              <a:gd name="connsiteY191" fmla="*/ 3731111 h 6858000"/>
              <a:gd name="connsiteX192" fmla="*/ 1635889 w 7467600"/>
              <a:gd name="connsiteY192" fmla="*/ 3709494 h 6858000"/>
              <a:gd name="connsiteX193" fmla="*/ 1510397 w 7467600"/>
              <a:gd name="connsiteY193" fmla="*/ 3684705 h 6858000"/>
              <a:gd name="connsiteX194" fmla="*/ 1146550 w 7467600"/>
              <a:gd name="connsiteY194" fmla="*/ 3802012 h 6858000"/>
              <a:gd name="connsiteX195" fmla="*/ 698834 w 7467600"/>
              <a:gd name="connsiteY195" fmla="*/ 3952272 h 6858000"/>
              <a:gd name="connsiteX196" fmla="*/ 34256 w 7467600"/>
              <a:gd name="connsiteY196" fmla="*/ 4347603 h 6858000"/>
              <a:gd name="connsiteX197" fmla="*/ 527241 w 7467600"/>
              <a:gd name="connsiteY197" fmla="*/ 4065078 h 6858000"/>
              <a:gd name="connsiteX198" fmla="*/ 1510397 w 7467600"/>
              <a:gd name="connsiteY198" fmla="*/ 3684705 h 6858000"/>
              <a:gd name="connsiteX199" fmla="*/ 1313114 w 7467600"/>
              <a:gd name="connsiteY199" fmla="*/ 3655216 h 6858000"/>
              <a:gd name="connsiteX200" fmla="*/ 1109304 w 7467600"/>
              <a:gd name="connsiteY200" fmla="*/ 3669030 h 6858000"/>
              <a:gd name="connsiteX201" fmla="*/ 8129 w 7467600"/>
              <a:gd name="connsiteY201" fmla="*/ 4330519 h 6858000"/>
              <a:gd name="connsiteX202" fmla="*/ 687572 w 7467600"/>
              <a:gd name="connsiteY202" fmla="*/ 3925629 h 6858000"/>
              <a:gd name="connsiteX203" fmla="*/ 1138365 w 7467600"/>
              <a:gd name="connsiteY203" fmla="*/ 3774515 h 6858000"/>
              <a:gd name="connsiteX204" fmla="*/ 1505579 w 7467600"/>
              <a:gd name="connsiteY204" fmla="*/ 3655526 h 6858000"/>
              <a:gd name="connsiteX205" fmla="*/ 1313114 w 7467600"/>
              <a:gd name="connsiteY205" fmla="*/ 3655216 h 6858000"/>
              <a:gd name="connsiteX206" fmla="*/ 3655073 w 7467600"/>
              <a:gd name="connsiteY206" fmla="*/ 3650884 h 6858000"/>
              <a:gd name="connsiteX207" fmla="*/ 3989938 w 7467600"/>
              <a:gd name="connsiteY207" fmla="*/ 3991685 h 6858000"/>
              <a:gd name="connsiteX208" fmla="*/ 4393907 w 7467600"/>
              <a:gd name="connsiteY208" fmla="*/ 4261258 h 6858000"/>
              <a:gd name="connsiteX209" fmla="*/ 4648051 w 7467600"/>
              <a:gd name="connsiteY209" fmla="*/ 4374051 h 6858000"/>
              <a:gd name="connsiteX210" fmla="*/ 4383389 w 7467600"/>
              <a:gd name="connsiteY210" fmla="*/ 4184369 h 6858000"/>
              <a:gd name="connsiteX211" fmla="*/ 4165508 w 7467600"/>
              <a:gd name="connsiteY211" fmla="*/ 4035196 h 6858000"/>
              <a:gd name="connsiteX212" fmla="*/ 4068162 w 7467600"/>
              <a:gd name="connsiteY212" fmla="*/ 3953394 h 6858000"/>
              <a:gd name="connsiteX213" fmla="*/ 3981416 w 7467600"/>
              <a:gd name="connsiteY213" fmla="*/ 3880482 h 6858000"/>
              <a:gd name="connsiteX214" fmla="*/ 3800147 w 7467600"/>
              <a:gd name="connsiteY214" fmla="*/ 3749872 h 6858000"/>
              <a:gd name="connsiteX215" fmla="*/ 3655073 w 7467600"/>
              <a:gd name="connsiteY215" fmla="*/ 3650884 h 6858000"/>
              <a:gd name="connsiteX216" fmla="*/ 3670252 w 7467600"/>
              <a:gd name="connsiteY216" fmla="*/ 3622798 h 6858000"/>
              <a:gd name="connsiteX217" fmla="*/ 3817258 w 7467600"/>
              <a:gd name="connsiteY217" fmla="*/ 3723577 h 6858000"/>
              <a:gd name="connsiteX218" fmla="*/ 4000461 w 7467600"/>
              <a:gd name="connsiteY218" fmla="*/ 3855966 h 6858000"/>
              <a:gd name="connsiteX219" fmla="*/ 4088180 w 7467600"/>
              <a:gd name="connsiteY219" fmla="*/ 3929774 h 6858000"/>
              <a:gd name="connsiteX220" fmla="*/ 4184555 w 7467600"/>
              <a:gd name="connsiteY220" fmla="*/ 4010683 h 6858000"/>
              <a:gd name="connsiteX221" fmla="*/ 4399563 w 7467600"/>
              <a:gd name="connsiteY221" fmla="*/ 4158106 h 6858000"/>
              <a:gd name="connsiteX222" fmla="*/ 4684469 w 7467600"/>
              <a:gd name="connsiteY222" fmla="*/ 4364680 h 6858000"/>
              <a:gd name="connsiteX223" fmla="*/ 4690271 w 7467600"/>
              <a:gd name="connsiteY223" fmla="*/ 4370034 h 6858000"/>
              <a:gd name="connsiteX224" fmla="*/ 4136093 w 7467600"/>
              <a:gd name="connsiteY224" fmla="*/ 3858466 h 6858000"/>
              <a:gd name="connsiteX225" fmla="*/ 3670252 w 7467600"/>
              <a:gd name="connsiteY225" fmla="*/ 3622798 h 6858000"/>
              <a:gd name="connsiteX226" fmla="*/ 4440129 w 7467600"/>
              <a:gd name="connsiteY226" fmla="*/ 3448571 h 6858000"/>
              <a:gd name="connsiteX227" fmla="*/ 4856525 w 7467600"/>
              <a:gd name="connsiteY227" fmla="*/ 3915351 h 6858000"/>
              <a:gd name="connsiteX228" fmla="*/ 5059055 w 7467600"/>
              <a:gd name="connsiteY228" fmla="*/ 4108918 h 6858000"/>
              <a:gd name="connsiteX229" fmla="*/ 5290070 w 7467600"/>
              <a:gd name="connsiteY229" fmla="*/ 4263619 h 6858000"/>
              <a:gd name="connsiteX230" fmla="*/ 4834991 w 7467600"/>
              <a:gd name="connsiteY230" fmla="*/ 3830985 h 6858000"/>
              <a:gd name="connsiteX231" fmla="*/ 4440129 w 7467600"/>
              <a:gd name="connsiteY231" fmla="*/ 3448571 h 6858000"/>
              <a:gd name="connsiteX232" fmla="*/ 4441737 w 7467600"/>
              <a:gd name="connsiteY232" fmla="*/ 3399734 h 6858000"/>
              <a:gd name="connsiteX233" fmla="*/ 4431236 w 7467600"/>
              <a:gd name="connsiteY233" fmla="*/ 3400954 h 6858000"/>
              <a:gd name="connsiteX234" fmla="*/ 4557150 w 7467600"/>
              <a:gd name="connsiteY234" fmla="*/ 3510023 h 6858000"/>
              <a:gd name="connsiteX235" fmla="*/ 4856936 w 7467600"/>
              <a:gd name="connsiteY235" fmla="*/ 3809146 h 6858000"/>
              <a:gd name="connsiteX236" fmla="*/ 5111996 w 7467600"/>
              <a:gd name="connsiteY236" fmla="*/ 4065759 h 6858000"/>
              <a:gd name="connsiteX237" fmla="*/ 5388878 w 7467600"/>
              <a:gd name="connsiteY237" fmla="*/ 4300185 h 6858000"/>
              <a:gd name="connsiteX238" fmla="*/ 5425556 w 7467600"/>
              <a:gd name="connsiteY238" fmla="*/ 4308967 h 6858000"/>
              <a:gd name="connsiteX239" fmla="*/ 4943646 w 7467600"/>
              <a:gd name="connsiteY239" fmla="*/ 3822916 h 6858000"/>
              <a:gd name="connsiteX240" fmla="*/ 4594837 w 7467600"/>
              <a:gd name="connsiteY240" fmla="*/ 3532274 h 6858000"/>
              <a:gd name="connsiteX241" fmla="*/ 4441737 w 7467600"/>
              <a:gd name="connsiteY241" fmla="*/ 3399734 h 6858000"/>
              <a:gd name="connsiteX242" fmla="*/ 5425834 w 7467600"/>
              <a:gd name="connsiteY242" fmla="*/ 3162785 h 6858000"/>
              <a:gd name="connsiteX243" fmla="*/ 5401644 w 7467600"/>
              <a:gd name="connsiteY243" fmla="*/ 3617847 h 6858000"/>
              <a:gd name="connsiteX244" fmla="*/ 5467256 w 7467600"/>
              <a:gd name="connsiteY244" fmla="*/ 4175494 h 6858000"/>
              <a:gd name="connsiteX245" fmla="*/ 5448069 w 7467600"/>
              <a:gd name="connsiteY245" fmla="*/ 3567554 h 6858000"/>
              <a:gd name="connsiteX246" fmla="*/ 5425834 w 7467600"/>
              <a:gd name="connsiteY246" fmla="*/ 3162785 h 6858000"/>
              <a:gd name="connsiteX247" fmla="*/ 1318687 w 7467600"/>
              <a:gd name="connsiteY247" fmla="*/ 3113840 h 6858000"/>
              <a:gd name="connsiteX248" fmla="*/ 1066793 w 7467600"/>
              <a:gd name="connsiteY248" fmla="*/ 3212171 h 6858000"/>
              <a:gd name="connsiteX249" fmla="*/ 993319 w 7467600"/>
              <a:gd name="connsiteY249" fmla="*/ 3247648 h 6858000"/>
              <a:gd name="connsiteX250" fmla="*/ 853081 w 7467600"/>
              <a:gd name="connsiteY250" fmla="*/ 3312410 h 6858000"/>
              <a:gd name="connsiteX251" fmla="*/ 805957 w 7467600"/>
              <a:gd name="connsiteY251" fmla="*/ 3330443 h 6858000"/>
              <a:gd name="connsiteX252" fmla="*/ 1318687 w 7467600"/>
              <a:gd name="connsiteY252" fmla="*/ 3113840 h 6858000"/>
              <a:gd name="connsiteX253" fmla="*/ 5453702 w 7467600"/>
              <a:gd name="connsiteY253" fmla="*/ 3090882 h 6858000"/>
              <a:gd name="connsiteX254" fmla="*/ 5480135 w 7467600"/>
              <a:gd name="connsiteY254" fmla="*/ 3565802 h 6858000"/>
              <a:gd name="connsiteX255" fmla="*/ 5499023 w 7467600"/>
              <a:gd name="connsiteY255" fmla="*/ 4166310 h 6858000"/>
              <a:gd name="connsiteX256" fmla="*/ 5547022 w 7467600"/>
              <a:gd name="connsiteY256" fmla="*/ 3607838 h 6858000"/>
              <a:gd name="connsiteX257" fmla="*/ 5515964 w 7467600"/>
              <a:gd name="connsiteY257" fmla="*/ 3378541 h 6858000"/>
              <a:gd name="connsiteX258" fmla="*/ 5453702 w 7467600"/>
              <a:gd name="connsiteY258" fmla="*/ 3090882 h 6858000"/>
              <a:gd name="connsiteX259" fmla="*/ 1238695 w 7467600"/>
              <a:gd name="connsiteY259" fmla="*/ 3076820 h 6858000"/>
              <a:gd name="connsiteX260" fmla="*/ 716371 w 7467600"/>
              <a:gd name="connsiteY260" fmla="*/ 3293249 h 6858000"/>
              <a:gd name="connsiteX261" fmla="*/ 579522 w 7467600"/>
              <a:gd name="connsiteY261" fmla="*/ 3371759 h 6858000"/>
              <a:gd name="connsiteX262" fmla="*/ 600288 w 7467600"/>
              <a:gd name="connsiteY262" fmla="*/ 3365555 h 6858000"/>
              <a:gd name="connsiteX263" fmla="*/ 840692 w 7467600"/>
              <a:gd name="connsiteY263" fmla="*/ 3284921 h 6858000"/>
              <a:gd name="connsiteX264" fmla="*/ 979248 w 7467600"/>
              <a:gd name="connsiteY264" fmla="*/ 3221003 h 6858000"/>
              <a:gd name="connsiteX265" fmla="*/ 1053282 w 7467600"/>
              <a:gd name="connsiteY265" fmla="*/ 3185247 h 6858000"/>
              <a:gd name="connsiteX266" fmla="*/ 1320603 w 7467600"/>
              <a:gd name="connsiteY266" fmla="*/ 3081281 h 6858000"/>
              <a:gd name="connsiteX267" fmla="*/ 1238695 w 7467600"/>
              <a:gd name="connsiteY267" fmla="*/ 3076820 h 6858000"/>
              <a:gd name="connsiteX268" fmla="*/ 5425627 w 7467600"/>
              <a:gd name="connsiteY268" fmla="*/ 2954192 h 6858000"/>
              <a:gd name="connsiteX269" fmla="*/ 5470770 w 7467600"/>
              <a:gd name="connsiteY269" fmla="*/ 3005435 h 6858000"/>
              <a:gd name="connsiteX270" fmla="*/ 5519779 w 7467600"/>
              <a:gd name="connsiteY270" fmla="*/ 4359223 h 6858000"/>
              <a:gd name="connsiteX271" fmla="*/ 5520293 w 7467600"/>
              <a:gd name="connsiteY271" fmla="*/ 4360602 h 6858000"/>
              <a:gd name="connsiteX272" fmla="*/ 5767221 w 7467600"/>
              <a:gd name="connsiteY272" fmla="*/ 4665564 h 6858000"/>
              <a:gd name="connsiteX273" fmla="*/ 6937169 w 7467600"/>
              <a:gd name="connsiteY273" fmla="*/ 4815941 h 6858000"/>
              <a:gd name="connsiteX274" fmla="*/ 6953922 w 7467600"/>
              <a:gd name="connsiteY274" fmla="*/ 4890068 h 6858000"/>
              <a:gd name="connsiteX275" fmla="*/ 6071359 w 7467600"/>
              <a:gd name="connsiteY275" fmla="*/ 4770770 h 6858000"/>
              <a:gd name="connsiteX276" fmla="*/ 6038839 w 7467600"/>
              <a:gd name="connsiteY276" fmla="*/ 4764474 h 6858000"/>
              <a:gd name="connsiteX277" fmla="*/ 6038706 w 7467600"/>
              <a:gd name="connsiteY277" fmla="*/ 4763847 h 6858000"/>
              <a:gd name="connsiteX278" fmla="*/ 6037784 w 7467600"/>
              <a:gd name="connsiteY278" fmla="*/ 4764270 h 6858000"/>
              <a:gd name="connsiteX279" fmla="*/ 6038839 w 7467600"/>
              <a:gd name="connsiteY279" fmla="*/ 4764474 h 6858000"/>
              <a:gd name="connsiteX280" fmla="*/ 6040338 w 7467600"/>
              <a:gd name="connsiteY280" fmla="*/ 4771418 h 6858000"/>
              <a:gd name="connsiteX281" fmla="*/ 6024488 w 7467600"/>
              <a:gd name="connsiteY281" fmla="*/ 4809903 h 6858000"/>
              <a:gd name="connsiteX282" fmla="*/ 5599771 w 7467600"/>
              <a:gd name="connsiteY282" fmla="*/ 5509652 h 6858000"/>
              <a:gd name="connsiteX283" fmla="*/ 5548843 w 7467600"/>
              <a:gd name="connsiteY283" fmla="*/ 5563845 h 6858000"/>
              <a:gd name="connsiteX284" fmla="*/ 5940952 w 7467600"/>
              <a:gd name="connsiteY284" fmla="*/ 6250028 h 6858000"/>
              <a:gd name="connsiteX285" fmla="*/ 6043441 w 7467600"/>
              <a:gd name="connsiteY285" fmla="*/ 6665847 h 6858000"/>
              <a:gd name="connsiteX286" fmla="*/ 6093432 w 7467600"/>
              <a:gd name="connsiteY286" fmla="*/ 6858000 h 6858000"/>
              <a:gd name="connsiteX287" fmla="*/ 6034344 w 7467600"/>
              <a:gd name="connsiteY287" fmla="*/ 6858000 h 6858000"/>
              <a:gd name="connsiteX288" fmla="*/ 6026679 w 7467600"/>
              <a:gd name="connsiteY288" fmla="*/ 6836959 h 6858000"/>
              <a:gd name="connsiteX289" fmla="*/ 5800441 w 7467600"/>
              <a:gd name="connsiteY289" fmla="*/ 6335286 h 6858000"/>
              <a:gd name="connsiteX290" fmla="*/ 5526562 w 7467600"/>
              <a:gd name="connsiteY290" fmla="*/ 5705388 h 6858000"/>
              <a:gd name="connsiteX291" fmla="*/ 5519640 w 7467600"/>
              <a:gd name="connsiteY291" fmla="*/ 5683774 h 6858000"/>
              <a:gd name="connsiteX292" fmla="*/ 5844559 w 7467600"/>
              <a:gd name="connsiteY292" fmla="*/ 6553349 h 6858000"/>
              <a:gd name="connsiteX293" fmla="*/ 5975994 w 7467600"/>
              <a:gd name="connsiteY293" fmla="*/ 6858000 h 6858000"/>
              <a:gd name="connsiteX294" fmla="*/ 5898547 w 7467600"/>
              <a:gd name="connsiteY294" fmla="*/ 6858000 h 6858000"/>
              <a:gd name="connsiteX295" fmla="*/ 5682041 w 7467600"/>
              <a:gd name="connsiteY295" fmla="*/ 6355860 h 6858000"/>
              <a:gd name="connsiteX296" fmla="*/ 5461758 w 7467600"/>
              <a:gd name="connsiteY296" fmla="*/ 5820220 h 6858000"/>
              <a:gd name="connsiteX297" fmla="*/ 5237282 w 7467600"/>
              <a:gd name="connsiteY297" fmla="*/ 6579086 h 6858000"/>
              <a:gd name="connsiteX298" fmla="*/ 5115009 w 7467600"/>
              <a:gd name="connsiteY298" fmla="*/ 6858000 h 6858000"/>
              <a:gd name="connsiteX299" fmla="*/ 5028074 w 7467600"/>
              <a:gd name="connsiteY299" fmla="*/ 6858000 h 6858000"/>
              <a:gd name="connsiteX300" fmla="*/ 5079508 w 7467600"/>
              <a:gd name="connsiteY300" fmla="*/ 6749074 h 6858000"/>
              <a:gd name="connsiteX301" fmla="*/ 5371846 w 7467600"/>
              <a:gd name="connsiteY301" fmla="*/ 5924413 h 6858000"/>
              <a:gd name="connsiteX302" fmla="*/ 5270512 w 7467600"/>
              <a:gd name="connsiteY302" fmla="*/ 6138975 h 6858000"/>
              <a:gd name="connsiteX303" fmla="*/ 5062409 w 7467600"/>
              <a:gd name="connsiteY303" fmla="*/ 6653544 h 6858000"/>
              <a:gd name="connsiteX304" fmla="*/ 5036628 w 7467600"/>
              <a:gd name="connsiteY304" fmla="*/ 6754247 h 6858000"/>
              <a:gd name="connsiteX305" fmla="*/ 5009112 w 7467600"/>
              <a:gd name="connsiteY305" fmla="*/ 6858000 h 6858000"/>
              <a:gd name="connsiteX306" fmla="*/ 4976679 w 7467600"/>
              <a:gd name="connsiteY306" fmla="*/ 6858000 h 6858000"/>
              <a:gd name="connsiteX307" fmla="*/ 5006537 w 7467600"/>
              <a:gd name="connsiteY307" fmla="*/ 6747068 h 6858000"/>
              <a:gd name="connsiteX308" fmla="*/ 5032723 w 7467600"/>
              <a:gd name="connsiteY308" fmla="*/ 6644957 h 6858000"/>
              <a:gd name="connsiteX309" fmla="*/ 5242949 w 7467600"/>
              <a:gd name="connsiteY309" fmla="*/ 6125175 h 6858000"/>
              <a:gd name="connsiteX310" fmla="*/ 5286321 w 7467600"/>
              <a:gd name="connsiteY310" fmla="*/ 6033555 h 6858000"/>
              <a:gd name="connsiteX311" fmla="*/ 5008210 w 7467600"/>
              <a:gd name="connsiteY311" fmla="*/ 6649194 h 6858000"/>
              <a:gd name="connsiteX312" fmla="*/ 4986321 w 7467600"/>
              <a:gd name="connsiteY312" fmla="*/ 6765687 h 6858000"/>
              <a:gd name="connsiteX313" fmla="*/ 4973474 w 7467600"/>
              <a:gd name="connsiteY313" fmla="*/ 6858000 h 6858000"/>
              <a:gd name="connsiteX314" fmla="*/ 4907178 w 7467600"/>
              <a:gd name="connsiteY314" fmla="*/ 6858000 h 6858000"/>
              <a:gd name="connsiteX315" fmla="*/ 4910810 w 7467600"/>
              <a:gd name="connsiteY315" fmla="*/ 6829660 h 6858000"/>
              <a:gd name="connsiteX316" fmla="*/ 4987461 w 7467600"/>
              <a:gd name="connsiteY316" fmla="*/ 6432994 h 6858000"/>
              <a:gd name="connsiteX317" fmla="*/ 5179262 w 7467600"/>
              <a:gd name="connsiteY317" fmla="*/ 6035044 h 6858000"/>
              <a:gd name="connsiteX318" fmla="*/ 4689678 w 7467600"/>
              <a:gd name="connsiteY318" fmla="*/ 6440241 h 6858000"/>
              <a:gd name="connsiteX319" fmla="*/ 4477543 w 7467600"/>
              <a:gd name="connsiteY319" fmla="*/ 6674836 h 6858000"/>
              <a:gd name="connsiteX320" fmla="*/ 4329957 w 7467600"/>
              <a:gd name="connsiteY320" fmla="*/ 6858000 h 6858000"/>
              <a:gd name="connsiteX321" fmla="*/ 4218595 w 7467600"/>
              <a:gd name="connsiteY321" fmla="*/ 6858000 h 6858000"/>
              <a:gd name="connsiteX322" fmla="*/ 4368888 w 7467600"/>
              <a:gd name="connsiteY322" fmla="*/ 6668412 h 6858000"/>
              <a:gd name="connsiteX323" fmla="*/ 4563091 w 7467600"/>
              <a:gd name="connsiteY323" fmla="*/ 6442508 h 6858000"/>
              <a:gd name="connsiteX324" fmla="*/ 5387324 w 7467600"/>
              <a:gd name="connsiteY324" fmla="*/ 5705830 h 6858000"/>
              <a:gd name="connsiteX325" fmla="*/ 5073620 w 7467600"/>
              <a:gd name="connsiteY325" fmla="*/ 5955437 h 6858000"/>
              <a:gd name="connsiteX326" fmla="*/ 4689789 w 7467600"/>
              <a:gd name="connsiteY326" fmla="*/ 6268382 h 6858000"/>
              <a:gd name="connsiteX327" fmla="*/ 4418722 w 7467600"/>
              <a:gd name="connsiteY327" fmla="*/ 6570886 h 6858000"/>
              <a:gd name="connsiteX328" fmla="*/ 4214944 w 7467600"/>
              <a:gd name="connsiteY328" fmla="*/ 6858000 h 6858000"/>
              <a:gd name="connsiteX329" fmla="*/ 4177898 w 7467600"/>
              <a:gd name="connsiteY329" fmla="*/ 6858000 h 6858000"/>
              <a:gd name="connsiteX330" fmla="*/ 4391597 w 7467600"/>
              <a:gd name="connsiteY330" fmla="*/ 6556370 h 6858000"/>
              <a:gd name="connsiteX331" fmla="*/ 4668889 w 7467600"/>
              <a:gd name="connsiteY331" fmla="*/ 6246399 h 6858000"/>
              <a:gd name="connsiteX332" fmla="*/ 5055427 w 7467600"/>
              <a:gd name="connsiteY332" fmla="*/ 5931476 h 6858000"/>
              <a:gd name="connsiteX333" fmla="*/ 5371814 w 7467600"/>
              <a:gd name="connsiteY333" fmla="*/ 5678975 h 6858000"/>
              <a:gd name="connsiteX334" fmla="*/ 4987918 w 7467600"/>
              <a:gd name="connsiteY334" fmla="*/ 5838701 h 6858000"/>
              <a:gd name="connsiteX335" fmla="*/ 4317146 w 7467600"/>
              <a:gd name="connsiteY335" fmla="*/ 6587716 h 6858000"/>
              <a:gd name="connsiteX336" fmla="*/ 4171627 w 7467600"/>
              <a:gd name="connsiteY336" fmla="*/ 6858000 h 6858000"/>
              <a:gd name="connsiteX337" fmla="*/ 4081585 w 7467600"/>
              <a:gd name="connsiteY337" fmla="*/ 6858000 h 6858000"/>
              <a:gd name="connsiteX338" fmla="*/ 4238603 w 7467600"/>
              <a:gd name="connsiteY338" fmla="*/ 6559341 h 6858000"/>
              <a:gd name="connsiteX339" fmla="*/ 4778333 w 7467600"/>
              <a:gd name="connsiteY339" fmla="*/ 5873626 h 6858000"/>
              <a:gd name="connsiteX340" fmla="*/ 5414185 w 7467600"/>
              <a:gd name="connsiteY340" fmla="*/ 5573882 h 6858000"/>
              <a:gd name="connsiteX341" fmla="*/ 5959648 w 7467600"/>
              <a:gd name="connsiteY341" fmla="*/ 4760797 h 6858000"/>
              <a:gd name="connsiteX342" fmla="*/ 5355019 w 7467600"/>
              <a:gd name="connsiteY342" fmla="*/ 4734672 h 6858000"/>
              <a:gd name="connsiteX343" fmla="*/ 5083565 w 7467600"/>
              <a:gd name="connsiteY343" fmla="*/ 5179121 h 6858000"/>
              <a:gd name="connsiteX344" fmla="*/ 4713577 w 7467600"/>
              <a:gd name="connsiteY344" fmla="*/ 5616803 h 6858000"/>
              <a:gd name="connsiteX345" fmla="*/ 3989559 w 7467600"/>
              <a:gd name="connsiteY345" fmla="*/ 6145945 h 6858000"/>
              <a:gd name="connsiteX346" fmla="*/ 3939824 w 7467600"/>
              <a:gd name="connsiteY346" fmla="*/ 6066900 h 6858000"/>
              <a:gd name="connsiteX347" fmla="*/ 4584537 w 7467600"/>
              <a:gd name="connsiteY347" fmla="*/ 5324826 h 6858000"/>
              <a:gd name="connsiteX348" fmla="*/ 5037105 w 7467600"/>
              <a:gd name="connsiteY348" fmla="*/ 5088765 h 6858000"/>
              <a:gd name="connsiteX349" fmla="*/ 5039930 w 7467600"/>
              <a:gd name="connsiteY349" fmla="*/ 5089585 h 6858000"/>
              <a:gd name="connsiteX350" fmla="*/ 5263764 w 7467600"/>
              <a:gd name="connsiteY350" fmla="*/ 4735525 h 6858000"/>
              <a:gd name="connsiteX351" fmla="*/ 4086300 w 7467600"/>
              <a:gd name="connsiteY351" fmla="*/ 4884599 h 6858000"/>
              <a:gd name="connsiteX352" fmla="*/ 4085485 w 7467600"/>
              <a:gd name="connsiteY352" fmla="*/ 4899070 h 6858000"/>
              <a:gd name="connsiteX353" fmla="*/ 3871915 w 7467600"/>
              <a:gd name="connsiteY353" fmla="*/ 5253645 h 6858000"/>
              <a:gd name="connsiteX354" fmla="*/ 3799374 w 7467600"/>
              <a:gd name="connsiteY354" fmla="*/ 5466127 h 6858000"/>
              <a:gd name="connsiteX355" fmla="*/ 3498850 w 7467600"/>
              <a:gd name="connsiteY355" fmla="*/ 6661888 h 6858000"/>
              <a:gd name="connsiteX356" fmla="*/ 3399216 w 7467600"/>
              <a:gd name="connsiteY356" fmla="*/ 6858000 h 6858000"/>
              <a:gd name="connsiteX357" fmla="*/ 3303688 w 7467600"/>
              <a:gd name="connsiteY357" fmla="*/ 6858000 h 6858000"/>
              <a:gd name="connsiteX358" fmla="*/ 3391774 w 7467600"/>
              <a:gd name="connsiteY358" fmla="*/ 6697181 h 6858000"/>
              <a:gd name="connsiteX359" fmla="*/ 3735540 w 7467600"/>
              <a:gd name="connsiteY359" fmla="*/ 5546923 h 6858000"/>
              <a:gd name="connsiteX360" fmla="*/ 3729438 w 7467600"/>
              <a:gd name="connsiteY360" fmla="*/ 5569058 h 6858000"/>
              <a:gd name="connsiteX361" fmla="*/ 3707782 w 7467600"/>
              <a:gd name="connsiteY361" fmla="*/ 5644908 h 6858000"/>
              <a:gd name="connsiteX362" fmla="*/ 3583827 w 7467600"/>
              <a:gd name="connsiteY362" fmla="*/ 6039215 h 6858000"/>
              <a:gd name="connsiteX363" fmla="*/ 3547861 w 7467600"/>
              <a:gd name="connsiteY363" fmla="*/ 6129609 h 6858000"/>
              <a:gd name="connsiteX364" fmla="*/ 3490905 w 7467600"/>
              <a:gd name="connsiteY364" fmla="*/ 6277660 h 6858000"/>
              <a:gd name="connsiteX365" fmla="*/ 3455859 w 7467600"/>
              <a:gd name="connsiteY365" fmla="*/ 6391301 h 6858000"/>
              <a:gd name="connsiteX366" fmla="*/ 3429112 w 7467600"/>
              <a:gd name="connsiteY366" fmla="*/ 6479469 h 6858000"/>
              <a:gd name="connsiteX367" fmla="*/ 3304862 w 7467600"/>
              <a:gd name="connsiteY367" fmla="*/ 6796476 h 6858000"/>
              <a:gd name="connsiteX368" fmla="*/ 3276071 w 7467600"/>
              <a:gd name="connsiteY368" fmla="*/ 6858000 h 6858000"/>
              <a:gd name="connsiteX369" fmla="*/ 3240805 w 7467600"/>
              <a:gd name="connsiteY369" fmla="*/ 6858000 h 6858000"/>
              <a:gd name="connsiteX370" fmla="*/ 3275917 w 7467600"/>
              <a:gd name="connsiteY370" fmla="*/ 6783192 h 6858000"/>
              <a:gd name="connsiteX371" fmla="*/ 3399358 w 7467600"/>
              <a:gd name="connsiteY371" fmla="*/ 6469011 h 6858000"/>
              <a:gd name="connsiteX372" fmla="*/ 3425650 w 7467600"/>
              <a:gd name="connsiteY372" fmla="*/ 6381333 h 6858000"/>
              <a:gd name="connsiteX373" fmla="*/ 3460661 w 7467600"/>
              <a:gd name="connsiteY373" fmla="*/ 6266763 h 6858000"/>
              <a:gd name="connsiteX374" fmla="*/ 3518021 w 7467600"/>
              <a:gd name="connsiteY374" fmla="*/ 6117298 h 6858000"/>
              <a:gd name="connsiteX375" fmla="*/ 3554035 w 7467600"/>
              <a:gd name="connsiteY375" fmla="*/ 6027832 h 6858000"/>
              <a:gd name="connsiteX376" fmla="*/ 3677174 w 7467600"/>
              <a:gd name="connsiteY376" fmla="*/ 5636351 h 6858000"/>
              <a:gd name="connsiteX377" fmla="*/ 3698819 w 7467600"/>
              <a:gd name="connsiteY377" fmla="*/ 5560503 h 6858000"/>
              <a:gd name="connsiteX378" fmla="*/ 3702094 w 7467600"/>
              <a:gd name="connsiteY378" fmla="*/ 5549194 h 6858000"/>
              <a:gd name="connsiteX379" fmla="*/ 3398355 w 7467600"/>
              <a:gd name="connsiteY379" fmla="*/ 6094603 h 6858000"/>
              <a:gd name="connsiteX380" fmla="*/ 3193941 w 7467600"/>
              <a:gd name="connsiteY380" fmla="*/ 6798775 h 6858000"/>
              <a:gd name="connsiteX381" fmla="*/ 3184140 w 7467600"/>
              <a:gd name="connsiteY381" fmla="*/ 6858000 h 6858000"/>
              <a:gd name="connsiteX382" fmla="*/ 3099978 w 7467600"/>
              <a:gd name="connsiteY382" fmla="*/ 6858000 h 6858000"/>
              <a:gd name="connsiteX383" fmla="*/ 3101556 w 7467600"/>
              <a:gd name="connsiteY383" fmla="*/ 6843337 h 6858000"/>
              <a:gd name="connsiteX384" fmla="*/ 3370162 w 7467600"/>
              <a:gd name="connsiteY384" fmla="*/ 5785550 h 6858000"/>
              <a:gd name="connsiteX385" fmla="*/ 3746477 w 7467600"/>
              <a:gd name="connsiteY385" fmla="*/ 5377889 h 6858000"/>
              <a:gd name="connsiteX386" fmla="*/ 3863399 w 7467600"/>
              <a:gd name="connsiteY386" fmla="*/ 5087257 h 6858000"/>
              <a:gd name="connsiteX387" fmla="*/ 3968712 w 7467600"/>
              <a:gd name="connsiteY387" fmla="*/ 4913989 h 6858000"/>
              <a:gd name="connsiteX388" fmla="*/ 2792390 w 7467600"/>
              <a:gd name="connsiteY388" fmla="*/ 5382974 h 6858000"/>
              <a:gd name="connsiteX389" fmla="*/ 2714982 w 7467600"/>
              <a:gd name="connsiteY389" fmla="*/ 5427051 h 6858000"/>
              <a:gd name="connsiteX390" fmla="*/ 2813361 w 7467600"/>
              <a:gd name="connsiteY390" fmla="*/ 6023912 h 6858000"/>
              <a:gd name="connsiteX391" fmla="*/ 2688430 w 7467600"/>
              <a:gd name="connsiteY391" fmla="*/ 6801564 h 6858000"/>
              <a:gd name="connsiteX392" fmla="*/ 2629626 w 7467600"/>
              <a:gd name="connsiteY392" fmla="*/ 6763394 h 6858000"/>
              <a:gd name="connsiteX393" fmla="*/ 2565328 w 7467600"/>
              <a:gd name="connsiteY393" fmla="*/ 5516399 h 6858000"/>
              <a:gd name="connsiteX394" fmla="*/ 1922999 w 7467600"/>
              <a:gd name="connsiteY394" fmla="*/ 5980343 h 6858000"/>
              <a:gd name="connsiteX395" fmla="*/ 1950261 w 7467600"/>
              <a:gd name="connsiteY395" fmla="*/ 6405858 h 6858000"/>
              <a:gd name="connsiteX396" fmla="*/ 2365554 w 7467600"/>
              <a:gd name="connsiteY396" fmla="*/ 6759107 h 6858000"/>
              <a:gd name="connsiteX397" fmla="*/ 2424142 w 7467600"/>
              <a:gd name="connsiteY397" fmla="*/ 6858000 h 6858000"/>
              <a:gd name="connsiteX398" fmla="*/ 2395994 w 7467600"/>
              <a:gd name="connsiteY398" fmla="*/ 6858000 h 6858000"/>
              <a:gd name="connsiteX399" fmla="*/ 2392863 w 7467600"/>
              <a:gd name="connsiteY399" fmla="*/ 6852964 h 6858000"/>
              <a:gd name="connsiteX400" fmla="*/ 2017589 w 7467600"/>
              <a:gd name="connsiteY400" fmla="*/ 6493982 h 6858000"/>
              <a:gd name="connsiteX401" fmla="*/ 2147336 w 7467600"/>
              <a:gd name="connsiteY401" fmla="*/ 6594052 h 6858000"/>
              <a:gd name="connsiteX402" fmla="*/ 2207047 w 7467600"/>
              <a:gd name="connsiteY402" fmla="*/ 6654540 h 6858000"/>
              <a:gd name="connsiteX403" fmla="*/ 2299106 w 7467600"/>
              <a:gd name="connsiteY403" fmla="*/ 6778931 h 6858000"/>
              <a:gd name="connsiteX404" fmla="*/ 2314430 w 7467600"/>
              <a:gd name="connsiteY404" fmla="*/ 6801144 h 6858000"/>
              <a:gd name="connsiteX405" fmla="*/ 2352406 w 7467600"/>
              <a:gd name="connsiteY405" fmla="*/ 6858000 h 6858000"/>
              <a:gd name="connsiteX406" fmla="*/ 2314492 w 7467600"/>
              <a:gd name="connsiteY406" fmla="*/ 6858000 h 6858000"/>
              <a:gd name="connsiteX407" fmla="*/ 2288095 w 7467600"/>
              <a:gd name="connsiteY407" fmla="*/ 6818030 h 6858000"/>
              <a:gd name="connsiteX408" fmla="*/ 2272768 w 7467600"/>
              <a:gd name="connsiteY408" fmla="*/ 6795822 h 6858000"/>
              <a:gd name="connsiteX409" fmla="*/ 2182715 w 7467600"/>
              <a:gd name="connsiteY409" fmla="*/ 6675071 h 6858000"/>
              <a:gd name="connsiteX410" fmla="*/ 2032061 w 7467600"/>
              <a:gd name="connsiteY410" fmla="*/ 6541380 h 6858000"/>
              <a:gd name="connsiteX411" fmla="*/ 2257220 w 7467600"/>
              <a:gd name="connsiteY411" fmla="*/ 6826257 h 6858000"/>
              <a:gd name="connsiteX412" fmla="*/ 2281324 w 7467600"/>
              <a:gd name="connsiteY412" fmla="*/ 6858000 h 6858000"/>
              <a:gd name="connsiteX413" fmla="*/ 2242860 w 7467600"/>
              <a:gd name="connsiteY413" fmla="*/ 6858000 h 6858000"/>
              <a:gd name="connsiteX414" fmla="*/ 2232818 w 7467600"/>
              <a:gd name="connsiteY414" fmla="*/ 6844926 h 6858000"/>
              <a:gd name="connsiteX415" fmla="*/ 1990172 w 7467600"/>
              <a:gd name="connsiteY415" fmla="*/ 6542121 h 6858000"/>
              <a:gd name="connsiteX416" fmla="*/ 2124090 w 7467600"/>
              <a:gd name="connsiteY416" fmla="*/ 6761017 h 6858000"/>
              <a:gd name="connsiteX417" fmla="*/ 2200380 w 7467600"/>
              <a:gd name="connsiteY417" fmla="*/ 6858000 h 6858000"/>
              <a:gd name="connsiteX418" fmla="*/ 2147507 w 7467600"/>
              <a:gd name="connsiteY418" fmla="*/ 6858000 h 6858000"/>
              <a:gd name="connsiteX419" fmla="*/ 2070668 w 7467600"/>
              <a:gd name="connsiteY419" fmla="*/ 6761520 h 6858000"/>
              <a:gd name="connsiteX420" fmla="*/ 1975142 w 7467600"/>
              <a:gd name="connsiteY420" fmla="*/ 6585570 h 6858000"/>
              <a:gd name="connsiteX421" fmla="*/ 2050035 w 7467600"/>
              <a:gd name="connsiteY421" fmla="*/ 6813345 h 6858000"/>
              <a:gd name="connsiteX422" fmla="*/ 2063025 w 7467600"/>
              <a:gd name="connsiteY422" fmla="*/ 6858000 h 6858000"/>
              <a:gd name="connsiteX423" fmla="*/ 2021675 w 7467600"/>
              <a:gd name="connsiteY423" fmla="*/ 6858000 h 6858000"/>
              <a:gd name="connsiteX424" fmla="*/ 2019308 w 7467600"/>
              <a:gd name="connsiteY424" fmla="*/ 6847118 h 6858000"/>
              <a:gd name="connsiteX425" fmla="*/ 1938835 w 7467600"/>
              <a:gd name="connsiteY425" fmla="*/ 6551160 h 6858000"/>
              <a:gd name="connsiteX426" fmla="*/ 1953230 w 7467600"/>
              <a:gd name="connsiteY426" fmla="*/ 6759699 h 6858000"/>
              <a:gd name="connsiteX427" fmla="*/ 1956763 w 7467600"/>
              <a:gd name="connsiteY427" fmla="*/ 6778191 h 6858000"/>
              <a:gd name="connsiteX428" fmla="*/ 1967925 w 7467600"/>
              <a:gd name="connsiteY428" fmla="*/ 6858000 h 6858000"/>
              <a:gd name="connsiteX429" fmla="*/ 1936622 w 7467600"/>
              <a:gd name="connsiteY429" fmla="*/ 6858000 h 6858000"/>
              <a:gd name="connsiteX430" fmla="*/ 1926261 w 7467600"/>
              <a:gd name="connsiteY430" fmla="*/ 6784064 h 6858000"/>
              <a:gd name="connsiteX431" fmla="*/ 1922724 w 7467600"/>
              <a:gd name="connsiteY431" fmla="*/ 6765577 h 6858000"/>
              <a:gd name="connsiteX432" fmla="*/ 1904650 w 7467600"/>
              <a:gd name="connsiteY432" fmla="*/ 6639616 h 6858000"/>
              <a:gd name="connsiteX433" fmla="*/ 1885273 w 7467600"/>
              <a:gd name="connsiteY433" fmla="*/ 6858000 h 6858000"/>
              <a:gd name="connsiteX434" fmla="*/ 1854363 w 7467600"/>
              <a:gd name="connsiteY434" fmla="*/ 6858000 h 6858000"/>
              <a:gd name="connsiteX435" fmla="*/ 1880391 w 7467600"/>
              <a:gd name="connsiteY435" fmla="*/ 6603796 h 6858000"/>
              <a:gd name="connsiteX436" fmla="*/ 1818273 w 7467600"/>
              <a:gd name="connsiteY436" fmla="*/ 6715729 h 6858000"/>
              <a:gd name="connsiteX437" fmla="*/ 1794691 w 7467600"/>
              <a:gd name="connsiteY437" fmla="*/ 6843239 h 6858000"/>
              <a:gd name="connsiteX438" fmla="*/ 1794914 w 7467600"/>
              <a:gd name="connsiteY438" fmla="*/ 6858000 h 6858000"/>
              <a:gd name="connsiteX439" fmla="*/ 1746128 w 7467600"/>
              <a:gd name="connsiteY439" fmla="*/ 6858000 h 6858000"/>
              <a:gd name="connsiteX440" fmla="*/ 1753934 w 7467600"/>
              <a:gd name="connsiteY440" fmla="*/ 6724796 h 6858000"/>
              <a:gd name="connsiteX441" fmla="*/ 1792053 w 7467600"/>
              <a:gd name="connsiteY441" fmla="*/ 6572396 h 6858000"/>
              <a:gd name="connsiteX442" fmla="*/ 1862248 w 7467600"/>
              <a:gd name="connsiteY442" fmla="*/ 6266397 h 6858000"/>
              <a:gd name="connsiteX443" fmla="*/ 1862250 w 7467600"/>
              <a:gd name="connsiteY443" fmla="*/ 6033531 h 6858000"/>
              <a:gd name="connsiteX444" fmla="*/ 1211999 w 7467600"/>
              <a:gd name="connsiteY444" fmla="*/ 6683610 h 6858000"/>
              <a:gd name="connsiteX445" fmla="*/ 1213266 w 7467600"/>
              <a:gd name="connsiteY445" fmla="*/ 6691947 h 6858000"/>
              <a:gd name="connsiteX446" fmla="*/ 1203370 w 7467600"/>
              <a:gd name="connsiteY446" fmla="*/ 6850676 h 6858000"/>
              <a:gd name="connsiteX447" fmla="*/ 1203671 w 7467600"/>
              <a:gd name="connsiteY447" fmla="*/ 6858000 h 6858000"/>
              <a:gd name="connsiteX448" fmla="*/ 1143180 w 7467600"/>
              <a:gd name="connsiteY448" fmla="*/ 6858000 h 6858000"/>
              <a:gd name="connsiteX449" fmla="*/ 1142176 w 7467600"/>
              <a:gd name="connsiteY449" fmla="*/ 6766045 h 6858000"/>
              <a:gd name="connsiteX450" fmla="*/ 1067484 w 7467600"/>
              <a:gd name="connsiteY450" fmla="*/ 6858000 h 6858000"/>
              <a:gd name="connsiteX451" fmla="*/ 953928 w 7467600"/>
              <a:gd name="connsiteY451" fmla="*/ 6858000 h 6858000"/>
              <a:gd name="connsiteX452" fmla="*/ 959715 w 7467600"/>
              <a:gd name="connsiteY452" fmla="*/ 6850185 h 6858000"/>
              <a:gd name="connsiteX453" fmla="*/ 1483788 w 7467600"/>
              <a:gd name="connsiteY453" fmla="*/ 6259174 h 6858000"/>
              <a:gd name="connsiteX454" fmla="*/ 1100671 w 7467600"/>
              <a:gd name="connsiteY454" fmla="*/ 6252137 h 6858000"/>
              <a:gd name="connsiteX455" fmla="*/ 1090144 w 7467600"/>
              <a:gd name="connsiteY455" fmla="*/ 6256748 h 6858000"/>
              <a:gd name="connsiteX456" fmla="*/ 1095872 w 7467600"/>
              <a:gd name="connsiteY456" fmla="*/ 6271892 h 6858000"/>
              <a:gd name="connsiteX457" fmla="*/ 262785 w 7467600"/>
              <a:gd name="connsiteY457" fmla="*/ 6845450 h 6858000"/>
              <a:gd name="connsiteX458" fmla="*/ 209968 w 7467600"/>
              <a:gd name="connsiteY458" fmla="*/ 6770713 h 6858000"/>
              <a:gd name="connsiteX459" fmla="*/ 873460 w 7467600"/>
              <a:gd name="connsiteY459" fmla="*/ 6253768 h 6858000"/>
              <a:gd name="connsiteX460" fmla="*/ 192686 w 7467600"/>
              <a:gd name="connsiteY460" fmla="*/ 5849257 h 6858000"/>
              <a:gd name="connsiteX461" fmla="*/ 4696 w 7467600"/>
              <a:gd name="connsiteY461" fmla="*/ 5697668 h 6858000"/>
              <a:gd name="connsiteX462" fmla="*/ 0 w 7467600"/>
              <a:gd name="connsiteY462" fmla="*/ 5689984 h 6858000"/>
              <a:gd name="connsiteX463" fmla="*/ 0 w 7467600"/>
              <a:gd name="connsiteY463" fmla="*/ 5513472 h 6858000"/>
              <a:gd name="connsiteX464" fmla="*/ 174101 w 7467600"/>
              <a:gd name="connsiteY464" fmla="*/ 5620277 h 6858000"/>
              <a:gd name="connsiteX465" fmla="*/ 891800 w 7467600"/>
              <a:gd name="connsiteY465" fmla="*/ 6036935 h 6858000"/>
              <a:gd name="connsiteX466" fmla="*/ 1072219 w 7467600"/>
              <a:gd name="connsiteY466" fmla="*/ 6169443 h 6858000"/>
              <a:gd name="connsiteX467" fmla="*/ 1074117 w 7467600"/>
              <a:gd name="connsiteY467" fmla="*/ 6170301 h 6858000"/>
              <a:gd name="connsiteX468" fmla="*/ 1083114 w 7467600"/>
              <a:gd name="connsiteY468" fmla="*/ 6174131 h 6858000"/>
              <a:gd name="connsiteX469" fmla="*/ 1543010 w 7467600"/>
              <a:gd name="connsiteY469" fmla="*/ 6191140 h 6858000"/>
              <a:gd name="connsiteX470" fmla="*/ 1551080 w 7467600"/>
              <a:gd name="connsiteY470" fmla="*/ 6195006 h 6858000"/>
              <a:gd name="connsiteX471" fmla="*/ 2345443 w 7467600"/>
              <a:gd name="connsiteY471" fmla="*/ 5549882 h 6858000"/>
              <a:gd name="connsiteX472" fmla="*/ 1721499 w 7467600"/>
              <a:gd name="connsiteY472" fmla="*/ 5599969 h 6858000"/>
              <a:gd name="connsiteX473" fmla="*/ 767716 w 7467600"/>
              <a:gd name="connsiteY473" fmla="*/ 5472768 h 6858000"/>
              <a:gd name="connsiteX474" fmla="*/ 722147 w 7467600"/>
              <a:gd name="connsiteY474" fmla="*/ 5393091 h 6858000"/>
              <a:gd name="connsiteX475" fmla="*/ 1485552 w 7467600"/>
              <a:gd name="connsiteY475" fmla="*/ 5313202 h 6858000"/>
              <a:gd name="connsiteX476" fmla="*/ 2143004 w 7467600"/>
              <a:gd name="connsiteY476" fmla="*/ 5402420 h 6858000"/>
              <a:gd name="connsiteX477" fmla="*/ 1933391 w 7467600"/>
              <a:gd name="connsiteY477" fmla="*/ 5156971 h 6858000"/>
              <a:gd name="connsiteX478" fmla="*/ 1827118 w 7467600"/>
              <a:gd name="connsiteY478" fmla="*/ 4968410 h 6858000"/>
              <a:gd name="connsiteX479" fmla="*/ 1837349 w 7467600"/>
              <a:gd name="connsiteY479" fmla="*/ 4956357 h 6858000"/>
              <a:gd name="connsiteX480" fmla="*/ 2162835 w 7467600"/>
              <a:gd name="connsiteY480" fmla="*/ 5187853 h 6858000"/>
              <a:gd name="connsiteX481" fmla="*/ 2257167 w 7467600"/>
              <a:gd name="connsiteY481" fmla="*/ 5462123 h 6858000"/>
              <a:gd name="connsiteX482" fmla="*/ 2261598 w 7467600"/>
              <a:gd name="connsiteY482" fmla="*/ 5467998 h 6858000"/>
              <a:gd name="connsiteX483" fmla="*/ 2437177 w 7467600"/>
              <a:gd name="connsiteY483" fmla="*/ 5479608 h 6858000"/>
              <a:gd name="connsiteX484" fmla="*/ 2445247 w 7467600"/>
              <a:gd name="connsiteY484" fmla="*/ 5483476 h 6858000"/>
              <a:gd name="connsiteX485" fmla="*/ 2743626 w 7467600"/>
              <a:gd name="connsiteY485" fmla="*/ 5304819 h 6858000"/>
              <a:gd name="connsiteX486" fmla="*/ 3048102 w 7467600"/>
              <a:gd name="connsiteY486" fmla="*/ 5150595 h 6858000"/>
              <a:gd name="connsiteX487" fmla="*/ 1799414 w 7467600"/>
              <a:gd name="connsiteY487" fmla="*/ 4694732 h 6858000"/>
              <a:gd name="connsiteX488" fmla="*/ 1771735 w 7467600"/>
              <a:gd name="connsiteY488" fmla="*/ 4619929 h 6858000"/>
              <a:gd name="connsiteX489" fmla="*/ 3104273 w 7467600"/>
              <a:gd name="connsiteY489" fmla="*/ 5076159 h 6858000"/>
              <a:gd name="connsiteX490" fmla="*/ 3113245 w 7467600"/>
              <a:gd name="connsiteY490" fmla="*/ 5090705 h 6858000"/>
              <a:gd name="connsiteX491" fmla="*/ 3126294 w 7467600"/>
              <a:gd name="connsiteY491" fmla="*/ 5114400 h 6858000"/>
              <a:gd name="connsiteX492" fmla="*/ 3937433 w 7467600"/>
              <a:gd name="connsiteY492" fmla="*/ 4830473 h 6858000"/>
              <a:gd name="connsiteX493" fmla="*/ 3590475 w 7467600"/>
              <a:gd name="connsiteY493" fmla="*/ 4597974 h 6858000"/>
              <a:gd name="connsiteX494" fmla="*/ 3100264 w 7467600"/>
              <a:gd name="connsiteY494" fmla="*/ 4579845 h 6858000"/>
              <a:gd name="connsiteX495" fmla="*/ 2183576 w 7467600"/>
              <a:gd name="connsiteY495" fmla="*/ 4227150 h 6858000"/>
              <a:gd name="connsiteX496" fmla="*/ 2151029 w 7467600"/>
              <a:gd name="connsiteY496" fmla="*/ 4146947 h 6858000"/>
              <a:gd name="connsiteX497" fmla="*/ 3563434 w 7467600"/>
              <a:gd name="connsiteY497" fmla="*/ 4469115 h 6858000"/>
              <a:gd name="connsiteX498" fmla="*/ 3177952 w 7467600"/>
              <a:gd name="connsiteY498" fmla="*/ 3657386 h 6858000"/>
              <a:gd name="connsiteX499" fmla="*/ 3189263 w 7467600"/>
              <a:gd name="connsiteY499" fmla="*/ 3625726 h 6858000"/>
              <a:gd name="connsiteX500" fmla="*/ 3560912 w 7467600"/>
              <a:gd name="connsiteY500" fmla="*/ 4079863 h 6858000"/>
              <a:gd name="connsiteX501" fmla="*/ 3626636 w 7467600"/>
              <a:gd name="connsiteY501" fmla="*/ 4512230 h 6858000"/>
              <a:gd name="connsiteX502" fmla="*/ 3653088 w 7467600"/>
              <a:gd name="connsiteY502" fmla="*/ 4521417 h 6858000"/>
              <a:gd name="connsiteX503" fmla="*/ 3988128 w 7467600"/>
              <a:gd name="connsiteY503" fmla="*/ 4817267 h 6858000"/>
              <a:gd name="connsiteX504" fmla="*/ 4830582 w 7467600"/>
              <a:gd name="connsiteY504" fmla="*/ 4676000 h 6858000"/>
              <a:gd name="connsiteX505" fmla="*/ 4830100 w 7467600"/>
              <a:gd name="connsiteY505" fmla="*/ 4675554 h 6858000"/>
              <a:gd name="connsiteX506" fmla="*/ 4036318 w 7467600"/>
              <a:gd name="connsiteY506" fmla="*/ 4147013 h 6858000"/>
              <a:gd name="connsiteX507" fmla="*/ 3432098 w 7467600"/>
              <a:gd name="connsiteY507" fmla="*/ 3537312 h 6858000"/>
              <a:gd name="connsiteX508" fmla="*/ 3446761 w 7467600"/>
              <a:gd name="connsiteY508" fmla="*/ 3461278 h 6858000"/>
              <a:gd name="connsiteX509" fmla="*/ 4419733 w 7467600"/>
              <a:gd name="connsiteY509" fmla="*/ 3963555 h 6858000"/>
              <a:gd name="connsiteX510" fmla="*/ 4781371 w 7467600"/>
              <a:gd name="connsiteY510" fmla="*/ 4458604 h 6858000"/>
              <a:gd name="connsiteX511" fmla="*/ 4780440 w 7467600"/>
              <a:gd name="connsiteY511" fmla="*/ 4470290 h 6858000"/>
              <a:gd name="connsiteX512" fmla="*/ 4898954 w 7467600"/>
              <a:gd name="connsiteY512" fmla="*/ 4662092 h 6858000"/>
              <a:gd name="connsiteX513" fmla="*/ 4900699 w 7467600"/>
              <a:gd name="connsiteY513" fmla="*/ 4670867 h 6858000"/>
              <a:gd name="connsiteX514" fmla="*/ 5714511 w 7467600"/>
              <a:gd name="connsiteY514" fmla="*/ 4663483 h 6858000"/>
              <a:gd name="connsiteX515" fmla="*/ 5464793 w 7467600"/>
              <a:gd name="connsiteY515" fmla="*/ 4393556 h 6858000"/>
              <a:gd name="connsiteX516" fmla="*/ 5461897 w 7467600"/>
              <a:gd name="connsiteY516" fmla="*/ 4390879 h 6858000"/>
              <a:gd name="connsiteX517" fmla="*/ 4294126 w 7467600"/>
              <a:gd name="connsiteY517" fmla="*/ 3303048 h 6858000"/>
              <a:gd name="connsiteX518" fmla="*/ 4305321 w 7467600"/>
              <a:gd name="connsiteY518" fmla="*/ 3256953 h 6858000"/>
              <a:gd name="connsiteX519" fmla="*/ 4949299 w 7467600"/>
              <a:gd name="connsiteY519" fmla="*/ 3766336 h 6858000"/>
              <a:gd name="connsiteX520" fmla="*/ 5291452 w 7467600"/>
              <a:gd name="connsiteY520" fmla="*/ 4076801 h 6858000"/>
              <a:gd name="connsiteX521" fmla="*/ 5434998 w 7467600"/>
              <a:gd name="connsiteY521" fmla="*/ 4254100 h 6858000"/>
              <a:gd name="connsiteX522" fmla="*/ 5351015 w 7467600"/>
              <a:gd name="connsiteY522" fmla="*/ 3760989 h 6858000"/>
              <a:gd name="connsiteX523" fmla="*/ 5413780 w 7467600"/>
              <a:gd name="connsiteY523" fmla="*/ 2966265 h 6858000"/>
              <a:gd name="connsiteX524" fmla="*/ 5425627 w 7467600"/>
              <a:gd name="connsiteY524" fmla="*/ 2954192 h 6858000"/>
              <a:gd name="connsiteX525" fmla="*/ 6604735 w 7467600"/>
              <a:gd name="connsiteY525" fmla="*/ 2041381 h 6858000"/>
              <a:gd name="connsiteX526" fmla="*/ 7204487 w 7467600"/>
              <a:gd name="connsiteY526" fmla="*/ 2742112 h 6858000"/>
              <a:gd name="connsiteX527" fmla="*/ 7131592 w 7467600"/>
              <a:gd name="connsiteY527" fmla="*/ 2672096 h 6858000"/>
              <a:gd name="connsiteX528" fmla="*/ 6996344 w 7467600"/>
              <a:gd name="connsiteY528" fmla="*/ 2518310 h 6858000"/>
              <a:gd name="connsiteX529" fmla="*/ 6735495 w 7467600"/>
              <a:gd name="connsiteY529" fmla="*/ 2196890 h 6858000"/>
              <a:gd name="connsiteX530" fmla="*/ 6721901 w 7467600"/>
              <a:gd name="connsiteY530" fmla="*/ 2179274 h 6858000"/>
              <a:gd name="connsiteX531" fmla="*/ 6604735 w 7467600"/>
              <a:gd name="connsiteY531" fmla="*/ 2041381 h 6858000"/>
              <a:gd name="connsiteX532" fmla="*/ 6591670 w 7467600"/>
              <a:gd name="connsiteY532" fmla="*/ 1988277 h 6858000"/>
              <a:gd name="connsiteX533" fmla="*/ 6747349 w 7467600"/>
              <a:gd name="connsiteY533" fmla="*/ 2160069 h 6858000"/>
              <a:gd name="connsiteX534" fmla="*/ 6760943 w 7467600"/>
              <a:gd name="connsiteY534" fmla="*/ 2177686 h 6858000"/>
              <a:gd name="connsiteX535" fmla="*/ 7021065 w 7467600"/>
              <a:gd name="connsiteY535" fmla="*/ 2498102 h 6858000"/>
              <a:gd name="connsiteX536" fmla="*/ 7155223 w 7467600"/>
              <a:gd name="connsiteY536" fmla="*/ 2650386 h 6858000"/>
              <a:gd name="connsiteX537" fmla="*/ 7203167 w 7467600"/>
              <a:gd name="connsiteY537" fmla="*/ 2697288 h 6858000"/>
              <a:gd name="connsiteX538" fmla="*/ 6937703 w 7467600"/>
              <a:gd name="connsiteY538" fmla="*/ 2321981 h 6858000"/>
              <a:gd name="connsiteX539" fmla="*/ 6591670 w 7467600"/>
              <a:gd name="connsiteY539" fmla="*/ 1988277 h 6858000"/>
              <a:gd name="connsiteX540" fmla="*/ 5798671 w 7467600"/>
              <a:gd name="connsiteY540" fmla="*/ 1981601 h 6858000"/>
              <a:gd name="connsiteX541" fmla="*/ 5754709 w 7467600"/>
              <a:gd name="connsiteY541" fmla="*/ 2071454 h 6858000"/>
              <a:gd name="connsiteX542" fmla="*/ 5763044 w 7467600"/>
              <a:gd name="connsiteY542" fmla="*/ 2842206 h 6858000"/>
              <a:gd name="connsiteX543" fmla="*/ 5764974 w 7467600"/>
              <a:gd name="connsiteY543" fmla="*/ 2799609 h 6858000"/>
              <a:gd name="connsiteX544" fmla="*/ 5767665 w 7467600"/>
              <a:gd name="connsiteY544" fmla="*/ 2666409 h 6858000"/>
              <a:gd name="connsiteX545" fmla="*/ 5763055 w 7467600"/>
              <a:gd name="connsiteY545" fmla="*/ 2579705 h 6858000"/>
              <a:gd name="connsiteX546" fmla="*/ 5758079 w 7467600"/>
              <a:gd name="connsiteY546" fmla="*/ 2492508 h 6858000"/>
              <a:gd name="connsiteX547" fmla="*/ 5779325 w 7467600"/>
              <a:gd name="connsiteY547" fmla="*/ 2197069 h 6858000"/>
              <a:gd name="connsiteX548" fmla="*/ 5798671 w 7467600"/>
              <a:gd name="connsiteY548" fmla="*/ 1981601 h 6858000"/>
              <a:gd name="connsiteX549" fmla="*/ 5829202 w 7467600"/>
              <a:gd name="connsiteY549" fmla="*/ 1971679 h 6858000"/>
              <a:gd name="connsiteX550" fmla="*/ 5809558 w 7467600"/>
              <a:gd name="connsiteY550" fmla="*/ 2198043 h 6858000"/>
              <a:gd name="connsiteX551" fmla="*/ 5788653 w 7467600"/>
              <a:gd name="connsiteY551" fmla="*/ 2489430 h 6858000"/>
              <a:gd name="connsiteX552" fmla="*/ 5793439 w 7467600"/>
              <a:gd name="connsiteY552" fmla="*/ 2575235 h 6858000"/>
              <a:gd name="connsiteX553" fmla="*/ 5796837 w 7467600"/>
              <a:gd name="connsiteY553" fmla="*/ 2637633 h 6858000"/>
              <a:gd name="connsiteX554" fmla="*/ 5818614 w 7467600"/>
              <a:gd name="connsiteY554" fmla="*/ 2473055 h 6858000"/>
              <a:gd name="connsiteX555" fmla="*/ 5829202 w 7467600"/>
              <a:gd name="connsiteY555" fmla="*/ 1971679 h 6858000"/>
              <a:gd name="connsiteX556" fmla="*/ 5911389 w 7467600"/>
              <a:gd name="connsiteY556" fmla="*/ 1898371 h 6858000"/>
              <a:gd name="connsiteX557" fmla="*/ 6237627 w 7467600"/>
              <a:gd name="connsiteY557" fmla="*/ 2231921 h 6858000"/>
              <a:gd name="connsiteX558" fmla="*/ 5911389 w 7467600"/>
              <a:gd name="connsiteY558" fmla="*/ 1898371 h 6858000"/>
              <a:gd name="connsiteX559" fmla="*/ 6944437 w 7467600"/>
              <a:gd name="connsiteY559" fmla="*/ 1575402 h 6858000"/>
              <a:gd name="connsiteX560" fmla="*/ 6304730 w 7467600"/>
              <a:gd name="connsiteY560" fmla="*/ 1766654 h 6858000"/>
              <a:gd name="connsiteX561" fmla="*/ 6944437 w 7467600"/>
              <a:gd name="connsiteY561" fmla="*/ 1575402 h 6858000"/>
              <a:gd name="connsiteX562" fmla="*/ 7019523 w 7467600"/>
              <a:gd name="connsiteY562" fmla="*/ 1519450 h 6858000"/>
              <a:gd name="connsiteX563" fmla="*/ 6298091 w 7467600"/>
              <a:gd name="connsiteY563" fmla="*/ 1737122 h 6858000"/>
              <a:gd name="connsiteX564" fmla="*/ 7019523 w 7467600"/>
              <a:gd name="connsiteY564" fmla="*/ 1519450 h 6858000"/>
              <a:gd name="connsiteX565" fmla="*/ 2399523 w 7467600"/>
              <a:gd name="connsiteY565" fmla="*/ 1428234 h 6858000"/>
              <a:gd name="connsiteX566" fmla="*/ 2224982 w 7467600"/>
              <a:gd name="connsiteY566" fmla="*/ 1826201 h 6858000"/>
              <a:gd name="connsiteX567" fmla="*/ 2096099 w 7467600"/>
              <a:gd name="connsiteY567" fmla="*/ 2345900 h 6858000"/>
              <a:gd name="connsiteX568" fmla="*/ 2283317 w 7467600"/>
              <a:gd name="connsiteY568" fmla="*/ 1796925 h 6858000"/>
              <a:gd name="connsiteX569" fmla="*/ 2399523 w 7467600"/>
              <a:gd name="connsiteY569" fmla="*/ 1428234 h 6858000"/>
              <a:gd name="connsiteX570" fmla="*/ 2448558 w 7467600"/>
              <a:gd name="connsiteY570" fmla="*/ 1373435 h 6858000"/>
              <a:gd name="connsiteX571" fmla="*/ 2312521 w 7467600"/>
              <a:gd name="connsiteY571" fmla="*/ 1806140 h 6858000"/>
              <a:gd name="connsiteX572" fmla="*/ 2127533 w 7467600"/>
              <a:gd name="connsiteY572" fmla="*/ 2348380 h 6858000"/>
              <a:gd name="connsiteX573" fmla="*/ 2358080 w 7467600"/>
              <a:gd name="connsiteY573" fmla="*/ 1866134 h 6858000"/>
              <a:gd name="connsiteX574" fmla="*/ 2407436 w 7467600"/>
              <a:gd name="connsiteY574" fmla="*/ 1651070 h 6858000"/>
              <a:gd name="connsiteX575" fmla="*/ 2448558 w 7467600"/>
              <a:gd name="connsiteY575" fmla="*/ 1373435 h 6858000"/>
              <a:gd name="connsiteX576" fmla="*/ 278707 w 7467600"/>
              <a:gd name="connsiteY576" fmla="*/ 1352270 h 6858000"/>
              <a:gd name="connsiteX577" fmla="*/ 321570 w 7467600"/>
              <a:gd name="connsiteY577" fmla="*/ 1861610 h 6858000"/>
              <a:gd name="connsiteX578" fmla="*/ 294281 w 7467600"/>
              <a:gd name="connsiteY578" fmla="*/ 1440658 h 6858000"/>
              <a:gd name="connsiteX579" fmla="*/ 278707 w 7467600"/>
              <a:gd name="connsiteY579" fmla="*/ 1352270 h 6858000"/>
              <a:gd name="connsiteX580" fmla="*/ 1423821 w 7467600"/>
              <a:gd name="connsiteY580" fmla="*/ 1351958 h 6858000"/>
              <a:gd name="connsiteX581" fmla="*/ 1638521 w 7467600"/>
              <a:gd name="connsiteY581" fmla="*/ 1908470 h 6858000"/>
              <a:gd name="connsiteX582" fmla="*/ 1754199 w 7467600"/>
              <a:gd name="connsiteY582" fmla="*/ 2149284 h 6858000"/>
              <a:gd name="connsiteX583" fmla="*/ 1908359 w 7467600"/>
              <a:gd name="connsiteY583" fmla="*/ 2364988 h 6858000"/>
              <a:gd name="connsiteX584" fmla="*/ 1647661 w 7467600"/>
              <a:gd name="connsiteY584" fmla="*/ 1825945 h 6858000"/>
              <a:gd name="connsiteX585" fmla="*/ 1423821 w 7467600"/>
              <a:gd name="connsiteY585" fmla="*/ 1351958 h 6858000"/>
              <a:gd name="connsiteX586" fmla="*/ 1431890 w 7467600"/>
              <a:gd name="connsiteY586" fmla="*/ 1306475 h 6858000"/>
              <a:gd name="connsiteX587" fmla="*/ 1507597 w 7467600"/>
              <a:gd name="connsiteY587" fmla="*/ 1446132 h 6858000"/>
              <a:gd name="connsiteX588" fmla="*/ 1674586 w 7467600"/>
              <a:gd name="connsiteY588" fmla="*/ 1813832 h 6858000"/>
              <a:gd name="connsiteX589" fmla="*/ 1815950 w 7467600"/>
              <a:gd name="connsiteY589" fmla="*/ 2128564 h 6858000"/>
              <a:gd name="connsiteX590" fmla="*/ 1984242 w 7467600"/>
              <a:gd name="connsiteY590" fmla="*/ 2430829 h 6858000"/>
              <a:gd name="connsiteX591" fmla="*/ 2014023 w 7467600"/>
              <a:gd name="connsiteY591" fmla="*/ 2450995 h 6858000"/>
              <a:gd name="connsiteX592" fmla="*/ 1747337 w 7467600"/>
              <a:gd name="connsiteY592" fmla="*/ 1855264 h 6858000"/>
              <a:gd name="connsiteX593" fmla="*/ 1533749 w 7467600"/>
              <a:gd name="connsiteY593" fmla="*/ 1478656 h 6858000"/>
              <a:gd name="connsiteX594" fmla="*/ 1431890 w 7467600"/>
              <a:gd name="connsiteY594" fmla="*/ 1306475 h 6858000"/>
              <a:gd name="connsiteX595" fmla="*/ 5052692 w 7467600"/>
              <a:gd name="connsiteY595" fmla="*/ 1292994 h 6858000"/>
              <a:gd name="connsiteX596" fmla="*/ 5200661 w 7467600"/>
              <a:gd name="connsiteY596" fmla="*/ 1635186 h 6858000"/>
              <a:gd name="connsiteX597" fmla="*/ 5297138 w 7467600"/>
              <a:gd name="connsiteY597" fmla="*/ 1906351 h 6858000"/>
              <a:gd name="connsiteX598" fmla="*/ 5052692 w 7467600"/>
              <a:gd name="connsiteY598" fmla="*/ 1292994 h 6858000"/>
              <a:gd name="connsiteX599" fmla="*/ 5009948 w 7467600"/>
              <a:gd name="connsiteY599" fmla="*/ 1273619 h 6858000"/>
              <a:gd name="connsiteX600" fmla="*/ 5121777 w 7467600"/>
              <a:gd name="connsiteY600" fmla="*/ 1654213 h 6858000"/>
              <a:gd name="connsiteX601" fmla="*/ 5293545 w 7467600"/>
              <a:gd name="connsiteY601" fmla="*/ 2072247 h 6858000"/>
              <a:gd name="connsiteX602" fmla="*/ 5294042 w 7467600"/>
              <a:gd name="connsiteY602" fmla="*/ 2065019 h 6858000"/>
              <a:gd name="connsiteX603" fmla="*/ 5171936 w 7467600"/>
              <a:gd name="connsiteY603" fmla="*/ 1647613 h 6858000"/>
              <a:gd name="connsiteX604" fmla="*/ 5009948 w 7467600"/>
              <a:gd name="connsiteY604" fmla="*/ 1273619 h 6858000"/>
              <a:gd name="connsiteX605" fmla="*/ 655236 w 7467600"/>
              <a:gd name="connsiteY605" fmla="*/ 1268632 h 6858000"/>
              <a:gd name="connsiteX606" fmla="*/ 839521 w 7467600"/>
              <a:gd name="connsiteY606" fmla="*/ 1685315 h 6858000"/>
              <a:gd name="connsiteX607" fmla="*/ 1109416 w 7467600"/>
              <a:gd name="connsiteY607" fmla="*/ 2061663 h 6858000"/>
              <a:gd name="connsiteX608" fmla="*/ 1298300 w 7467600"/>
              <a:gd name="connsiteY608" fmla="*/ 2247742 h 6858000"/>
              <a:gd name="connsiteX609" fmla="*/ 1125871 w 7467600"/>
              <a:gd name="connsiteY609" fmla="*/ 1989513 h 6858000"/>
              <a:gd name="connsiteX610" fmla="*/ 981574 w 7467600"/>
              <a:gd name="connsiteY610" fmla="*/ 1783157 h 6858000"/>
              <a:gd name="connsiteX611" fmla="*/ 922198 w 7467600"/>
              <a:gd name="connsiteY611" fmla="*/ 1677437 h 6858000"/>
              <a:gd name="connsiteX612" fmla="*/ 869293 w 7467600"/>
              <a:gd name="connsiteY612" fmla="*/ 1583214 h 6858000"/>
              <a:gd name="connsiteX613" fmla="*/ 751431 w 7467600"/>
              <a:gd name="connsiteY613" fmla="*/ 1405731 h 6858000"/>
              <a:gd name="connsiteX614" fmla="*/ 655236 w 7467600"/>
              <a:gd name="connsiteY614" fmla="*/ 1268632 h 6858000"/>
              <a:gd name="connsiteX615" fmla="*/ 6516292 w 7467600"/>
              <a:gd name="connsiteY615" fmla="*/ 1263064 h 6858000"/>
              <a:gd name="connsiteX616" fmla="*/ 5736320 w 7467600"/>
              <a:gd name="connsiteY616" fmla="*/ 1501803 h 6858000"/>
              <a:gd name="connsiteX617" fmla="*/ 6516292 w 7467600"/>
              <a:gd name="connsiteY617" fmla="*/ 1263064 h 6858000"/>
              <a:gd name="connsiteX618" fmla="*/ 291466 w 7467600"/>
              <a:gd name="connsiteY618" fmla="*/ 1250369 h 6858000"/>
              <a:gd name="connsiteX619" fmla="*/ 323180 w 7467600"/>
              <a:gd name="connsiteY619" fmla="*/ 1435283 h 6858000"/>
              <a:gd name="connsiteX620" fmla="*/ 349381 w 7467600"/>
              <a:gd name="connsiteY620" fmla="*/ 1875041 h 6858000"/>
              <a:gd name="connsiteX621" fmla="*/ 374363 w 7467600"/>
              <a:gd name="connsiteY621" fmla="*/ 1506494 h 6858000"/>
              <a:gd name="connsiteX622" fmla="*/ 302168 w 7467600"/>
              <a:gd name="connsiteY622" fmla="*/ 1274495 h 6858000"/>
              <a:gd name="connsiteX623" fmla="*/ 291466 w 7467600"/>
              <a:gd name="connsiteY623" fmla="*/ 1250369 h 6858000"/>
              <a:gd name="connsiteX624" fmla="*/ 678222 w 7467600"/>
              <a:gd name="connsiteY624" fmla="*/ 1248670 h 6858000"/>
              <a:gd name="connsiteX625" fmla="*/ 775536 w 7467600"/>
              <a:gd name="connsiteY625" fmla="*/ 1388015 h 6858000"/>
              <a:gd name="connsiteX626" fmla="*/ 894529 w 7467600"/>
              <a:gd name="connsiteY626" fmla="*/ 1567739 h 6858000"/>
              <a:gd name="connsiteX627" fmla="*/ 948000 w 7467600"/>
              <a:gd name="connsiteY627" fmla="*/ 1663088 h 6858000"/>
              <a:gd name="connsiteX628" fmla="*/ 1006812 w 7467600"/>
              <a:gd name="connsiteY628" fmla="*/ 1767683 h 6858000"/>
              <a:gd name="connsiteX629" fmla="*/ 1149133 w 7467600"/>
              <a:gd name="connsiteY629" fmla="*/ 1971513 h 6858000"/>
              <a:gd name="connsiteX630" fmla="*/ 1333952 w 7467600"/>
              <a:gd name="connsiteY630" fmla="*/ 2251620 h 6858000"/>
              <a:gd name="connsiteX631" fmla="*/ 1337329 w 7467600"/>
              <a:gd name="connsiteY631" fmla="*/ 2258350 h 6858000"/>
              <a:gd name="connsiteX632" fmla="*/ 1014726 w 7467600"/>
              <a:gd name="connsiteY632" fmla="*/ 1615556 h 6858000"/>
              <a:gd name="connsiteX633" fmla="*/ 678222 w 7467600"/>
              <a:gd name="connsiteY633" fmla="*/ 1248670 h 6858000"/>
              <a:gd name="connsiteX634" fmla="*/ 6691602 w 7467600"/>
              <a:gd name="connsiteY634" fmla="*/ 1140573 h 6858000"/>
              <a:gd name="connsiteX635" fmla="*/ 6571100 w 7467600"/>
              <a:gd name="connsiteY635" fmla="*/ 1183662 h 6858000"/>
              <a:gd name="connsiteX636" fmla="*/ 6241687 w 7467600"/>
              <a:gd name="connsiteY636" fmla="*/ 1257600 h 6858000"/>
              <a:gd name="connsiteX637" fmla="*/ 5693009 w 7467600"/>
              <a:gd name="connsiteY637" fmla="*/ 1478256 h 6858000"/>
              <a:gd name="connsiteX638" fmla="*/ 6548420 w 7467600"/>
              <a:gd name="connsiteY638" fmla="*/ 1214599 h 6858000"/>
              <a:gd name="connsiteX639" fmla="*/ 6605473 w 7467600"/>
              <a:gd name="connsiteY639" fmla="*/ 1184686 h 6858000"/>
              <a:gd name="connsiteX640" fmla="*/ 6691602 w 7467600"/>
              <a:gd name="connsiteY640" fmla="*/ 1140573 h 6858000"/>
              <a:gd name="connsiteX641" fmla="*/ 4002475 w 7467600"/>
              <a:gd name="connsiteY641" fmla="*/ 1037802 h 6858000"/>
              <a:gd name="connsiteX642" fmla="*/ 4000324 w 7467600"/>
              <a:gd name="connsiteY642" fmla="*/ 1039362 h 6858000"/>
              <a:gd name="connsiteX643" fmla="*/ 4002862 w 7467600"/>
              <a:gd name="connsiteY643" fmla="*/ 1042866 h 6858000"/>
              <a:gd name="connsiteX644" fmla="*/ 4002475 w 7467600"/>
              <a:gd name="connsiteY644" fmla="*/ 1037802 h 6858000"/>
              <a:gd name="connsiteX645" fmla="*/ 506322 w 7467600"/>
              <a:gd name="connsiteY645" fmla="*/ 1020997 h 6858000"/>
              <a:gd name="connsiteX646" fmla="*/ 533068 w 7467600"/>
              <a:gd name="connsiteY646" fmla="*/ 1029409 h 6858000"/>
              <a:gd name="connsiteX647" fmla="*/ 1232525 w 7467600"/>
              <a:gd name="connsiteY647" fmla="*/ 1804675 h 6858000"/>
              <a:gd name="connsiteX648" fmla="*/ 1388858 w 7467600"/>
              <a:gd name="connsiteY648" fmla="*/ 2368011 h 6858000"/>
              <a:gd name="connsiteX649" fmla="*/ 1384098 w 7467600"/>
              <a:gd name="connsiteY649" fmla="*/ 2378125 h 6858000"/>
              <a:gd name="connsiteX650" fmla="*/ 1425393 w 7467600"/>
              <a:gd name="connsiteY650" fmla="*/ 2589124 h 6858000"/>
              <a:gd name="connsiteX651" fmla="*/ 1424001 w 7467600"/>
              <a:gd name="connsiteY651" fmla="*/ 2597541 h 6858000"/>
              <a:gd name="connsiteX652" fmla="*/ 2152729 w 7467600"/>
              <a:gd name="connsiteY652" fmla="*/ 2864487 h 6858000"/>
              <a:gd name="connsiteX653" fmla="*/ 2020609 w 7467600"/>
              <a:gd name="connsiteY653" fmla="*/ 2539671 h 6858000"/>
              <a:gd name="connsiteX654" fmla="*/ 2018920 w 7467600"/>
              <a:gd name="connsiteY654" fmla="*/ 2536309 h 6858000"/>
              <a:gd name="connsiteX655" fmla="*/ 1342441 w 7467600"/>
              <a:gd name="connsiteY655" fmla="*/ 1173017 h 6858000"/>
              <a:gd name="connsiteX656" fmla="*/ 1367925 w 7467600"/>
              <a:gd name="connsiteY656" fmla="*/ 1135648 h 6858000"/>
              <a:gd name="connsiteX657" fmla="*/ 1771401 w 7467600"/>
              <a:gd name="connsiteY657" fmla="*/ 1806673 h 6858000"/>
              <a:gd name="connsiteX658" fmla="*/ 1972385 w 7467600"/>
              <a:gd name="connsiteY658" fmla="*/ 2198735 h 6858000"/>
              <a:gd name="connsiteX659" fmla="*/ 2040892 w 7467600"/>
              <a:gd name="connsiteY659" fmla="*/ 2405205 h 6858000"/>
              <a:gd name="connsiteX660" fmla="*/ 2131689 w 7467600"/>
              <a:gd name="connsiteY660" fmla="*/ 1936926 h 6858000"/>
              <a:gd name="connsiteX661" fmla="*/ 2454820 w 7467600"/>
              <a:gd name="connsiteY661" fmla="*/ 1248808 h 6858000"/>
              <a:gd name="connsiteX662" fmla="*/ 2492512 w 7467600"/>
              <a:gd name="connsiteY662" fmla="*/ 1302920 h 6858000"/>
              <a:gd name="connsiteX663" fmla="*/ 2081216 w 7467600"/>
              <a:gd name="connsiteY663" fmla="*/ 2527513 h 6858000"/>
              <a:gd name="connsiteX664" fmla="*/ 2081211 w 7467600"/>
              <a:gd name="connsiteY664" fmla="*/ 2528916 h 6858000"/>
              <a:gd name="connsiteX665" fmla="*/ 2199067 w 7467600"/>
              <a:gd name="connsiteY665" fmla="*/ 2884061 h 6858000"/>
              <a:gd name="connsiteX666" fmla="*/ 3192586 w 7467600"/>
              <a:gd name="connsiteY666" fmla="*/ 3411496 h 6858000"/>
              <a:gd name="connsiteX667" fmla="*/ 3182620 w 7467600"/>
              <a:gd name="connsiteY667" fmla="*/ 3483279 h 6858000"/>
              <a:gd name="connsiteX668" fmla="*/ 2435119 w 7467600"/>
              <a:gd name="connsiteY668" fmla="*/ 3080173 h 6858000"/>
              <a:gd name="connsiteX669" fmla="*/ 2410152 w 7467600"/>
              <a:gd name="connsiteY669" fmla="*/ 3063751 h 6858000"/>
              <a:gd name="connsiteX670" fmla="*/ 2408099 w 7467600"/>
              <a:gd name="connsiteY670" fmla="*/ 3064403 h 6858000"/>
              <a:gd name="connsiteX671" fmla="*/ 2407218 w 7467600"/>
              <a:gd name="connsiteY671" fmla="*/ 3070324 h 6858000"/>
              <a:gd name="connsiteX672" fmla="*/ 2380138 w 7467600"/>
              <a:gd name="connsiteY672" fmla="*/ 3099341 h 6858000"/>
              <a:gd name="connsiteX673" fmla="*/ 1765923 w 7467600"/>
              <a:gd name="connsiteY673" fmla="*/ 3581043 h 6858000"/>
              <a:gd name="connsiteX674" fmla="*/ 1702258 w 7467600"/>
              <a:gd name="connsiteY674" fmla="*/ 3612286 h 6858000"/>
              <a:gd name="connsiteX675" fmla="*/ 1538370 w 7467600"/>
              <a:gd name="connsiteY675" fmla="*/ 3811804 h 6858000"/>
              <a:gd name="connsiteX676" fmla="*/ 542867 w 7467600"/>
              <a:gd name="connsiteY676" fmla="*/ 4944092 h 6858000"/>
              <a:gd name="connsiteX677" fmla="*/ 515800 w 7467600"/>
              <a:gd name="connsiteY677" fmla="*/ 4862180 h 6858000"/>
              <a:gd name="connsiteX678" fmla="*/ 909145 w 7467600"/>
              <a:gd name="connsiteY678" fmla="*/ 4199225 h 6858000"/>
              <a:gd name="connsiteX679" fmla="*/ 1214067 w 7467600"/>
              <a:gd name="connsiteY679" fmla="*/ 3908561 h 6858000"/>
              <a:gd name="connsiteX680" fmla="*/ 640967 w 7467600"/>
              <a:gd name="connsiteY680" fmla="*/ 4105601 h 6858000"/>
              <a:gd name="connsiteX681" fmla="*/ 112563 w 7467600"/>
              <a:gd name="connsiteY681" fmla="*/ 4396952 h 6858000"/>
              <a:gd name="connsiteX682" fmla="*/ 0 w 7467600"/>
              <a:gd name="connsiteY682" fmla="*/ 4466006 h 6858000"/>
              <a:gd name="connsiteX683" fmla="*/ 0 w 7467600"/>
              <a:gd name="connsiteY683" fmla="*/ 4233763 h 6858000"/>
              <a:gd name="connsiteX684" fmla="*/ 36881 w 7467600"/>
              <a:gd name="connsiteY684" fmla="*/ 4200118 h 6858000"/>
              <a:gd name="connsiteX685" fmla="*/ 910534 w 7467600"/>
              <a:gd name="connsiteY685" fmla="*/ 3629753 h 6858000"/>
              <a:gd name="connsiteX686" fmla="*/ 1578717 w 7467600"/>
              <a:gd name="connsiteY686" fmla="*/ 3575982 h 6858000"/>
              <a:gd name="connsiteX687" fmla="*/ 2338780 w 7467600"/>
              <a:gd name="connsiteY687" fmla="*/ 3033725 h 6858000"/>
              <a:gd name="connsiteX688" fmla="*/ 1807991 w 7467600"/>
              <a:gd name="connsiteY688" fmla="*/ 2807184 h 6858000"/>
              <a:gd name="connsiteX689" fmla="*/ 1416358 w 7467600"/>
              <a:gd name="connsiteY689" fmla="*/ 3112571 h 6858000"/>
              <a:gd name="connsiteX690" fmla="*/ 939066 w 7467600"/>
              <a:gd name="connsiteY690" fmla="*/ 3378798 h 6858000"/>
              <a:gd name="connsiteX691" fmla="*/ 115099 w 7467600"/>
              <a:gd name="connsiteY691" fmla="*/ 3607650 h 6858000"/>
              <a:gd name="connsiteX692" fmla="*/ 97284 w 7467600"/>
              <a:gd name="connsiteY692" fmla="*/ 3520393 h 6858000"/>
              <a:gd name="connsiteX693" fmla="*/ 922050 w 7467600"/>
              <a:gd name="connsiteY693" fmla="*/ 3074867 h 6858000"/>
              <a:gd name="connsiteX694" fmla="*/ 1405265 w 7467600"/>
              <a:gd name="connsiteY694" fmla="*/ 3016319 h 6858000"/>
              <a:gd name="connsiteX695" fmla="*/ 1407512 w 7467600"/>
              <a:gd name="connsiteY695" fmla="*/ 3018001 h 6858000"/>
              <a:gd name="connsiteX696" fmla="*/ 1726266 w 7467600"/>
              <a:gd name="connsiteY696" fmla="*/ 2777274 h 6858000"/>
              <a:gd name="connsiteX697" fmla="*/ 625390 w 7467600"/>
              <a:gd name="connsiteY697" fmla="*/ 2514541 h 6858000"/>
              <a:gd name="connsiteX698" fmla="*/ 619799 w 7467600"/>
              <a:gd name="connsiteY698" fmla="*/ 2527180 h 6858000"/>
              <a:gd name="connsiteX699" fmla="*/ 310030 w 7467600"/>
              <a:gd name="connsiteY699" fmla="*/ 2771818 h 6858000"/>
              <a:gd name="connsiteX700" fmla="*/ 173877 w 7467600"/>
              <a:gd name="connsiteY700" fmla="*/ 2937056 h 6858000"/>
              <a:gd name="connsiteX701" fmla="*/ 77889 w 7467600"/>
              <a:gd name="connsiteY701" fmla="*/ 3138440 h 6858000"/>
              <a:gd name="connsiteX702" fmla="*/ 0 w 7467600"/>
              <a:gd name="connsiteY702" fmla="*/ 3271395 h 6858000"/>
              <a:gd name="connsiteX703" fmla="*/ 0 w 7467600"/>
              <a:gd name="connsiteY703" fmla="*/ 3153002 h 6858000"/>
              <a:gd name="connsiteX704" fmla="*/ 2386 w 7467600"/>
              <a:gd name="connsiteY704" fmla="*/ 3149203 h 6858000"/>
              <a:gd name="connsiteX705" fmla="*/ 89753 w 7467600"/>
              <a:gd name="connsiteY705" fmla="*/ 2987702 h 6858000"/>
              <a:gd name="connsiteX706" fmla="*/ 76869 w 7467600"/>
              <a:gd name="connsiteY706" fmla="*/ 3005404 h 6858000"/>
              <a:gd name="connsiteX707" fmla="*/ 32049 w 7467600"/>
              <a:gd name="connsiteY707" fmla="*/ 3065814 h 6858000"/>
              <a:gd name="connsiteX708" fmla="*/ 0 w 7467600"/>
              <a:gd name="connsiteY708" fmla="*/ 3108744 h 6858000"/>
              <a:gd name="connsiteX709" fmla="*/ 0 w 7467600"/>
              <a:gd name="connsiteY709" fmla="*/ 3058059 h 6858000"/>
              <a:gd name="connsiteX710" fmla="*/ 7610 w 7467600"/>
              <a:gd name="connsiteY710" fmla="*/ 3047889 h 6858000"/>
              <a:gd name="connsiteX711" fmla="*/ 52419 w 7467600"/>
              <a:gd name="connsiteY711" fmla="*/ 2987479 h 6858000"/>
              <a:gd name="connsiteX712" fmla="*/ 59142 w 7467600"/>
              <a:gd name="connsiteY712" fmla="*/ 2978488 h 6858000"/>
              <a:gd name="connsiteX713" fmla="*/ 0 w 7467600"/>
              <a:gd name="connsiteY713" fmla="*/ 3015334 h 6858000"/>
              <a:gd name="connsiteX714" fmla="*/ 0 w 7467600"/>
              <a:gd name="connsiteY714" fmla="*/ 2914286 h 6858000"/>
              <a:gd name="connsiteX715" fmla="*/ 36383 w 7467600"/>
              <a:gd name="connsiteY715" fmla="*/ 2901128 h 6858000"/>
              <a:gd name="connsiteX716" fmla="*/ 156329 w 7467600"/>
              <a:gd name="connsiteY716" fmla="*/ 2840533 h 6858000"/>
              <a:gd name="connsiteX717" fmla="*/ 358355 w 7467600"/>
              <a:gd name="connsiteY717" fmla="*/ 2620471 h 6858000"/>
              <a:gd name="connsiteX718" fmla="*/ 510577 w 7467600"/>
              <a:gd name="connsiteY718" fmla="*/ 2501244 h 6858000"/>
              <a:gd name="connsiteX719" fmla="*/ 211967 w 7467600"/>
              <a:gd name="connsiteY719" fmla="*/ 2479171 h 6858000"/>
              <a:gd name="connsiteX720" fmla="*/ 0 w 7467600"/>
              <a:gd name="connsiteY720" fmla="*/ 2476398 h 6858000"/>
              <a:gd name="connsiteX721" fmla="*/ 0 w 7467600"/>
              <a:gd name="connsiteY721" fmla="*/ 2389189 h 6858000"/>
              <a:gd name="connsiteX722" fmla="*/ 103062 w 7467600"/>
              <a:gd name="connsiteY722" fmla="*/ 2389518 h 6858000"/>
              <a:gd name="connsiteX723" fmla="*/ 510734 w 7467600"/>
              <a:gd name="connsiteY723" fmla="*/ 2416201 h 6858000"/>
              <a:gd name="connsiteX724" fmla="*/ 279257 w 7467600"/>
              <a:gd name="connsiteY724" fmla="*/ 2092102 h 6858000"/>
              <a:gd name="connsiteX725" fmla="*/ 65265 w 7467600"/>
              <a:gd name="connsiteY725" fmla="*/ 2006049 h 6858000"/>
              <a:gd name="connsiteX726" fmla="*/ 0 w 7467600"/>
              <a:gd name="connsiteY726" fmla="*/ 1982532 h 6858000"/>
              <a:gd name="connsiteX727" fmla="*/ 0 w 7467600"/>
              <a:gd name="connsiteY727" fmla="*/ 1912789 h 6858000"/>
              <a:gd name="connsiteX728" fmla="*/ 97460 w 7467600"/>
              <a:gd name="connsiteY728" fmla="*/ 1953725 h 6858000"/>
              <a:gd name="connsiteX729" fmla="*/ 221272 w 7467600"/>
              <a:gd name="connsiteY729" fmla="*/ 1980766 h 6858000"/>
              <a:gd name="connsiteX730" fmla="*/ 116765 w 7467600"/>
              <a:gd name="connsiteY730" fmla="*/ 1911033 h 6858000"/>
              <a:gd name="connsiteX731" fmla="*/ 16405 w 7467600"/>
              <a:gd name="connsiteY731" fmla="*/ 1803412 h 6858000"/>
              <a:gd name="connsiteX732" fmla="*/ 0 w 7467600"/>
              <a:gd name="connsiteY732" fmla="*/ 1784777 h 6858000"/>
              <a:gd name="connsiteX733" fmla="*/ 0 w 7467600"/>
              <a:gd name="connsiteY733" fmla="*/ 1740082 h 6858000"/>
              <a:gd name="connsiteX734" fmla="*/ 39394 w 7467600"/>
              <a:gd name="connsiteY734" fmla="*/ 1784856 h 6858000"/>
              <a:gd name="connsiteX735" fmla="*/ 135813 w 7467600"/>
              <a:gd name="connsiteY735" fmla="*/ 1888838 h 6858000"/>
              <a:gd name="connsiteX736" fmla="*/ 242575 w 7467600"/>
              <a:gd name="connsiteY736" fmla="*/ 1958841 h 6858000"/>
              <a:gd name="connsiteX737" fmla="*/ 82197 w 7467600"/>
              <a:gd name="connsiteY737" fmla="*/ 1754826 h 6858000"/>
              <a:gd name="connsiteX738" fmla="*/ 0 w 7467600"/>
              <a:gd name="connsiteY738" fmla="*/ 1679650 h 6858000"/>
              <a:gd name="connsiteX739" fmla="*/ 0 w 7467600"/>
              <a:gd name="connsiteY739" fmla="*/ 1602463 h 6858000"/>
              <a:gd name="connsiteX740" fmla="*/ 84689 w 7467600"/>
              <a:gd name="connsiteY740" fmla="*/ 1677442 h 6858000"/>
              <a:gd name="connsiteX741" fmla="*/ 298437 w 7467600"/>
              <a:gd name="connsiteY741" fmla="*/ 1968019 h 6858000"/>
              <a:gd name="connsiteX742" fmla="*/ 227269 w 7467600"/>
              <a:gd name="connsiteY742" fmla="*/ 1114064 h 6858000"/>
              <a:gd name="connsiteX743" fmla="*/ 248003 w 7467600"/>
              <a:gd name="connsiteY743" fmla="*/ 1089613 h 6858000"/>
              <a:gd name="connsiteX744" fmla="*/ 427020 w 7467600"/>
              <a:gd name="connsiteY744" fmla="*/ 1619803 h 6858000"/>
              <a:gd name="connsiteX745" fmla="*/ 340345 w 7467600"/>
              <a:gd name="connsiteY745" fmla="*/ 2027739 h 6858000"/>
              <a:gd name="connsiteX746" fmla="*/ 360865 w 7467600"/>
              <a:gd name="connsiteY746" fmla="*/ 2044827 h 6858000"/>
              <a:gd name="connsiteX747" fmla="*/ 560414 w 7467600"/>
              <a:gd name="connsiteY747" fmla="*/ 2421457 h 6858000"/>
              <a:gd name="connsiteX748" fmla="*/ 1359703 w 7467600"/>
              <a:gd name="connsiteY748" fmla="*/ 2578554 h 6858000"/>
              <a:gd name="connsiteX749" fmla="*/ 1359422 w 7467600"/>
              <a:gd name="connsiteY749" fmla="*/ 2577994 h 6858000"/>
              <a:gd name="connsiteX750" fmla="*/ 828701 w 7467600"/>
              <a:gd name="connsiteY750" fmla="*/ 1839520 h 6858000"/>
              <a:gd name="connsiteX751" fmla="*/ 494427 w 7467600"/>
              <a:gd name="connsiteY751" fmla="*/ 1092333 h 6858000"/>
              <a:gd name="connsiteX752" fmla="*/ 506322 w 7467600"/>
              <a:gd name="connsiteY752" fmla="*/ 1020997 h 6858000"/>
              <a:gd name="connsiteX753" fmla="*/ 4570198 w 7467600"/>
              <a:gd name="connsiteY753" fmla="*/ 978081 h 6858000"/>
              <a:gd name="connsiteX754" fmla="*/ 4523691 w 7467600"/>
              <a:gd name="connsiteY754" fmla="*/ 1127776 h 6858000"/>
              <a:gd name="connsiteX755" fmla="*/ 4509875 w 7467600"/>
              <a:gd name="connsiteY755" fmla="*/ 1167552 h 6858000"/>
              <a:gd name="connsiteX756" fmla="*/ 4478168 w 7467600"/>
              <a:gd name="connsiteY756" fmla="*/ 1260735 h 6858000"/>
              <a:gd name="connsiteX757" fmla="*/ 4409309 w 7467600"/>
              <a:gd name="connsiteY757" fmla="*/ 1666996 h 6858000"/>
              <a:gd name="connsiteX758" fmla="*/ 4370031 w 7467600"/>
              <a:gd name="connsiteY758" fmla="*/ 1955666 h 6858000"/>
              <a:gd name="connsiteX759" fmla="*/ 4570198 w 7467600"/>
              <a:gd name="connsiteY759" fmla="*/ 978081 h 6858000"/>
              <a:gd name="connsiteX760" fmla="*/ 4557898 w 7467600"/>
              <a:gd name="connsiteY760" fmla="*/ 900011 h 6858000"/>
              <a:gd name="connsiteX761" fmla="*/ 4344840 w 7467600"/>
              <a:gd name="connsiteY761" fmla="*/ 1922038 h 6858000"/>
              <a:gd name="connsiteX762" fmla="*/ 4378710 w 7467600"/>
              <a:gd name="connsiteY762" fmla="*/ 1665516 h 6858000"/>
              <a:gd name="connsiteX763" fmla="*/ 4448798 w 7467600"/>
              <a:gd name="connsiteY763" fmla="*/ 1253024 h 6858000"/>
              <a:gd name="connsiteX764" fmla="*/ 4480315 w 7467600"/>
              <a:gd name="connsiteY764" fmla="*/ 1158454 h 6858000"/>
              <a:gd name="connsiteX765" fmla="*/ 4494133 w 7467600"/>
              <a:gd name="connsiteY765" fmla="*/ 1118676 h 6858000"/>
              <a:gd name="connsiteX766" fmla="*/ 4557898 w 7467600"/>
              <a:gd name="connsiteY766" fmla="*/ 900011 h 6858000"/>
              <a:gd name="connsiteX767" fmla="*/ 5870151 w 7467600"/>
              <a:gd name="connsiteY767" fmla="*/ 898890 h 6858000"/>
              <a:gd name="connsiteX768" fmla="*/ 5861335 w 7467600"/>
              <a:gd name="connsiteY768" fmla="*/ 899177 h 6858000"/>
              <a:gd name="connsiteX769" fmla="*/ 5843702 w 7467600"/>
              <a:gd name="connsiteY769" fmla="*/ 899748 h 6858000"/>
              <a:gd name="connsiteX770" fmla="*/ 5651107 w 7467600"/>
              <a:gd name="connsiteY770" fmla="*/ 920306 h 6858000"/>
              <a:gd name="connsiteX771" fmla="*/ 5459407 w 7467600"/>
              <a:gd name="connsiteY771" fmla="*/ 940975 h 6858000"/>
              <a:gd name="connsiteX772" fmla="*/ 5374846 w 7467600"/>
              <a:gd name="connsiteY772" fmla="*/ 941988 h 6858000"/>
              <a:gd name="connsiteX773" fmla="*/ 5256105 w 7467600"/>
              <a:gd name="connsiteY773" fmla="*/ 945632 h 6858000"/>
              <a:gd name="connsiteX774" fmla="*/ 5107071 w 7467600"/>
              <a:gd name="connsiteY774" fmla="*/ 969720 h 6858000"/>
              <a:gd name="connsiteX775" fmla="*/ 4998681 w 7467600"/>
              <a:gd name="connsiteY775" fmla="*/ 988771 h 6858000"/>
              <a:gd name="connsiteX776" fmla="*/ 5870151 w 7467600"/>
              <a:gd name="connsiteY776" fmla="*/ 898890 h 6858000"/>
              <a:gd name="connsiteX777" fmla="*/ 5504425 w 7467600"/>
              <a:gd name="connsiteY777" fmla="*/ 848067 h 6858000"/>
              <a:gd name="connsiteX778" fmla="*/ 4968849 w 7467600"/>
              <a:gd name="connsiteY778" fmla="*/ 962318 h 6858000"/>
              <a:gd name="connsiteX779" fmla="*/ 5104039 w 7467600"/>
              <a:gd name="connsiteY779" fmla="*/ 940634 h 6858000"/>
              <a:gd name="connsiteX780" fmla="*/ 5256311 w 7467600"/>
              <a:gd name="connsiteY780" fmla="*/ 916490 h 6858000"/>
              <a:gd name="connsiteX781" fmla="*/ 5377381 w 7467600"/>
              <a:gd name="connsiteY781" fmla="*/ 912671 h 6858000"/>
              <a:gd name="connsiteX782" fmla="*/ 5460148 w 7467600"/>
              <a:gd name="connsiteY782" fmla="*/ 911442 h 6858000"/>
              <a:gd name="connsiteX783" fmla="*/ 5648971 w 7467600"/>
              <a:gd name="connsiteY783" fmla="*/ 891331 h 6858000"/>
              <a:gd name="connsiteX784" fmla="*/ 5844807 w 7467600"/>
              <a:gd name="connsiteY784" fmla="*/ 870718 h 6858000"/>
              <a:gd name="connsiteX785" fmla="*/ 5862975 w 7467600"/>
              <a:gd name="connsiteY785" fmla="*/ 869756 h 6858000"/>
              <a:gd name="connsiteX786" fmla="*/ 5920887 w 7467600"/>
              <a:gd name="connsiteY786" fmla="*/ 865929 h 6858000"/>
              <a:gd name="connsiteX787" fmla="*/ 5504425 w 7467600"/>
              <a:gd name="connsiteY787" fmla="*/ 848067 h 6858000"/>
              <a:gd name="connsiteX788" fmla="*/ 3607114 w 7467600"/>
              <a:gd name="connsiteY788" fmla="*/ 467441 h 6858000"/>
              <a:gd name="connsiteX789" fmla="*/ 3296242 w 7467600"/>
              <a:gd name="connsiteY789" fmla="*/ 807991 h 6858000"/>
              <a:gd name="connsiteX790" fmla="*/ 3174674 w 7467600"/>
              <a:gd name="connsiteY790" fmla="*/ 919759 h 6858000"/>
              <a:gd name="connsiteX791" fmla="*/ 3042978 w 7467600"/>
              <a:gd name="connsiteY791" fmla="*/ 1054894 h 6858000"/>
              <a:gd name="connsiteX792" fmla="*/ 2968914 w 7467600"/>
              <a:gd name="connsiteY792" fmla="*/ 1133756 h 6858000"/>
              <a:gd name="connsiteX793" fmla="*/ 3103823 w 7467600"/>
              <a:gd name="connsiteY793" fmla="*/ 1026814 h 6858000"/>
              <a:gd name="connsiteX794" fmla="*/ 3607114 w 7467600"/>
              <a:gd name="connsiteY794" fmla="*/ 467441 h 6858000"/>
              <a:gd name="connsiteX795" fmla="*/ 3744487 w 7467600"/>
              <a:gd name="connsiteY795" fmla="*/ 383136 h 6858000"/>
              <a:gd name="connsiteX796" fmla="*/ 3970213 w 7467600"/>
              <a:gd name="connsiteY796" fmla="*/ 995559 h 6858000"/>
              <a:gd name="connsiteX797" fmla="*/ 3744487 w 7467600"/>
              <a:gd name="connsiteY797" fmla="*/ 383136 h 6858000"/>
              <a:gd name="connsiteX798" fmla="*/ 3624562 w 7467600"/>
              <a:gd name="connsiteY798" fmla="*/ 367041 h 6858000"/>
              <a:gd name="connsiteX799" fmla="*/ 3489712 w 7467600"/>
              <a:gd name="connsiteY799" fmla="*/ 485386 h 6858000"/>
              <a:gd name="connsiteX800" fmla="*/ 3182994 w 7467600"/>
              <a:gd name="connsiteY800" fmla="*/ 828265 h 6858000"/>
              <a:gd name="connsiteX801" fmla="*/ 2892114 w 7467600"/>
              <a:gd name="connsiteY801" fmla="*/ 1172635 h 6858000"/>
              <a:gd name="connsiteX802" fmla="*/ 3021459 w 7467600"/>
              <a:gd name="connsiteY802" fmla="*/ 1035385 h 6858000"/>
              <a:gd name="connsiteX803" fmla="*/ 3153873 w 7467600"/>
              <a:gd name="connsiteY803" fmla="*/ 898971 h 6858000"/>
              <a:gd name="connsiteX804" fmla="*/ 3276511 w 7467600"/>
              <a:gd name="connsiteY804" fmla="*/ 786423 h 6858000"/>
              <a:gd name="connsiteX805" fmla="*/ 3584154 w 7467600"/>
              <a:gd name="connsiteY805" fmla="*/ 448218 h 6858000"/>
              <a:gd name="connsiteX806" fmla="*/ 3624562 w 7467600"/>
              <a:gd name="connsiteY806" fmla="*/ 367041 h 6858000"/>
              <a:gd name="connsiteX807" fmla="*/ 3766672 w 7467600"/>
              <a:gd name="connsiteY807" fmla="*/ 359429 h 6858000"/>
              <a:gd name="connsiteX808" fmla="*/ 3996338 w 7467600"/>
              <a:gd name="connsiteY808" fmla="*/ 968237 h 6858000"/>
              <a:gd name="connsiteX809" fmla="*/ 3766672 w 7467600"/>
              <a:gd name="connsiteY809" fmla="*/ 359429 h 6858000"/>
              <a:gd name="connsiteX810" fmla="*/ 5805386 w 7467600"/>
              <a:gd name="connsiteY810" fmla="*/ 239240 h 6858000"/>
              <a:gd name="connsiteX811" fmla="*/ 5736947 w 7467600"/>
              <a:gd name="connsiteY811" fmla="*/ 261367 h 6858000"/>
              <a:gd name="connsiteX812" fmla="*/ 5427012 w 7467600"/>
              <a:gd name="connsiteY812" fmla="*/ 311272 h 6858000"/>
              <a:gd name="connsiteX813" fmla="*/ 5147818 w 7467600"/>
              <a:gd name="connsiteY813" fmla="*/ 322112 h 6858000"/>
              <a:gd name="connsiteX814" fmla="*/ 5060854 w 7467600"/>
              <a:gd name="connsiteY814" fmla="*/ 311882 h 6858000"/>
              <a:gd name="connsiteX815" fmla="*/ 4945989 w 7467600"/>
              <a:gd name="connsiteY815" fmla="*/ 300516 h 6858000"/>
              <a:gd name="connsiteX816" fmla="*/ 5410479 w 7467600"/>
              <a:gd name="connsiteY816" fmla="*/ 348434 h 6858000"/>
              <a:gd name="connsiteX817" fmla="*/ 5805386 w 7467600"/>
              <a:gd name="connsiteY817" fmla="*/ 239240 h 6858000"/>
              <a:gd name="connsiteX818" fmla="*/ 5905192 w 7467600"/>
              <a:gd name="connsiteY818" fmla="*/ 163079 h 6858000"/>
              <a:gd name="connsiteX819" fmla="*/ 5865655 w 7467600"/>
              <a:gd name="connsiteY819" fmla="*/ 171901 h 6858000"/>
              <a:gd name="connsiteX820" fmla="*/ 5259740 w 7467600"/>
              <a:gd name="connsiteY820" fmla="*/ 257013 h 6858000"/>
              <a:gd name="connsiteX821" fmla="*/ 5208466 w 7467600"/>
              <a:gd name="connsiteY821" fmla="*/ 257550 h 6858000"/>
              <a:gd name="connsiteX822" fmla="*/ 4980204 w 7467600"/>
              <a:gd name="connsiteY822" fmla="*/ 271903 h 6858000"/>
              <a:gd name="connsiteX823" fmla="*/ 5068068 w 7467600"/>
              <a:gd name="connsiteY823" fmla="*/ 282244 h 6858000"/>
              <a:gd name="connsiteX824" fmla="*/ 5153231 w 7467600"/>
              <a:gd name="connsiteY824" fmla="*/ 292240 h 6858000"/>
              <a:gd name="connsiteX825" fmla="*/ 5426491 w 7467600"/>
              <a:gd name="connsiteY825" fmla="*/ 281128 h 6858000"/>
              <a:gd name="connsiteX826" fmla="*/ 5731212 w 7467600"/>
              <a:gd name="connsiteY826" fmla="*/ 231951 h 6858000"/>
              <a:gd name="connsiteX827" fmla="*/ 5905192 w 7467600"/>
              <a:gd name="connsiteY827" fmla="*/ 163079 h 6858000"/>
              <a:gd name="connsiteX828" fmla="*/ 5944437 w 7467600"/>
              <a:gd name="connsiteY828" fmla="*/ 113829 h 6858000"/>
              <a:gd name="connsiteX829" fmla="*/ 5825032 w 7467600"/>
              <a:gd name="connsiteY829" fmla="*/ 146405 h 6858000"/>
              <a:gd name="connsiteX830" fmla="*/ 4955599 w 7467600"/>
              <a:gd name="connsiteY830" fmla="*/ 247008 h 6858000"/>
              <a:gd name="connsiteX831" fmla="*/ 5210104 w 7467600"/>
              <a:gd name="connsiteY831" fmla="*/ 228123 h 6858000"/>
              <a:gd name="connsiteX832" fmla="*/ 5261015 w 7467600"/>
              <a:gd name="connsiteY832" fmla="*/ 227087 h 6858000"/>
              <a:gd name="connsiteX833" fmla="*/ 5861181 w 7467600"/>
              <a:gd name="connsiteY833" fmla="*/ 143093 h 6858000"/>
              <a:gd name="connsiteX834" fmla="*/ 5961252 w 7467600"/>
              <a:gd name="connsiteY834" fmla="*/ 114820 h 6858000"/>
              <a:gd name="connsiteX835" fmla="*/ 5944437 w 7467600"/>
              <a:gd name="connsiteY835" fmla="*/ 113829 h 6858000"/>
              <a:gd name="connsiteX836" fmla="*/ 3882765 w 7467600"/>
              <a:gd name="connsiteY836" fmla="*/ 0 h 6858000"/>
              <a:gd name="connsiteX837" fmla="*/ 3995099 w 7467600"/>
              <a:gd name="connsiteY837" fmla="*/ 0 h 6858000"/>
              <a:gd name="connsiteX838" fmla="*/ 4163818 w 7467600"/>
              <a:gd name="connsiteY838" fmla="*/ 234104 h 6858000"/>
              <a:gd name="connsiteX839" fmla="*/ 4172099 w 7467600"/>
              <a:gd name="connsiteY839" fmla="*/ 234207 h 6858000"/>
              <a:gd name="connsiteX840" fmla="*/ 4784282 w 7467600"/>
              <a:gd name="connsiteY840" fmla="*/ 276561 h 6858000"/>
              <a:gd name="connsiteX841" fmla="*/ 4801687 w 7467600"/>
              <a:gd name="connsiteY841" fmla="*/ 267764 h 6858000"/>
              <a:gd name="connsiteX842" fmla="*/ 6082788 w 7467600"/>
              <a:gd name="connsiteY842" fmla="*/ 64119 h 6858000"/>
              <a:gd name="connsiteX843" fmla="*/ 6099442 w 7467600"/>
              <a:gd name="connsiteY843" fmla="*/ 82568 h 6858000"/>
              <a:gd name="connsiteX844" fmla="*/ 4804137 w 7467600"/>
              <a:gd name="connsiteY844" fmla="*/ 320931 h 6858000"/>
              <a:gd name="connsiteX845" fmla="*/ 4227047 w 7467600"/>
              <a:gd name="connsiteY845" fmla="*/ 313415 h 6858000"/>
              <a:gd name="connsiteX846" fmla="*/ 4346041 w 7467600"/>
              <a:gd name="connsiteY846" fmla="*/ 456086 h 6858000"/>
              <a:gd name="connsiteX847" fmla="*/ 4870967 w 7467600"/>
              <a:gd name="connsiteY847" fmla="*/ 963061 h 6858000"/>
              <a:gd name="connsiteX848" fmla="*/ 4889647 w 7467600"/>
              <a:gd name="connsiteY848" fmla="*/ 957147 h 6858000"/>
              <a:gd name="connsiteX849" fmla="*/ 5422504 w 7467600"/>
              <a:gd name="connsiteY849" fmla="*/ 805191 h 6858000"/>
              <a:gd name="connsiteX850" fmla="*/ 6087656 w 7467600"/>
              <a:gd name="connsiteY850" fmla="*/ 826703 h 6858000"/>
              <a:gd name="connsiteX851" fmla="*/ 6058717 w 7467600"/>
              <a:gd name="connsiteY851" fmla="*/ 865992 h 6858000"/>
              <a:gd name="connsiteX852" fmla="*/ 4974153 w 7467600"/>
              <a:gd name="connsiteY852" fmla="*/ 1045456 h 6858000"/>
              <a:gd name="connsiteX853" fmla="*/ 5627835 w 7467600"/>
              <a:gd name="connsiteY853" fmla="*/ 1472077 h 6858000"/>
              <a:gd name="connsiteX854" fmla="*/ 5629817 w 7467600"/>
              <a:gd name="connsiteY854" fmla="*/ 1471412 h 6858000"/>
              <a:gd name="connsiteX855" fmla="*/ 5634124 w 7467600"/>
              <a:gd name="connsiteY855" fmla="*/ 1470572 h 6858000"/>
              <a:gd name="connsiteX856" fmla="*/ 5755832 w 7467600"/>
              <a:gd name="connsiteY856" fmla="*/ 1383886 h 6858000"/>
              <a:gd name="connsiteX857" fmla="*/ 6014186 w 7467600"/>
              <a:gd name="connsiteY857" fmla="*/ 1279799 h 6858000"/>
              <a:gd name="connsiteX858" fmla="*/ 6901619 w 7467600"/>
              <a:gd name="connsiteY858" fmla="*/ 1047874 h 6858000"/>
              <a:gd name="connsiteX859" fmla="*/ 6931566 w 7467600"/>
              <a:gd name="connsiteY859" fmla="*/ 1062034 h 6858000"/>
              <a:gd name="connsiteX860" fmla="*/ 5790982 w 7467600"/>
              <a:gd name="connsiteY860" fmla="*/ 1561380 h 6858000"/>
              <a:gd name="connsiteX861" fmla="*/ 6188971 w 7467600"/>
              <a:gd name="connsiteY861" fmla="*/ 1755168 h 6858000"/>
              <a:gd name="connsiteX862" fmla="*/ 6202446 w 7467600"/>
              <a:gd name="connsiteY862" fmla="*/ 1752268 h 6858000"/>
              <a:gd name="connsiteX863" fmla="*/ 7179560 w 7467600"/>
              <a:gd name="connsiteY863" fmla="*/ 1467551 h 6858000"/>
              <a:gd name="connsiteX864" fmla="*/ 7158730 w 7467600"/>
              <a:gd name="connsiteY864" fmla="*/ 1507835 h 6858000"/>
              <a:gd name="connsiteX865" fmla="*/ 6326959 w 7467600"/>
              <a:gd name="connsiteY865" fmla="*/ 1817686 h 6858000"/>
              <a:gd name="connsiteX866" fmla="*/ 6537433 w 7467600"/>
              <a:gd name="connsiteY866" fmla="*/ 1907790 h 6858000"/>
              <a:gd name="connsiteX867" fmla="*/ 6550221 w 7467600"/>
              <a:gd name="connsiteY867" fmla="*/ 1910729 h 6858000"/>
              <a:gd name="connsiteX868" fmla="*/ 6964438 w 7467600"/>
              <a:gd name="connsiteY868" fmla="*/ 2209505 h 6858000"/>
              <a:gd name="connsiteX869" fmla="*/ 7367862 w 7467600"/>
              <a:gd name="connsiteY869" fmla="*/ 2806833 h 6858000"/>
              <a:gd name="connsiteX870" fmla="*/ 7364329 w 7467600"/>
              <a:gd name="connsiteY870" fmla="*/ 2826907 h 6858000"/>
              <a:gd name="connsiteX871" fmla="*/ 7290545 w 7467600"/>
              <a:gd name="connsiteY871" fmla="*/ 2850663 h 6858000"/>
              <a:gd name="connsiteX872" fmla="*/ 6472036 w 7467600"/>
              <a:gd name="connsiteY872" fmla="*/ 1959003 h 6858000"/>
              <a:gd name="connsiteX873" fmla="*/ 5792897 w 7467600"/>
              <a:gd name="connsiteY873" fmla="*/ 1647747 h 6858000"/>
              <a:gd name="connsiteX874" fmla="*/ 5842751 w 7467600"/>
              <a:gd name="connsiteY874" fmla="*/ 1816112 h 6858000"/>
              <a:gd name="connsiteX875" fmla="*/ 5847424 w 7467600"/>
              <a:gd name="connsiteY875" fmla="*/ 1815776 h 6858000"/>
              <a:gd name="connsiteX876" fmla="*/ 6399821 w 7467600"/>
              <a:gd name="connsiteY876" fmla="*/ 2344799 h 6858000"/>
              <a:gd name="connsiteX877" fmla="*/ 6323232 w 7467600"/>
              <a:gd name="connsiteY877" fmla="*/ 2389634 h 6858000"/>
              <a:gd name="connsiteX878" fmla="*/ 5942958 w 7467600"/>
              <a:gd name="connsiteY878" fmla="*/ 2077708 h 6858000"/>
              <a:gd name="connsiteX879" fmla="*/ 5921559 w 7467600"/>
              <a:gd name="connsiteY879" fmla="*/ 2378596 h 6858000"/>
              <a:gd name="connsiteX880" fmla="*/ 5817651 w 7467600"/>
              <a:gd name="connsiteY880" fmla="*/ 3023919 h 6858000"/>
              <a:gd name="connsiteX881" fmla="*/ 5729634 w 7467600"/>
              <a:gd name="connsiteY881" fmla="*/ 3051849 h 6858000"/>
              <a:gd name="connsiteX882" fmla="*/ 5611018 w 7467600"/>
              <a:gd name="connsiteY882" fmla="*/ 2316769 h 6858000"/>
              <a:gd name="connsiteX883" fmla="*/ 5687608 w 7467600"/>
              <a:gd name="connsiteY883" fmla="*/ 2039972 h 6858000"/>
              <a:gd name="connsiteX884" fmla="*/ 5657554 w 7467600"/>
              <a:gd name="connsiteY884" fmla="*/ 1576445 h 6858000"/>
              <a:gd name="connsiteX885" fmla="*/ 5150475 w 7467600"/>
              <a:gd name="connsiteY885" fmla="*/ 1274012 h 6858000"/>
              <a:gd name="connsiteX886" fmla="*/ 5349142 w 7467600"/>
              <a:gd name="connsiteY886" fmla="*/ 2204405 h 6858000"/>
              <a:gd name="connsiteX887" fmla="*/ 5262214 w 7467600"/>
              <a:gd name="connsiteY887" fmla="*/ 2233836 h 6858000"/>
              <a:gd name="connsiteX888" fmla="*/ 4981539 w 7467600"/>
              <a:gd name="connsiteY888" fmla="*/ 1542201 h 6858000"/>
              <a:gd name="connsiteX889" fmla="*/ 4958461 w 7467600"/>
              <a:gd name="connsiteY889" fmla="*/ 1136957 h 6858000"/>
              <a:gd name="connsiteX890" fmla="*/ 4655015 w 7467600"/>
              <a:gd name="connsiteY890" fmla="*/ 891426 h 6858000"/>
              <a:gd name="connsiteX891" fmla="*/ 4348002 w 7467600"/>
              <a:gd name="connsiteY891" fmla="*/ 2205895 h 6858000"/>
              <a:gd name="connsiteX892" fmla="*/ 4262250 w 7467600"/>
              <a:gd name="connsiteY892" fmla="*/ 2219972 h 6858000"/>
              <a:gd name="connsiteX893" fmla="*/ 4550611 w 7467600"/>
              <a:gd name="connsiteY893" fmla="*/ 817540 h 6858000"/>
              <a:gd name="connsiteX894" fmla="*/ 4564418 w 7467600"/>
              <a:gd name="connsiteY894" fmla="*/ 808293 h 6858000"/>
              <a:gd name="connsiteX895" fmla="*/ 4266388 w 7467600"/>
              <a:gd name="connsiteY895" fmla="*/ 500083 h 6858000"/>
              <a:gd name="connsiteX896" fmla="*/ 4032842 w 7467600"/>
              <a:gd name="connsiteY896" fmla="*/ 211809 h 6858000"/>
              <a:gd name="connsiteX897" fmla="*/ 3882765 w 7467600"/>
              <a:gd name="connsiteY897" fmla="*/ 0 h 6858000"/>
              <a:gd name="connsiteX898" fmla="*/ 3721337 w 7467600"/>
              <a:gd name="connsiteY898" fmla="*/ 0 h 6858000"/>
              <a:gd name="connsiteX899" fmla="*/ 3797544 w 7467600"/>
              <a:gd name="connsiteY899" fmla="*/ 0 h 6858000"/>
              <a:gd name="connsiteX900" fmla="*/ 3775734 w 7467600"/>
              <a:gd name="connsiteY900" fmla="*/ 95131 h 6858000"/>
              <a:gd name="connsiteX901" fmla="*/ 3724807 w 7467600"/>
              <a:gd name="connsiteY901" fmla="*/ 272257 h 6858000"/>
              <a:gd name="connsiteX902" fmla="*/ 3726844 w 7467600"/>
              <a:gd name="connsiteY902" fmla="*/ 282988 h 6858000"/>
              <a:gd name="connsiteX903" fmla="*/ 3742664 w 7467600"/>
              <a:gd name="connsiteY903" fmla="*/ 279918 h 6858000"/>
              <a:gd name="connsiteX904" fmla="*/ 4103910 w 7467600"/>
              <a:gd name="connsiteY904" fmla="*/ 1161917 h 6858000"/>
              <a:gd name="connsiteX905" fmla="*/ 4020269 w 7467600"/>
              <a:gd name="connsiteY905" fmla="*/ 1200406 h 6858000"/>
              <a:gd name="connsiteX906" fmla="*/ 3674882 w 7467600"/>
              <a:gd name="connsiteY906" fmla="*/ 488524 h 6858000"/>
              <a:gd name="connsiteX907" fmla="*/ 3132682 w 7467600"/>
              <a:gd name="connsiteY907" fmla="*/ 1072284 h 6858000"/>
              <a:gd name="connsiteX908" fmla="*/ 2716346 w 7467600"/>
              <a:gd name="connsiteY908" fmla="*/ 1276376 h 6858000"/>
              <a:gd name="connsiteX909" fmla="*/ 2716772 w 7467600"/>
              <a:gd name="connsiteY909" fmla="*/ 1255462 h 6858000"/>
              <a:gd name="connsiteX910" fmla="*/ 3471096 w 7467600"/>
              <a:gd name="connsiteY910" fmla="*/ 437072 h 6858000"/>
              <a:gd name="connsiteX911" fmla="*/ 3639057 w 7467600"/>
              <a:gd name="connsiteY911" fmla="*/ 286334 h 6858000"/>
              <a:gd name="connsiteX912" fmla="*/ 3640309 w 7467600"/>
              <a:gd name="connsiteY912" fmla="*/ 284664 h 6858000"/>
              <a:gd name="connsiteX913" fmla="*/ 3646022 w 7467600"/>
              <a:gd name="connsiteY913" fmla="*/ 276711 h 6858000"/>
              <a:gd name="connsiteX914" fmla="*/ 3707943 w 7467600"/>
              <a:gd name="connsiteY914" fmla="*/ 65958 h 6858000"/>
              <a:gd name="connsiteX915" fmla="*/ 3721337 w 7467600"/>
              <a:gd name="connsiteY915" fmla="*/ 0 h 6858000"/>
              <a:gd name="connsiteX916" fmla="*/ 2867960 w 7467600"/>
              <a:gd name="connsiteY916" fmla="*/ 0 h 6858000"/>
              <a:gd name="connsiteX917" fmla="*/ 2926351 w 7467600"/>
              <a:gd name="connsiteY917" fmla="*/ 0 h 6858000"/>
              <a:gd name="connsiteX918" fmla="*/ 2902823 w 7467600"/>
              <a:gd name="connsiteY918" fmla="*/ 262929 h 6858000"/>
              <a:gd name="connsiteX919" fmla="*/ 2940663 w 7467600"/>
              <a:gd name="connsiteY919" fmla="*/ 140884 h 6858000"/>
              <a:gd name="connsiteX920" fmla="*/ 2947039 w 7467600"/>
              <a:gd name="connsiteY920" fmla="*/ 122524 h 6858000"/>
              <a:gd name="connsiteX921" fmla="*/ 2984316 w 7467600"/>
              <a:gd name="connsiteY921" fmla="*/ 0 h 6858000"/>
              <a:gd name="connsiteX922" fmla="*/ 3016114 w 7467600"/>
              <a:gd name="connsiteY922" fmla="*/ 0 h 6858000"/>
              <a:gd name="connsiteX923" fmla="*/ 2979949 w 7467600"/>
              <a:gd name="connsiteY923" fmla="*/ 119274 h 6858000"/>
              <a:gd name="connsiteX924" fmla="*/ 3023879 w 7467600"/>
              <a:gd name="connsiteY924" fmla="*/ 0 h 6858000"/>
              <a:gd name="connsiteX925" fmla="*/ 3105400 w 7467600"/>
              <a:gd name="connsiteY925" fmla="*/ 0 h 6858000"/>
              <a:gd name="connsiteX926" fmla="*/ 3094669 w 7467600"/>
              <a:gd name="connsiteY926" fmla="*/ 30308 h 6858000"/>
              <a:gd name="connsiteX927" fmla="*/ 2901945 w 7467600"/>
              <a:gd name="connsiteY927" fmla="*/ 466538 h 6858000"/>
              <a:gd name="connsiteX928" fmla="*/ 2815209 w 7467600"/>
              <a:gd name="connsiteY928" fmla="*/ 497361 h 6858000"/>
              <a:gd name="connsiteX929" fmla="*/ 2844845 w 7467600"/>
              <a:gd name="connsiteY929" fmla="*/ 127638 h 6858000"/>
              <a:gd name="connsiteX930" fmla="*/ 2867960 w 7467600"/>
              <a:gd name="connsiteY930" fmla="*/ 0 h 6858000"/>
              <a:gd name="connsiteX931" fmla="*/ 1057230 w 7467600"/>
              <a:gd name="connsiteY931" fmla="*/ 0 h 6858000"/>
              <a:gd name="connsiteX932" fmla="*/ 1111003 w 7467600"/>
              <a:gd name="connsiteY932" fmla="*/ 0 h 6858000"/>
              <a:gd name="connsiteX933" fmla="*/ 1125553 w 7467600"/>
              <a:gd name="connsiteY933" fmla="*/ 52588 h 6858000"/>
              <a:gd name="connsiteX934" fmla="*/ 1304276 w 7467600"/>
              <a:gd name="connsiteY934" fmla="*/ 476275 h 6858000"/>
              <a:gd name="connsiteX935" fmla="*/ 1492066 w 7467600"/>
              <a:gd name="connsiteY935" fmla="*/ 886333 h 6858000"/>
              <a:gd name="connsiteX936" fmla="*/ 1423698 w 7467600"/>
              <a:gd name="connsiteY936" fmla="*/ 710817 h 6858000"/>
              <a:gd name="connsiteX937" fmla="*/ 1357609 w 7467600"/>
              <a:gd name="connsiteY937" fmla="*/ 532892 h 6858000"/>
              <a:gd name="connsiteX938" fmla="*/ 1309550 w 7467600"/>
              <a:gd name="connsiteY938" fmla="*/ 374031 h 6858000"/>
              <a:gd name="connsiteX939" fmla="*/ 1193673 w 7467600"/>
              <a:gd name="connsiteY939" fmla="*/ 49533 h 6858000"/>
              <a:gd name="connsiteX940" fmla="*/ 1164391 w 7467600"/>
              <a:gd name="connsiteY940" fmla="*/ 0 h 6858000"/>
              <a:gd name="connsiteX941" fmla="*/ 1200666 w 7467600"/>
              <a:gd name="connsiteY941" fmla="*/ 0 h 6858000"/>
              <a:gd name="connsiteX942" fmla="*/ 1223408 w 7467600"/>
              <a:gd name="connsiteY942" fmla="*/ 38996 h 6858000"/>
              <a:gd name="connsiteX943" fmla="*/ 1339635 w 7467600"/>
              <a:gd name="connsiteY943" fmla="*/ 365517 h 6858000"/>
              <a:gd name="connsiteX944" fmla="*/ 1387469 w 7467600"/>
              <a:gd name="connsiteY944" fmla="*/ 523079 h 6858000"/>
              <a:gd name="connsiteX945" fmla="*/ 1452685 w 7467600"/>
              <a:gd name="connsiteY945" fmla="*/ 699806 h 6858000"/>
              <a:gd name="connsiteX946" fmla="*/ 1492092 w 7467600"/>
              <a:gd name="connsiteY946" fmla="*/ 800424 h 6858000"/>
              <a:gd name="connsiteX947" fmla="*/ 1455302 w 7467600"/>
              <a:gd name="connsiteY947" fmla="*/ 632913 h 6858000"/>
              <a:gd name="connsiteX948" fmla="*/ 1222336 w 7467600"/>
              <a:gd name="connsiteY948" fmla="*/ 9480 h 6858000"/>
              <a:gd name="connsiteX949" fmla="*/ 1214634 w 7467600"/>
              <a:gd name="connsiteY949" fmla="*/ 0 h 6858000"/>
              <a:gd name="connsiteX950" fmla="*/ 1289827 w 7467600"/>
              <a:gd name="connsiteY950" fmla="*/ 0 h 6858000"/>
              <a:gd name="connsiteX951" fmla="*/ 1321076 w 7467600"/>
              <a:gd name="connsiteY951" fmla="*/ 59722 h 6858000"/>
              <a:gd name="connsiteX952" fmla="*/ 1512579 w 7467600"/>
              <a:gd name="connsiteY952" fmla="*/ 626441 h 6858000"/>
              <a:gd name="connsiteX953" fmla="*/ 1506076 w 7467600"/>
              <a:gd name="connsiteY953" fmla="*/ 1089289 h 6858000"/>
              <a:gd name="connsiteX954" fmla="*/ 1486346 w 7467600"/>
              <a:gd name="connsiteY954" fmla="*/ 1079919 h 6858000"/>
              <a:gd name="connsiteX955" fmla="*/ 1070511 w 7467600"/>
              <a:gd name="connsiteY955" fmla="*/ 48609 h 6858000"/>
              <a:gd name="connsiteX956" fmla="*/ 1057230 w 7467600"/>
              <a:gd name="connsiteY956" fmla="*/ 0 h 6858000"/>
              <a:gd name="connsiteX957" fmla="*/ 43151 w 7467600"/>
              <a:gd name="connsiteY957" fmla="*/ 0 h 6858000"/>
              <a:gd name="connsiteX958" fmla="*/ 95283 w 7467600"/>
              <a:gd name="connsiteY958" fmla="*/ 0 h 6858000"/>
              <a:gd name="connsiteX959" fmla="*/ 300708 w 7467600"/>
              <a:gd name="connsiteY959" fmla="*/ 154571 h 6858000"/>
              <a:gd name="connsiteX960" fmla="*/ 530414 w 7467600"/>
              <a:gd name="connsiteY960" fmla="*/ 354673 h 6858000"/>
              <a:gd name="connsiteX961" fmla="*/ 333785 w 7467600"/>
              <a:gd name="connsiteY961" fmla="*/ 161564 h 6858000"/>
              <a:gd name="connsiteX962" fmla="*/ 147005 w 7467600"/>
              <a:gd name="connsiteY962" fmla="*/ 0 h 6858000"/>
              <a:gd name="connsiteX963" fmla="*/ 272509 w 7467600"/>
              <a:gd name="connsiteY963" fmla="*/ 0 h 6858000"/>
              <a:gd name="connsiteX964" fmla="*/ 326276 w 7467600"/>
              <a:gd name="connsiteY964" fmla="*/ 45847 h 6858000"/>
              <a:gd name="connsiteX965" fmla="*/ 823759 w 7467600"/>
              <a:gd name="connsiteY965" fmla="*/ 574145 h 6858000"/>
              <a:gd name="connsiteX966" fmla="*/ 811254 w 7467600"/>
              <a:gd name="connsiteY966" fmla="*/ 665546 h 6858000"/>
              <a:gd name="connsiteX967" fmla="*/ 154042 w 7467600"/>
              <a:gd name="connsiteY967" fmla="*/ 261522 h 6858000"/>
              <a:gd name="connsiteX968" fmla="*/ 13550 w 7467600"/>
              <a:gd name="connsiteY968" fmla="*/ 158423 h 6858000"/>
              <a:gd name="connsiteX969" fmla="*/ 0 w 7467600"/>
              <a:gd name="connsiteY969" fmla="*/ 146618 h 6858000"/>
              <a:gd name="connsiteX970" fmla="*/ 0 w 7467600"/>
              <a:gd name="connsiteY970" fmla="*/ 59161 h 6858000"/>
              <a:gd name="connsiteX971" fmla="*/ 45427 w 7467600"/>
              <a:gd name="connsiteY971" fmla="*/ 101078 h 6858000"/>
              <a:gd name="connsiteX972" fmla="*/ 630103 w 7467600"/>
              <a:gd name="connsiteY972" fmla="*/ 485885 h 6858000"/>
              <a:gd name="connsiteX973" fmla="*/ 532040 w 7467600"/>
              <a:gd name="connsiteY973" fmla="*/ 399359 h 6858000"/>
              <a:gd name="connsiteX974" fmla="*/ 517618 w 7467600"/>
              <a:gd name="connsiteY974" fmla="*/ 385726 h 6858000"/>
              <a:gd name="connsiteX975" fmla="*/ 285074 w 7467600"/>
              <a:gd name="connsiteY975" fmla="*/ 182755 h 6858000"/>
              <a:gd name="connsiteX976" fmla="*/ 43151 w 7467600"/>
              <a:gd name="connsiteY97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6844835 w 7467600"/>
              <a:gd name="connsiteY96" fmla="*/ 5424988 h 6858000"/>
              <a:gd name="connsiteX97" fmla="*/ 1456157 w 7467600"/>
              <a:gd name="connsiteY97" fmla="*/ 5371404 h 6858000"/>
              <a:gd name="connsiteX98" fmla="*/ 1244432 w 7467600"/>
              <a:gd name="connsiteY98" fmla="*/ 5385601 h 6858000"/>
              <a:gd name="connsiteX99" fmla="*/ 973990 w 7467600"/>
              <a:gd name="connsiteY99" fmla="*/ 5424940 h 6858000"/>
              <a:gd name="connsiteX100" fmla="*/ 1103809 w 7467600"/>
              <a:gd name="connsiteY100" fmla="*/ 5433720 h 6858000"/>
              <a:gd name="connsiteX101" fmla="*/ 1123454 w 7467600"/>
              <a:gd name="connsiteY101" fmla="*/ 5435727 h 6858000"/>
              <a:gd name="connsiteX102" fmla="*/ 1737017 w 7467600"/>
              <a:gd name="connsiteY102" fmla="*/ 5452183 h 6858000"/>
              <a:gd name="connsiteX103" fmla="*/ 1824397 w 7467600"/>
              <a:gd name="connsiteY103" fmla="*/ 5447757 h 6858000"/>
              <a:gd name="connsiteX104" fmla="*/ 2070059 w 7467600"/>
              <a:gd name="connsiteY104" fmla="*/ 5441660 h 6858000"/>
              <a:gd name="connsiteX105" fmla="*/ 1456157 w 7467600"/>
              <a:gd name="connsiteY105" fmla="*/ 5371404 h 6858000"/>
              <a:gd name="connsiteX106" fmla="*/ 4988186 w 7467600"/>
              <a:gd name="connsiteY106" fmla="*/ 5216467 h 6858000"/>
              <a:gd name="connsiteX107" fmla="*/ 4777334 w 7467600"/>
              <a:gd name="connsiteY107" fmla="*/ 5406072 h 6858000"/>
              <a:gd name="connsiteX108" fmla="*/ 4718341 w 7467600"/>
              <a:gd name="connsiteY108" fmla="*/ 5468043 h 6858000"/>
              <a:gd name="connsiteX109" fmla="*/ 4604655 w 7467600"/>
              <a:gd name="connsiteY109" fmla="*/ 5583434 h 6858000"/>
              <a:gd name="connsiteX110" fmla="*/ 4565074 w 7467600"/>
              <a:gd name="connsiteY110" fmla="*/ 5618550 h 6858000"/>
              <a:gd name="connsiteX111" fmla="*/ 4988186 w 7467600"/>
              <a:gd name="connsiteY111" fmla="*/ 5216467 h 6858000"/>
              <a:gd name="connsiteX112" fmla="*/ 4978032 w 7467600"/>
              <a:gd name="connsiteY112" fmla="*/ 5183809 h 6858000"/>
              <a:gd name="connsiteX113" fmla="*/ 4463413 w 7467600"/>
              <a:gd name="connsiteY113" fmla="*/ 5615162 h 6858000"/>
              <a:gd name="connsiteX114" fmla="*/ 4358134 w 7467600"/>
              <a:gd name="connsiteY114" fmla="*/ 5742791 h 6858000"/>
              <a:gd name="connsiteX115" fmla="*/ 4376219 w 7467600"/>
              <a:gd name="connsiteY115" fmla="*/ 5729027 h 6858000"/>
              <a:gd name="connsiteX116" fmla="*/ 4582340 w 7467600"/>
              <a:gd name="connsiteY116" fmla="*/ 5561037 h 6858000"/>
              <a:gd name="connsiteX117" fmla="*/ 4694684 w 7467600"/>
              <a:gd name="connsiteY117" fmla="*/ 5447098 h 6858000"/>
              <a:gd name="connsiteX118" fmla="*/ 4754123 w 7467600"/>
              <a:gd name="connsiteY118" fmla="*/ 5384643 h 6858000"/>
              <a:gd name="connsiteX119" fmla="*/ 4978032 w 7467600"/>
              <a:gd name="connsiteY119" fmla="*/ 5183809 h 6858000"/>
              <a:gd name="connsiteX120" fmla="*/ 1903353 w 7467600"/>
              <a:gd name="connsiteY120" fmla="*/ 5044827 h 6858000"/>
              <a:gd name="connsiteX121" fmla="*/ 1936931 w 7467600"/>
              <a:gd name="connsiteY121" fmla="*/ 5093954 h 6858000"/>
              <a:gd name="connsiteX122" fmla="*/ 2195868 w 7467600"/>
              <a:gd name="connsiteY122" fmla="*/ 5396574 h 6858000"/>
              <a:gd name="connsiteX123" fmla="*/ 2088852 w 7467600"/>
              <a:gd name="connsiteY123" fmla="*/ 5166123 h 6858000"/>
              <a:gd name="connsiteX124" fmla="*/ 1958241 w 7467600"/>
              <a:gd name="connsiteY124" fmla="*/ 5067955 h 6858000"/>
              <a:gd name="connsiteX125" fmla="*/ 1903353 w 7467600"/>
              <a:gd name="connsiteY125" fmla="*/ 5044827 h 6858000"/>
              <a:gd name="connsiteX126" fmla="*/ 1979378 w 7467600"/>
              <a:gd name="connsiteY126" fmla="*/ 4769504 h 6858000"/>
              <a:gd name="connsiteX127" fmla="*/ 2882120 w 7467600"/>
              <a:gd name="connsiteY127" fmla="*/ 5064547 h 6858000"/>
              <a:gd name="connsiteX128" fmla="*/ 2793103 w 7467600"/>
              <a:gd name="connsiteY128" fmla="*/ 5039699 h 6858000"/>
              <a:gd name="connsiteX129" fmla="*/ 2770041 w 7467600"/>
              <a:gd name="connsiteY129" fmla="*/ 5033634 h 6858000"/>
              <a:gd name="connsiteX130" fmla="*/ 1979378 w 7467600"/>
              <a:gd name="connsiteY130" fmla="*/ 4769504 h 6858000"/>
              <a:gd name="connsiteX131" fmla="*/ 1927410 w 7467600"/>
              <a:gd name="connsiteY131" fmla="*/ 4716164 h 6858000"/>
              <a:gd name="connsiteX132" fmla="*/ 1959587 w 7467600"/>
              <a:gd name="connsiteY132" fmla="*/ 4728849 h 6858000"/>
              <a:gd name="connsiteX133" fmla="*/ 2777707 w 7467600"/>
              <a:gd name="connsiteY133" fmla="*/ 5003991 h 6858000"/>
              <a:gd name="connsiteX134" fmla="*/ 2800768 w 7467600"/>
              <a:gd name="connsiteY134" fmla="*/ 5010056 h 6858000"/>
              <a:gd name="connsiteX135" fmla="*/ 2879408 w 7467600"/>
              <a:gd name="connsiteY135" fmla="*/ 5031590 h 6858000"/>
              <a:gd name="connsiteX136" fmla="*/ 2862295 w 7467600"/>
              <a:gd name="connsiteY136" fmla="*/ 5022958 h 6858000"/>
              <a:gd name="connsiteX137" fmla="*/ 2813343 w 7467600"/>
              <a:gd name="connsiteY137" fmla="*/ 4998369 h 6858000"/>
              <a:gd name="connsiteX138" fmla="*/ 2646245 w 7467600"/>
              <a:gd name="connsiteY138" fmla="*/ 4930999 h 6858000"/>
              <a:gd name="connsiteX139" fmla="*/ 1999243 w 7467600"/>
              <a:gd name="connsiteY139" fmla="*/ 4730524 h 6858000"/>
              <a:gd name="connsiteX140" fmla="*/ 1979527 w 7467600"/>
              <a:gd name="connsiteY140" fmla="*/ 4726651 h 6858000"/>
              <a:gd name="connsiteX141" fmla="*/ 1927410 w 7467600"/>
              <a:gd name="connsiteY141" fmla="*/ 4716164 h 6858000"/>
              <a:gd name="connsiteX142" fmla="*/ 1997014 w 7467600"/>
              <a:gd name="connsiteY142" fmla="*/ 4698007 h 6858000"/>
              <a:gd name="connsiteX143" fmla="*/ 2005458 w 7467600"/>
              <a:gd name="connsiteY143" fmla="*/ 4699540 h 6858000"/>
              <a:gd name="connsiteX144" fmla="*/ 2657186 w 7467600"/>
              <a:gd name="connsiteY144" fmla="*/ 4901687 h 6858000"/>
              <a:gd name="connsiteX145" fmla="*/ 2826662 w 7467600"/>
              <a:gd name="connsiteY145" fmla="*/ 4970362 h 6858000"/>
              <a:gd name="connsiteX146" fmla="*/ 2876100 w 7467600"/>
              <a:gd name="connsiteY146" fmla="*/ 4995397 h 6858000"/>
              <a:gd name="connsiteX147" fmla="*/ 3042600 w 7467600"/>
              <a:gd name="connsiteY147" fmla="*/ 5059532 h 6858000"/>
              <a:gd name="connsiteX148" fmla="*/ 1997014 w 7467600"/>
              <a:gd name="connsiteY148" fmla="*/ 4698007 h 6858000"/>
              <a:gd name="connsiteX149" fmla="*/ 2305292 w 7467600"/>
              <a:gd name="connsiteY149" fmla="*/ 4219492 h 6858000"/>
              <a:gd name="connsiteX150" fmla="*/ 3360922 w 7467600"/>
              <a:gd name="connsiteY150" fmla="*/ 4529373 h 6858000"/>
              <a:gd name="connsiteX151" fmla="*/ 3492420 w 7467600"/>
              <a:gd name="connsiteY151" fmla="*/ 4510145 h 6858000"/>
              <a:gd name="connsiteX152" fmla="*/ 3364086 w 7467600"/>
              <a:gd name="connsiteY152" fmla="*/ 4480340 h 6858000"/>
              <a:gd name="connsiteX153" fmla="*/ 3225818 w 7467600"/>
              <a:gd name="connsiteY153" fmla="*/ 4411822 h 6858000"/>
              <a:gd name="connsiteX154" fmla="*/ 3129696 w 7467600"/>
              <a:gd name="connsiteY154" fmla="*/ 4360704 h 6858000"/>
              <a:gd name="connsiteX155" fmla="*/ 2814545 w 7467600"/>
              <a:gd name="connsiteY155" fmla="*/ 4282955 h 6858000"/>
              <a:gd name="connsiteX156" fmla="*/ 2305292 w 7467600"/>
              <a:gd name="connsiteY156" fmla="*/ 4219492 h 6858000"/>
              <a:gd name="connsiteX157" fmla="*/ 2626982 w 7467600"/>
              <a:gd name="connsiteY157" fmla="*/ 4206450 h 6858000"/>
              <a:gd name="connsiteX158" fmla="*/ 2490617 w 7467600"/>
              <a:gd name="connsiteY158" fmla="*/ 4206951 h 6858000"/>
              <a:gd name="connsiteX159" fmla="*/ 2819869 w 7467600"/>
              <a:gd name="connsiteY159" fmla="*/ 4252936 h 6858000"/>
              <a:gd name="connsiteX160" fmla="*/ 3143018 w 7467600"/>
              <a:gd name="connsiteY160" fmla="*/ 4332698 h 6858000"/>
              <a:gd name="connsiteX161" fmla="*/ 3241520 w 7467600"/>
              <a:gd name="connsiteY161" fmla="*/ 4385112 h 6858000"/>
              <a:gd name="connsiteX162" fmla="*/ 3374575 w 7467600"/>
              <a:gd name="connsiteY162" fmla="*/ 4451517 h 6858000"/>
              <a:gd name="connsiteX163" fmla="*/ 3505221 w 7467600"/>
              <a:gd name="connsiteY163" fmla="*/ 4480757 h 6858000"/>
              <a:gd name="connsiteX164" fmla="*/ 2626982 w 7467600"/>
              <a:gd name="connsiteY164" fmla="*/ 4206450 h 6858000"/>
              <a:gd name="connsiteX165" fmla="*/ 1310106 w 7467600"/>
              <a:gd name="connsiteY165" fmla="*/ 3943217 h 6858000"/>
              <a:gd name="connsiteX166" fmla="*/ 854994 w 7467600"/>
              <a:gd name="connsiteY166" fmla="*/ 4399136 h 6858000"/>
              <a:gd name="connsiteX167" fmla="*/ 742462 w 7467600"/>
              <a:gd name="connsiteY167" fmla="*/ 4594648 h 6858000"/>
              <a:gd name="connsiteX168" fmla="*/ 820602 w 7467600"/>
              <a:gd name="connsiteY168" fmla="*/ 4485915 h 6858000"/>
              <a:gd name="connsiteX169" fmla="*/ 878295 w 7467600"/>
              <a:gd name="connsiteY169" fmla="*/ 4403594 h 6858000"/>
              <a:gd name="connsiteX170" fmla="*/ 1240607 w 7467600"/>
              <a:gd name="connsiteY170" fmla="*/ 4010401 h 6858000"/>
              <a:gd name="connsiteX171" fmla="*/ 1310106 w 7467600"/>
              <a:gd name="connsiteY171" fmla="*/ 3943217 h 6858000"/>
              <a:gd name="connsiteX172" fmla="*/ 1423113 w 7467600"/>
              <a:gd name="connsiteY172" fmla="*/ 3874565 h 6858000"/>
              <a:gd name="connsiteX173" fmla="*/ 1260565 w 7467600"/>
              <a:gd name="connsiteY173" fmla="*/ 4031982 h 6858000"/>
              <a:gd name="connsiteX174" fmla="*/ 901900 w 7467600"/>
              <a:gd name="connsiteY174" fmla="*/ 4421236 h 6858000"/>
              <a:gd name="connsiteX175" fmla="*/ 845044 w 7467600"/>
              <a:gd name="connsiteY175" fmla="*/ 4502436 h 6858000"/>
              <a:gd name="connsiteX176" fmla="*/ 685926 w 7467600"/>
              <a:gd name="connsiteY176" fmla="*/ 4703069 h 6858000"/>
              <a:gd name="connsiteX177" fmla="*/ 684248 w 7467600"/>
              <a:gd name="connsiteY177" fmla="*/ 4706721 h 6858000"/>
              <a:gd name="connsiteX178" fmla="*/ 1423113 w 7467600"/>
              <a:gd name="connsiteY178" fmla="*/ 3874565 h 6858000"/>
              <a:gd name="connsiteX179" fmla="*/ 3316479 w 7467600"/>
              <a:gd name="connsiteY179" fmla="*/ 3872136 h 6858000"/>
              <a:gd name="connsiteX180" fmla="*/ 3546806 w 7467600"/>
              <a:gd name="connsiteY180" fmla="*/ 4356139 h 6858000"/>
              <a:gd name="connsiteX181" fmla="*/ 3364433 w 7467600"/>
              <a:gd name="connsiteY181" fmla="*/ 3953121 h 6858000"/>
              <a:gd name="connsiteX182" fmla="*/ 3316479 w 7467600"/>
              <a:gd name="connsiteY182" fmla="*/ 3872136 h 6858000"/>
              <a:gd name="connsiteX183" fmla="*/ 3291335 w 7467600"/>
              <a:gd name="connsiteY183" fmla="*/ 3767420 h 6858000"/>
              <a:gd name="connsiteX184" fmla="*/ 3390805 w 7467600"/>
              <a:gd name="connsiteY184" fmla="*/ 3937163 h 6858000"/>
              <a:gd name="connsiteX185" fmla="*/ 3579062 w 7467600"/>
              <a:gd name="connsiteY185" fmla="*/ 4359040 h 6858000"/>
              <a:gd name="connsiteX186" fmla="*/ 3467355 w 7467600"/>
              <a:gd name="connsiteY186" fmla="*/ 3988130 h 6858000"/>
              <a:gd name="connsiteX187" fmla="*/ 3310753 w 7467600"/>
              <a:gd name="connsiteY187" fmla="*/ 3787140 h 6858000"/>
              <a:gd name="connsiteX188" fmla="*/ 3291335 w 7467600"/>
              <a:gd name="connsiteY188" fmla="*/ 3767420 h 6858000"/>
              <a:gd name="connsiteX189" fmla="*/ 1635889 w 7467600"/>
              <a:gd name="connsiteY189" fmla="*/ 3709494 h 6858000"/>
              <a:gd name="connsiteX190" fmla="*/ 1634800 w 7467600"/>
              <a:gd name="connsiteY190" fmla="*/ 3731111 h 6858000"/>
              <a:gd name="connsiteX191" fmla="*/ 1635889 w 7467600"/>
              <a:gd name="connsiteY191" fmla="*/ 3709494 h 6858000"/>
              <a:gd name="connsiteX192" fmla="*/ 1510397 w 7467600"/>
              <a:gd name="connsiteY192" fmla="*/ 3684705 h 6858000"/>
              <a:gd name="connsiteX193" fmla="*/ 1146550 w 7467600"/>
              <a:gd name="connsiteY193" fmla="*/ 3802012 h 6858000"/>
              <a:gd name="connsiteX194" fmla="*/ 698834 w 7467600"/>
              <a:gd name="connsiteY194" fmla="*/ 3952272 h 6858000"/>
              <a:gd name="connsiteX195" fmla="*/ 34256 w 7467600"/>
              <a:gd name="connsiteY195" fmla="*/ 4347603 h 6858000"/>
              <a:gd name="connsiteX196" fmla="*/ 527241 w 7467600"/>
              <a:gd name="connsiteY196" fmla="*/ 4065078 h 6858000"/>
              <a:gd name="connsiteX197" fmla="*/ 1510397 w 7467600"/>
              <a:gd name="connsiteY197" fmla="*/ 3684705 h 6858000"/>
              <a:gd name="connsiteX198" fmla="*/ 1313114 w 7467600"/>
              <a:gd name="connsiteY198" fmla="*/ 3655216 h 6858000"/>
              <a:gd name="connsiteX199" fmla="*/ 1109304 w 7467600"/>
              <a:gd name="connsiteY199" fmla="*/ 3669030 h 6858000"/>
              <a:gd name="connsiteX200" fmla="*/ 8129 w 7467600"/>
              <a:gd name="connsiteY200" fmla="*/ 4330519 h 6858000"/>
              <a:gd name="connsiteX201" fmla="*/ 687572 w 7467600"/>
              <a:gd name="connsiteY201" fmla="*/ 3925629 h 6858000"/>
              <a:gd name="connsiteX202" fmla="*/ 1138365 w 7467600"/>
              <a:gd name="connsiteY202" fmla="*/ 3774515 h 6858000"/>
              <a:gd name="connsiteX203" fmla="*/ 1505579 w 7467600"/>
              <a:gd name="connsiteY203" fmla="*/ 3655526 h 6858000"/>
              <a:gd name="connsiteX204" fmla="*/ 1313114 w 7467600"/>
              <a:gd name="connsiteY204" fmla="*/ 3655216 h 6858000"/>
              <a:gd name="connsiteX205" fmla="*/ 3655073 w 7467600"/>
              <a:gd name="connsiteY205" fmla="*/ 3650884 h 6858000"/>
              <a:gd name="connsiteX206" fmla="*/ 3989938 w 7467600"/>
              <a:gd name="connsiteY206" fmla="*/ 3991685 h 6858000"/>
              <a:gd name="connsiteX207" fmla="*/ 4393907 w 7467600"/>
              <a:gd name="connsiteY207" fmla="*/ 4261258 h 6858000"/>
              <a:gd name="connsiteX208" fmla="*/ 4648051 w 7467600"/>
              <a:gd name="connsiteY208" fmla="*/ 4374051 h 6858000"/>
              <a:gd name="connsiteX209" fmla="*/ 4383389 w 7467600"/>
              <a:gd name="connsiteY209" fmla="*/ 4184369 h 6858000"/>
              <a:gd name="connsiteX210" fmla="*/ 4165508 w 7467600"/>
              <a:gd name="connsiteY210" fmla="*/ 4035196 h 6858000"/>
              <a:gd name="connsiteX211" fmla="*/ 4068162 w 7467600"/>
              <a:gd name="connsiteY211" fmla="*/ 3953394 h 6858000"/>
              <a:gd name="connsiteX212" fmla="*/ 3981416 w 7467600"/>
              <a:gd name="connsiteY212" fmla="*/ 3880482 h 6858000"/>
              <a:gd name="connsiteX213" fmla="*/ 3800147 w 7467600"/>
              <a:gd name="connsiteY213" fmla="*/ 3749872 h 6858000"/>
              <a:gd name="connsiteX214" fmla="*/ 3655073 w 7467600"/>
              <a:gd name="connsiteY214" fmla="*/ 3650884 h 6858000"/>
              <a:gd name="connsiteX215" fmla="*/ 3670252 w 7467600"/>
              <a:gd name="connsiteY215" fmla="*/ 3622798 h 6858000"/>
              <a:gd name="connsiteX216" fmla="*/ 3817258 w 7467600"/>
              <a:gd name="connsiteY216" fmla="*/ 3723577 h 6858000"/>
              <a:gd name="connsiteX217" fmla="*/ 4000461 w 7467600"/>
              <a:gd name="connsiteY217" fmla="*/ 3855966 h 6858000"/>
              <a:gd name="connsiteX218" fmla="*/ 4088180 w 7467600"/>
              <a:gd name="connsiteY218" fmla="*/ 3929774 h 6858000"/>
              <a:gd name="connsiteX219" fmla="*/ 4184555 w 7467600"/>
              <a:gd name="connsiteY219" fmla="*/ 4010683 h 6858000"/>
              <a:gd name="connsiteX220" fmla="*/ 4399563 w 7467600"/>
              <a:gd name="connsiteY220" fmla="*/ 4158106 h 6858000"/>
              <a:gd name="connsiteX221" fmla="*/ 4684469 w 7467600"/>
              <a:gd name="connsiteY221" fmla="*/ 4364680 h 6858000"/>
              <a:gd name="connsiteX222" fmla="*/ 4690271 w 7467600"/>
              <a:gd name="connsiteY222" fmla="*/ 4370034 h 6858000"/>
              <a:gd name="connsiteX223" fmla="*/ 4136093 w 7467600"/>
              <a:gd name="connsiteY223" fmla="*/ 3858466 h 6858000"/>
              <a:gd name="connsiteX224" fmla="*/ 3670252 w 7467600"/>
              <a:gd name="connsiteY224" fmla="*/ 3622798 h 6858000"/>
              <a:gd name="connsiteX225" fmla="*/ 4440129 w 7467600"/>
              <a:gd name="connsiteY225" fmla="*/ 3448571 h 6858000"/>
              <a:gd name="connsiteX226" fmla="*/ 4856525 w 7467600"/>
              <a:gd name="connsiteY226" fmla="*/ 3915351 h 6858000"/>
              <a:gd name="connsiteX227" fmla="*/ 5059055 w 7467600"/>
              <a:gd name="connsiteY227" fmla="*/ 4108918 h 6858000"/>
              <a:gd name="connsiteX228" fmla="*/ 5290070 w 7467600"/>
              <a:gd name="connsiteY228" fmla="*/ 4263619 h 6858000"/>
              <a:gd name="connsiteX229" fmla="*/ 4834991 w 7467600"/>
              <a:gd name="connsiteY229" fmla="*/ 3830985 h 6858000"/>
              <a:gd name="connsiteX230" fmla="*/ 4440129 w 7467600"/>
              <a:gd name="connsiteY230" fmla="*/ 3448571 h 6858000"/>
              <a:gd name="connsiteX231" fmla="*/ 4441737 w 7467600"/>
              <a:gd name="connsiteY231" fmla="*/ 3399734 h 6858000"/>
              <a:gd name="connsiteX232" fmla="*/ 4431236 w 7467600"/>
              <a:gd name="connsiteY232" fmla="*/ 3400954 h 6858000"/>
              <a:gd name="connsiteX233" fmla="*/ 4557150 w 7467600"/>
              <a:gd name="connsiteY233" fmla="*/ 3510023 h 6858000"/>
              <a:gd name="connsiteX234" fmla="*/ 4856936 w 7467600"/>
              <a:gd name="connsiteY234" fmla="*/ 3809146 h 6858000"/>
              <a:gd name="connsiteX235" fmla="*/ 5111996 w 7467600"/>
              <a:gd name="connsiteY235" fmla="*/ 4065759 h 6858000"/>
              <a:gd name="connsiteX236" fmla="*/ 5388878 w 7467600"/>
              <a:gd name="connsiteY236" fmla="*/ 4300185 h 6858000"/>
              <a:gd name="connsiteX237" fmla="*/ 5425556 w 7467600"/>
              <a:gd name="connsiteY237" fmla="*/ 4308967 h 6858000"/>
              <a:gd name="connsiteX238" fmla="*/ 4943646 w 7467600"/>
              <a:gd name="connsiteY238" fmla="*/ 3822916 h 6858000"/>
              <a:gd name="connsiteX239" fmla="*/ 4594837 w 7467600"/>
              <a:gd name="connsiteY239" fmla="*/ 3532274 h 6858000"/>
              <a:gd name="connsiteX240" fmla="*/ 4441737 w 7467600"/>
              <a:gd name="connsiteY240" fmla="*/ 3399734 h 6858000"/>
              <a:gd name="connsiteX241" fmla="*/ 5425834 w 7467600"/>
              <a:gd name="connsiteY241" fmla="*/ 3162785 h 6858000"/>
              <a:gd name="connsiteX242" fmla="*/ 5401644 w 7467600"/>
              <a:gd name="connsiteY242" fmla="*/ 3617847 h 6858000"/>
              <a:gd name="connsiteX243" fmla="*/ 5467256 w 7467600"/>
              <a:gd name="connsiteY243" fmla="*/ 4175494 h 6858000"/>
              <a:gd name="connsiteX244" fmla="*/ 5448069 w 7467600"/>
              <a:gd name="connsiteY244" fmla="*/ 3567554 h 6858000"/>
              <a:gd name="connsiteX245" fmla="*/ 5425834 w 7467600"/>
              <a:gd name="connsiteY245" fmla="*/ 3162785 h 6858000"/>
              <a:gd name="connsiteX246" fmla="*/ 1318687 w 7467600"/>
              <a:gd name="connsiteY246" fmla="*/ 3113840 h 6858000"/>
              <a:gd name="connsiteX247" fmla="*/ 1066793 w 7467600"/>
              <a:gd name="connsiteY247" fmla="*/ 3212171 h 6858000"/>
              <a:gd name="connsiteX248" fmla="*/ 993319 w 7467600"/>
              <a:gd name="connsiteY248" fmla="*/ 3247648 h 6858000"/>
              <a:gd name="connsiteX249" fmla="*/ 853081 w 7467600"/>
              <a:gd name="connsiteY249" fmla="*/ 3312410 h 6858000"/>
              <a:gd name="connsiteX250" fmla="*/ 805957 w 7467600"/>
              <a:gd name="connsiteY250" fmla="*/ 3330443 h 6858000"/>
              <a:gd name="connsiteX251" fmla="*/ 1318687 w 7467600"/>
              <a:gd name="connsiteY251" fmla="*/ 3113840 h 6858000"/>
              <a:gd name="connsiteX252" fmla="*/ 5453702 w 7467600"/>
              <a:gd name="connsiteY252" fmla="*/ 3090882 h 6858000"/>
              <a:gd name="connsiteX253" fmla="*/ 5480135 w 7467600"/>
              <a:gd name="connsiteY253" fmla="*/ 3565802 h 6858000"/>
              <a:gd name="connsiteX254" fmla="*/ 5499023 w 7467600"/>
              <a:gd name="connsiteY254" fmla="*/ 4166310 h 6858000"/>
              <a:gd name="connsiteX255" fmla="*/ 5547022 w 7467600"/>
              <a:gd name="connsiteY255" fmla="*/ 3607838 h 6858000"/>
              <a:gd name="connsiteX256" fmla="*/ 5515964 w 7467600"/>
              <a:gd name="connsiteY256" fmla="*/ 3378541 h 6858000"/>
              <a:gd name="connsiteX257" fmla="*/ 5453702 w 7467600"/>
              <a:gd name="connsiteY257" fmla="*/ 3090882 h 6858000"/>
              <a:gd name="connsiteX258" fmla="*/ 1238695 w 7467600"/>
              <a:gd name="connsiteY258" fmla="*/ 3076820 h 6858000"/>
              <a:gd name="connsiteX259" fmla="*/ 716371 w 7467600"/>
              <a:gd name="connsiteY259" fmla="*/ 3293249 h 6858000"/>
              <a:gd name="connsiteX260" fmla="*/ 579522 w 7467600"/>
              <a:gd name="connsiteY260" fmla="*/ 3371759 h 6858000"/>
              <a:gd name="connsiteX261" fmla="*/ 600288 w 7467600"/>
              <a:gd name="connsiteY261" fmla="*/ 3365555 h 6858000"/>
              <a:gd name="connsiteX262" fmla="*/ 840692 w 7467600"/>
              <a:gd name="connsiteY262" fmla="*/ 3284921 h 6858000"/>
              <a:gd name="connsiteX263" fmla="*/ 979248 w 7467600"/>
              <a:gd name="connsiteY263" fmla="*/ 3221003 h 6858000"/>
              <a:gd name="connsiteX264" fmla="*/ 1053282 w 7467600"/>
              <a:gd name="connsiteY264" fmla="*/ 3185247 h 6858000"/>
              <a:gd name="connsiteX265" fmla="*/ 1320603 w 7467600"/>
              <a:gd name="connsiteY265" fmla="*/ 3081281 h 6858000"/>
              <a:gd name="connsiteX266" fmla="*/ 1238695 w 7467600"/>
              <a:gd name="connsiteY266" fmla="*/ 3076820 h 6858000"/>
              <a:gd name="connsiteX267" fmla="*/ 5425627 w 7467600"/>
              <a:gd name="connsiteY267" fmla="*/ 2954192 h 6858000"/>
              <a:gd name="connsiteX268" fmla="*/ 5470770 w 7467600"/>
              <a:gd name="connsiteY268" fmla="*/ 3005435 h 6858000"/>
              <a:gd name="connsiteX269" fmla="*/ 5519779 w 7467600"/>
              <a:gd name="connsiteY269" fmla="*/ 4359223 h 6858000"/>
              <a:gd name="connsiteX270" fmla="*/ 5520293 w 7467600"/>
              <a:gd name="connsiteY270" fmla="*/ 4360602 h 6858000"/>
              <a:gd name="connsiteX271" fmla="*/ 5767221 w 7467600"/>
              <a:gd name="connsiteY271" fmla="*/ 4665564 h 6858000"/>
              <a:gd name="connsiteX272" fmla="*/ 6937169 w 7467600"/>
              <a:gd name="connsiteY272" fmla="*/ 4815941 h 6858000"/>
              <a:gd name="connsiteX273" fmla="*/ 6953922 w 7467600"/>
              <a:gd name="connsiteY273" fmla="*/ 4890068 h 6858000"/>
              <a:gd name="connsiteX274" fmla="*/ 6071359 w 7467600"/>
              <a:gd name="connsiteY274" fmla="*/ 4770770 h 6858000"/>
              <a:gd name="connsiteX275" fmla="*/ 6038839 w 7467600"/>
              <a:gd name="connsiteY275" fmla="*/ 4764474 h 6858000"/>
              <a:gd name="connsiteX276" fmla="*/ 6038706 w 7467600"/>
              <a:gd name="connsiteY276" fmla="*/ 4763847 h 6858000"/>
              <a:gd name="connsiteX277" fmla="*/ 6037784 w 7467600"/>
              <a:gd name="connsiteY277" fmla="*/ 4764270 h 6858000"/>
              <a:gd name="connsiteX278" fmla="*/ 6038839 w 7467600"/>
              <a:gd name="connsiteY278" fmla="*/ 4764474 h 6858000"/>
              <a:gd name="connsiteX279" fmla="*/ 6040338 w 7467600"/>
              <a:gd name="connsiteY279" fmla="*/ 4771418 h 6858000"/>
              <a:gd name="connsiteX280" fmla="*/ 6024488 w 7467600"/>
              <a:gd name="connsiteY280" fmla="*/ 4809903 h 6858000"/>
              <a:gd name="connsiteX281" fmla="*/ 5599771 w 7467600"/>
              <a:gd name="connsiteY281" fmla="*/ 5509652 h 6858000"/>
              <a:gd name="connsiteX282" fmla="*/ 5548843 w 7467600"/>
              <a:gd name="connsiteY282" fmla="*/ 5563845 h 6858000"/>
              <a:gd name="connsiteX283" fmla="*/ 5940952 w 7467600"/>
              <a:gd name="connsiteY283" fmla="*/ 6250028 h 6858000"/>
              <a:gd name="connsiteX284" fmla="*/ 6043441 w 7467600"/>
              <a:gd name="connsiteY284" fmla="*/ 6665847 h 6858000"/>
              <a:gd name="connsiteX285" fmla="*/ 6093432 w 7467600"/>
              <a:gd name="connsiteY285" fmla="*/ 6858000 h 6858000"/>
              <a:gd name="connsiteX286" fmla="*/ 6034344 w 7467600"/>
              <a:gd name="connsiteY286" fmla="*/ 6858000 h 6858000"/>
              <a:gd name="connsiteX287" fmla="*/ 6026679 w 7467600"/>
              <a:gd name="connsiteY287" fmla="*/ 6836959 h 6858000"/>
              <a:gd name="connsiteX288" fmla="*/ 5800441 w 7467600"/>
              <a:gd name="connsiteY288" fmla="*/ 6335286 h 6858000"/>
              <a:gd name="connsiteX289" fmla="*/ 5526562 w 7467600"/>
              <a:gd name="connsiteY289" fmla="*/ 5705388 h 6858000"/>
              <a:gd name="connsiteX290" fmla="*/ 5519640 w 7467600"/>
              <a:gd name="connsiteY290" fmla="*/ 5683774 h 6858000"/>
              <a:gd name="connsiteX291" fmla="*/ 5844559 w 7467600"/>
              <a:gd name="connsiteY291" fmla="*/ 6553349 h 6858000"/>
              <a:gd name="connsiteX292" fmla="*/ 5975994 w 7467600"/>
              <a:gd name="connsiteY292" fmla="*/ 6858000 h 6858000"/>
              <a:gd name="connsiteX293" fmla="*/ 5898547 w 7467600"/>
              <a:gd name="connsiteY293" fmla="*/ 6858000 h 6858000"/>
              <a:gd name="connsiteX294" fmla="*/ 5682041 w 7467600"/>
              <a:gd name="connsiteY294" fmla="*/ 6355860 h 6858000"/>
              <a:gd name="connsiteX295" fmla="*/ 5461758 w 7467600"/>
              <a:gd name="connsiteY295" fmla="*/ 5820220 h 6858000"/>
              <a:gd name="connsiteX296" fmla="*/ 5237282 w 7467600"/>
              <a:gd name="connsiteY296" fmla="*/ 6579086 h 6858000"/>
              <a:gd name="connsiteX297" fmla="*/ 5115009 w 7467600"/>
              <a:gd name="connsiteY297" fmla="*/ 6858000 h 6858000"/>
              <a:gd name="connsiteX298" fmla="*/ 5028074 w 7467600"/>
              <a:gd name="connsiteY298" fmla="*/ 6858000 h 6858000"/>
              <a:gd name="connsiteX299" fmla="*/ 5079508 w 7467600"/>
              <a:gd name="connsiteY299" fmla="*/ 6749074 h 6858000"/>
              <a:gd name="connsiteX300" fmla="*/ 5371846 w 7467600"/>
              <a:gd name="connsiteY300" fmla="*/ 5924413 h 6858000"/>
              <a:gd name="connsiteX301" fmla="*/ 5270512 w 7467600"/>
              <a:gd name="connsiteY301" fmla="*/ 6138975 h 6858000"/>
              <a:gd name="connsiteX302" fmla="*/ 5062409 w 7467600"/>
              <a:gd name="connsiteY302" fmla="*/ 6653544 h 6858000"/>
              <a:gd name="connsiteX303" fmla="*/ 5036628 w 7467600"/>
              <a:gd name="connsiteY303" fmla="*/ 6754247 h 6858000"/>
              <a:gd name="connsiteX304" fmla="*/ 5009112 w 7467600"/>
              <a:gd name="connsiteY304" fmla="*/ 6858000 h 6858000"/>
              <a:gd name="connsiteX305" fmla="*/ 4976679 w 7467600"/>
              <a:gd name="connsiteY305" fmla="*/ 6858000 h 6858000"/>
              <a:gd name="connsiteX306" fmla="*/ 5006537 w 7467600"/>
              <a:gd name="connsiteY306" fmla="*/ 6747068 h 6858000"/>
              <a:gd name="connsiteX307" fmla="*/ 5032723 w 7467600"/>
              <a:gd name="connsiteY307" fmla="*/ 6644957 h 6858000"/>
              <a:gd name="connsiteX308" fmla="*/ 5242949 w 7467600"/>
              <a:gd name="connsiteY308" fmla="*/ 6125175 h 6858000"/>
              <a:gd name="connsiteX309" fmla="*/ 5286321 w 7467600"/>
              <a:gd name="connsiteY309" fmla="*/ 6033555 h 6858000"/>
              <a:gd name="connsiteX310" fmla="*/ 5008210 w 7467600"/>
              <a:gd name="connsiteY310" fmla="*/ 6649194 h 6858000"/>
              <a:gd name="connsiteX311" fmla="*/ 4986321 w 7467600"/>
              <a:gd name="connsiteY311" fmla="*/ 6765687 h 6858000"/>
              <a:gd name="connsiteX312" fmla="*/ 4973474 w 7467600"/>
              <a:gd name="connsiteY312" fmla="*/ 6858000 h 6858000"/>
              <a:gd name="connsiteX313" fmla="*/ 4907178 w 7467600"/>
              <a:gd name="connsiteY313" fmla="*/ 6858000 h 6858000"/>
              <a:gd name="connsiteX314" fmla="*/ 4910810 w 7467600"/>
              <a:gd name="connsiteY314" fmla="*/ 6829660 h 6858000"/>
              <a:gd name="connsiteX315" fmla="*/ 4987461 w 7467600"/>
              <a:gd name="connsiteY315" fmla="*/ 6432994 h 6858000"/>
              <a:gd name="connsiteX316" fmla="*/ 5179262 w 7467600"/>
              <a:gd name="connsiteY316" fmla="*/ 6035044 h 6858000"/>
              <a:gd name="connsiteX317" fmla="*/ 4689678 w 7467600"/>
              <a:gd name="connsiteY317" fmla="*/ 6440241 h 6858000"/>
              <a:gd name="connsiteX318" fmla="*/ 4477543 w 7467600"/>
              <a:gd name="connsiteY318" fmla="*/ 6674836 h 6858000"/>
              <a:gd name="connsiteX319" fmla="*/ 4329957 w 7467600"/>
              <a:gd name="connsiteY319" fmla="*/ 6858000 h 6858000"/>
              <a:gd name="connsiteX320" fmla="*/ 4218595 w 7467600"/>
              <a:gd name="connsiteY320" fmla="*/ 6858000 h 6858000"/>
              <a:gd name="connsiteX321" fmla="*/ 4368888 w 7467600"/>
              <a:gd name="connsiteY321" fmla="*/ 6668412 h 6858000"/>
              <a:gd name="connsiteX322" fmla="*/ 4563091 w 7467600"/>
              <a:gd name="connsiteY322" fmla="*/ 6442508 h 6858000"/>
              <a:gd name="connsiteX323" fmla="*/ 5387324 w 7467600"/>
              <a:gd name="connsiteY323" fmla="*/ 5705830 h 6858000"/>
              <a:gd name="connsiteX324" fmla="*/ 5073620 w 7467600"/>
              <a:gd name="connsiteY324" fmla="*/ 5955437 h 6858000"/>
              <a:gd name="connsiteX325" fmla="*/ 4689789 w 7467600"/>
              <a:gd name="connsiteY325" fmla="*/ 6268382 h 6858000"/>
              <a:gd name="connsiteX326" fmla="*/ 4418722 w 7467600"/>
              <a:gd name="connsiteY326" fmla="*/ 6570886 h 6858000"/>
              <a:gd name="connsiteX327" fmla="*/ 4214944 w 7467600"/>
              <a:gd name="connsiteY327" fmla="*/ 6858000 h 6858000"/>
              <a:gd name="connsiteX328" fmla="*/ 4177898 w 7467600"/>
              <a:gd name="connsiteY328" fmla="*/ 6858000 h 6858000"/>
              <a:gd name="connsiteX329" fmla="*/ 4391597 w 7467600"/>
              <a:gd name="connsiteY329" fmla="*/ 6556370 h 6858000"/>
              <a:gd name="connsiteX330" fmla="*/ 4668889 w 7467600"/>
              <a:gd name="connsiteY330" fmla="*/ 6246399 h 6858000"/>
              <a:gd name="connsiteX331" fmla="*/ 5055427 w 7467600"/>
              <a:gd name="connsiteY331" fmla="*/ 5931476 h 6858000"/>
              <a:gd name="connsiteX332" fmla="*/ 5371814 w 7467600"/>
              <a:gd name="connsiteY332" fmla="*/ 5678975 h 6858000"/>
              <a:gd name="connsiteX333" fmla="*/ 4987918 w 7467600"/>
              <a:gd name="connsiteY333" fmla="*/ 5838701 h 6858000"/>
              <a:gd name="connsiteX334" fmla="*/ 4317146 w 7467600"/>
              <a:gd name="connsiteY334" fmla="*/ 6587716 h 6858000"/>
              <a:gd name="connsiteX335" fmla="*/ 4171627 w 7467600"/>
              <a:gd name="connsiteY335" fmla="*/ 6858000 h 6858000"/>
              <a:gd name="connsiteX336" fmla="*/ 4081585 w 7467600"/>
              <a:gd name="connsiteY336" fmla="*/ 6858000 h 6858000"/>
              <a:gd name="connsiteX337" fmla="*/ 4238603 w 7467600"/>
              <a:gd name="connsiteY337" fmla="*/ 6559341 h 6858000"/>
              <a:gd name="connsiteX338" fmla="*/ 4778333 w 7467600"/>
              <a:gd name="connsiteY338" fmla="*/ 5873626 h 6858000"/>
              <a:gd name="connsiteX339" fmla="*/ 5414185 w 7467600"/>
              <a:gd name="connsiteY339" fmla="*/ 5573882 h 6858000"/>
              <a:gd name="connsiteX340" fmla="*/ 5959648 w 7467600"/>
              <a:gd name="connsiteY340" fmla="*/ 4760797 h 6858000"/>
              <a:gd name="connsiteX341" fmla="*/ 5355019 w 7467600"/>
              <a:gd name="connsiteY341" fmla="*/ 4734672 h 6858000"/>
              <a:gd name="connsiteX342" fmla="*/ 5083565 w 7467600"/>
              <a:gd name="connsiteY342" fmla="*/ 5179121 h 6858000"/>
              <a:gd name="connsiteX343" fmla="*/ 4713577 w 7467600"/>
              <a:gd name="connsiteY343" fmla="*/ 5616803 h 6858000"/>
              <a:gd name="connsiteX344" fmla="*/ 3989559 w 7467600"/>
              <a:gd name="connsiteY344" fmla="*/ 6145945 h 6858000"/>
              <a:gd name="connsiteX345" fmla="*/ 3939824 w 7467600"/>
              <a:gd name="connsiteY345" fmla="*/ 6066900 h 6858000"/>
              <a:gd name="connsiteX346" fmla="*/ 4584537 w 7467600"/>
              <a:gd name="connsiteY346" fmla="*/ 5324826 h 6858000"/>
              <a:gd name="connsiteX347" fmla="*/ 5037105 w 7467600"/>
              <a:gd name="connsiteY347" fmla="*/ 5088765 h 6858000"/>
              <a:gd name="connsiteX348" fmla="*/ 5039930 w 7467600"/>
              <a:gd name="connsiteY348" fmla="*/ 5089585 h 6858000"/>
              <a:gd name="connsiteX349" fmla="*/ 5263764 w 7467600"/>
              <a:gd name="connsiteY349" fmla="*/ 4735525 h 6858000"/>
              <a:gd name="connsiteX350" fmla="*/ 4086300 w 7467600"/>
              <a:gd name="connsiteY350" fmla="*/ 4884599 h 6858000"/>
              <a:gd name="connsiteX351" fmla="*/ 4085485 w 7467600"/>
              <a:gd name="connsiteY351" fmla="*/ 4899070 h 6858000"/>
              <a:gd name="connsiteX352" fmla="*/ 3871915 w 7467600"/>
              <a:gd name="connsiteY352" fmla="*/ 5253645 h 6858000"/>
              <a:gd name="connsiteX353" fmla="*/ 3799374 w 7467600"/>
              <a:gd name="connsiteY353" fmla="*/ 5466127 h 6858000"/>
              <a:gd name="connsiteX354" fmla="*/ 3498850 w 7467600"/>
              <a:gd name="connsiteY354" fmla="*/ 6661888 h 6858000"/>
              <a:gd name="connsiteX355" fmla="*/ 3399216 w 7467600"/>
              <a:gd name="connsiteY355" fmla="*/ 6858000 h 6858000"/>
              <a:gd name="connsiteX356" fmla="*/ 3303688 w 7467600"/>
              <a:gd name="connsiteY356" fmla="*/ 6858000 h 6858000"/>
              <a:gd name="connsiteX357" fmla="*/ 3391774 w 7467600"/>
              <a:gd name="connsiteY357" fmla="*/ 6697181 h 6858000"/>
              <a:gd name="connsiteX358" fmla="*/ 3735540 w 7467600"/>
              <a:gd name="connsiteY358" fmla="*/ 5546923 h 6858000"/>
              <a:gd name="connsiteX359" fmla="*/ 3729438 w 7467600"/>
              <a:gd name="connsiteY359" fmla="*/ 5569058 h 6858000"/>
              <a:gd name="connsiteX360" fmla="*/ 3707782 w 7467600"/>
              <a:gd name="connsiteY360" fmla="*/ 5644908 h 6858000"/>
              <a:gd name="connsiteX361" fmla="*/ 3583827 w 7467600"/>
              <a:gd name="connsiteY361" fmla="*/ 6039215 h 6858000"/>
              <a:gd name="connsiteX362" fmla="*/ 3547861 w 7467600"/>
              <a:gd name="connsiteY362" fmla="*/ 6129609 h 6858000"/>
              <a:gd name="connsiteX363" fmla="*/ 3490905 w 7467600"/>
              <a:gd name="connsiteY363" fmla="*/ 6277660 h 6858000"/>
              <a:gd name="connsiteX364" fmla="*/ 3455859 w 7467600"/>
              <a:gd name="connsiteY364" fmla="*/ 6391301 h 6858000"/>
              <a:gd name="connsiteX365" fmla="*/ 3429112 w 7467600"/>
              <a:gd name="connsiteY365" fmla="*/ 6479469 h 6858000"/>
              <a:gd name="connsiteX366" fmla="*/ 3304862 w 7467600"/>
              <a:gd name="connsiteY366" fmla="*/ 6796476 h 6858000"/>
              <a:gd name="connsiteX367" fmla="*/ 3276071 w 7467600"/>
              <a:gd name="connsiteY367" fmla="*/ 6858000 h 6858000"/>
              <a:gd name="connsiteX368" fmla="*/ 3240805 w 7467600"/>
              <a:gd name="connsiteY368" fmla="*/ 6858000 h 6858000"/>
              <a:gd name="connsiteX369" fmla="*/ 3275917 w 7467600"/>
              <a:gd name="connsiteY369" fmla="*/ 6783192 h 6858000"/>
              <a:gd name="connsiteX370" fmla="*/ 3399358 w 7467600"/>
              <a:gd name="connsiteY370" fmla="*/ 6469011 h 6858000"/>
              <a:gd name="connsiteX371" fmla="*/ 3425650 w 7467600"/>
              <a:gd name="connsiteY371" fmla="*/ 6381333 h 6858000"/>
              <a:gd name="connsiteX372" fmla="*/ 3460661 w 7467600"/>
              <a:gd name="connsiteY372" fmla="*/ 6266763 h 6858000"/>
              <a:gd name="connsiteX373" fmla="*/ 3518021 w 7467600"/>
              <a:gd name="connsiteY373" fmla="*/ 6117298 h 6858000"/>
              <a:gd name="connsiteX374" fmla="*/ 3554035 w 7467600"/>
              <a:gd name="connsiteY374" fmla="*/ 6027832 h 6858000"/>
              <a:gd name="connsiteX375" fmla="*/ 3677174 w 7467600"/>
              <a:gd name="connsiteY375" fmla="*/ 5636351 h 6858000"/>
              <a:gd name="connsiteX376" fmla="*/ 3698819 w 7467600"/>
              <a:gd name="connsiteY376" fmla="*/ 5560503 h 6858000"/>
              <a:gd name="connsiteX377" fmla="*/ 3702094 w 7467600"/>
              <a:gd name="connsiteY377" fmla="*/ 5549194 h 6858000"/>
              <a:gd name="connsiteX378" fmla="*/ 3398355 w 7467600"/>
              <a:gd name="connsiteY378" fmla="*/ 6094603 h 6858000"/>
              <a:gd name="connsiteX379" fmla="*/ 3193941 w 7467600"/>
              <a:gd name="connsiteY379" fmla="*/ 6798775 h 6858000"/>
              <a:gd name="connsiteX380" fmla="*/ 3184140 w 7467600"/>
              <a:gd name="connsiteY380" fmla="*/ 6858000 h 6858000"/>
              <a:gd name="connsiteX381" fmla="*/ 3099978 w 7467600"/>
              <a:gd name="connsiteY381" fmla="*/ 6858000 h 6858000"/>
              <a:gd name="connsiteX382" fmla="*/ 3101556 w 7467600"/>
              <a:gd name="connsiteY382" fmla="*/ 6843337 h 6858000"/>
              <a:gd name="connsiteX383" fmla="*/ 3370162 w 7467600"/>
              <a:gd name="connsiteY383" fmla="*/ 5785550 h 6858000"/>
              <a:gd name="connsiteX384" fmla="*/ 3746477 w 7467600"/>
              <a:gd name="connsiteY384" fmla="*/ 5377889 h 6858000"/>
              <a:gd name="connsiteX385" fmla="*/ 3863399 w 7467600"/>
              <a:gd name="connsiteY385" fmla="*/ 5087257 h 6858000"/>
              <a:gd name="connsiteX386" fmla="*/ 3968712 w 7467600"/>
              <a:gd name="connsiteY386" fmla="*/ 4913989 h 6858000"/>
              <a:gd name="connsiteX387" fmla="*/ 2792390 w 7467600"/>
              <a:gd name="connsiteY387" fmla="*/ 5382974 h 6858000"/>
              <a:gd name="connsiteX388" fmla="*/ 2714982 w 7467600"/>
              <a:gd name="connsiteY388" fmla="*/ 5427051 h 6858000"/>
              <a:gd name="connsiteX389" fmla="*/ 2813361 w 7467600"/>
              <a:gd name="connsiteY389" fmla="*/ 6023912 h 6858000"/>
              <a:gd name="connsiteX390" fmla="*/ 2688430 w 7467600"/>
              <a:gd name="connsiteY390" fmla="*/ 6801564 h 6858000"/>
              <a:gd name="connsiteX391" fmla="*/ 2629626 w 7467600"/>
              <a:gd name="connsiteY391" fmla="*/ 6763394 h 6858000"/>
              <a:gd name="connsiteX392" fmla="*/ 2565328 w 7467600"/>
              <a:gd name="connsiteY392" fmla="*/ 5516399 h 6858000"/>
              <a:gd name="connsiteX393" fmla="*/ 1922999 w 7467600"/>
              <a:gd name="connsiteY393" fmla="*/ 5980343 h 6858000"/>
              <a:gd name="connsiteX394" fmla="*/ 1950261 w 7467600"/>
              <a:gd name="connsiteY394" fmla="*/ 6405858 h 6858000"/>
              <a:gd name="connsiteX395" fmla="*/ 2365554 w 7467600"/>
              <a:gd name="connsiteY395" fmla="*/ 6759107 h 6858000"/>
              <a:gd name="connsiteX396" fmla="*/ 2424142 w 7467600"/>
              <a:gd name="connsiteY396" fmla="*/ 6858000 h 6858000"/>
              <a:gd name="connsiteX397" fmla="*/ 2395994 w 7467600"/>
              <a:gd name="connsiteY397" fmla="*/ 6858000 h 6858000"/>
              <a:gd name="connsiteX398" fmla="*/ 2392863 w 7467600"/>
              <a:gd name="connsiteY398" fmla="*/ 6852964 h 6858000"/>
              <a:gd name="connsiteX399" fmla="*/ 2017589 w 7467600"/>
              <a:gd name="connsiteY399" fmla="*/ 6493982 h 6858000"/>
              <a:gd name="connsiteX400" fmla="*/ 2147336 w 7467600"/>
              <a:gd name="connsiteY400" fmla="*/ 6594052 h 6858000"/>
              <a:gd name="connsiteX401" fmla="*/ 2207047 w 7467600"/>
              <a:gd name="connsiteY401" fmla="*/ 6654540 h 6858000"/>
              <a:gd name="connsiteX402" fmla="*/ 2299106 w 7467600"/>
              <a:gd name="connsiteY402" fmla="*/ 6778931 h 6858000"/>
              <a:gd name="connsiteX403" fmla="*/ 2314430 w 7467600"/>
              <a:gd name="connsiteY403" fmla="*/ 6801144 h 6858000"/>
              <a:gd name="connsiteX404" fmla="*/ 2352406 w 7467600"/>
              <a:gd name="connsiteY404" fmla="*/ 6858000 h 6858000"/>
              <a:gd name="connsiteX405" fmla="*/ 2314492 w 7467600"/>
              <a:gd name="connsiteY405" fmla="*/ 6858000 h 6858000"/>
              <a:gd name="connsiteX406" fmla="*/ 2288095 w 7467600"/>
              <a:gd name="connsiteY406" fmla="*/ 6818030 h 6858000"/>
              <a:gd name="connsiteX407" fmla="*/ 2272768 w 7467600"/>
              <a:gd name="connsiteY407" fmla="*/ 6795822 h 6858000"/>
              <a:gd name="connsiteX408" fmla="*/ 2182715 w 7467600"/>
              <a:gd name="connsiteY408" fmla="*/ 6675071 h 6858000"/>
              <a:gd name="connsiteX409" fmla="*/ 2032061 w 7467600"/>
              <a:gd name="connsiteY409" fmla="*/ 6541380 h 6858000"/>
              <a:gd name="connsiteX410" fmla="*/ 2257220 w 7467600"/>
              <a:gd name="connsiteY410" fmla="*/ 6826257 h 6858000"/>
              <a:gd name="connsiteX411" fmla="*/ 2281324 w 7467600"/>
              <a:gd name="connsiteY411" fmla="*/ 6858000 h 6858000"/>
              <a:gd name="connsiteX412" fmla="*/ 2242860 w 7467600"/>
              <a:gd name="connsiteY412" fmla="*/ 6858000 h 6858000"/>
              <a:gd name="connsiteX413" fmla="*/ 2232818 w 7467600"/>
              <a:gd name="connsiteY413" fmla="*/ 6844926 h 6858000"/>
              <a:gd name="connsiteX414" fmla="*/ 1990172 w 7467600"/>
              <a:gd name="connsiteY414" fmla="*/ 6542121 h 6858000"/>
              <a:gd name="connsiteX415" fmla="*/ 2124090 w 7467600"/>
              <a:gd name="connsiteY415" fmla="*/ 6761017 h 6858000"/>
              <a:gd name="connsiteX416" fmla="*/ 2200380 w 7467600"/>
              <a:gd name="connsiteY416" fmla="*/ 6858000 h 6858000"/>
              <a:gd name="connsiteX417" fmla="*/ 2147507 w 7467600"/>
              <a:gd name="connsiteY417" fmla="*/ 6858000 h 6858000"/>
              <a:gd name="connsiteX418" fmla="*/ 2070668 w 7467600"/>
              <a:gd name="connsiteY418" fmla="*/ 6761520 h 6858000"/>
              <a:gd name="connsiteX419" fmla="*/ 1975142 w 7467600"/>
              <a:gd name="connsiteY419" fmla="*/ 6585570 h 6858000"/>
              <a:gd name="connsiteX420" fmla="*/ 2050035 w 7467600"/>
              <a:gd name="connsiteY420" fmla="*/ 6813345 h 6858000"/>
              <a:gd name="connsiteX421" fmla="*/ 2063025 w 7467600"/>
              <a:gd name="connsiteY421" fmla="*/ 6858000 h 6858000"/>
              <a:gd name="connsiteX422" fmla="*/ 2021675 w 7467600"/>
              <a:gd name="connsiteY422" fmla="*/ 6858000 h 6858000"/>
              <a:gd name="connsiteX423" fmla="*/ 2019308 w 7467600"/>
              <a:gd name="connsiteY423" fmla="*/ 6847118 h 6858000"/>
              <a:gd name="connsiteX424" fmla="*/ 1938835 w 7467600"/>
              <a:gd name="connsiteY424" fmla="*/ 6551160 h 6858000"/>
              <a:gd name="connsiteX425" fmla="*/ 1953230 w 7467600"/>
              <a:gd name="connsiteY425" fmla="*/ 6759699 h 6858000"/>
              <a:gd name="connsiteX426" fmla="*/ 1956763 w 7467600"/>
              <a:gd name="connsiteY426" fmla="*/ 6778191 h 6858000"/>
              <a:gd name="connsiteX427" fmla="*/ 1967925 w 7467600"/>
              <a:gd name="connsiteY427" fmla="*/ 6858000 h 6858000"/>
              <a:gd name="connsiteX428" fmla="*/ 1936622 w 7467600"/>
              <a:gd name="connsiteY428" fmla="*/ 6858000 h 6858000"/>
              <a:gd name="connsiteX429" fmla="*/ 1926261 w 7467600"/>
              <a:gd name="connsiteY429" fmla="*/ 6784064 h 6858000"/>
              <a:gd name="connsiteX430" fmla="*/ 1922724 w 7467600"/>
              <a:gd name="connsiteY430" fmla="*/ 6765577 h 6858000"/>
              <a:gd name="connsiteX431" fmla="*/ 1904650 w 7467600"/>
              <a:gd name="connsiteY431" fmla="*/ 6639616 h 6858000"/>
              <a:gd name="connsiteX432" fmla="*/ 1885273 w 7467600"/>
              <a:gd name="connsiteY432" fmla="*/ 6858000 h 6858000"/>
              <a:gd name="connsiteX433" fmla="*/ 1854363 w 7467600"/>
              <a:gd name="connsiteY433" fmla="*/ 6858000 h 6858000"/>
              <a:gd name="connsiteX434" fmla="*/ 1880391 w 7467600"/>
              <a:gd name="connsiteY434" fmla="*/ 6603796 h 6858000"/>
              <a:gd name="connsiteX435" fmla="*/ 1818273 w 7467600"/>
              <a:gd name="connsiteY435" fmla="*/ 6715729 h 6858000"/>
              <a:gd name="connsiteX436" fmla="*/ 1794691 w 7467600"/>
              <a:gd name="connsiteY436" fmla="*/ 6843239 h 6858000"/>
              <a:gd name="connsiteX437" fmla="*/ 1794914 w 7467600"/>
              <a:gd name="connsiteY437" fmla="*/ 6858000 h 6858000"/>
              <a:gd name="connsiteX438" fmla="*/ 1746128 w 7467600"/>
              <a:gd name="connsiteY438" fmla="*/ 6858000 h 6858000"/>
              <a:gd name="connsiteX439" fmla="*/ 1753934 w 7467600"/>
              <a:gd name="connsiteY439" fmla="*/ 6724796 h 6858000"/>
              <a:gd name="connsiteX440" fmla="*/ 1792053 w 7467600"/>
              <a:gd name="connsiteY440" fmla="*/ 6572396 h 6858000"/>
              <a:gd name="connsiteX441" fmla="*/ 1862248 w 7467600"/>
              <a:gd name="connsiteY441" fmla="*/ 6266397 h 6858000"/>
              <a:gd name="connsiteX442" fmla="*/ 1862250 w 7467600"/>
              <a:gd name="connsiteY442" fmla="*/ 6033531 h 6858000"/>
              <a:gd name="connsiteX443" fmla="*/ 1211999 w 7467600"/>
              <a:gd name="connsiteY443" fmla="*/ 6683610 h 6858000"/>
              <a:gd name="connsiteX444" fmla="*/ 1213266 w 7467600"/>
              <a:gd name="connsiteY444" fmla="*/ 6691947 h 6858000"/>
              <a:gd name="connsiteX445" fmla="*/ 1203370 w 7467600"/>
              <a:gd name="connsiteY445" fmla="*/ 6850676 h 6858000"/>
              <a:gd name="connsiteX446" fmla="*/ 1203671 w 7467600"/>
              <a:gd name="connsiteY446" fmla="*/ 6858000 h 6858000"/>
              <a:gd name="connsiteX447" fmla="*/ 1143180 w 7467600"/>
              <a:gd name="connsiteY447" fmla="*/ 6858000 h 6858000"/>
              <a:gd name="connsiteX448" fmla="*/ 1142176 w 7467600"/>
              <a:gd name="connsiteY448" fmla="*/ 6766045 h 6858000"/>
              <a:gd name="connsiteX449" fmla="*/ 1067484 w 7467600"/>
              <a:gd name="connsiteY449" fmla="*/ 6858000 h 6858000"/>
              <a:gd name="connsiteX450" fmla="*/ 953928 w 7467600"/>
              <a:gd name="connsiteY450" fmla="*/ 6858000 h 6858000"/>
              <a:gd name="connsiteX451" fmla="*/ 959715 w 7467600"/>
              <a:gd name="connsiteY451" fmla="*/ 6850185 h 6858000"/>
              <a:gd name="connsiteX452" fmla="*/ 1483788 w 7467600"/>
              <a:gd name="connsiteY452" fmla="*/ 6259174 h 6858000"/>
              <a:gd name="connsiteX453" fmla="*/ 1100671 w 7467600"/>
              <a:gd name="connsiteY453" fmla="*/ 6252137 h 6858000"/>
              <a:gd name="connsiteX454" fmla="*/ 1090144 w 7467600"/>
              <a:gd name="connsiteY454" fmla="*/ 6256748 h 6858000"/>
              <a:gd name="connsiteX455" fmla="*/ 1095872 w 7467600"/>
              <a:gd name="connsiteY455" fmla="*/ 6271892 h 6858000"/>
              <a:gd name="connsiteX456" fmla="*/ 262785 w 7467600"/>
              <a:gd name="connsiteY456" fmla="*/ 6845450 h 6858000"/>
              <a:gd name="connsiteX457" fmla="*/ 209968 w 7467600"/>
              <a:gd name="connsiteY457" fmla="*/ 6770713 h 6858000"/>
              <a:gd name="connsiteX458" fmla="*/ 873460 w 7467600"/>
              <a:gd name="connsiteY458" fmla="*/ 6253768 h 6858000"/>
              <a:gd name="connsiteX459" fmla="*/ 192686 w 7467600"/>
              <a:gd name="connsiteY459" fmla="*/ 5849257 h 6858000"/>
              <a:gd name="connsiteX460" fmla="*/ 4696 w 7467600"/>
              <a:gd name="connsiteY460" fmla="*/ 5697668 h 6858000"/>
              <a:gd name="connsiteX461" fmla="*/ 0 w 7467600"/>
              <a:gd name="connsiteY461" fmla="*/ 5689984 h 6858000"/>
              <a:gd name="connsiteX462" fmla="*/ 0 w 7467600"/>
              <a:gd name="connsiteY462" fmla="*/ 5513472 h 6858000"/>
              <a:gd name="connsiteX463" fmla="*/ 174101 w 7467600"/>
              <a:gd name="connsiteY463" fmla="*/ 5620277 h 6858000"/>
              <a:gd name="connsiteX464" fmla="*/ 891800 w 7467600"/>
              <a:gd name="connsiteY464" fmla="*/ 6036935 h 6858000"/>
              <a:gd name="connsiteX465" fmla="*/ 1072219 w 7467600"/>
              <a:gd name="connsiteY465" fmla="*/ 6169443 h 6858000"/>
              <a:gd name="connsiteX466" fmla="*/ 1074117 w 7467600"/>
              <a:gd name="connsiteY466" fmla="*/ 6170301 h 6858000"/>
              <a:gd name="connsiteX467" fmla="*/ 1083114 w 7467600"/>
              <a:gd name="connsiteY467" fmla="*/ 6174131 h 6858000"/>
              <a:gd name="connsiteX468" fmla="*/ 1543010 w 7467600"/>
              <a:gd name="connsiteY468" fmla="*/ 6191140 h 6858000"/>
              <a:gd name="connsiteX469" fmla="*/ 1551080 w 7467600"/>
              <a:gd name="connsiteY469" fmla="*/ 6195006 h 6858000"/>
              <a:gd name="connsiteX470" fmla="*/ 2345443 w 7467600"/>
              <a:gd name="connsiteY470" fmla="*/ 5549882 h 6858000"/>
              <a:gd name="connsiteX471" fmla="*/ 1721499 w 7467600"/>
              <a:gd name="connsiteY471" fmla="*/ 5599969 h 6858000"/>
              <a:gd name="connsiteX472" fmla="*/ 767716 w 7467600"/>
              <a:gd name="connsiteY472" fmla="*/ 5472768 h 6858000"/>
              <a:gd name="connsiteX473" fmla="*/ 722147 w 7467600"/>
              <a:gd name="connsiteY473" fmla="*/ 5393091 h 6858000"/>
              <a:gd name="connsiteX474" fmla="*/ 1485552 w 7467600"/>
              <a:gd name="connsiteY474" fmla="*/ 5313202 h 6858000"/>
              <a:gd name="connsiteX475" fmla="*/ 2143004 w 7467600"/>
              <a:gd name="connsiteY475" fmla="*/ 5402420 h 6858000"/>
              <a:gd name="connsiteX476" fmla="*/ 1933391 w 7467600"/>
              <a:gd name="connsiteY476" fmla="*/ 5156971 h 6858000"/>
              <a:gd name="connsiteX477" fmla="*/ 1827118 w 7467600"/>
              <a:gd name="connsiteY477" fmla="*/ 4968410 h 6858000"/>
              <a:gd name="connsiteX478" fmla="*/ 1837349 w 7467600"/>
              <a:gd name="connsiteY478" fmla="*/ 4956357 h 6858000"/>
              <a:gd name="connsiteX479" fmla="*/ 2162835 w 7467600"/>
              <a:gd name="connsiteY479" fmla="*/ 5187853 h 6858000"/>
              <a:gd name="connsiteX480" fmla="*/ 2257167 w 7467600"/>
              <a:gd name="connsiteY480" fmla="*/ 5462123 h 6858000"/>
              <a:gd name="connsiteX481" fmla="*/ 2261598 w 7467600"/>
              <a:gd name="connsiteY481" fmla="*/ 5467998 h 6858000"/>
              <a:gd name="connsiteX482" fmla="*/ 2437177 w 7467600"/>
              <a:gd name="connsiteY482" fmla="*/ 5479608 h 6858000"/>
              <a:gd name="connsiteX483" fmla="*/ 2445247 w 7467600"/>
              <a:gd name="connsiteY483" fmla="*/ 5483476 h 6858000"/>
              <a:gd name="connsiteX484" fmla="*/ 2743626 w 7467600"/>
              <a:gd name="connsiteY484" fmla="*/ 5304819 h 6858000"/>
              <a:gd name="connsiteX485" fmla="*/ 3048102 w 7467600"/>
              <a:gd name="connsiteY485" fmla="*/ 5150595 h 6858000"/>
              <a:gd name="connsiteX486" fmla="*/ 1799414 w 7467600"/>
              <a:gd name="connsiteY486" fmla="*/ 4694732 h 6858000"/>
              <a:gd name="connsiteX487" fmla="*/ 1771735 w 7467600"/>
              <a:gd name="connsiteY487" fmla="*/ 4619929 h 6858000"/>
              <a:gd name="connsiteX488" fmla="*/ 3104273 w 7467600"/>
              <a:gd name="connsiteY488" fmla="*/ 5076159 h 6858000"/>
              <a:gd name="connsiteX489" fmla="*/ 3113245 w 7467600"/>
              <a:gd name="connsiteY489" fmla="*/ 5090705 h 6858000"/>
              <a:gd name="connsiteX490" fmla="*/ 3126294 w 7467600"/>
              <a:gd name="connsiteY490" fmla="*/ 5114400 h 6858000"/>
              <a:gd name="connsiteX491" fmla="*/ 3937433 w 7467600"/>
              <a:gd name="connsiteY491" fmla="*/ 4830473 h 6858000"/>
              <a:gd name="connsiteX492" fmla="*/ 3590475 w 7467600"/>
              <a:gd name="connsiteY492" fmla="*/ 4597974 h 6858000"/>
              <a:gd name="connsiteX493" fmla="*/ 3100264 w 7467600"/>
              <a:gd name="connsiteY493" fmla="*/ 4579845 h 6858000"/>
              <a:gd name="connsiteX494" fmla="*/ 2183576 w 7467600"/>
              <a:gd name="connsiteY494" fmla="*/ 4227150 h 6858000"/>
              <a:gd name="connsiteX495" fmla="*/ 2151029 w 7467600"/>
              <a:gd name="connsiteY495" fmla="*/ 4146947 h 6858000"/>
              <a:gd name="connsiteX496" fmla="*/ 3563434 w 7467600"/>
              <a:gd name="connsiteY496" fmla="*/ 4469115 h 6858000"/>
              <a:gd name="connsiteX497" fmla="*/ 3177952 w 7467600"/>
              <a:gd name="connsiteY497" fmla="*/ 3657386 h 6858000"/>
              <a:gd name="connsiteX498" fmla="*/ 3189263 w 7467600"/>
              <a:gd name="connsiteY498" fmla="*/ 3625726 h 6858000"/>
              <a:gd name="connsiteX499" fmla="*/ 3560912 w 7467600"/>
              <a:gd name="connsiteY499" fmla="*/ 4079863 h 6858000"/>
              <a:gd name="connsiteX500" fmla="*/ 3626636 w 7467600"/>
              <a:gd name="connsiteY500" fmla="*/ 4512230 h 6858000"/>
              <a:gd name="connsiteX501" fmla="*/ 3653088 w 7467600"/>
              <a:gd name="connsiteY501" fmla="*/ 4521417 h 6858000"/>
              <a:gd name="connsiteX502" fmla="*/ 3988128 w 7467600"/>
              <a:gd name="connsiteY502" fmla="*/ 4817267 h 6858000"/>
              <a:gd name="connsiteX503" fmla="*/ 4830582 w 7467600"/>
              <a:gd name="connsiteY503" fmla="*/ 4676000 h 6858000"/>
              <a:gd name="connsiteX504" fmla="*/ 4830100 w 7467600"/>
              <a:gd name="connsiteY504" fmla="*/ 4675554 h 6858000"/>
              <a:gd name="connsiteX505" fmla="*/ 4036318 w 7467600"/>
              <a:gd name="connsiteY505" fmla="*/ 4147013 h 6858000"/>
              <a:gd name="connsiteX506" fmla="*/ 3432098 w 7467600"/>
              <a:gd name="connsiteY506" fmla="*/ 3537312 h 6858000"/>
              <a:gd name="connsiteX507" fmla="*/ 3446761 w 7467600"/>
              <a:gd name="connsiteY507" fmla="*/ 3461278 h 6858000"/>
              <a:gd name="connsiteX508" fmla="*/ 4419733 w 7467600"/>
              <a:gd name="connsiteY508" fmla="*/ 3963555 h 6858000"/>
              <a:gd name="connsiteX509" fmla="*/ 4781371 w 7467600"/>
              <a:gd name="connsiteY509" fmla="*/ 4458604 h 6858000"/>
              <a:gd name="connsiteX510" fmla="*/ 4780440 w 7467600"/>
              <a:gd name="connsiteY510" fmla="*/ 4470290 h 6858000"/>
              <a:gd name="connsiteX511" fmla="*/ 4898954 w 7467600"/>
              <a:gd name="connsiteY511" fmla="*/ 4662092 h 6858000"/>
              <a:gd name="connsiteX512" fmla="*/ 4900699 w 7467600"/>
              <a:gd name="connsiteY512" fmla="*/ 4670867 h 6858000"/>
              <a:gd name="connsiteX513" fmla="*/ 5714511 w 7467600"/>
              <a:gd name="connsiteY513" fmla="*/ 4663483 h 6858000"/>
              <a:gd name="connsiteX514" fmla="*/ 5464793 w 7467600"/>
              <a:gd name="connsiteY514" fmla="*/ 4393556 h 6858000"/>
              <a:gd name="connsiteX515" fmla="*/ 5461897 w 7467600"/>
              <a:gd name="connsiteY515" fmla="*/ 4390879 h 6858000"/>
              <a:gd name="connsiteX516" fmla="*/ 4294126 w 7467600"/>
              <a:gd name="connsiteY516" fmla="*/ 3303048 h 6858000"/>
              <a:gd name="connsiteX517" fmla="*/ 4305321 w 7467600"/>
              <a:gd name="connsiteY517" fmla="*/ 3256953 h 6858000"/>
              <a:gd name="connsiteX518" fmla="*/ 4949299 w 7467600"/>
              <a:gd name="connsiteY518" fmla="*/ 3766336 h 6858000"/>
              <a:gd name="connsiteX519" fmla="*/ 5291452 w 7467600"/>
              <a:gd name="connsiteY519" fmla="*/ 4076801 h 6858000"/>
              <a:gd name="connsiteX520" fmla="*/ 5434998 w 7467600"/>
              <a:gd name="connsiteY520" fmla="*/ 4254100 h 6858000"/>
              <a:gd name="connsiteX521" fmla="*/ 5351015 w 7467600"/>
              <a:gd name="connsiteY521" fmla="*/ 3760989 h 6858000"/>
              <a:gd name="connsiteX522" fmla="*/ 5413780 w 7467600"/>
              <a:gd name="connsiteY522" fmla="*/ 2966265 h 6858000"/>
              <a:gd name="connsiteX523" fmla="*/ 5425627 w 7467600"/>
              <a:gd name="connsiteY523" fmla="*/ 2954192 h 6858000"/>
              <a:gd name="connsiteX524" fmla="*/ 6604735 w 7467600"/>
              <a:gd name="connsiteY524" fmla="*/ 2041381 h 6858000"/>
              <a:gd name="connsiteX525" fmla="*/ 7204487 w 7467600"/>
              <a:gd name="connsiteY525" fmla="*/ 2742112 h 6858000"/>
              <a:gd name="connsiteX526" fmla="*/ 7131592 w 7467600"/>
              <a:gd name="connsiteY526" fmla="*/ 2672096 h 6858000"/>
              <a:gd name="connsiteX527" fmla="*/ 6996344 w 7467600"/>
              <a:gd name="connsiteY527" fmla="*/ 2518310 h 6858000"/>
              <a:gd name="connsiteX528" fmla="*/ 6735495 w 7467600"/>
              <a:gd name="connsiteY528" fmla="*/ 2196890 h 6858000"/>
              <a:gd name="connsiteX529" fmla="*/ 6721901 w 7467600"/>
              <a:gd name="connsiteY529" fmla="*/ 2179274 h 6858000"/>
              <a:gd name="connsiteX530" fmla="*/ 6604735 w 7467600"/>
              <a:gd name="connsiteY530" fmla="*/ 2041381 h 6858000"/>
              <a:gd name="connsiteX531" fmla="*/ 6591670 w 7467600"/>
              <a:gd name="connsiteY531" fmla="*/ 1988277 h 6858000"/>
              <a:gd name="connsiteX532" fmla="*/ 6747349 w 7467600"/>
              <a:gd name="connsiteY532" fmla="*/ 2160069 h 6858000"/>
              <a:gd name="connsiteX533" fmla="*/ 6760943 w 7467600"/>
              <a:gd name="connsiteY533" fmla="*/ 2177686 h 6858000"/>
              <a:gd name="connsiteX534" fmla="*/ 7021065 w 7467600"/>
              <a:gd name="connsiteY534" fmla="*/ 2498102 h 6858000"/>
              <a:gd name="connsiteX535" fmla="*/ 7155223 w 7467600"/>
              <a:gd name="connsiteY535" fmla="*/ 2650386 h 6858000"/>
              <a:gd name="connsiteX536" fmla="*/ 7203167 w 7467600"/>
              <a:gd name="connsiteY536" fmla="*/ 2697288 h 6858000"/>
              <a:gd name="connsiteX537" fmla="*/ 6937703 w 7467600"/>
              <a:gd name="connsiteY537" fmla="*/ 2321981 h 6858000"/>
              <a:gd name="connsiteX538" fmla="*/ 6591670 w 7467600"/>
              <a:gd name="connsiteY538" fmla="*/ 1988277 h 6858000"/>
              <a:gd name="connsiteX539" fmla="*/ 5798671 w 7467600"/>
              <a:gd name="connsiteY539" fmla="*/ 1981601 h 6858000"/>
              <a:gd name="connsiteX540" fmla="*/ 5754709 w 7467600"/>
              <a:gd name="connsiteY540" fmla="*/ 2071454 h 6858000"/>
              <a:gd name="connsiteX541" fmla="*/ 5763044 w 7467600"/>
              <a:gd name="connsiteY541" fmla="*/ 2842206 h 6858000"/>
              <a:gd name="connsiteX542" fmla="*/ 5764974 w 7467600"/>
              <a:gd name="connsiteY542" fmla="*/ 2799609 h 6858000"/>
              <a:gd name="connsiteX543" fmla="*/ 5767665 w 7467600"/>
              <a:gd name="connsiteY543" fmla="*/ 2666409 h 6858000"/>
              <a:gd name="connsiteX544" fmla="*/ 5763055 w 7467600"/>
              <a:gd name="connsiteY544" fmla="*/ 2579705 h 6858000"/>
              <a:gd name="connsiteX545" fmla="*/ 5758079 w 7467600"/>
              <a:gd name="connsiteY545" fmla="*/ 2492508 h 6858000"/>
              <a:gd name="connsiteX546" fmla="*/ 5779325 w 7467600"/>
              <a:gd name="connsiteY546" fmla="*/ 2197069 h 6858000"/>
              <a:gd name="connsiteX547" fmla="*/ 5798671 w 7467600"/>
              <a:gd name="connsiteY547" fmla="*/ 1981601 h 6858000"/>
              <a:gd name="connsiteX548" fmla="*/ 5829202 w 7467600"/>
              <a:gd name="connsiteY548" fmla="*/ 1971679 h 6858000"/>
              <a:gd name="connsiteX549" fmla="*/ 5809558 w 7467600"/>
              <a:gd name="connsiteY549" fmla="*/ 2198043 h 6858000"/>
              <a:gd name="connsiteX550" fmla="*/ 5788653 w 7467600"/>
              <a:gd name="connsiteY550" fmla="*/ 2489430 h 6858000"/>
              <a:gd name="connsiteX551" fmla="*/ 5793439 w 7467600"/>
              <a:gd name="connsiteY551" fmla="*/ 2575235 h 6858000"/>
              <a:gd name="connsiteX552" fmla="*/ 5796837 w 7467600"/>
              <a:gd name="connsiteY552" fmla="*/ 2637633 h 6858000"/>
              <a:gd name="connsiteX553" fmla="*/ 5818614 w 7467600"/>
              <a:gd name="connsiteY553" fmla="*/ 2473055 h 6858000"/>
              <a:gd name="connsiteX554" fmla="*/ 5829202 w 7467600"/>
              <a:gd name="connsiteY554" fmla="*/ 1971679 h 6858000"/>
              <a:gd name="connsiteX555" fmla="*/ 5911389 w 7467600"/>
              <a:gd name="connsiteY555" fmla="*/ 1898371 h 6858000"/>
              <a:gd name="connsiteX556" fmla="*/ 6237627 w 7467600"/>
              <a:gd name="connsiteY556" fmla="*/ 2231921 h 6858000"/>
              <a:gd name="connsiteX557" fmla="*/ 5911389 w 7467600"/>
              <a:gd name="connsiteY557" fmla="*/ 1898371 h 6858000"/>
              <a:gd name="connsiteX558" fmla="*/ 6944437 w 7467600"/>
              <a:gd name="connsiteY558" fmla="*/ 1575402 h 6858000"/>
              <a:gd name="connsiteX559" fmla="*/ 6304730 w 7467600"/>
              <a:gd name="connsiteY559" fmla="*/ 1766654 h 6858000"/>
              <a:gd name="connsiteX560" fmla="*/ 6944437 w 7467600"/>
              <a:gd name="connsiteY560" fmla="*/ 1575402 h 6858000"/>
              <a:gd name="connsiteX561" fmla="*/ 7019523 w 7467600"/>
              <a:gd name="connsiteY561" fmla="*/ 1519450 h 6858000"/>
              <a:gd name="connsiteX562" fmla="*/ 6298091 w 7467600"/>
              <a:gd name="connsiteY562" fmla="*/ 1737122 h 6858000"/>
              <a:gd name="connsiteX563" fmla="*/ 7019523 w 7467600"/>
              <a:gd name="connsiteY563" fmla="*/ 1519450 h 6858000"/>
              <a:gd name="connsiteX564" fmla="*/ 2399523 w 7467600"/>
              <a:gd name="connsiteY564" fmla="*/ 1428234 h 6858000"/>
              <a:gd name="connsiteX565" fmla="*/ 2224982 w 7467600"/>
              <a:gd name="connsiteY565" fmla="*/ 1826201 h 6858000"/>
              <a:gd name="connsiteX566" fmla="*/ 2096099 w 7467600"/>
              <a:gd name="connsiteY566" fmla="*/ 2345900 h 6858000"/>
              <a:gd name="connsiteX567" fmla="*/ 2283317 w 7467600"/>
              <a:gd name="connsiteY567" fmla="*/ 1796925 h 6858000"/>
              <a:gd name="connsiteX568" fmla="*/ 2399523 w 7467600"/>
              <a:gd name="connsiteY568" fmla="*/ 1428234 h 6858000"/>
              <a:gd name="connsiteX569" fmla="*/ 2448558 w 7467600"/>
              <a:gd name="connsiteY569" fmla="*/ 1373435 h 6858000"/>
              <a:gd name="connsiteX570" fmla="*/ 2312521 w 7467600"/>
              <a:gd name="connsiteY570" fmla="*/ 1806140 h 6858000"/>
              <a:gd name="connsiteX571" fmla="*/ 2127533 w 7467600"/>
              <a:gd name="connsiteY571" fmla="*/ 2348380 h 6858000"/>
              <a:gd name="connsiteX572" fmla="*/ 2358080 w 7467600"/>
              <a:gd name="connsiteY572" fmla="*/ 1866134 h 6858000"/>
              <a:gd name="connsiteX573" fmla="*/ 2407436 w 7467600"/>
              <a:gd name="connsiteY573" fmla="*/ 1651070 h 6858000"/>
              <a:gd name="connsiteX574" fmla="*/ 2448558 w 7467600"/>
              <a:gd name="connsiteY574" fmla="*/ 1373435 h 6858000"/>
              <a:gd name="connsiteX575" fmla="*/ 278707 w 7467600"/>
              <a:gd name="connsiteY575" fmla="*/ 1352270 h 6858000"/>
              <a:gd name="connsiteX576" fmla="*/ 321570 w 7467600"/>
              <a:gd name="connsiteY576" fmla="*/ 1861610 h 6858000"/>
              <a:gd name="connsiteX577" fmla="*/ 294281 w 7467600"/>
              <a:gd name="connsiteY577" fmla="*/ 1440658 h 6858000"/>
              <a:gd name="connsiteX578" fmla="*/ 278707 w 7467600"/>
              <a:gd name="connsiteY578" fmla="*/ 1352270 h 6858000"/>
              <a:gd name="connsiteX579" fmla="*/ 1423821 w 7467600"/>
              <a:gd name="connsiteY579" fmla="*/ 1351958 h 6858000"/>
              <a:gd name="connsiteX580" fmla="*/ 1638521 w 7467600"/>
              <a:gd name="connsiteY580" fmla="*/ 1908470 h 6858000"/>
              <a:gd name="connsiteX581" fmla="*/ 1754199 w 7467600"/>
              <a:gd name="connsiteY581" fmla="*/ 2149284 h 6858000"/>
              <a:gd name="connsiteX582" fmla="*/ 1908359 w 7467600"/>
              <a:gd name="connsiteY582" fmla="*/ 2364988 h 6858000"/>
              <a:gd name="connsiteX583" fmla="*/ 1647661 w 7467600"/>
              <a:gd name="connsiteY583" fmla="*/ 1825945 h 6858000"/>
              <a:gd name="connsiteX584" fmla="*/ 1423821 w 7467600"/>
              <a:gd name="connsiteY584" fmla="*/ 1351958 h 6858000"/>
              <a:gd name="connsiteX585" fmla="*/ 1431890 w 7467600"/>
              <a:gd name="connsiteY585" fmla="*/ 1306475 h 6858000"/>
              <a:gd name="connsiteX586" fmla="*/ 1507597 w 7467600"/>
              <a:gd name="connsiteY586" fmla="*/ 1446132 h 6858000"/>
              <a:gd name="connsiteX587" fmla="*/ 1674586 w 7467600"/>
              <a:gd name="connsiteY587" fmla="*/ 1813832 h 6858000"/>
              <a:gd name="connsiteX588" fmla="*/ 1815950 w 7467600"/>
              <a:gd name="connsiteY588" fmla="*/ 2128564 h 6858000"/>
              <a:gd name="connsiteX589" fmla="*/ 1984242 w 7467600"/>
              <a:gd name="connsiteY589" fmla="*/ 2430829 h 6858000"/>
              <a:gd name="connsiteX590" fmla="*/ 2014023 w 7467600"/>
              <a:gd name="connsiteY590" fmla="*/ 2450995 h 6858000"/>
              <a:gd name="connsiteX591" fmla="*/ 1747337 w 7467600"/>
              <a:gd name="connsiteY591" fmla="*/ 1855264 h 6858000"/>
              <a:gd name="connsiteX592" fmla="*/ 1533749 w 7467600"/>
              <a:gd name="connsiteY592" fmla="*/ 1478656 h 6858000"/>
              <a:gd name="connsiteX593" fmla="*/ 1431890 w 7467600"/>
              <a:gd name="connsiteY593" fmla="*/ 1306475 h 6858000"/>
              <a:gd name="connsiteX594" fmla="*/ 5052692 w 7467600"/>
              <a:gd name="connsiteY594" fmla="*/ 1292994 h 6858000"/>
              <a:gd name="connsiteX595" fmla="*/ 5200661 w 7467600"/>
              <a:gd name="connsiteY595" fmla="*/ 1635186 h 6858000"/>
              <a:gd name="connsiteX596" fmla="*/ 5297138 w 7467600"/>
              <a:gd name="connsiteY596" fmla="*/ 1906351 h 6858000"/>
              <a:gd name="connsiteX597" fmla="*/ 5052692 w 7467600"/>
              <a:gd name="connsiteY597" fmla="*/ 1292994 h 6858000"/>
              <a:gd name="connsiteX598" fmla="*/ 5009948 w 7467600"/>
              <a:gd name="connsiteY598" fmla="*/ 1273619 h 6858000"/>
              <a:gd name="connsiteX599" fmla="*/ 5121777 w 7467600"/>
              <a:gd name="connsiteY599" fmla="*/ 1654213 h 6858000"/>
              <a:gd name="connsiteX600" fmla="*/ 5293545 w 7467600"/>
              <a:gd name="connsiteY600" fmla="*/ 2072247 h 6858000"/>
              <a:gd name="connsiteX601" fmla="*/ 5294042 w 7467600"/>
              <a:gd name="connsiteY601" fmla="*/ 2065019 h 6858000"/>
              <a:gd name="connsiteX602" fmla="*/ 5171936 w 7467600"/>
              <a:gd name="connsiteY602" fmla="*/ 1647613 h 6858000"/>
              <a:gd name="connsiteX603" fmla="*/ 5009948 w 7467600"/>
              <a:gd name="connsiteY603" fmla="*/ 1273619 h 6858000"/>
              <a:gd name="connsiteX604" fmla="*/ 655236 w 7467600"/>
              <a:gd name="connsiteY604" fmla="*/ 1268632 h 6858000"/>
              <a:gd name="connsiteX605" fmla="*/ 839521 w 7467600"/>
              <a:gd name="connsiteY605" fmla="*/ 1685315 h 6858000"/>
              <a:gd name="connsiteX606" fmla="*/ 1109416 w 7467600"/>
              <a:gd name="connsiteY606" fmla="*/ 2061663 h 6858000"/>
              <a:gd name="connsiteX607" fmla="*/ 1298300 w 7467600"/>
              <a:gd name="connsiteY607" fmla="*/ 2247742 h 6858000"/>
              <a:gd name="connsiteX608" fmla="*/ 1125871 w 7467600"/>
              <a:gd name="connsiteY608" fmla="*/ 1989513 h 6858000"/>
              <a:gd name="connsiteX609" fmla="*/ 981574 w 7467600"/>
              <a:gd name="connsiteY609" fmla="*/ 1783157 h 6858000"/>
              <a:gd name="connsiteX610" fmla="*/ 922198 w 7467600"/>
              <a:gd name="connsiteY610" fmla="*/ 1677437 h 6858000"/>
              <a:gd name="connsiteX611" fmla="*/ 869293 w 7467600"/>
              <a:gd name="connsiteY611" fmla="*/ 1583214 h 6858000"/>
              <a:gd name="connsiteX612" fmla="*/ 751431 w 7467600"/>
              <a:gd name="connsiteY612" fmla="*/ 1405731 h 6858000"/>
              <a:gd name="connsiteX613" fmla="*/ 655236 w 7467600"/>
              <a:gd name="connsiteY613" fmla="*/ 1268632 h 6858000"/>
              <a:gd name="connsiteX614" fmla="*/ 6516292 w 7467600"/>
              <a:gd name="connsiteY614" fmla="*/ 1263064 h 6858000"/>
              <a:gd name="connsiteX615" fmla="*/ 5736320 w 7467600"/>
              <a:gd name="connsiteY615" fmla="*/ 1501803 h 6858000"/>
              <a:gd name="connsiteX616" fmla="*/ 6516292 w 7467600"/>
              <a:gd name="connsiteY616" fmla="*/ 1263064 h 6858000"/>
              <a:gd name="connsiteX617" fmla="*/ 291466 w 7467600"/>
              <a:gd name="connsiteY617" fmla="*/ 1250369 h 6858000"/>
              <a:gd name="connsiteX618" fmla="*/ 323180 w 7467600"/>
              <a:gd name="connsiteY618" fmla="*/ 1435283 h 6858000"/>
              <a:gd name="connsiteX619" fmla="*/ 349381 w 7467600"/>
              <a:gd name="connsiteY619" fmla="*/ 1875041 h 6858000"/>
              <a:gd name="connsiteX620" fmla="*/ 374363 w 7467600"/>
              <a:gd name="connsiteY620" fmla="*/ 1506494 h 6858000"/>
              <a:gd name="connsiteX621" fmla="*/ 302168 w 7467600"/>
              <a:gd name="connsiteY621" fmla="*/ 1274495 h 6858000"/>
              <a:gd name="connsiteX622" fmla="*/ 291466 w 7467600"/>
              <a:gd name="connsiteY622" fmla="*/ 1250369 h 6858000"/>
              <a:gd name="connsiteX623" fmla="*/ 678222 w 7467600"/>
              <a:gd name="connsiteY623" fmla="*/ 1248670 h 6858000"/>
              <a:gd name="connsiteX624" fmla="*/ 775536 w 7467600"/>
              <a:gd name="connsiteY624" fmla="*/ 1388015 h 6858000"/>
              <a:gd name="connsiteX625" fmla="*/ 894529 w 7467600"/>
              <a:gd name="connsiteY625" fmla="*/ 1567739 h 6858000"/>
              <a:gd name="connsiteX626" fmla="*/ 948000 w 7467600"/>
              <a:gd name="connsiteY626" fmla="*/ 1663088 h 6858000"/>
              <a:gd name="connsiteX627" fmla="*/ 1006812 w 7467600"/>
              <a:gd name="connsiteY627" fmla="*/ 1767683 h 6858000"/>
              <a:gd name="connsiteX628" fmla="*/ 1149133 w 7467600"/>
              <a:gd name="connsiteY628" fmla="*/ 1971513 h 6858000"/>
              <a:gd name="connsiteX629" fmla="*/ 1333952 w 7467600"/>
              <a:gd name="connsiteY629" fmla="*/ 2251620 h 6858000"/>
              <a:gd name="connsiteX630" fmla="*/ 1337329 w 7467600"/>
              <a:gd name="connsiteY630" fmla="*/ 2258350 h 6858000"/>
              <a:gd name="connsiteX631" fmla="*/ 1014726 w 7467600"/>
              <a:gd name="connsiteY631" fmla="*/ 1615556 h 6858000"/>
              <a:gd name="connsiteX632" fmla="*/ 678222 w 7467600"/>
              <a:gd name="connsiteY632" fmla="*/ 1248670 h 6858000"/>
              <a:gd name="connsiteX633" fmla="*/ 6691602 w 7467600"/>
              <a:gd name="connsiteY633" fmla="*/ 1140573 h 6858000"/>
              <a:gd name="connsiteX634" fmla="*/ 6571100 w 7467600"/>
              <a:gd name="connsiteY634" fmla="*/ 1183662 h 6858000"/>
              <a:gd name="connsiteX635" fmla="*/ 6241687 w 7467600"/>
              <a:gd name="connsiteY635" fmla="*/ 1257600 h 6858000"/>
              <a:gd name="connsiteX636" fmla="*/ 5693009 w 7467600"/>
              <a:gd name="connsiteY636" fmla="*/ 1478256 h 6858000"/>
              <a:gd name="connsiteX637" fmla="*/ 6548420 w 7467600"/>
              <a:gd name="connsiteY637" fmla="*/ 1214599 h 6858000"/>
              <a:gd name="connsiteX638" fmla="*/ 6605473 w 7467600"/>
              <a:gd name="connsiteY638" fmla="*/ 1184686 h 6858000"/>
              <a:gd name="connsiteX639" fmla="*/ 6691602 w 7467600"/>
              <a:gd name="connsiteY639" fmla="*/ 1140573 h 6858000"/>
              <a:gd name="connsiteX640" fmla="*/ 4002475 w 7467600"/>
              <a:gd name="connsiteY640" fmla="*/ 1037802 h 6858000"/>
              <a:gd name="connsiteX641" fmla="*/ 4000324 w 7467600"/>
              <a:gd name="connsiteY641" fmla="*/ 1039362 h 6858000"/>
              <a:gd name="connsiteX642" fmla="*/ 4002862 w 7467600"/>
              <a:gd name="connsiteY642" fmla="*/ 1042866 h 6858000"/>
              <a:gd name="connsiteX643" fmla="*/ 4002475 w 7467600"/>
              <a:gd name="connsiteY643" fmla="*/ 1037802 h 6858000"/>
              <a:gd name="connsiteX644" fmla="*/ 506322 w 7467600"/>
              <a:gd name="connsiteY644" fmla="*/ 1020997 h 6858000"/>
              <a:gd name="connsiteX645" fmla="*/ 533068 w 7467600"/>
              <a:gd name="connsiteY645" fmla="*/ 1029409 h 6858000"/>
              <a:gd name="connsiteX646" fmla="*/ 1232525 w 7467600"/>
              <a:gd name="connsiteY646" fmla="*/ 1804675 h 6858000"/>
              <a:gd name="connsiteX647" fmla="*/ 1388858 w 7467600"/>
              <a:gd name="connsiteY647" fmla="*/ 2368011 h 6858000"/>
              <a:gd name="connsiteX648" fmla="*/ 1384098 w 7467600"/>
              <a:gd name="connsiteY648" fmla="*/ 2378125 h 6858000"/>
              <a:gd name="connsiteX649" fmla="*/ 1425393 w 7467600"/>
              <a:gd name="connsiteY649" fmla="*/ 2589124 h 6858000"/>
              <a:gd name="connsiteX650" fmla="*/ 1424001 w 7467600"/>
              <a:gd name="connsiteY650" fmla="*/ 2597541 h 6858000"/>
              <a:gd name="connsiteX651" fmla="*/ 2152729 w 7467600"/>
              <a:gd name="connsiteY651" fmla="*/ 2864487 h 6858000"/>
              <a:gd name="connsiteX652" fmla="*/ 2020609 w 7467600"/>
              <a:gd name="connsiteY652" fmla="*/ 2539671 h 6858000"/>
              <a:gd name="connsiteX653" fmla="*/ 2018920 w 7467600"/>
              <a:gd name="connsiteY653" fmla="*/ 2536309 h 6858000"/>
              <a:gd name="connsiteX654" fmla="*/ 1342441 w 7467600"/>
              <a:gd name="connsiteY654" fmla="*/ 1173017 h 6858000"/>
              <a:gd name="connsiteX655" fmla="*/ 1367925 w 7467600"/>
              <a:gd name="connsiteY655" fmla="*/ 1135648 h 6858000"/>
              <a:gd name="connsiteX656" fmla="*/ 1771401 w 7467600"/>
              <a:gd name="connsiteY656" fmla="*/ 1806673 h 6858000"/>
              <a:gd name="connsiteX657" fmla="*/ 1972385 w 7467600"/>
              <a:gd name="connsiteY657" fmla="*/ 2198735 h 6858000"/>
              <a:gd name="connsiteX658" fmla="*/ 2040892 w 7467600"/>
              <a:gd name="connsiteY658" fmla="*/ 2405205 h 6858000"/>
              <a:gd name="connsiteX659" fmla="*/ 2131689 w 7467600"/>
              <a:gd name="connsiteY659" fmla="*/ 1936926 h 6858000"/>
              <a:gd name="connsiteX660" fmla="*/ 2454820 w 7467600"/>
              <a:gd name="connsiteY660" fmla="*/ 1248808 h 6858000"/>
              <a:gd name="connsiteX661" fmla="*/ 2492512 w 7467600"/>
              <a:gd name="connsiteY661" fmla="*/ 1302920 h 6858000"/>
              <a:gd name="connsiteX662" fmla="*/ 2081216 w 7467600"/>
              <a:gd name="connsiteY662" fmla="*/ 2527513 h 6858000"/>
              <a:gd name="connsiteX663" fmla="*/ 2081211 w 7467600"/>
              <a:gd name="connsiteY663" fmla="*/ 2528916 h 6858000"/>
              <a:gd name="connsiteX664" fmla="*/ 2199067 w 7467600"/>
              <a:gd name="connsiteY664" fmla="*/ 2884061 h 6858000"/>
              <a:gd name="connsiteX665" fmla="*/ 3192586 w 7467600"/>
              <a:gd name="connsiteY665" fmla="*/ 3411496 h 6858000"/>
              <a:gd name="connsiteX666" fmla="*/ 3182620 w 7467600"/>
              <a:gd name="connsiteY666" fmla="*/ 3483279 h 6858000"/>
              <a:gd name="connsiteX667" fmla="*/ 2435119 w 7467600"/>
              <a:gd name="connsiteY667" fmla="*/ 3080173 h 6858000"/>
              <a:gd name="connsiteX668" fmla="*/ 2410152 w 7467600"/>
              <a:gd name="connsiteY668" fmla="*/ 3063751 h 6858000"/>
              <a:gd name="connsiteX669" fmla="*/ 2408099 w 7467600"/>
              <a:gd name="connsiteY669" fmla="*/ 3064403 h 6858000"/>
              <a:gd name="connsiteX670" fmla="*/ 2407218 w 7467600"/>
              <a:gd name="connsiteY670" fmla="*/ 3070324 h 6858000"/>
              <a:gd name="connsiteX671" fmla="*/ 2380138 w 7467600"/>
              <a:gd name="connsiteY671" fmla="*/ 3099341 h 6858000"/>
              <a:gd name="connsiteX672" fmla="*/ 1765923 w 7467600"/>
              <a:gd name="connsiteY672" fmla="*/ 3581043 h 6858000"/>
              <a:gd name="connsiteX673" fmla="*/ 1702258 w 7467600"/>
              <a:gd name="connsiteY673" fmla="*/ 3612286 h 6858000"/>
              <a:gd name="connsiteX674" fmla="*/ 1538370 w 7467600"/>
              <a:gd name="connsiteY674" fmla="*/ 3811804 h 6858000"/>
              <a:gd name="connsiteX675" fmla="*/ 542867 w 7467600"/>
              <a:gd name="connsiteY675" fmla="*/ 4944092 h 6858000"/>
              <a:gd name="connsiteX676" fmla="*/ 515800 w 7467600"/>
              <a:gd name="connsiteY676" fmla="*/ 4862180 h 6858000"/>
              <a:gd name="connsiteX677" fmla="*/ 909145 w 7467600"/>
              <a:gd name="connsiteY677" fmla="*/ 4199225 h 6858000"/>
              <a:gd name="connsiteX678" fmla="*/ 1214067 w 7467600"/>
              <a:gd name="connsiteY678" fmla="*/ 3908561 h 6858000"/>
              <a:gd name="connsiteX679" fmla="*/ 640967 w 7467600"/>
              <a:gd name="connsiteY679" fmla="*/ 4105601 h 6858000"/>
              <a:gd name="connsiteX680" fmla="*/ 112563 w 7467600"/>
              <a:gd name="connsiteY680" fmla="*/ 4396952 h 6858000"/>
              <a:gd name="connsiteX681" fmla="*/ 0 w 7467600"/>
              <a:gd name="connsiteY681" fmla="*/ 4466006 h 6858000"/>
              <a:gd name="connsiteX682" fmla="*/ 0 w 7467600"/>
              <a:gd name="connsiteY682" fmla="*/ 4233763 h 6858000"/>
              <a:gd name="connsiteX683" fmla="*/ 36881 w 7467600"/>
              <a:gd name="connsiteY683" fmla="*/ 4200118 h 6858000"/>
              <a:gd name="connsiteX684" fmla="*/ 910534 w 7467600"/>
              <a:gd name="connsiteY684" fmla="*/ 3629753 h 6858000"/>
              <a:gd name="connsiteX685" fmla="*/ 1578717 w 7467600"/>
              <a:gd name="connsiteY685" fmla="*/ 3575982 h 6858000"/>
              <a:gd name="connsiteX686" fmla="*/ 2338780 w 7467600"/>
              <a:gd name="connsiteY686" fmla="*/ 3033725 h 6858000"/>
              <a:gd name="connsiteX687" fmla="*/ 1807991 w 7467600"/>
              <a:gd name="connsiteY687" fmla="*/ 2807184 h 6858000"/>
              <a:gd name="connsiteX688" fmla="*/ 1416358 w 7467600"/>
              <a:gd name="connsiteY688" fmla="*/ 3112571 h 6858000"/>
              <a:gd name="connsiteX689" fmla="*/ 939066 w 7467600"/>
              <a:gd name="connsiteY689" fmla="*/ 3378798 h 6858000"/>
              <a:gd name="connsiteX690" fmla="*/ 115099 w 7467600"/>
              <a:gd name="connsiteY690" fmla="*/ 3607650 h 6858000"/>
              <a:gd name="connsiteX691" fmla="*/ 97284 w 7467600"/>
              <a:gd name="connsiteY691" fmla="*/ 3520393 h 6858000"/>
              <a:gd name="connsiteX692" fmla="*/ 922050 w 7467600"/>
              <a:gd name="connsiteY692" fmla="*/ 3074867 h 6858000"/>
              <a:gd name="connsiteX693" fmla="*/ 1405265 w 7467600"/>
              <a:gd name="connsiteY693" fmla="*/ 3016319 h 6858000"/>
              <a:gd name="connsiteX694" fmla="*/ 1407512 w 7467600"/>
              <a:gd name="connsiteY694" fmla="*/ 3018001 h 6858000"/>
              <a:gd name="connsiteX695" fmla="*/ 1726266 w 7467600"/>
              <a:gd name="connsiteY695" fmla="*/ 2777274 h 6858000"/>
              <a:gd name="connsiteX696" fmla="*/ 625390 w 7467600"/>
              <a:gd name="connsiteY696" fmla="*/ 2514541 h 6858000"/>
              <a:gd name="connsiteX697" fmla="*/ 619799 w 7467600"/>
              <a:gd name="connsiteY697" fmla="*/ 2527180 h 6858000"/>
              <a:gd name="connsiteX698" fmla="*/ 310030 w 7467600"/>
              <a:gd name="connsiteY698" fmla="*/ 2771818 h 6858000"/>
              <a:gd name="connsiteX699" fmla="*/ 173877 w 7467600"/>
              <a:gd name="connsiteY699" fmla="*/ 2937056 h 6858000"/>
              <a:gd name="connsiteX700" fmla="*/ 77889 w 7467600"/>
              <a:gd name="connsiteY700" fmla="*/ 3138440 h 6858000"/>
              <a:gd name="connsiteX701" fmla="*/ 0 w 7467600"/>
              <a:gd name="connsiteY701" fmla="*/ 3271395 h 6858000"/>
              <a:gd name="connsiteX702" fmla="*/ 0 w 7467600"/>
              <a:gd name="connsiteY702" fmla="*/ 3153002 h 6858000"/>
              <a:gd name="connsiteX703" fmla="*/ 2386 w 7467600"/>
              <a:gd name="connsiteY703" fmla="*/ 3149203 h 6858000"/>
              <a:gd name="connsiteX704" fmla="*/ 89753 w 7467600"/>
              <a:gd name="connsiteY704" fmla="*/ 2987702 h 6858000"/>
              <a:gd name="connsiteX705" fmla="*/ 76869 w 7467600"/>
              <a:gd name="connsiteY705" fmla="*/ 3005404 h 6858000"/>
              <a:gd name="connsiteX706" fmla="*/ 32049 w 7467600"/>
              <a:gd name="connsiteY706" fmla="*/ 3065814 h 6858000"/>
              <a:gd name="connsiteX707" fmla="*/ 0 w 7467600"/>
              <a:gd name="connsiteY707" fmla="*/ 3108744 h 6858000"/>
              <a:gd name="connsiteX708" fmla="*/ 0 w 7467600"/>
              <a:gd name="connsiteY708" fmla="*/ 3058059 h 6858000"/>
              <a:gd name="connsiteX709" fmla="*/ 7610 w 7467600"/>
              <a:gd name="connsiteY709" fmla="*/ 3047889 h 6858000"/>
              <a:gd name="connsiteX710" fmla="*/ 52419 w 7467600"/>
              <a:gd name="connsiteY710" fmla="*/ 2987479 h 6858000"/>
              <a:gd name="connsiteX711" fmla="*/ 59142 w 7467600"/>
              <a:gd name="connsiteY711" fmla="*/ 2978488 h 6858000"/>
              <a:gd name="connsiteX712" fmla="*/ 0 w 7467600"/>
              <a:gd name="connsiteY712" fmla="*/ 3015334 h 6858000"/>
              <a:gd name="connsiteX713" fmla="*/ 0 w 7467600"/>
              <a:gd name="connsiteY713" fmla="*/ 2914286 h 6858000"/>
              <a:gd name="connsiteX714" fmla="*/ 36383 w 7467600"/>
              <a:gd name="connsiteY714" fmla="*/ 2901128 h 6858000"/>
              <a:gd name="connsiteX715" fmla="*/ 156329 w 7467600"/>
              <a:gd name="connsiteY715" fmla="*/ 2840533 h 6858000"/>
              <a:gd name="connsiteX716" fmla="*/ 358355 w 7467600"/>
              <a:gd name="connsiteY716" fmla="*/ 2620471 h 6858000"/>
              <a:gd name="connsiteX717" fmla="*/ 510577 w 7467600"/>
              <a:gd name="connsiteY717" fmla="*/ 2501244 h 6858000"/>
              <a:gd name="connsiteX718" fmla="*/ 211967 w 7467600"/>
              <a:gd name="connsiteY718" fmla="*/ 2479171 h 6858000"/>
              <a:gd name="connsiteX719" fmla="*/ 0 w 7467600"/>
              <a:gd name="connsiteY719" fmla="*/ 2476398 h 6858000"/>
              <a:gd name="connsiteX720" fmla="*/ 0 w 7467600"/>
              <a:gd name="connsiteY720" fmla="*/ 2389189 h 6858000"/>
              <a:gd name="connsiteX721" fmla="*/ 103062 w 7467600"/>
              <a:gd name="connsiteY721" fmla="*/ 2389518 h 6858000"/>
              <a:gd name="connsiteX722" fmla="*/ 510734 w 7467600"/>
              <a:gd name="connsiteY722" fmla="*/ 2416201 h 6858000"/>
              <a:gd name="connsiteX723" fmla="*/ 279257 w 7467600"/>
              <a:gd name="connsiteY723" fmla="*/ 2092102 h 6858000"/>
              <a:gd name="connsiteX724" fmla="*/ 65265 w 7467600"/>
              <a:gd name="connsiteY724" fmla="*/ 2006049 h 6858000"/>
              <a:gd name="connsiteX725" fmla="*/ 0 w 7467600"/>
              <a:gd name="connsiteY725" fmla="*/ 1982532 h 6858000"/>
              <a:gd name="connsiteX726" fmla="*/ 0 w 7467600"/>
              <a:gd name="connsiteY726" fmla="*/ 1912789 h 6858000"/>
              <a:gd name="connsiteX727" fmla="*/ 97460 w 7467600"/>
              <a:gd name="connsiteY727" fmla="*/ 1953725 h 6858000"/>
              <a:gd name="connsiteX728" fmla="*/ 221272 w 7467600"/>
              <a:gd name="connsiteY728" fmla="*/ 1980766 h 6858000"/>
              <a:gd name="connsiteX729" fmla="*/ 116765 w 7467600"/>
              <a:gd name="connsiteY729" fmla="*/ 1911033 h 6858000"/>
              <a:gd name="connsiteX730" fmla="*/ 16405 w 7467600"/>
              <a:gd name="connsiteY730" fmla="*/ 1803412 h 6858000"/>
              <a:gd name="connsiteX731" fmla="*/ 0 w 7467600"/>
              <a:gd name="connsiteY731" fmla="*/ 1784777 h 6858000"/>
              <a:gd name="connsiteX732" fmla="*/ 0 w 7467600"/>
              <a:gd name="connsiteY732" fmla="*/ 1740082 h 6858000"/>
              <a:gd name="connsiteX733" fmla="*/ 39394 w 7467600"/>
              <a:gd name="connsiteY733" fmla="*/ 1784856 h 6858000"/>
              <a:gd name="connsiteX734" fmla="*/ 135813 w 7467600"/>
              <a:gd name="connsiteY734" fmla="*/ 1888838 h 6858000"/>
              <a:gd name="connsiteX735" fmla="*/ 242575 w 7467600"/>
              <a:gd name="connsiteY735" fmla="*/ 1958841 h 6858000"/>
              <a:gd name="connsiteX736" fmla="*/ 82197 w 7467600"/>
              <a:gd name="connsiteY736" fmla="*/ 1754826 h 6858000"/>
              <a:gd name="connsiteX737" fmla="*/ 0 w 7467600"/>
              <a:gd name="connsiteY737" fmla="*/ 1679650 h 6858000"/>
              <a:gd name="connsiteX738" fmla="*/ 0 w 7467600"/>
              <a:gd name="connsiteY738" fmla="*/ 1602463 h 6858000"/>
              <a:gd name="connsiteX739" fmla="*/ 84689 w 7467600"/>
              <a:gd name="connsiteY739" fmla="*/ 1677442 h 6858000"/>
              <a:gd name="connsiteX740" fmla="*/ 298437 w 7467600"/>
              <a:gd name="connsiteY740" fmla="*/ 1968019 h 6858000"/>
              <a:gd name="connsiteX741" fmla="*/ 227269 w 7467600"/>
              <a:gd name="connsiteY741" fmla="*/ 1114064 h 6858000"/>
              <a:gd name="connsiteX742" fmla="*/ 248003 w 7467600"/>
              <a:gd name="connsiteY742" fmla="*/ 1089613 h 6858000"/>
              <a:gd name="connsiteX743" fmla="*/ 427020 w 7467600"/>
              <a:gd name="connsiteY743" fmla="*/ 1619803 h 6858000"/>
              <a:gd name="connsiteX744" fmla="*/ 340345 w 7467600"/>
              <a:gd name="connsiteY744" fmla="*/ 2027739 h 6858000"/>
              <a:gd name="connsiteX745" fmla="*/ 360865 w 7467600"/>
              <a:gd name="connsiteY745" fmla="*/ 2044827 h 6858000"/>
              <a:gd name="connsiteX746" fmla="*/ 560414 w 7467600"/>
              <a:gd name="connsiteY746" fmla="*/ 2421457 h 6858000"/>
              <a:gd name="connsiteX747" fmla="*/ 1359703 w 7467600"/>
              <a:gd name="connsiteY747" fmla="*/ 2578554 h 6858000"/>
              <a:gd name="connsiteX748" fmla="*/ 1359422 w 7467600"/>
              <a:gd name="connsiteY748" fmla="*/ 2577994 h 6858000"/>
              <a:gd name="connsiteX749" fmla="*/ 828701 w 7467600"/>
              <a:gd name="connsiteY749" fmla="*/ 1839520 h 6858000"/>
              <a:gd name="connsiteX750" fmla="*/ 494427 w 7467600"/>
              <a:gd name="connsiteY750" fmla="*/ 1092333 h 6858000"/>
              <a:gd name="connsiteX751" fmla="*/ 506322 w 7467600"/>
              <a:gd name="connsiteY751" fmla="*/ 1020997 h 6858000"/>
              <a:gd name="connsiteX752" fmla="*/ 4570198 w 7467600"/>
              <a:gd name="connsiteY752" fmla="*/ 978081 h 6858000"/>
              <a:gd name="connsiteX753" fmla="*/ 4523691 w 7467600"/>
              <a:gd name="connsiteY753" fmla="*/ 1127776 h 6858000"/>
              <a:gd name="connsiteX754" fmla="*/ 4509875 w 7467600"/>
              <a:gd name="connsiteY754" fmla="*/ 1167552 h 6858000"/>
              <a:gd name="connsiteX755" fmla="*/ 4478168 w 7467600"/>
              <a:gd name="connsiteY755" fmla="*/ 1260735 h 6858000"/>
              <a:gd name="connsiteX756" fmla="*/ 4409309 w 7467600"/>
              <a:gd name="connsiteY756" fmla="*/ 1666996 h 6858000"/>
              <a:gd name="connsiteX757" fmla="*/ 4370031 w 7467600"/>
              <a:gd name="connsiteY757" fmla="*/ 1955666 h 6858000"/>
              <a:gd name="connsiteX758" fmla="*/ 4570198 w 7467600"/>
              <a:gd name="connsiteY758" fmla="*/ 978081 h 6858000"/>
              <a:gd name="connsiteX759" fmla="*/ 4557898 w 7467600"/>
              <a:gd name="connsiteY759" fmla="*/ 900011 h 6858000"/>
              <a:gd name="connsiteX760" fmla="*/ 4344840 w 7467600"/>
              <a:gd name="connsiteY760" fmla="*/ 1922038 h 6858000"/>
              <a:gd name="connsiteX761" fmla="*/ 4378710 w 7467600"/>
              <a:gd name="connsiteY761" fmla="*/ 1665516 h 6858000"/>
              <a:gd name="connsiteX762" fmla="*/ 4448798 w 7467600"/>
              <a:gd name="connsiteY762" fmla="*/ 1253024 h 6858000"/>
              <a:gd name="connsiteX763" fmla="*/ 4480315 w 7467600"/>
              <a:gd name="connsiteY763" fmla="*/ 1158454 h 6858000"/>
              <a:gd name="connsiteX764" fmla="*/ 4494133 w 7467600"/>
              <a:gd name="connsiteY764" fmla="*/ 1118676 h 6858000"/>
              <a:gd name="connsiteX765" fmla="*/ 4557898 w 7467600"/>
              <a:gd name="connsiteY765" fmla="*/ 900011 h 6858000"/>
              <a:gd name="connsiteX766" fmla="*/ 5870151 w 7467600"/>
              <a:gd name="connsiteY766" fmla="*/ 898890 h 6858000"/>
              <a:gd name="connsiteX767" fmla="*/ 5861335 w 7467600"/>
              <a:gd name="connsiteY767" fmla="*/ 899177 h 6858000"/>
              <a:gd name="connsiteX768" fmla="*/ 5843702 w 7467600"/>
              <a:gd name="connsiteY768" fmla="*/ 899748 h 6858000"/>
              <a:gd name="connsiteX769" fmla="*/ 5651107 w 7467600"/>
              <a:gd name="connsiteY769" fmla="*/ 920306 h 6858000"/>
              <a:gd name="connsiteX770" fmla="*/ 5459407 w 7467600"/>
              <a:gd name="connsiteY770" fmla="*/ 940975 h 6858000"/>
              <a:gd name="connsiteX771" fmla="*/ 5374846 w 7467600"/>
              <a:gd name="connsiteY771" fmla="*/ 941988 h 6858000"/>
              <a:gd name="connsiteX772" fmla="*/ 5256105 w 7467600"/>
              <a:gd name="connsiteY772" fmla="*/ 945632 h 6858000"/>
              <a:gd name="connsiteX773" fmla="*/ 5107071 w 7467600"/>
              <a:gd name="connsiteY773" fmla="*/ 969720 h 6858000"/>
              <a:gd name="connsiteX774" fmla="*/ 4998681 w 7467600"/>
              <a:gd name="connsiteY774" fmla="*/ 988771 h 6858000"/>
              <a:gd name="connsiteX775" fmla="*/ 5870151 w 7467600"/>
              <a:gd name="connsiteY775" fmla="*/ 898890 h 6858000"/>
              <a:gd name="connsiteX776" fmla="*/ 5504425 w 7467600"/>
              <a:gd name="connsiteY776" fmla="*/ 848067 h 6858000"/>
              <a:gd name="connsiteX777" fmla="*/ 4968849 w 7467600"/>
              <a:gd name="connsiteY777" fmla="*/ 962318 h 6858000"/>
              <a:gd name="connsiteX778" fmla="*/ 5104039 w 7467600"/>
              <a:gd name="connsiteY778" fmla="*/ 940634 h 6858000"/>
              <a:gd name="connsiteX779" fmla="*/ 5256311 w 7467600"/>
              <a:gd name="connsiteY779" fmla="*/ 916490 h 6858000"/>
              <a:gd name="connsiteX780" fmla="*/ 5377381 w 7467600"/>
              <a:gd name="connsiteY780" fmla="*/ 912671 h 6858000"/>
              <a:gd name="connsiteX781" fmla="*/ 5460148 w 7467600"/>
              <a:gd name="connsiteY781" fmla="*/ 911442 h 6858000"/>
              <a:gd name="connsiteX782" fmla="*/ 5648971 w 7467600"/>
              <a:gd name="connsiteY782" fmla="*/ 891331 h 6858000"/>
              <a:gd name="connsiteX783" fmla="*/ 5844807 w 7467600"/>
              <a:gd name="connsiteY783" fmla="*/ 870718 h 6858000"/>
              <a:gd name="connsiteX784" fmla="*/ 5862975 w 7467600"/>
              <a:gd name="connsiteY784" fmla="*/ 869756 h 6858000"/>
              <a:gd name="connsiteX785" fmla="*/ 5920887 w 7467600"/>
              <a:gd name="connsiteY785" fmla="*/ 865929 h 6858000"/>
              <a:gd name="connsiteX786" fmla="*/ 5504425 w 7467600"/>
              <a:gd name="connsiteY786" fmla="*/ 848067 h 6858000"/>
              <a:gd name="connsiteX787" fmla="*/ 3607114 w 7467600"/>
              <a:gd name="connsiteY787" fmla="*/ 467441 h 6858000"/>
              <a:gd name="connsiteX788" fmla="*/ 3296242 w 7467600"/>
              <a:gd name="connsiteY788" fmla="*/ 807991 h 6858000"/>
              <a:gd name="connsiteX789" fmla="*/ 3174674 w 7467600"/>
              <a:gd name="connsiteY789" fmla="*/ 919759 h 6858000"/>
              <a:gd name="connsiteX790" fmla="*/ 3042978 w 7467600"/>
              <a:gd name="connsiteY790" fmla="*/ 1054894 h 6858000"/>
              <a:gd name="connsiteX791" fmla="*/ 2968914 w 7467600"/>
              <a:gd name="connsiteY791" fmla="*/ 1133756 h 6858000"/>
              <a:gd name="connsiteX792" fmla="*/ 3103823 w 7467600"/>
              <a:gd name="connsiteY792" fmla="*/ 1026814 h 6858000"/>
              <a:gd name="connsiteX793" fmla="*/ 3607114 w 7467600"/>
              <a:gd name="connsiteY793" fmla="*/ 467441 h 6858000"/>
              <a:gd name="connsiteX794" fmla="*/ 3744487 w 7467600"/>
              <a:gd name="connsiteY794" fmla="*/ 383136 h 6858000"/>
              <a:gd name="connsiteX795" fmla="*/ 3970213 w 7467600"/>
              <a:gd name="connsiteY795" fmla="*/ 995559 h 6858000"/>
              <a:gd name="connsiteX796" fmla="*/ 3744487 w 7467600"/>
              <a:gd name="connsiteY796" fmla="*/ 383136 h 6858000"/>
              <a:gd name="connsiteX797" fmla="*/ 3624562 w 7467600"/>
              <a:gd name="connsiteY797" fmla="*/ 367041 h 6858000"/>
              <a:gd name="connsiteX798" fmla="*/ 3489712 w 7467600"/>
              <a:gd name="connsiteY798" fmla="*/ 485386 h 6858000"/>
              <a:gd name="connsiteX799" fmla="*/ 3182994 w 7467600"/>
              <a:gd name="connsiteY799" fmla="*/ 828265 h 6858000"/>
              <a:gd name="connsiteX800" fmla="*/ 2892114 w 7467600"/>
              <a:gd name="connsiteY800" fmla="*/ 1172635 h 6858000"/>
              <a:gd name="connsiteX801" fmla="*/ 3021459 w 7467600"/>
              <a:gd name="connsiteY801" fmla="*/ 1035385 h 6858000"/>
              <a:gd name="connsiteX802" fmla="*/ 3153873 w 7467600"/>
              <a:gd name="connsiteY802" fmla="*/ 898971 h 6858000"/>
              <a:gd name="connsiteX803" fmla="*/ 3276511 w 7467600"/>
              <a:gd name="connsiteY803" fmla="*/ 786423 h 6858000"/>
              <a:gd name="connsiteX804" fmla="*/ 3584154 w 7467600"/>
              <a:gd name="connsiteY804" fmla="*/ 448218 h 6858000"/>
              <a:gd name="connsiteX805" fmla="*/ 3624562 w 7467600"/>
              <a:gd name="connsiteY805" fmla="*/ 367041 h 6858000"/>
              <a:gd name="connsiteX806" fmla="*/ 3766672 w 7467600"/>
              <a:gd name="connsiteY806" fmla="*/ 359429 h 6858000"/>
              <a:gd name="connsiteX807" fmla="*/ 3996338 w 7467600"/>
              <a:gd name="connsiteY807" fmla="*/ 968237 h 6858000"/>
              <a:gd name="connsiteX808" fmla="*/ 3766672 w 7467600"/>
              <a:gd name="connsiteY808" fmla="*/ 359429 h 6858000"/>
              <a:gd name="connsiteX809" fmla="*/ 5805386 w 7467600"/>
              <a:gd name="connsiteY809" fmla="*/ 239240 h 6858000"/>
              <a:gd name="connsiteX810" fmla="*/ 5736947 w 7467600"/>
              <a:gd name="connsiteY810" fmla="*/ 261367 h 6858000"/>
              <a:gd name="connsiteX811" fmla="*/ 5427012 w 7467600"/>
              <a:gd name="connsiteY811" fmla="*/ 311272 h 6858000"/>
              <a:gd name="connsiteX812" fmla="*/ 5147818 w 7467600"/>
              <a:gd name="connsiteY812" fmla="*/ 322112 h 6858000"/>
              <a:gd name="connsiteX813" fmla="*/ 5060854 w 7467600"/>
              <a:gd name="connsiteY813" fmla="*/ 311882 h 6858000"/>
              <a:gd name="connsiteX814" fmla="*/ 4945989 w 7467600"/>
              <a:gd name="connsiteY814" fmla="*/ 300516 h 6858000"/>
              <a:gd name="connsiteX815" fmla="*/ 5410479 w 7467600"/>
              <a:gd name="connsiteY815" fmla="*/ 348434 h 6858000"/>
              <a:gd name="connsiteX816" fmla="*/ 5805386 w 7467600"/>
              <a:gd name="connsiteY816" fmla="*/ 239240 h 6858000"/>
              <a:gd name="connsiteX817" fmla="*/ 5905192 w 7467600"/>
              <a:gd name="connsiteY817" fmla="*/ 163079 h 6858000"/>
              <a:gd name="connsiteX818" fmla="*/ 5865655 w 7467600"/>
              <a:gd name="connsiteY818" fmla="*/ 171901 h 6858000"/>
              <a:gd name="connsiteX819" fmla="*/ 5259740 w 7467600"/>
              <a:gd name="connsiteY819" fmla="*/ 257013 h 6858000"/>
              <a:gd name="connsiteX820" fmla="*/ 5208466 w 7467600"/>
              <a:gd name="connsiteY820" fmla="*/ 257550 h 6858000"/>
              <a:gd name="connsiteX821" fmla="*/ 4980204 w 7467600"/>
              <a:gd name="connsiteY821" fmla="*/ 271903 h 6858000"/>
              <a:gd name="connsiteX822" fmla="*/ 5068068 w 7467600"/>
              <a:gd name="connsiteY822" fmla="*/ 282244 h 6858000"/>
              <a:gd name="connsiteX823" fmla="*/ 5153231 w 7467600"/>
              <a:gd name="connsiteY823" fmla="*/ 292240 h 6858000"/>
              <a:gd name="connsiteX824" fmla="*/ 5426491 w 7467600"/>
              <a:gd name="connsiteY824" fmla="*/ 281128 h 6858000"/>
              <a:gd name="connsiteX825" fmla="*/ 5731212 w 7467600"/>
              <a:gd name="connsiteY825" fmla="*/ 231951 h 6858000"/>
              <a:gd name="connsiteX826" fmla="*/ 5905192 w 7467600"/>
              <a:gd name="connsiteY826" fmla="*/ 163079 h 6858000"/>
              <a:gd name="connsiteX827" fmla="*/ 5944437 w 7467600"/>
              <a:gd name="connsiteY827" fmla="*/ 113829 h 6858000"/>
              <a:gd name="connsiteX828" fmla="*/ 5825032 w 7467600"/>
              <a:gd name="connsiteY828" fmla="*/ 146405 h 6858000"/>
              <a:gd name="connsiteX829" fmla="*/ 4955599 w 7467600"/>
              <a:gd name="connsiteY829" fmla="*/ 247008 h 6858000"/>
              <a:gd name="connsiteX830" fmla="*/ 5210104 w 7467600"/>
              <a:gd name="connsiteY830" fmla="*/ 228123 h 6858000"/>
              <a:gd name="connsiteX831" fmla="*/ 5261015 w 7467600"/>
              <a:gd name="connsiteY831" fmla="*/ 227087 h 6858000"/>
              <a:gd name="connsiteX832" fmla="*/ 5861181 w 7467600"/>
              <a:gd name="connsiteY832" fmla="*/ 143093 h 6858000"/>
              <a:gd name="connsiteX833" fmla="*/ 5961252 w 7467600"/>
              <a:gd name="connsiteY833" fmla="*/ 114820 h 6858000"/>
              <a:gd name="connsiteX834" fmla="*/ 5944437 w 7467600"/>
              <a:gd name="connsiteY834" fmla="*/ 113829 h 6858000"/>
              <a:gd name="connsiteX835" fmla="*/ 3882765 w 7467600"/>
              <a:gd name="connsiteY835" fmla="*/ 0 h 6858000"/>
              <a:gd name="connsiteX836" fmla="*/ 3995099 w 7467600"/>
              <a:gd name="connsiteY836" fmla="*/ 0 h 6858000"/>
              <a:gd name="connsiteX837" fmla="*/ 4163818 w 7467600"/>
              <a:gd name="connsiteY837" fmla="*/ 234104 h 6858000"/>
              <a:gd name="connsiteX838" fmla="*/ 4172099 w 7467600"/>
              <a:gd name="connsiteY838" fmla="*/ 234207 h 6858000"/>
              <a:gd name="connsiteX839" fmla="*/ 4784282 w 7467600"/>
              <a:gd name="connsiteY839" fmla="*/ 276561 h 6858000"/>
              <a:gd name="connsiteX840" fmla="*/ 4801687 w 7467600"/>
              <a:gd name="connsiteY840" fmla="*/ 267764 h 6858000"/>
              <a:gd name="connsiteX841" fmla="*/ 6082788 w 7467600"/>
              <a:gd name="connsiteY841" fmla="*/ 64119 h 6858000"/>
              <a:gd name="connsiteX842" fmla="*/ 6099442 w 7467600"/>
              <a:gd name="connsiteY842" fmla="*/ 82568 h 6858000"/>
              <a:gd name="connsiteX843" fmla="*/ 4804137 w 7467600"/>
              <a:gd name="connsiteY843" fmla="*/ 320931 h 6858000"/>
              <a:gd name="connsiteX844" fmla="*/ 4227047 w 7467600"/>
              <a:gd name="connsiteY844" fmla="*/ 313415 h 6858000"/>
              <a:gd name="connsiteX845" fmla="*/ 4346041 w 7467600"/>
              <a:gd name="connsiteY845" fmla="*/ 456086 h 6858000"/>
              <a:gd name="connsiteX846" fmla="*/ 4870967 w 7467600"/>
              <a:gd name="connsiteY846" fmla="*/ 963061 h 6858000"/>
              <a:gd name="connsiteX847" fmla="*/ 4889647 w 7467600"/>
              <a:gd name="connsiteY847" fmla="*/ 957147 h 6858000"/>
              <a:gd name="connsiteX848" fmla="*/ 5422504 w 7467600"/>
              <a:gd name="connsiteY848" fmla="*/ 805191 h 6858000"/>
              <a:gd name="connsiteX849" fmla="*/ 6087656 w 7467600"/>
              <a:gd name="connsiteY849" fmla="*/ 826703 h 6858000"/>
              <a:gd name="connsiteX850" fmla="*/ 6058717 w 7467600"/>
              <a:gd name="connsiteY850" fmla="*/ 865992 h 6858000"/>
              <a:gd name="connsiteX851" fmla="*/ 4974153 w 7467600"/>
              <a:gd name="connsiteY851" fmla="*/ 1045456 h 6858000"/>
              <a:gd name="connsiteX852" fmla="*/ 5627835 w 7467600"/>
              <a:gd name="connsiteY852" fmla="*/ 1472077 h 6858000"/>
              <a:gd name="connsiteX853" fmla="*/ 5629817 w 7467600"/>
              <a:gd name="connsiteY853" fmla="*/ 1471412 h 6858000"/>
              <a:gd name="connsiteX854" fmla="*/ 5634124 w 7467600"/>
              <a:gd name="connsiteY854" fmla="*/ 1470572 h 6858000"/>
              <a:gd name="connsiteX855" fmla="*/ 5755832 w 7467600"/>
              <a:gd name="connsiteY855" fmla="*/ 1383886 h 6858000"/>
              <a:gd name="connsiteX856" fmla="*/ 6014186 w 7467600"/>
              <a:gd name="connsiteY856" fmla="*/ 1279799 h 6858000"/>
              <a:gd name="connsiteX857" fmla="*/ 6901619 w 7467600"/>
              <a:gd name="connsiteY857" fmla="*/ 1047874 h 6858000"/>
              <a:gd name="connsiteX858" fmla="*/ 6931566 w 7467600"/>
              <a:gd name="connsiteY858" fmla="*/ 1062034 h 6858000"/>
              <a:gd name="connsiteX859" fmla="*/ 5790982 w 7467600"/>
              <a:gd name="connsiteY859" fmla="*/ 1561380 h 6858000"/>
              <a:gd name="connsiteX860" fmla="*/ 6188971 w 7467600"/>
              <a:gd name="connsiteY860" fmla="*/ 1755168 h 6858000"/>
              <a:gd name="connsiteX861" fmla="*/ 6202446 w 7467600"/>
              <a:gd name="connsiteY861" fmla="*/ 1752268 h 6858000"/>
              <a:gd name="connsiteX862" fmla="*/ 7179560 w 7467600"/>
              <a:gd name="connsiteY862" fmla="*/ 1467551 h 6858000"/>
              <a:gd name="connsiteX863" fmla="*/ 7158730 w 7467600"/>
              <a:gd name="connsiteY863" fmla="*/ 1507835 h 6858000"/>
              <a:gd name="connsiteX864" fmla="*/ 6326959 w 7467600"/>
              <a:gd name="connsiteY864" fmla="*/ 1817686 h 6858000"/>
              <a:gd name="connsiteX865" fmla="*/ 6537433 w 7467600"/>
              <a:gd name="connsiteY865" fmla="*/ 1907790 h 6858000"/>
              <a:gd name="connsiteX866" fmla="*/ 6550221 w 7467600"/>
              <a:gd name="connsiteY866" fmla="*/ 1910729 h 6858000"/>
              <a:gd name="connsiteX867" fmla="*/ 6964438 w 7467600"/>
              <a:gd name="connsiteY867" fmla="*/ 2209505 h 6858000"/>
              <a:gd name="connsiteX868" fmla="*/ 7367862 w 7467600"/>
              <a:gd name="connsiteY868" fmla="*/ 2806833 h 6858000"/>
              <a:gd name="connsiteX869" fmla="*/ 7364329 w 7467600"/>
              <a:gd name="connsiteY869" fmla="*/ 2826907 h 6858000"/>
              <a:gd name="connsiteX870" fmla="*/ 7290545 w 7467600"/>
              <a:gd name="connsiteY870" fmla="*/ 2850663 h 6858000"/>
              <a:gd name="connsiteX871" fmla="*/ 6472036 w 7467600"/>
              <a:gd name="connsiteY871" fmla="*/ 1959003 h 6858000"/>
              <a:gd name="connsiteX872" fmla="*/ 5792897 w 7467600"/>
              <a:gd name="connsiteY872" fmla="*/ 1647747 h 6858000"/>
              <a:gd name="connsiteX873" fmla="*/ 5842751 w 7467600"/>
              <a:gd name="connsiteY873" fmla="*/ 1816112 h 6858000"/>
              <a:gd name="connsiteX874" fmla="*/ 5847424 w 7467600"/>
              <a:gd name="connsiteY874" fmla="*/ 1815776 h 6858000"/>
              <a:gd name="connsiteX875" fmla="*/ 6399821 w 7467600"/>
              <a:gd name="connsiteY875" fmla="*/ 2344799 h 6858000"/>
              <a:gd name="connsiteX876" fmla="*/ 6323232 w 7467600"/>
              <a:gd name="connsiteY876" fmla="*/ 2389634 h 6858000"/>
              <a:gd name="connsiteX877" fmla="*/ 5942958 w 7467600"/>
              <a:gd name="connsiteY877" fmla="*/ 2077708 h 6858000"/>
              <a:gd name="connsiteX878" fmla="*/ 5921559 w 7467600"/>
              <a:gd name="connsiteY878" fmla="*/ 2378596 h 6858000"/>
              <a:gd name="connsiteX879" fmla="*/ 5817651 w 7467600"/>
              <a:gd name="connsiteY879" fmla="*/ 3023919 h 6858000"/>
              <a:gd name="connsiteX880" fmla="*/ 5729634 w 7467600"/>
              <a:gd name="connsiteY880" fmla="*/ 3051849 h 6858000"/>
              <a:gd name="connsiteX881" fmla="*/ 5611018 w 7467600"/>
              <a:gd name="connsiteY881" fmla="*/ 2316769 h 6858000"/>
              <a:gd name="connsiteX882" fmla="*/ 5687608 w 7467600"/>
              <a:gd name="connsiteY882" fmla="*/ 2039972 h 6858000"/>
              <a:gd name="connsiteX883" fmla="*/ 5657554 w 7467600"/>
              <a:gd name="connsiteY883" fmla="*/ 1576445 h 6858000"/>
              <a:gd name="connsiteX884" fmla="*/ 5150475 w 7467600"/>
              <a:gd name="connsiteY884" fmla="*/ 1274012 h 6858000"/>
              <a:gd name="connsiteX885" fmla="*/ 5349142 w 7467600"/>
              <a:gd name="connsiteY885" fmla="*/ 2204405 h 6858000"/>
              <a:gd name="connsiteX886" fmla="*/ 5262214 w 7467600"/>
              <a:gd name="connsiteY886" fmla="*/ 2233836 h 6858000"/>
              <a:gd name="connsiteX887" fmla="*/ 4981539 w 7467600"/>
              <a:gd name="connsiteY887" fmla="*/ 1542201 h 6858000"/>
              <a:gd name="connsiteX888" fmla="*/ 4958461 w 7467600"/>
              <a:gd name="connsiteY888" fmla="*/ 1136957 h 6858000"/>
              <a:gd name="connsiteX889" fmla="*/ 4655015 w 7467600"/>
              <a:gd name="connsiteY889" fmla="*/ 891426 h 6858000"/>
              <a:gd name="connsiteX890" fmla="*/ 4348002 w 7467600"/>
              <a:gd name="connsiteY890" fmla="*/ 2205895 h 6858000"/>
              <a:gd name="connsiteX891" fmla="*/ 4262250 w 7467600"/>
              <a:gd name="connsiteY891" fmla="*/ 2219972 h 6858000"/>
              <a:gd name="connsiteX892" fmla="*/ 4550611 w 7467600"/>
              <a:gd name="connsiteY892" fmla="*/ 817540 h 6858000"/>
              <a:gd name="connsiteX893" fmla="*/ 4564418 w 7467600"/>
              <a:gd name="connsiteY893" fmla="*/ 808293 h 6858000"/>
              <a:gd name="connsiteX894" fmla="*/ 4266388 w 7467600"/>
              <a:gd name="connsiteY894" fmla="*/ 500083 h 6858000"/>
              <a:gd name="connsiteX895" fmla="*/ 4032842 w 7467600"/>
              <a:gd name="connsiteY895" fmla="*/ 211809 h 6858000"/>
              <a:gd name="connsiteX896" fmla="*/ 3882765 w 7467600"/>
              <a:gd name="connsiteY896" fmla="*/ 0 h 6858000"/>
              <a:gd name="connsiteX897" fmla="*/ 3721337 w 7467600"/>
              <a:gd name="connsiteY897" fmla="*/ 0 h 6858000"/>
              <a:gd name="connsiteX898" fmla="*/ 3797544 w 7467600"/>
              <a:gd name="connsiteY898" fmla="*/ 0 h 6858000"/>
              <a:gd name="connsiteX899" fmla="*/ 3775734 w 7467600"/>
              <a:gd name="connsiteY899" fmla="*/ 95131 h 6858000"/>
              <a:gd name="connsiteX900" fmla="*/ 3724807 w 7467600"/>
              <a:gd name="connsiteY900" fmla="*/ 272257 h 6858000"/>
              <a:gd name="connsiteX901" fmla="*/ 3726844 w 7467600"/>
              <a:gd name="connsiteY901" fmla="*/ 282988 h 6858000"/>
              <a:gd name="connsiteX902" fmla="*/ 3742664 w 7467600"/>
              <a:gd name="connsiteY902" fmla="*/ 279918 h 6858000"/>
              <a:gd name="connsiteX903" fmla="*/ 4103910 w 7467600"/>
              <a:gd name="connsiteY903" fmla="*/ 1161917 h 6858000"/>
              <a:gd name="connsiteX904" fmla="*/ 4020269 w 7467600"/>
              <a:gd name="connsiteY904" fmla="*/ 1200406 h 6858000"/>
              <a:gd name="connsiteX905" fmla="*/ 3674882 w 7467600"/>
              <a:gd name="connsiteY905" fmla="*/ 488524 h 6858000"/>
              <a:gd name="connsiteX906" fmla="*/ 3132682 w 7467600"/>
              <a:gd name="connsiteY906" fmla="*/ 1072284 h 6858000"/>
              <a:gd name="connsiteX907" fmla="*/ 2716346 w 7467600"/>
              <a:gd name="connsiteY907" fmla="*/ 1276376 h 6858000"/>
              <a:gd name="connsiteX908" fmla="*/ 2716772 w 7467600"/>
              <a:gd name="connsiteY908" fmla="*/ 1255462 h 6858000"/>
              <a:gd name="connsiteX909" fmla="*/ 3471096 w 7467600"/>
              <a:gd name="connsiteY909" fmla="*/ 437072 h 6858000"/>
              <a:gd name="connsiteX910" fmla="*/ 3639057 w 7467600"/>
              <a:gd name="connsiteY910" fmla="*/ 286334 h 6858000"/>
              <a:gd name="connsiteX911" fmla="*/ 3640309 w 7467600"/>
              <a:gd name="connsiteY911" fmla="*/ 284664 h 6858000"/>
              <a:gd name="connsiteX912" fmla="*/ 3646022 w 7467600"/>
              <a:gd name="connsiteY912" fmla="*/ 276711 h 6858000"/>
              <a:gd name="connsiteX913" fmla="*/ 3707943 w 7467600"/>
              <a:gd name="connsiteY913" fmla="*/ 65958 h 6858000"/>
              <a:gd name="connsiteX914" fmla="*/ 3721337 w 7467600"/>
              <a:gd name="connsiteY914" fmla="*/ 0 h 6858000"/>
              <a:gd name="connsiteX915" fmla="*/ 2867960 w 7467600"/>
              <a:gd name="connsiteY915" fmla="*/ 0 h 6858000"/>
              <a:gd name="connsiteX916" fmla="*/ 2926351 w 7467600"/>
              <a:gd name="connsiteY916" fmla="*/ 0 h 6858000"/>
              <a:gd name="connsiteX917" fmla="*/ 2902823 w 7467600"/>
              <a:gd name="connsiteY917" fmla="*/ 262929 h 6858000"/>
              <a:gd name="connsiteX918" fmla="*/ 2940663 w 7467600"/>
              <a:gd name="connsiteY918" fmla="*/ 140884 h 6858000"/>
              <a:gd name="connsiteX919" fmla="*/ 2947039 w 7467600"/>
              <a:gd name="connsiteY919" fmla="*/ 122524 h 6858000"/>
              <a:gd name="connsiteX920" fmla="*/ 2984316 w 7467600"/>
              <a:gd name="connsiteY920" fmla="*/ 0 h 6858000"/>
              <a:gd name="connsiteX921" fmla="*/ 3016114 w 7467600"/>
              <a:gd name="connsiteY921" fmla="*/ 0 h 6858000"/>
              <a:gd name="connsiteX922" fmla="*/ 2979949 w 7467600"/>
              <a:gd name="connsiteY922" fmla="*/ 119274 h 6858000"/>
              <a:gd name="connsiteX923" fmla="*/ 3023879 w 7467600"/>
              <a:gd name="connsiteY923" fmla="*/ 0 h 6858000"/>
              <a:gd name="connsiteX924" fmla="*/ 3105400 w 7467600"/>
              <a:gd name="connsiteY924" fmla="*/ 0 h 6858000"/>
              <a:gd name="connsiteX925" fmla="*/ 3094669 w 7467600"/>
              <a:gd name="connsiteY925" fmla="*/ 30308 h 6858000"/>
              <a:gd name="connsiteX926" fmla="*/ 2901945 w 7467600"/>
              <a:gd name="connsiteY926" fmla="*/ 466538 h 6858000"/>
              <a:gd name="connsiteX927" fmla="*/ 2815209 w 7467600"/>
              <a:gd name="connsiteY927" fmla="*/ 497361 h 6858000"/>
              <a:gd name="connsiteX928" fmla="*/ 2844845 w 7467600"/>
              <a:gd name="connsiteY928" fmla="*/ 127638 h 6858000"/>
              <a:gd name="connsiteX929" fmla="*/ 2867960 w 7467600"/>
              <a:gd name="connsiteY929" fmla="*/ 0 h 6858000"/>
              <a:gd name="connsiteX930" fmla="*/ 1057230 w 7467600"/>
              <a:gd name="connsiteY930" fmla="*/ 0 h 6858000"/>
              <a:gd name="connsiteX931" fmla="*/ 1111003 w 7467600"/>
              <a:gd name="connsiteY931" fmla="*/ 0 h 6858000"/>
              <a:gd name="connsiteX932" fmla="*/ 1125553 w 7467600"/>
              <a:gd name="connsiteY932" fmla="*/ 52588 h 6858000"/>
              <a:gd name="connsiteX933" fmla="*/ 1304276 w 7467600"/>
              <a:gd name="connsiteY933" fmla="*/ 476275 h 6858000"/>
              <a:gd name="connsiteX934" fmla="*/ 1492066 w 7467600"/>
              <a:gd name="connsiteY934" fmla="*/ 886333 h 6858000"/>
              <a:gd name="connsiteX935" fmla="*/ 1423698 w 7467600"/>
              <a:gd name="connsiteY935" fmla="*/ 710817 h 6858000"/>
              <a:gd name="connsiteX936" fmla="*/ 1357609 w 7467600"/>
              <a:gd name="connsiteY936" fmla="*/ 532892 h 6858000"/>
              <a:gd name="connsiteX937" fmla="*/ 1309550 w 7467600"/>
              <a:gd name="connsiteY937" fmla="*/ 374031 h 6858000"/>
              <a:gd name="connsiteX938" fmla="*/ 1193673 w 7467600"/>
              <a:gd name="connsiteY938" fmla="*/ 49533 h 6858000"/>
              <a:gd name="connsiteX939" fmla="*/ 1164391 w 7467600"/>
              <a:gd name="connsiteY939" fmla="*/ 0 h 6858000"/>
              <a:gd name="connsiteX940" fmla="*/ 1200666 w 7467600"/>
              <a:gd name="connsiteY940" fmla="*/ 0 h 6858000"/>
              <a:gd name="connsiteX941" fmla="*/ 1223408 w 7467600"/>
              <a:gd name="connsiteY941" fmla="*/ 38996 h 6858000"/>
              <a:gd name="connsiteX942" fmla="*/ 1339635 w 7467600"/>
              <a:gd name="connsiteY942" fmla="*/ 365517 h 6858000"/>
              <a:gd name="connsiteX943" fmla="*/ 1387469 w 7467600"/>
              <a:gd name="connsiteY943" fmla="*/ 523079 h 6858000"/>
              <a:gd name="connsiteX944" fmla="*/ 1452685 w 7467600"/>
              <a:gd name="connsiteY944" fmla="*/ 699806 h 6858000"/>
              <a:gd name="connsiteX945" fmla="*/ 1492092 w 7467600"/>
              <a:gd name="connsiteY945" fmla="*/ 800424 h 6858000"/>
              <a:gd name="connsiteX946" fmla="*/ 1455302 w 7467600"/>
              <a:gd name="connsiteY946" fmla="*/ 632913 h 6858000"/>
              <a:gd name="connsiteX947" fmla="*/ 1222336 w 7467600"/>
              <a:gd name="connsiteY947" fmla="*/ 9480 h 6858000"/>
              <a:gd name="connsiteX948" fmla="*/ 1214634 w 7467600"/>
              <a:gd name="connsiteY948" fmla="*/ 0 h 6858000"/>
              <a:gd name="connsiteX949" fmla="*/ 1289827 w 7467600"/>
              <a:gd name="connsiteY949" fmla="*/ 0 h 6858000"/>
              <a:gd name="connsiteX950" fmla="*/ 1321076 w 7467600"/>
              <a:gd name="connsiteY950" fmla="*/ 59722 h 6858000"/>
              <a:gd name="connsiteX951" fmla="*/ 1512579 w 7467600"/>
              <a:gd name="connsiteY951" fmla="*/ 626441 h 6858000"/>
              <a:gd name="connsiteX952" fmla="*/ 1506076 w 7467600"/>
              <a:gd name="connsiteY952" fmla="*/ 1089289 h 6858000"/>
              <a:gd name="connsiteX953" fmla="*/ 1486346 w 7467600"/>
              <a:gd name="connsiteY953" fmla="*/ 1079919 h 6858000"/>
              <a:gd name="connsiteX954" fmla="*/ 1070511 w 7467600"/>
              <a:gd name="connsiteY954" fmla="*/ 48609 h 6858000"/>
              <a:gd name="connsiteX955" fmla="*/ 1057230 w 7467600"/>
              <a:gd name="connsiteY955" fmla="*/ 0 h 6858000"/>
              <a:gd name="connsiteX956" fmla="*/ 43151 w 7467600"/>
              <a:gd name="connsiteY956" fmla="*/ 0 h 6858000"/>
              <a:gd name="connsiteX957" fmla="*/ 95283 w 7467600"/>
              <a:gd name="connsiteY957" fmla="*/ 0 h 6858000"/>
              <a:gd name="connsiteX958" fmla="*/ 300708 w 7467600"/>
              <a:gd name="connsiteY958" fmla="*/ 154571 h 6858000"/>
              <a:gd name="connsiteX959" fmla="*/ 530414 w 7467600"/>
              <a:gd name="connsiteY959" fmla="*/ 354673 h 6858000"/>
              <a:gd name="connsiteX960" fmla="*/ 333785 w 7467600"/>
              <a:gd name="connsiteY960" fmla="*/ 161564 h 6858000"/>
              <a:gd name="connsiteX961" fmla="*/ 147005 w 7467600"/>
              <a:gd name="connsiteY961" fmla="*/ 0 h 6858000"/>
              <a:gd name="connsiteX962" fmla="*/ 272509 w 7467600"/>
              <a:gd name="connsiteY962" fmla="*/ 0 h 6858000"/>
              <a:gd name="connsiteX963" fmla="*/ 326276 w 7467600"/>
              <a:gd name="connsiteY963" fmla="*/ 45847 h 6858000"/>
              <a:gd name="connsiteX964" fmla="*/ 823759 w 7467600"/>
              <a:gd name="connsiteY964" fmla="*/ 574145 h 6858000"/>
              <a:gd name="connsiteX965" fmla="*/ 811254 w 7467600"/>
              <a:gd name="connsiteY965" fmla="*/ 665546 h 6858000"/>
              <a:gd name="connsiteX966" fmla="*/ 154042 w 7467600"/>
              <a:gd name="connsiteY966" fmla="*/ 261522 h 6858000"/>
              <a:gd name="connsiteX967" fmla="*/ 13550 w 7467600"/>
              <a:gd name="connsiteY967" fmla="*/ 158423 h 6858000"/>
              <a:gd name="connsiteX968" fmla="*/ 0 w 7467600"/>
              <a:gd name="connsiteY968" fmla="*/ 146618 h 6858000"/>
              <a:gd name="connsiteX969" fmla="*/ 0 w 7467600"/>
              <a:gd name="connsiteY969" fmla="*/ 59161 h 6858000"/>
              <a:gd name="connsiteX970" fmla="*/ 45427 w 7467600"/>
              <a:gd name="connsiteY970" fmla="*/ 101078 h 6858000"/>
              <a:gd name="connsiteX971" fmla="*/ 630103 w 7467600"/>
              <a:gd name="connsiteY971" fmla="*/ 485885 h 6858000"/>
              <a:gd name="connsiteX972" fmla="*/ 532040 w 7467600"/>
              <a:gd name="connsiteY972" fmla="*/ 399359 h 6858000"/>
              <a:gd name="connsiteX973" fmla="*/ 517618 w 7467600"/>
              <a:gd name="connsiteY973" fmla="*/ 385726 h 6858000"/>
              <a:gd name="connsiteX974" fmla="*/ 285074 w 7467600"/>
              <a:gd name="connsiteY974" fmla="*/ 182755 h 6858000"/>
              <a:gd name="connsiteX975" fmla="*/ 43151 w 7467600"/>
              <a:gd name="connsiteY97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1456157 w 7467600"/>
              <a:gd name="connsiteY96" fmla="*/ 5371404 h 6858000"/>
              <a:gd name="connsiteX97" fmla="*/ 1244432 w 7467600"/>
              <a:gd name="connsiteY97" fmla="*/ 5385601 h 6858000"/>
              <a:gd name="connsiteX98" fmla="*/ 973990 w 7467600"/>
              <a:gd name="connsiteY98" fmla="*/ 5424940 h 6858000"/>
              <a:gd name="connsiteX99" fmla="*/ 1103809 w 7467600"/>
              <a:gd name="connsiteY99" fmla="*/ 5433720 h 6858000"/>
              <a:gd name="connsiteX100" fmla="*/ 1123454 w 7467600"/>
              <a:gd name="connsiteY100" fmla="*/ 5435727 h 6858000"/>
              <a:gd name="connsiteX101" fmla="*/ 1737017 w 7467600"/>
              <a:gd name="connsiteY101" fmla="*/ 5452183 h 6858000"/>
              <a:gd name="connsiteX102" fmla="*/ 1824397 w 7467600"/>
              <a:gd name="connsiteY102" fmla="*/ 5447757 h 6858000"/>
              <a:gd name="connsiteX103" fmla="*/ 2070059 w 7467600"/>
              <a:gd name="connsiteY103" fmla="*/ 5441660 h 6858000"/>
              <a:gd name="connsiteX104" fmla="*/ 1456157 w 7467600"/>
              <a:gd name="connsiteY104" fmla="*/ 5371404 h 6858000"/>
              <a:gd name="connsiteX105" fmla="*/ 4988186 w 7467600"/>
              <a:gd name="connsiteY105" fmla="*/ 5216467 h 6858000"/>
              <a:gd name="connsiteX106" fmla="*/ 4777334 w 7467600"/>
              <a:gd name="connsiteY106" fmla="*/ 5406072 h 6858000"/>
              <a:gd name="connsiteX107" fmla="*/ 4718341 w 7467600"/>
              <a:gd name="connsiteY107" fmla="*/ 5468043 h 6858000"/>
              <a:gd name="connsiteX108" fmla="*/ 4604655 w 7467600"/>
              <a:gd name="connsiteY108" fmla="*/ 5583434 h 6858000"/>
              <a:gd name="connsiteX109" fmla="*/ 4565074 w 7467600"/>
              <a:gd name="connsiteY109" fmla="*/ 5618550 h 6858000"/>
              <a:gd name="connsiteX110" fmla="*/ 4988186 w 7467600"/>
              <a:gd name="connsiteY110" fmla="*/ 5216467 h 6858000"/>
              <a:gd name="connsiteX111" fmla="*/ 4978032 w 7467600"/>
              <a:gd name="connsiteY111" fmla="*/ 5183809 h 6858000"/>
              <a:gd name="connsiteX112" fmla="*/ 4463413 w 7467600"/>
              <a:gd name="connsiteY112" fmla="*/ 5615162 h 6858000"/>
              <a:gd name="connsiteX113" fmla="*/ 4358134 w 7467600"/>
              <a:gd name="connsiteY113" fmla="*/ 5742791 h 6858000"/>
              <a:gd name="connsiteX114" fmla="*/ 4376219 w 7467600"/>
              <a:gd name="connsiteY114" fmla="*/ 5729027 h 6858000"/>
              <a:gd name="connsiteX115" fmla="*/ 4582340 w 7467600"/>
              <a:gd name="connsiteY115" fmla="*/ 5561037 h 6858000"/>
              <a:gd name="connsiteX116" fmla="*/ 4694684 w 7467600"/>
              <a:gd name="connsiteY116" fmla="*/ 5447098 h 6858000"/>
              <a:gd name="connsiteX117" fmla="*/ 4754123 w 7467600"/>
              <a:gd name="connsiteY117" fmla="*/ 5384643 h 6858000"/>
              <a:gd name="connsiteX118" fmla="*/ 4978032 w 7467600"/>
              <a:gd name="connsiteY118" fmla="*/ 5183809 h 6858000"/>
              <a:gd name="connsiteX119" fmla="*/ 1903353 w 7467600"/>
              <a:gd name="connsiteY119" fmla="*/ 5044827 h 6858000"/>
              <a:gd name="connsiteX120" fmla="*/ 1936931 w 7467600"/>
              <a:gd name="connsiteY120" fmla="*/ 5093954 h 6858000"/>
              <a:gd name="connsiteX121" fmla="*/ 2195868 w 7467600"/>
              <a:gd name="connsiteY121" fmla="*/ 5396574 h 6858000"/>
              <a:gd name="connsiteX122" fmla="*/ 2088852 w 7467600"/>
              <a:gd name="connsiteY122" fmla="*/ 5166123 h 6858000"/>
              <a:gd name="connsiteX123" fmla="*/ 1958241 w 7467600"/>
              <a:gd name="connsiteY123" fmla="*/ 5067955 h 6858000"/>
              <a:gd name="connsiteX124" fmla="*/ 1903353 w 7467600"/>
              <a:gd name="connsiteY124" fmla="*/ 5044827 h 6858000"/>
              <a:gd name="connsiteX125" fmla="*/ 1979378 w 7467600"/>
              <a:gd name="connsiteY125" fmla="*/ 4769504 h 6858000"/>
              <a:gd name="connsiteX126" fmla="*/ 2882120 w 7467600"/>
              <a:gd name="connsiteY126" fmla="*/ 5064547 h 6858000"/>
              <a:gd name="connsiteX127" fmla="*/ 2793103 w 7467600"/>
              <a:gd name="connsiteY127" fmla="*/ 5039699 h 6858000"/>
              <a:gd name="connsiteX128" fmla="*/ 2770041 w 7467600"/>
              <a:gd name="connsiteY128" fmla="*/ 5033634 h 6858000"/>
              <a:gd name="connsiteX129" fmla="*/ 1979378 w 7467600"/>
              <a:gd name="connsiteY129" fmla="*/ 4769504 h 6858000"/>
              <a:gd name="connsiteX130" fmla="*/ 1927410 w 7467600"/>
              <a:gd name="connsiteY130" fmla="*/ 4716164 h 6858000"/>
              <a:gd name="connsiteX131" fmla="*/ 1959587 w 7467600"/>
              <a:gd name="connsiteY131" fmla="*/ 4728849 h 6858000"/>
              <a:gd name="connsiteX132" fmla="*/ 2777707 w 7467600"/>
              <a:gd name="connsiteY132" fmla="*/ 5003991 h 6858000"/>
              <a:gd name="connsiteX133" fmla="*/ 2800768 w 7467600"/>
              <a:gd name="connsiteY133" fmla="*/ 5010056 h 6858000"/>
              <a:gd name="connsiteX134" fmla="*/ 2879408 w 7467600"/>
              <a:gd name="connsiteY134" fmla="*/ 5031590 h 6858000"/>
              <a:gd name="connsiteX135" fmla="*/ 2862295 w 7467600"/>
              <a:gd name="connsiteY135" fmla="*/ 5022958 h 6858000"/>
              <a:gd name="connsiteX136" fmla="*/ 2813343 w 7467600"/>
              <a:gd name="connsiteY136" fmla="*/ 4998369 h 6858000"/>
              <a:gd name="connsiteX137" fmla="*/ 2646245 w 7467600"/>
              <a:gd name="connsiteY137" fmla="*/ 4930999 h 6858000"/>
              <a:gd name="connsiteX138" fmla="*/ 1999243 w 7467600"/>
              <a:gd name="connsiteY138" fmla="*/ 4730524 h 6858000"/>
              <a:gd name="connsiteX139" fmla="*/ 1979527 w 7467600"/>
              <a:gd name="connsiteY139" fmla="*/ 4726651 h 6858000"/>
              <a:gd name="connsiteX140" fmla="*/ 1927410 w 7467600"/>
              <a:gd name="connsiteY140" fmla="*/ 4716164 h 6858000"/>
              <a:gd name="connsiteX141" fmla="*/ 1997014 w 7467600"/>
              <a:gd name="connsiteY141" fmla="*/ 4698007 h 6858000"/>
              <a:gd name="connsiteX142" fmla="*/ 2005458 w 7467600"/>
              <a:gd name="connsiteY142" fmla="*/ 4699540 h 6858000"/>
              <a:gd name="connsiteX143" fmla="*/ 2657186 w 7467600"/>
              <a:gd name="connsiteY143" fmla="*/ 4901687 h 6858000"/>
              <a:gd name="connsiteX144" fmla="*/ 2826662 w 7467600"/>
              <a:gd name="connsiteY144" fmla="*/ 4970362 h 6858000"/>
              <a:gd name="connsiteX145" fmla="*/ 2876100 w 7467600"/>
              <a:gd name="connsiteY145" fmla="*/ 4995397 h 6858000"/>
              <a:gd name="connsiteX146" fmla="*/ 3042600 w 7467600"/>
              <a:gd name="connsiteY146" fmla="*/ 5059532 h 6858000"/>
              <a:gd name="connsiteX147" fmla="*/ 1997014 w 7467600"/>
              <a:gd name="connsiteY147" fmla="*/ 4698007 h 6858000"/>
              <a:gd name="connsiteX148" fmla="*/ 2305292 w 7467600"/>
              <a:gd name="connsiteY148" fmla="*/ 4219492 h 6858000"/>
              <a:gd name="connsiteX149" fmla="*/ 3360922 w 7467600"/>
              <a:gd name="connsiteY149" fmla="*/ 4529373 h 6858000"/>
              <a:gd name="connsiteX150" fmla="*/ 3492420 w 7467600"/>
              <a:gd name="connsiteY150" fmla="*/ 4510145 h 6858000"/>
              <a:gd name="connsiteX151" fmla="*/ 3364086 w 7467600"/>
              <a:gd name="connsiteY151" fmla="*/ 4480340 h 6858000"/>
              <a:gd name="connsiteX152" fmla="*/ 3225818 w 7467600"/>
              <a:gd name="connsiteY152" fmla="*/ 4411822 h 6858000"/>
              <a:gd name="connsiteX153" fmla="*/ 3129696 w 7467600"/>
              <a:gd name="connsiteY153" fmla="*/ 4360704 h 6858000"/>
              <a:gd name="connsiteX154" fmla="*/ 2814545 w 7467600"/>
              <a:gd name="connsiteY154" fmla="*/ 4282955 h 6858000"/>
              <a:gd name="connsiteX155" fmla="*/ 2305292 w 7467600"/>
              <a:gd name="connsiteY155" fmla="*/ 4219492 h 6858000"/>
              <a:gd name="connsiteX156" fmla="*/ 2626982 w 7467600"/>
              <a:gd name="connsiteY156" fmla="*/ 4206450 h 6858000"/>
              <a:gd name="connsiteX157" fmla="*/ 2490617 w 7467600"/>
              <a:gd name="connsiteY157" fmla="*/ 4206951 h 6858000"/>
              <a:gd name="connsiteX158" fmla="*/ 2819869 w 7467600"/>
              <a:gd name="connsiteY158" fmla="*/ 4252936 h 6858000"/>
              <a:gd name="connsiteX159" fmla="*/ 3143018 w 7467600"/>
              <a:gd name="connsiteY159" fmla="*/ 4332698 h 6858000"/>
              <a:gd name="connsiteX160" fmla="*/ 3241520 w 7467600"/>
              <a:gd name="connsiteY160" fmla="*/ 4385112 h 6858000"/>
              <a:gd name="connsiteX161" fmla="*/ 3374575 w 7467600"/>
              <a:gd name="connsiteY161" fmla="*/ 4451517 h 6858000"/>
              <a:gd name="connsiteX162" fmla="*/ 3505221 w 7467600"/>
              <a:gd name="connsiteY162" fmla="*/ 4480757 h 6858000"/>
              <a:gd name="connsiteX163" fmla="*/ 2626982 w 7467600"/>
              <a:gd name="connsiteY163" fmla="*/ 4206450 h 6858000"/>
              <a:gd name="connsiteX164" fmla="*/ 1310106 w 7467600"/>
              <a:gd name="connsiteY164" fmla="*/ 3943217 h 6858000"/>
              <a:gd name="connsiteX165" fmla="*/ 854994 w 7467600"/>
              <a:gd name="connsiteY165" fmla="*/ 4399136 h 6858000"/>
              <a:gd name="connsiteX166" fmla="*/ 742462 w 7467600"/>
              <a:gd name="connsiteY166" fmla="*/ 4594648 h 6858000"/>
              <a:gd name="connsiteX167" fmla="*/ 820602 w 7467600"/>
              <a:gd name="connsiteY167" fmla="*/ 4485915 h 6858000"/>
              <a:gd name="connsiteX168" fmla="*/ 878295 w 7467600"/>
              <a:gd name="connsiteY168" fmla="*/ 4403594 h 6858000"/>
              <a:gd name="connsiteX169" fmla="*/ 1240607 w 7467600"/>
              <a:gd name="connsiteY169" fmla="*/ 4010401 h 6858000"/>
              <a:gd name="connsiteX170" fmla="*/ 1310106 w 7467600"/>
              <a:gd name="connsiteY170" fmla="*/ 3943217 h 6858000"/>
              <a:gd name="connsiteX171" fmla="*/ 1423113 w 7467600"/>
              <a:gd name="connsiteY171" fmla="*/ 3874565 h 6858000"/>
              <a:gd name="connsiteX172" fmla="*/ 1260565 w 7467600"/>
              <a:gd name="connsiteY172" fmla="*/ 4031982 h 6858000"/>
              <a:gd name="connsiteX173" fmla="*/ 901900 w 7467600"/>
              <a:gd name="connsiteY173" fmla="*/ 4421236 h 6858000"/>
              <a:gd name="connsiteX174" fmla="*/ 845044 w 7467600"/>
              <a:gd name="connsiteY174" fmla="*/ 4502436 h 6858000"/>
              <a:gd name="connsiteX175" fmla="*/ 685926 w 7467600"/>
              <a:gd name="connsiteY175" fmla="*/ 4703069 h 6858000"/>
              <a:gd name="connsiteX176" fmla="*/ 684248 w 7467600"/>
              <a:gd name="connsiteY176" fmla="*/ 4706721 h 6858000"/>
              <a:gd name="connsiteX177" fmla="*/ 1423113 w 7467600"/>
              <a:gd name="connsiteY177" fmla="*/ 3874565 h 6858000"/>
              <a:gd name="connsiteX178" fmla="*/ 3316479 w 7467600"/>
              <a:gd name="connsiteY178" fmla="*/ 3872136 h 6858000"/>
              <a:gd name="connsiteX179" fmla="*/ 3546806 w 7467600"/>
              <a:gd name="connsiteY179" fmla="*/ 4356139 h 6858000"/>
              <a:gd name="connsiteX180" fmla="*/ 3364433 w 7467600"/>
              <a:gd name="connsiteY180" fmla="*/ 3953121 h 6858000"/>
              <a:gd name="connsiteX181" fmla="*/ 3316479 w 7467600"/>
              <a:gd name="connsiteY181" fmla="*/ 3872136 h 6858000"/>
              <a:gd name="connsiteX182" fmla="*/ 3291335 w 7467600"/>
              <a:gd name="connsiteY182" fmla="*/ 3767420 h 6858000"/>
              <a:gd name="connsiteX183" fmla="*/ 3390805 w 7467600"/>
              <a:gd name="connsiteY183" fmla="*/ 3937163 h 6858000"/>
              <a:gd name="connsiteX184" fmla="*/ 3579062 w 7467600"/>
              <a:gd name="connsiteY184" fmla="*/ 4359040 h 6858000"/>
              <a:gd name="connsiteX185" fmla="*/ 3467355 w 7467600"/>
              <a:gd name="connsiteY185" fmla="*/ 3988130 h 6858000"/>
              <a:gd name="connsiteX186" fmla="*/ 3310753 w 7467600"/>
              <a:gd name="connsiteY186" fmla="*/ 3787140 h 6858000"/>
              <a:gd name="connsiteX187" fmla="*/ 3291335 w 7467600"/>
              <a:gd name="connsiteY187" fmla="*/ 3767420 h 6858000"/>
              <a:gd name="connsiteX188" fmla="*/ 1635889 w 7467600"/>
              <a:gd name="connsiteY188" fmla="*/ 3709494 h 6858000"/>
              <a:gd name="connsiteX189" fmla="*/ 1634800 w 7467600"/>
              <a:gd name="connsiteY189" fmla="*/ 3731111 h 6858000"/>
              <a:gd name="connsiteX190" fmla="*/ 1635889 w 7467600"/>
              <a:gd name="connsiteY190" fmla="*/ 3709494 h 6858000"/>
              <a:gd name="connsiteX191" fmla="*/ 1510397 w 7467600"/>
              <a:gd name="connsiteY191" fmla="*/ 3684705 h 6858000"/>
              <a:gd name="connsiteX192" fmla="*/ 1146550 w 7467600"/>
              <a:gd name="connsiteY192" fmla="*/ 3802012 h 6858000"/>
              <a:gd name="connsiteX193" fmla="*/ 698834 w 7467600"/>
              <a:gd name="connsiteY193" fmla="*/ 3952272 h 6858000"/>
              <a:gd name="connsiteX194" fmla="*/ 34256 w 7467600"/>
              <a:gd name="connsiteY194" fmla="*/ 4347603 h 6858000"/>
              <a:gd name="connsiteX195" fmla="*/ 527241 w 7467600"/>
              <a:gd name="connsiteY195" fmla="*/ 4065078 h 6858000"/>
              <a:gd name="connsiteX196" fmla="*/ 1510397 w 7467600"/>
              <a:gd name="connsiteY196" fmla="*/ 3684705 h 6858000"/>
              <a:gd name="connsiteX197" fmla="*/ 1313114 w 7467600"/>
              <a:gd name="connsiteY197" fmla="*/ 3655216 h 6858000"/>
              <a:gd name="connsiteX198" fmla="*/ 1109304 w 7467600"/>
              <a:gd name="connsiteY198" fmla="*/ 3669030 h 6858000"/>
              <a:gd name="connsiteX199" fmla="*/ 8129 w 7467600"/>
              <a:gd name="connsiteY199" fmla="*/ 4330519 h 6858000"/>
              <a:gd name="connsiteX200" fmla="*/ 687572 w 7467600"/>
              <a:gd name="connsiteY200" fmla="*/ 3925629 h 6858000"/>
              <a:gd name="connsiteX201" fmla="*/ 1138365 w 7467600"/>
              <a:gd name="connsiteY201" fmla="*/ 3774515 h 6858000"/>
              <a:gd name="connsiteX202" fmla="*/ 1505579 w 7467600"/>
              <a:gd name="connsiteY202" fmla="*/ 3655526 h 6858000"/>
              <a:gd name="connsiteX203" fmla="*/ 1313114 w 7467600"/>
              <a:gd name="connsiteY203" fmla="*/ 3655216 h 6858000"/>
              <a:gd name="connsiteX204" fmla="*/ 3655073 w 7467600"/>
              <a:gd name="connsiteY204" fmla="*/ 3650884 h 6858000"/>
              <a:gd name="connsiteX205" fmla="*/ 3989938 w 7467600"/>
              <a:gd name="connsiteY205" fmla="*/ 3991685 h 6858000"/>
              <a:gd name="connsiteX206" fmla="*/ 4393907 w 7467600"/>
              <a:gd name="connsiteY206" fmla="*/ 4261258 h 6858000"/>
              <a:gd name="connsiteX207" fmla="*/ 4648051 w 7467600"/>
              <a:gd name="connsiteY207" fmla="*/ 4374051 h 6858000"/>
              <a:gd name="connsiteX208" fmla="*/ 4383389 w 7467600"/>
              <a:gd name="connsiteY208" fmla="*/ 4184369 h 6858000"/>
              <a:gd name="connsiteX209" fmla="*/ 4165508 w 7467600"/>
              <a:gd name="connsiteY209" fmla="*/ 4035196 h 6858000"/>
              <a:gd name="connsiteX210" fmla="*/ 4068162 w 7467600"/>
              <a:gd name="connsiteY210" fmla="*/ 3953394 h 6858000"/>
              <a:gd name="connsiteX211" fmla="*/ 3981416 w 7467600"/>
              <a:gd name="connsiteY211" fmla="*/ 3880482 h 6858000"/>
              <a:gd name="connsiteX212" fmla="*/ 3800147 w 7467600"/>
              <a:gd name="connsiteY212" fmla="*/ 3749872 h 6858000"/>
              <a:gd name="connsiteX213" fmla="*/ 3655073 w 7467600"/>
              <a:gd name="connsiteY213" fmla="*/ 3650884 h 6858000"/>
              <a:gd name="connsiteX214" fmla="*/ 3670252 w 7467600"/>
              <a:gd name="connsiteY214" fmla="*/ 3622798 h 6858000"/>
              <a:gd name="connsiteX215" fmla="*/ 3817258 w 7467600"/>
              <a:gd name="connsiteY215" fmla="*/ 3723577 h 6858000"/>
              <a:gd name="connsiteX216" fmla="*/ 4000461 w 7467600"/>
              <a:gd name="connsiteY216" fmla="*/ 3855966 h 6858000"/>
              <a:gd name="connsiteX217" fmla="*/ 4088180 w 7467600"/>
              <a:gd name="connsiteY217" fmla="*/ 3929774 h 6858000"/>
              <a:gd name="connsiteX218" fmla="*/ 4184555 w 7467600"/>
              <a:gd name="connsiteY218" fmla="*/ 4010683 h 6858000"/>
              <a:gd name="connsiteX219" fmla="*/ 4399563 w 7467600"/>
              <a:gd name="connsiteY219" fmla="*/ 4158106 h 6858000"/>
              <a:gd name="connsiteX220" fmla="*/ 4684469 w 7467600"/>
              <a:gd name="connsiteY220" fmla="*/ 4364680 h 6858000"/>
              <a:gd name="connsiteX221" fmla="*/ 4690271 w 7467600"/>
              <a:gd name="connsiteY221" fmla="*/ 4370034 h 6858000"/>
              <a:gd name="connsiteX222" fmla="*/ 4136093 w 7467600"/>
              <a:gd name="connsiteY222" fmla="*/ 3858466 h 6858000"/>
              <a:gd name="connsiteX223" fmla="*/ 3670252 w 7467600"/>
              <a:gd name="connsiteY223" fmla="*/ 3622798 h 6858000"/>
              <a:gd name="connsiteX224" fmla="*/ 4440129 w 7467600"/>
              <a:gd name="connsiteY224" fmla="*/ 3448571 h 6858000"/>
              <a:gd name="connsiteX225" fmla="*/ 4856525 w 7467600"/>
              <a:gd name="connsiteY225" fmla="*/ 3915351 h 6858000"/>
              <a:gd name="connsiteX226" fmla="*/ 5059055 w 7467600"/>
              <a:gd name="connsiteY226" fmla="*/ 4108918 h 6858000"/>
              <a:gd name="connsiteX227" fmla="*/ 5290070 w 7467600"/>
              <a:gd name="connsiteY227" fmla="*/ 4263619 h 6858000"/>
              <a:gd name="connsiteX228" fmla="*/ 4834991 w 7467600"/>
              <a:gd name="connsiteY228" fmla="*/ 3830985 h 6858000"/>
              <a:gd name="connsiteX229" fmla="*/ 4440129 w 7467600"/>
              <a:gd name="connsiteY229" fmla="*/ 3448571 h 6858000"/>
              <a:gd name="connsiteX230" fmla="*/ 4441737 w 7467600"/>
              <a:gd name="connsiteY230" fmla="*/ 3399734 h 6858000"/>
              <a:gd name="connsiteX231" fmla="*/ 4431236 w 7467600"/>
              <a:gd name="connsiteY231" fmla="*/ 3400954 h 6858000"/>
              <a:gd name="connsiteX232" fmla="*/ 4557150 w 7467600"/>
              <a:gd name="connsiteY232" fmla="*/ 3510023 h 6858000"/>
              <a:gd name="connsiteX233" fmla="*/ 4856936 w 7467600"/>
              <a:gd name="connsiteY233" fmla="*/ 3809146 h 6858000"/>
              <a:gd name="connsiteX234" fmla="*/ 5111996 w 7467600"/>
              <a:gd name="connsiteY234" fmla="*/ 4065759 h 6858000"/>
              <a:gd name="connsiteX235" fmla="*/ 5388878 w 7467600"/>
              <a:gd name="connsiteY235" fmla="*/ 4300185 h 6858000"/>
              <a:gd name="connsiteX236" fmla="*/ 5425556 w 7467600"/>
              <a:gd name="connsiteY236" fmla="*/ 4308967 h 6858000"/>
              <a:gd name="connsiteX237" fmla="*/ 4943646 w 7467600"/>
              <a:gd name="connsiteY237" fmla="*/ 3822916 h 6858000"/>
              <a:gd name="connsiteX238" fmla="*/ 4594837 w 7467600"/>
              <a:gd name="connsiteY238" fmla="*/ 3532274 h 6858000"/>
              <a:gd name="connsiteX239" fmla="*/ 4441737 w 7467600"/>
              <a:gd name="connsiteY239" fmla="*/ 3399734 h 6858000"/>
              <a:gd name="connsiteX240" fmla="*/ 5425834 w 7467600"/>
              <a:gd name="connsiteY240" fmla="*/ 3162785 h 6858000"/>
              <a:gd name="connsiteX241" fmla="*/ 5401644 w 7467600"/>
              <a:gd name="connsiteY241" fmla="*/ 3617847 h 6858000"/>
              <a:gd name="connsiteX242" fmla="*/ 5467256 w 7467600"/>
              <a:gd name="connsiteY242" fmla="*/ 4175494 h 6858000"/>
              <a:gd name="connsiteX243" fmla="*/ 5448069 w 7467600"/>
              <a:gd name="connsiteY243" fmla="*/ 3567554 h 6858000"/>
              <a:gd name="connsiteX244" fmla="*/ 5425834 w 7467600"/>
              <a:gd name="connsiteY244" fmla="*/ 3162785 h 6858000"/>
              <a:gd name="connsiteX245" fmla="*/ 1318687 w 7467600"/>
              <a:gd name="connsiteY245" fmla="*/ 3113840 h 6858000"/>
              <a:gd name="connsiteX246" fmla="*/ 1066793 w 7467600"/>
              <a:gd name="connsiteY246" fmla="*/ 3212171 h 6858000"/>
              <a:gd name="connsiteX247" fmla="*/ 993319 w 7467600"/>
              <a:gd name="connsiteY247" fmla="*/ 3247648 h 6858000"/>
              <a:gd name="connsiteX248" fmla="*/ 853081 w 7467600"/>
              <a:gd name="connsiteY248" fmla="*/ 3312410 h 6858000"/>
              <a:gd name="connsiteX249" fmla="*/ 805957 w 7467600"/>
              <a:gd name="connsiteY249" fmla="*/ 3330443 h 6858000"/>
              <a:gd name="connsiteX250" fmla="*/ 1318687 w 7467600"/>
              <a:gd name="connsiteY250" fmla="*/ 3113840 h 6858000"/>
              <a:gd name="connsiteX251" fmla="*/ 5453702 w 7467600"/>
              <a:gd name="connsiteY251" fmla="*/ 3090882 h 6858000"/>
              <a:gd name="connsiteX252" fmla="*/ 5480135 w 7467600"/>
              <a:gd name="connsiteY252" fmla="*/ 3565802 h 6858000"/>
              <a:gd name="connsiteX253" fmla="*/ 5499023 w 7467600"/>
              <a:gd name="connsiteY253" fmla="*/ 4166310 h 6858000"/>
              <a:gd name="connsiteX254" fmla="*/ 5547022 w 7467600"/>
              <a:gd name="connsiteY254" fmla="*/ 3607838 h 6858000"/>
              <a:gd name="connsiteX255" fmla="*/ 5515964 w 7467600"/>
              <a:gd name="connsiteY255" fmla="*/ 3378541 h 6858000"/>
              <a:gd name="connsiteX256" fmla="*/ 5453702 w 7467600"/>
              <a:gd name="connsiteY256" fmla="*/ 3090882 h 6858000"/>
              <a:gd name="connsiteX257" fmla="*/ 1238695 w 7467600"/>
              <a:gd name="connsiteY257" fmla="*/ 3076820 h 6858000"/>
              <a:gd name="connsiteX258" fmla="*/ 716371 w 7467600"/>
              <a:gd name="connsiteY258" fmla="*/ 3293249 h 6858000"/>
              <a:gd name="connsiteX259" fmla="*/ 579522 w 7467600"/>
              <a:gd name="connsiteY259" fmla="*/ 3371759 h 6858000"/>
              <a:gd name="connsiteX260" fmla="*/ 600288 w 7467600"/>
              <a:gd name="connsiteY260" fmla="*/ 3365555 h 6858000"/>
              <a:gd name="connsiteX261" fmla="*/ 840692 w 7467600"/>
              <a:gd name="connsiteY261" fmla="*/ 3284921 h 6858000"/>
              <a:gd name="connsiteX262" fmla="*/ 979248 w 7467600"/>
              <a:gd name="connsiteY262" fmla="*/ 3221003 h 6858000"/>
              <a:gd name="connsiteX263" fmla="*/ 1053282 w 7467600"/>
              <a:gd name="connsiteY263" fmla="*/ 3185247 h 6858000"/>
              <a:gd name="connsiteX264" fmla="*/ 1320603 w 7467600"/>
              <a:gd name="connsiteY264" fmla="*/ 3081281 h 6858000"/>
              <a:gd name="connsiteX265" fmla="*/ 1238695 w 7467600"/>
              <a:gd name="connsiteY265" fmla="*/ 3076820 h 6858000"/>
              <a:gd name="connsiteX266" fmla="*/ 5425627 w 7467600"/>
              <a:gd name="connsiteY266" fmla="*/ 2954192 h 6858000"/>
              <a:gd name="connsiteX267" fmla="*/ 5470770 w 7467600"/>
              <a:gd name="connsiteY267" fmla="*/ 3005435 h 6858000"/>
              <a:gd name="connsiteX268" fmla="*/ 5519779 w 7467600"/>
              <a:gd name="connsiteY268" fmla="*/ 4359223 h 6858000"/>
              <a:gd name="connsiteX269" fmla="*/ 5520293 w 7467600"/>
              <a:gd name="connsiteY269" fmla="*/ 4360602 h 6858000"/>
              <a:gd name="connsiteX270" fmla="*/ 5767221 w 7467600"/>
              <a:gd name="connsiteY270" fmla="*/ 4665564 h 6858000"/>
              <a:gd name="connsiteX271" fmla="*/ 6937169 w 7467600"/>
              <a:gd name="connsiteY271" fmla="*/ 4815941 h 6858000"/>
              <a:gd name="connsiteX272" fmla="*/ 6953922 w 7467600"/>
              <a:gd name="connsiteY272" fmla="*/ 4890068 h 6858000"/>
              <a:gd name="connsiteX273" fmla="*/ 6071359 w 7467600"/>
              <a:gd name="connsiteY273" fmla="*/ 4770770 h 6858000"/>
              <a:gd name="connsiteX274" fmla="*/ 6038839 w 7467600"/>
              <a:gd name="connsiteY274" fmla="*/ 4764474 h 6858000"/>
              <a:gd name="connsiteX275" fmla="*/ 6038706 w 7467600"/>
              <a:gd name="connsiteY275" fmla="*/ 4763847 h 6858000"/>
              <a:gd name="connsiteX276" fmla="*/ 6037784 w 7467600"/>
              <a:gd name="connsiteY276" fmla="*/ 4764270 h 6858000"/>
              <a:gd name="connsiteX277" fmla="*/ 6038839 w 7467600"/>
              <a:gd name="connsiteY277" fmla="*/ 4764474 h 6858000"/>
              <a:gd name="connsiteX278" fmla="*/ 6040338 w 7467600"/>
              <a:gd name="connsiteY278" fmla="*/ 4771418 h 6858000"/>
              <a:gd name="connsiteX279" fmla="*/ 6024488 w 7467600"/>
              <a:gd name="connsiteY279" fmla="*/ 4809903 h 6858000"/>
              <a:gd name="connsiteX280" fmla="*/ 5599771 w 7467600"/>
              <a:gd name="connsiteY280" fmla="*/ 5509652 h 6858000"/>
              <a:gd name="connsiteX281" fmla="*/ 5548843 w 7467600"/>
              <a:gd name="connsiteY281" fmla="*/ 5563845 h 6858000"/>
              <a:gd name="connsiteX282" fmla="*/ 5940952 w 7467600"/>
              <a:gd name="connsiteY282" fmla="*/ 6250028 h 6858000"/>
              <a:gd name="connsiteX283" fmla="*/ 6043441 w 7467600"/>
              <a:gd name="connsiteY283" fmla="*/ 6665847 h 6858000"/>
              <a:gd name="connsiteX284" fmla="*/ 6093432 w 7467600"/>
              <a:gd name="connsiteY284" fmla="*/ 6858000 h 6858000"/>
              <a:gd name="connsiteX285" fmla="*/ 6034344 w 7467600"/>
              <a:gd name="connsiteY285" fmla="*/ 6858000 h 6858000"/>
              <a:gd name="connsiteX286" fmla="*/ 6026679 w 7467600"/>
              <a:gd name="connsiteY286" fmla="*/ 6836959 h 6858000"/>
              <a:gd name="connsiteX287" fmla="*/ 5800441 w 7467600"/>
              <a:gd name="connsiteY287" fmla="*/ 6335286 h 6858000"/>
              <a:gd name="connsiteX288" fmla="*/ 5526562 w 7467600"/>
              <a:gd name="connsiteY288" fmla="*/ 5705388 h 6858000"/>
              <a:gd name="connsiteX289" fmla="*/ 5519640 w 7467600"/>
              <a:gd name="connsiteY289" fmla="*/ 5683774 h 6858000"/>
              <a:gd name="connsiteX290" fmla="*/ 5844559 w 7467600"/>
              <a:gd name="connsiteY290" fmla="*/ 6553349 h 6858000"/>
              <a:gd name="connsiteX291" fmla="*/ 5975994 w 7467600"/>
              <a:gd name="connsiteY291" fmla="*/ 6858000 h 6858000"/>
              <a:gd name="connsiteX292" fmla="*/ 5898547 w 7467600"/>
              <a:gd name="connsiteY292" fmla="*/ 6858000 h 6858000"/>
              <a:gd name="connsiteX293" fmla="*/ 5682041 w 7467600"/>
              <a:gd name="connsiteY293" fmla="*/ 6355860 h 6858000"/>
              <a:gd name="connsiteX294" fmla="*/ 5461758 w 7467600"/>
              <a:gd name="connsiteY294" fmla="*/ 5820220 h 6858000"/>
              <a:gd name="connsiteX295" fmla="*/ 5237282 w 7467600"/>
              <a:gd name="connsiteY295" fmla="*/ 6579086 h 6858000"/>
              <a:gd name="connsiteX296" fmla="*/ 5115009 w 7467600"/>
              <a:gd name="connsiteY296" fmla="*/ 6858000 h 6858000"/>
              <a:gd name="connsiteX297" fmla="*/ 5028074 w 7467600"/>
              <a:gd name="connsiteY297" fmla="*/ 6858000 h 6858000"/>
              <a:gd name="connsiteX298" fmla="*/ 5079508 w 7467600"/>
              <a:gd name="connsiteY298" fmla="*/ 6749074 h 6858000"/>
              <a:gd name="connsiteX299" fmla="*/ 5371846 w 7467600"/>
              <a:gd name="connsiteY299" fmla="*/ 5924413 h 6858000"/>
              <a:gd name="connsiteX300" fmla="*/ 5270512 w 7467600"/>
              <a:gd name="connsiteY300" fmla="*/ 6138975 h 6858000"/>
              <a:gd name="connsiteX301" fmla="*/ 5062409 w 7467600"/>
              <a:gd name="connsiteY301" fmla="*/ 6653544 h 6858000"/>
              <a:gd name="connsiteX302" fmla="*/ 5036628 w 7467600"/>
              <a:gd name="connsiteY302" fmla="*/ 6754247 h 6858000"/>
              <a:gd name="connsiteX303" fmla="*/ 5009112 w 7467600"/>
              <a:gd name="connsiteY303" fmla="*/ 6858000 h 6858000"/>
              <a:gd name="connsiteX304" fmla="*/ 4976679 w 7467600"/>
              <a:gd name="connsiteY304" fmla="*/ 6858000 h 6858000"/>
              <a:gd name="connsiteX305" fmla="*/ 5006537 w 7467600"/>
              <a:gd name="connsiteY305" fmla="*/ 6747068 h 6858000"/>
              <a:gd name="connsiteX306" fmla="*/ 5032723 w 7467600"/>
              <a:gd name="connsiteY306" fmla="*/ 6644957 h 6858000"/>
              <a:gd name="connsiteX307" fmla="*/ 5242949 w 7467600"/>
              <a:gd name="connsiteY307" fmla="*/ 6125175 h 6858000"/>
              <a:gd name="connsiteX308" fmla="*/ 5286321 w 7467600"/>
              <a:gd name="connsiteY308" fmla="*/ 6033555 h 6858000"/>
              <a:gd name="connsiteX309" fmla="*/ 5008210 w 7467600"/>
              <a:gd name="connsiteY309" fmla="*/ 6649194 h 6858000"/>
              <a:gd name="connsiteX310" fmla="*/ 4986321 w 7467600"/>
              <a:gd name="connsiteY310" fmla="*/ 6765687 h 6858000"/>
              <a:gd name="connsiteX311" fmla="*/ 4973474 w 7467600"/>
              <a:gd name="connsiteY311" fmla="*/ 6858000 h 6858000"/>
              <a:gd name="connsiteX312" fmla="*/ 4907178 w 7467600"/>
              <a:gd name="connsiteY312" fmla="*/ 6858000 h 6858000"/>
              <a:gd name="connsiteX313" fmla="*/ 4910810 w 7467600"/>
              <a:gd name="connsiteY313" fmla="*/ 6829660 h 6858000"/>
              <a:gd name="connsiteX314" fmla="*/ 4987461 w 7467600"/>
              <a:gd name="connsiteY314" fmla="*/ 6432994 h 6858000"/>
              <a:gd name="connsiteX315" fmla="*/ 5179262 w 7467600"/>
              <a:gd name="connsiteY315" fmla="*/ 6035044 h 6858000"/>
              <a:gd name="connsiteX316" fmla="*/ 4689678 w 7467600"/>
              <a:gd name="connsiteY316" fmla="*/ 6440241 h 6858000"/>
              <a:gd name="connsiteX317" fmla="*/ 4477543 w 7467600"/>
              <a:gd name="connsiteY317" fmla="*/ 6674836 h 6858000"/>
              <a:gd name="connsiteX318" fmla="*/ 4329957 w 7467600"/>
              <a:gd name="connsiteY318" fmla="*/ 6858000 h 6858000"/>
              <a:gd name="connsiteX319" fmla="*/ 4218595 w 7467600"/>
              <a:gd name="connsiteY319" fmla="*/ 6858000 h 6858000"/>
              <a:gd name="connsiteX320" fmla="*/ 4368888 w 7467600"/>
              <a:gd name="connsiteY320" fmla="*/ 6668412 h 6858000"/>
              <a:gd name="connsiteX321" fmla="*/ 4563091 w 7467600"/>
              <a:gd name="connsiteY321" fmla="*/ 6442508 h 6858000"/>
              <a:gd name="connsiteX322" fmla="*/ 5387324 w 7467600"/>
              <a:gd name="connsiteY322" fmla="*/ 5705830 h 6858000"/>
              <a:gd name="connsiteX323" fmla="*/ 5073620 w 7467600"/>
              <a:gd name="connsiteY323" fmla="*/ 5955437 h 6858000"/>
              <a:gd name="connsiteX324" fmla="*/ 4689789 w 7467600"/>
              <a:gd name="connsiteY324" fmla="*/ 6268382 h 6858000"/>
              <a:gd name="connsiteX325" fmla="*/ 4418722 w 7467600"/>
              <a:gd name="connsiteY325" fmla="*/ 6570886 h 6858000"/>
              <a:gd name="connsiteX326" fmla="*/ 4214944 w 7467600"/>
              <a:gd name="connsiteY326" fmla="*/ 6858000 h 6858000"/>
              <a:gd name="connsiteX327" fmla="*/ 4177898 w 7467600"/>
              <a:gd name="connsiteY327" fmla="*/ 6858000 h 6858000"/>
              <a:gd name="connsiteX328" fmla="*/ 4391597 w 7467600"/>
              <a:gd name="connsiteY328" fmla="*/ 6556370 h 6858000"/>
              <a:gd name="connsiteX329" fmla="*/ 4668889 w 7467600"/>
              <a:gd name="connsiteY329" fmla="*/ 6246399 h 6858000"/>
              <a:gd name="connsiteX330" fmla="*/ 5055427 w 7467600"/>
              <a:gd name="connsiteY330" fmla="*/ 5931476 h 6858000"/>
              <a:gd name="connsiteX331" fmla="*/ 5371814 w 7467600"/>
              <a:gd name="connsiteY331" fmla="*/ 5678975 h 6858000"/>
              <a:gd name="connsiteX332" fmla="*/ 4987918 w 7467600"/>
              <a:gd name="connsiteY332" fmla="*/ 5838701 h 6858000"/>
              <a:gd name="connsiteX333" fmla="*/ 4317146 w 7467600"/>
              <a:gd name="connsiteY333" fmla="*/ 6587716 h 6858000"/>
              <a:gd name="connsiteX334" fmla="*/ 4171627 w 7467600"/>
              <a:gd name="connsiteY334" fmla="*/ 6858000 h 6858000"/>
              <a:gd name="connsiteX335" fmla="*/ 4081585 w 7467600"/>
              <a:gd name="connsiteY335" fmla="*/ 6858000 h 6858000"/>
              <a:gd name="connsiteX336" fmla="*/ 4238603 w 7467600"/>
              <a:gd name="connsiteY336" fmla="*/ 6559341 h 6858000"/>
              <a:gd name="connsiteX337" fmla="*/ 4778333 w 7467600"/>
              <a:gd name="connsiteY337" fmla="*/ 5873626 h 6858000"/>
              <a:gd name="connsiteX338" fmla="*/ 5414185 w 7467600"/>
              <a:gd name="connsiteY338" fmla="*/ 5573882 h 6858000"/>
              <a:gd name="connsiteX339" fmla="*/ 5959648 w 7467600"/>
              <a:gd name="connsiteY339" fmla="*/ 4760797 h 6858000"/>
              <a:gd name="connsiteX340" fmla="*/ 5355019 w 7467600"/>
              <a:gd name="connsiteY340" fmla="*/ 4734672 h 6858000"/>
              <a:gd name="connsiteX341" fmla="*/ 5083565 w 7467600"/>
              <a:gd name="connsiteY341" fmla="*/ 5179121 h 6858000"/>
              <a:gd name="connsiteX342" fmla="*/ 4713577 w 7467600"/>
              <a:gd name="connsiteY342" fmla="*/ 5616803 h 6858000"/>
              <a:gd name="connsiteX343" fmla="*/ 3989559 w 7467600"/>
              <a:gd name="connsiteY343" fmla="*/ 6145945 h 6858000"/>
              <a:gd name="connsiteX344" fmla="*/ 3939824 w 7467600"/>
              <a:gd name="connsiteY344" fmla="*/ 6066900 h 6858000"/>
              <a:gd name="connsiteX345" fmla="*/ 4584537 w 7467600"/>
              <a:gd name="connsiteY345" fmla="*/ 5324826 h 6858000"/>
              <a:gd name="connsiteX346" fmla="*/ 5037105 w 7467600"/>
              <a:gd name="connsiteY346" fmla="*/ 5088765 h 6858000"/>
              <a:gd name="connsiteX347" fmla="*/ 5039930 w 7467600"/>
              <a:gd name="connsiteY347" fmla="*/ 5089585 h 6858000"/>
              <a:gd name="connsiteX348" fmla="*/ 5263764 w 7467600"/>
              <a:gd name="connsiteY348" fmla="*/ 4735525 h 6858000"/>
              <a:gd name="connsiteX349" fmla="*/ 4086300 w 7467600"/>
              <a:gd name="connsiteY349" fmla="*/ 4884599 h 6858000"/>
              <a:gd name="connsiteX350" fmla="*/ 4085485 w 7467600"/>
              <a:gd name="connsiteY350" fmla="*/ 4899070 h 6858000"/>
              <a:gd name="connsiteX351" fmla="*/ 3871915 w 7467600"/>
              <a:gd name="connsiteY351" fmla="*/ 5253645 h 6858000"/>
              <a:gd name="connsiteX352" fmla="*/ 3799374 w 7467600"/>
              <a:gd name="connsiteY352" fmla="*/ 5466127 h 6858000"/>
              <a:gd name="connsiteX353" fmla="*/ 3498850 w 7467600"/>
              <a:gd name="connsiteY353" fmla="*/ 6661888 h 6858000"/>
              <a:gd name="connsiteX354" fmla="*/ 3399216 w 7467600"/>
              <a:gd name="connsiteY354" fmla="*/ 6858000 h 6858000"/>
              <a:gd name="connsiteX355" fmla="*/ 3303688 w 7467600"/>
              <a:gd name="connsiteY355" fmla="*/ 6858000 h 6858000"/>
              <a:gd name="connsiteX356" fmla="*/ 3391774 w 7467600"/>
              <a:gd name="connsiteY356" fmla="*/ 6697181 h 6858000"/>
              <a:gd name="connsiteX357" fmla="*/ 3735540 w 7467600"/>
              <a:gd name="connsiteY357" fmla="*/ 5546923 h 6858000"/>
              <a:gd name="connsiteX358" fmla="*/ 3729438 w 7467600"/>
              <a:gd name="connsiteY358" fmla="*/ 5569058 h 6858000"/>
              <a:gd name="connsiteX359" fmla="*/ 3707782 w 7467600"/>
              <a:gd name="connsiteY359" fmla="*/ 5644908 h 6858000"/>
              <a:gd name="connsiteX360" fmla="*/ 3583827 w 7467600"/>
              <a:gd name="connsiteY360" fmla="*/ 6039215 h 6858000"/>
              <a:gd name="connsiteX361" fmla="*/ 3547861 w 7467600"/>
              <a:gd name="connsiteY361" fmla="*/ 6129609 h 6858000"/>
              <a:gd name="connsiteX362" fmla="*/ 3490905 w 7467600"/>
              <a:gd name="connsiteY362" fmla="*/ 6277660 h 6858000"/>
              <a:gd name="connsiteX363" fmla="*/ 3455859 w 7467600"/>
              <a:gd name="connsiteY363" fmla="*/ 6391301 h 6858000"/>
              <a:gd name="connsiteX364" fmla="*/ 3429112 w 7467600"/>
              <a:gd name="connsiteY364" fmla="*/ 6479469 h 6858000"/>
              <a:gd name="connsiteX365" fmla="*/ 3304862 w 7467600"/>
              <a:gd name="connsiteY365" fmla="*/ 6796476 h 6858000"/>
              <a:gd name="connsiteX366" fmla="*/ 3276071 w 7467600"/>
              <a:gd name="connsiteY366" fmla="*/ 6858000 h 6858000"/>
              <a:gd name="connsiteX367" fmla="*/ 3240805 w 7467600"/>
              <a:gd name="connsiteY367" fmla="*/ 6858000 h 6858000"/>
              <a:gd name="connsiteX368" fmla="*/ 3275917 w 7467600"/>
              <a:gd name="connsiteY368" fmla="*/ 6783192 h 6858000"/>
              <a:gd name="connsiteX369" fmla="*/ 3399358 w 7467600"/>
              <a:gd name="connsiteY369" fmla="*/ 6469011 h 6858000"/>
              <a:gd name="connsiteX370" fmla="*/ 3425650 w 7467600"/>
              <a:gd name="connsiteY370" fmla="*/ 6381333 h 6858000"/>
              <a:gd name="connsiteX371" fmla="*/ 3460661 w 7467600"/>
              <a:gd name="connsiteY371" fmla="*/ 6266763 h 6858000"/>
              <a:gd name="connsiteX372" fmla="*/ 3518021 w 7467600"/>
              <a:gd name="connsiteY372" fmla="*/ 6117298 h 6858000"/>
              <a:gd name="connsiteX373" fmla="*/ 3554035 w 7467600"/>
              <a:gd name="connsiteY373" fmla="*/ 6027832 h 6858000"/>
              <a:gd name="connsiteX374" fmla="*/ 3677174 w 7467600"/>
              <a:gd name="connsiteY374" fmla="*/ 5636351 h 6858000"/>
              <a:gd name="connsiteX375" fmla="*/ 3698819 w 7467600"/>
              <a:gd name="connsiteY375" fmla="*/ 5560503 h 6858000"/>
              <a:gd name="connsiteX376" fmla="*/ 3702094 w 7467600"/>
              <a:gd name="connsiteY376" fmla="*/ 5549194 h 6858000"/>
              <a:gd name="connsiteX377" fmla="*/ 3398355 w 7467600"/>
              <a:gd name="connsiteY377" fmla="*/ 6094603 h 6858000"/>
              <a:gd name="connsiteX378" fmla="*/ 3193941 w 7467600"/>
              <a:gd name="connsiteY378" fmla="*/ 6798775 h 6858000"/>
              <a:gd name="connsiteX379" fmla="*/ 3184140 w 7467600"/>
              <a:gd name="connsiteY379" fmla="*/ 6858000 h 6858000"/>
              <a:gd name="connsiteX380" fmla="*/ 3099978 w 7467600"/>
              <a:gd name="connsiteY380" fmla="*/ 6858000 h 6858000"/>
              <a:gd name="connsiteX381" fmla="*/ 3101556 w 7467600"/>
              <a:gd name="connsiteY381" fmla="*/ 6843337 h 6858000"/>
              <a:gd name="connsiteX382" fmla="*/ 3370162 w 7467600"/>
              <a:gd name="connsiteY382" fmla="*/ 5785550 h 6858000"/>
              <a:gd name="connsiteX383" fmla="*/ 3746477 w 7467600"/>
              <a:gd name="connsiteY383" fmla="*/ 5377889 h 6858000"/>
              <a:gd name="connsiteX384" fmla="*/ 3863399 w 7467600"/>
              <a:gd name="connsiteY384" fmla="*/ 5087257 h 6858000"/>
              <a:gd name="connsiteX385" fmla="*/ 3968712 w 7467600"/>
              <a:gd name="connsiteY385" fmla="*/ 4913989 h 6858000"/>
              <a:gd name="connsiteX386" fmla="*/ 2792390 w 7467600"/>
              <a:gd name="connsiteY386" fmla="*/ 5382974 h 6858000"/>
              <a:gd name="connsiteX387" fmla="*/ 2714982 w 7467600"/>
              <a:gd name="connsiteY387" fmla="*/ 5427051 h 6858000"/>
              <a:gd name="connsiteX388" fmla="*/ 2813361 w 7467600"/>
              <a:gd name="connsiteY388" fmla="*/ 6023912 h 6858000"/>
              <a:gd name="connsiteX389" fmla="*/ 2688430 w 7467600"/>
              <a:gd name="connsiteY389" fmla="*/ 6801564 h 6858000"/>
              <a:gd name="connsiteX390" fmla="*/ 2629626 w 7467600"/>
              <a:gd name="connsiteY390" fmla="*/ 6763394 h 6858000"/>
              <a:gd name="connsiteX391" fmla="*/ 2565328 w 7467600"/>
              <a:gd name="connsiteY391" fmla="*/ 5516399 h 6858000"/>
              <a:gd name="connsiteX392" fmla="*/ 1922999 w 7467600"/>
              <a:gd name="connsiteY392" fmla="*/ 5980343 h 6858000"/>
              <a:gd name="connsiteX393" fmla="*/ 1950261 w 7467600"/>
              <a:gd name="connsiteY393" fmla="*/ 6405858 h 6858000"/>
              <a:gd name="connsiteX394" fmla="*/ 2365554 w 7467600"/>
              <a:gd name="connsiteY394" fmla="*/ 6759107 h 6858000"/>
              <a:gd name="connsiteX395" fmla="*/ 2424142 w 7467600"/>
              <a:gd name="connsiteY395" fmla="*/ 6858000 h 6858000"/>
              <a:gd name="connsiteX396" fmla="*/ 2395994 w 7467600"/>
              <a:gd name="connsiteY396" fmla="*/ 6858000 h 6858000"/>
              <a:gd name="connsiteX397" fmla="*/ 2392863 w 7467600"/>
              <a:gd name="connsiteY397" fmla="*/ 6852964 h 6858000"/>
              <a:gd name="connsiteX398" fmla="*/ 2017589 w 7467600"/>
              <a:gd name="connsiteY398" fmla="*/ 6493982 h 6858000"/>
              <a:gd name="connsiteX399" fmla="*/ 2147336 w 7467600"/>
              <a:gd name="connsiteY399" fmla="*/ 6594052 h 6858000"/>
              <a:gd name="connsiteX400" fmla="*/ 2207047 w 7467600"/>
              <a:gd name="connsiteY400" fmla="*/ 6654540 h 6858000"/>
              <a:gd name="connsiteX401" fmla="*/ 2299106 w 7467600"/>
              <a:gd name="connsiteY401" fmla="*/ 6778931 h 6858000"/>
              <a:gd name="connsiteX402" fmla="*/ 2314430 w 7467600"/>
              <a:gd name="connsiteY402" fmla="*/ 6801144 h 6858000"/>
              <a:gd name="connsiteX403" fmla="*/ 2352406 w 7467600"/>
              <a:gd name="connsiteY403" fmla="*/ 6858000 h 6858000"/>
              <a:gd name="connsiteX404" fmla="*/ 2314492 w 7467600"/>
              <a:gd name="connsiteY404" fmla="*/ 6858000 h 6858000"/>
              <a:gd name="connsiteX405" fmla="*/ 2288095 w 7467600"/>
              <a:gd name="connsiteY405" fmla="*/ 6818030 h 6858000"/>
              <a:gd name="connsiteX406" fmla="*/ 2272768 w 7467600"/>
              <a:gd name="connsiteY406" fmla="*/ 6795822 h 6858000"/>
              <a:gd name="connsiteX407" fmla="*/ 2182715 w 7467600"/>
              <a:gd name="connsiteY407" fmla="*/ 6675071 h 6858000"/>
              <a:gd name="connsiteX408" fmla="*/ 2032061 w 7467600"/>
              <a:gd name="connsiteY408" fmla="*/ 6541380 h 6858000"/>
              <a:gd name="connsiteX409" fmla="*/ 2257220 w 7467600"/>
              <a:gd name="connsiteY409" fmla="*/ 6826257 h 6858000"/>
              <a:gd name="connsiteX410" fmla="*/ 2281324 w 7467600"/>
              <a:gd name="connsiteY410" fmla="*/ 6858000 h 6858000"/>
              <a:gd name="connsiteX411" fmla="*/ 2242860 w 7467600"/>
              <a:gd name="connsiteY411" fmla="*/ 6858000 h 6858000"/>
              <a:gd name="connsiteX412" fmla="*/ 2232818 w 7467600"/>
              <a:gd name="connsiteY412" fmla="*/ 6844926 h 6858000"/>
              <a:gd name="connsiteX413" fmla="*/ 1990172 w 7467600"/>
              <a:gd name="connsiteY413" fmla="*/ 6542121 h 6858000"/>
              <a:gd name="connsiteX414" fmla="*/ 2124090 w 7467600"/>
              <a:gd name="connsiteY414" fmla="*/ 6761017 h 6858000"/>
              <a:gd name="connsiteX415" fmla="*/ 2200380 w 7467600"/>
              <a:gd name="connsiteY415" fmla="*/ 6858000 h 6858000"/>
              <a:gd name="connsiteX416" fmla="*/ 2147507 w 7467600"/>
              <a:gd name="connsiteY416" fmla="*/ 6858000 h 6858000"/>
              <a:gd name="connsiteX417" fmla="*/ 2070668 w 7467600"/>
              <a:gd name="connsiteY417" fmla="*/ 6761520 h 6858000"/>
              <a:gd name="connsiteX418" fmla="*/ 1975142 w 7467600"/>
              <a:gd name="connsiteY418" fmla="*/ 6585570 h 6858000"/>
              <a:gd name="connsiteX419" fmla="*/ 2050035 w 7467600"/>
              <a:gd name="connsiteY419" fmla="*/ 6813345 h 6858000"/>
              <a:gd name="connsiteX420" fmla="*/ 2063025 w 7467600"/>
              <a:gd name="connsiteY420" fmla="*/ 6858000 h 6858000"/>
              <a:gd name="connsiteX421" fmla="*/ 2021675 w 7467600"/>
              <a:gd name="connsiteY421" fmla="*/ 6858000 h 6858000"/>
              <a:gd name="connsiteX422" fmla="*/ 2019308 w 7467600"/>
              <a:gd name="connsiteY422" fmla="*/ 6847118 h 6858000"/>
              <a:gd name="connsiteX423" fmla="*/ 1938835 w 7467600"/>
              <a:gd name="connsiteY423" fmla="*/ 6551160 h 6858000"/>
              <a:gd name="connsiteX424" fmla="*/ 1953230 w 7467600"/>
              <a:gd name="connsiteY424" fmla="*/ 6759699 h 6858000"/>
              <a:gd name="connsiteX425" fmla="*/ 1956763 w 7467600"/>
              <a:gd name="connsiteY425" fmla="*/ 6778191 h 6858000"/>
              <a:gd name="connsiteX426" fmla="*/ 1967925 w 7467600"/>
              <a:gd name="connsiteY426" fmla="*/ 6858000 h 6858000"/>
              <a:gd name="connsiteX427" fmla="*/ 1936622 w 7467600"/>
              <a:gd name="connsiteY427" fmla="*/ 6858000 h 6858000"/>
              <a:gd name="connsiteX428" fmla="*/ 1926261 w 7467600"/>
              <a:gd name="connsiteY428" fmla="*/ 6784064 h 6858000"/>
              <a:gd name="connsiteX429" fmla="*/ 1922724 w 7467600"/>
              <a:gd name="connsiteY429" fmla="*/ 6765577 h 6858000"/>
              <a:gd name="connsiteX430" fmla="*/ 1904650 w 7467600"/>
              <a:gd name="connsiteY430" fmla="*/ 6639616 h 6858000"/>
              <a:gd name="connsiteX431" fmla="*/ 1885273 w 7467600"/>
              <a:gd name="connsiteY431" fmla="*/ 6858000 h 6858000"/>
              <a:gd name="connsiteX432" fmla="*/ 1854363 w 7467600"/>
              <a:gd name="connsiteY432" fmla="*/ 6858000 h 6858000"/>
              <a:gd name="connsiteX433" fmla="*/ 1880391 w 7467600"/>
              <a:gd name="connsiteY433" fmla="*/ 6603796 h 6858000"/>
              <a:gd name="connsiteX434" fmla="*/ 1818273 w 7467600"/>
              <a:gd name="connsiteY434" fmla="*/ 6715729 h 6858000"/>
              <a:gd name="connsiteX435" fmla="*/ 1794691 w 7467600"/>
              <a:gd name="connsiteY435" fmla="*/ 6843239 h 6858000"/>
              <a:gd name="connsiteX436" fmla="*/ 1794914 w 7467600"/>
              <a:gd name="connsiteY436" fmla="*/ 6858000 h 6858000"/>
              <a:gd name="connsiteX437" fmla="*/ 1746128 w 7467600"/>
              <a:gd name="connsiteY437" fmla="*/ 6858000 h 6858000"/>
              <a:gd name="connsiteX438" fmla="*/ 1753934 w 7467600"/>
              <a:gd name="connsiteY438" fmla="*/ 6724796 h 6858000"/>
              <a:gd name="connsiteX439" fmla="*/ 1792053 w 7467600"/>
              <a:gd name="connsiteY439" fmla="*/ 6572396 h 6858000"/>
              <a:gd name="connsiteX440" fmla="*/ 1862248 w 7467600"/>
              <a:gd name="connsiteY440" fmla="*/ 6266397 h 6858000"/>
              <a:gd name="connsiteX441" fmla="*/ 1862250 w 7467600"/>
              <a:gd name="connsiteY441" fmla="*/ 6033531 h 6858000"/>
              <a:gd name="connsiteX442" fmla="*/ 1211999 w 7467600"/>
              <a:gd name="connsiteY442" fmla="*/ 6683610 h 6858000"/>
              <a:gd name="connsiteX443" fmla="*/ 1213266 w 7467600"/>
              <a:gd name="connsiteY443" fmla="*/ 6691947 h 6858000"/>
              <a:gd name="connsiteX444" fmla="*/ 1203370 w 7467600"/>
              <a:gd name="connsiteY444" fmla="*/ 6850676 h 6858000"/>
              <a:gd name="connsiteX445" fmla="*/ 1203671 w 7467600"/>
              <a:gd name="connsiteY445" fmla="*/ 6858000 h 6858000"/>
              <a:gd name="connsiteX446" fmla="*/ 1143180 w 7467600"/>
              <a:gd name="connsiteY446" fmla="*/ 6858000 h 6858000"/>
              <a:gd name="connsiteX447" fmla="*/ 1142176 w 7467600"/>
              <a:gd name="connsiteY447" fmla="*/ 6766045 h 6858000"/>
              <a:gd name="connsiteX448" fmla="*/ 1067484 w 7467600"/>
              <a:gd name="connsiteY448" fmla="*/ 6858000 h 6858000"/>
              <a:gd name="connsiteX449" fmla="*/ 953928 w 7467600"/>
              <a:gd name="connsiteY449" fmla="*/ 6858000 h 6858000"/>
              <a:gd name="connsiteX450" fmla="*/ 959715 w 7467600"/>
              <a:gd name="connsiteY450" fmla="*/ 6850185 h 6858000"/>
              <a:gd name="connsiteX451" fmla="*/ 1483788 w 7467600"/>
              <a:gd name="connsiteY451" fmla="*/ 6259174 h 6858000"/>
              <a:gd name="connsiteX452" fmla="*/ 1100671 w 7467600"/>
              <a:gd name="connsiteY452" fmla="*/ 6252137 h 6858000"/>
              <a:gd name="connsiteX453" fmla="*/ 1090144 w 7467600"/>
              <a:gd name="connsiteY453" fmla="*/ 6256748 h 6858000"/>
              <a:gd name="connsiteX454" fmla="*/ 1095872 w 7467600"/>
              <a:gd name="connsiteY454" fmla="*/ 6271892 h 6858000"/>
              <a:gd name="connsiteX455" fmla="*/ 262785 w 7467600"/>
              <a:gd name="connsiteY455" fmla="*/ 6845450 h 6858000"/>
              <a:gd name="connsiteX456" fmla="*/ 209968 w 7467600"/>
              <a:gd name="connsiteY456" fmla="*/ 6770713 h 6858000"/>
              <a:gd name="connsiteX457" fmla="*/ 873460 w 7467600"/>
              <a:gd name="connsiteY457" fmla="*/ 6253768 h 6858000"/>
              <a:gd name="connsiteX458" fmla="*/ 192686 w 7467600"/>
              <a:gd name="connsiteY458" fmla="*/ 5849257 h 6858000"/>
              <a:gd name="connsiteX459" fmla="*/ 4696 w 7467600"/>
              <a:gd name="connsiteY459" fmla="*/ 5697668 h 6858000"/>
              <a:gd name="connsiteX460" fmla="*/ 0 w 7467600"/>
              <a:gd name="connsiteY460" fmla="*/ 5689984 h 6858000"/>
              <a:gd name="connsiteX461" fmla="*/ 0 w 7467600"/>
              <a:gd name="connsiteY461" fmla="*/ 5513472 h 6858000"/>
              <a:gd name="connsiteX462" fmla="*/ 174101 w 7467600"/>
              <a:gd name="connsiteY462" fmla="*/ 5620277 h 6858000"/>
              <a:gd name="connsiteX463" fmla="*/ 891800 w 7467600"/>
              <a:gd name="connsiteY463" fmla="*/ 6036935 h 6858000"/>
              <a:gd name="connsiteX464" fmla="*/ 1072219 w 7467600"/>
              <a:gd name="connsiteY464" fmla="*/ 6169443 h 6858000"/>
              <a:gd name="connsiteX465" fmla="*/ 1074117 w 7467600"/>
              <a:gd name="connsiteY465" fmla="*/ 6170301 h 6858000"/>
              <a:gd name="connsiteX466" fmla="*/ 1083114 w 7467600"/>
              <a:gd name="connsiteY466" fmla="*/ 6174131 h 6858000"/>
              <a:gd name="connsiteX467" fmla="*/ 1543010 w 7467600"/>
              <a:gd name="connsiteY467" fmla="*/ 6191140 h 6858000"/>
              <a:gd name="connsiteX468" fmla="*/ 1551080 w 7467600"/>
              <a:gd name="connsiteY468" fmla="*/ 6195006 h 6858000"/>
              <a:gd name="connsiteX469" fmla="*/ 2345443 w 7467600"/>
              <a:gd name="connsiteY469" fmla="*/ 5549882 h 6858000"/>
              <a:gd name="connsiteX470" fmla="*/ 1721499 w 7467600"/>
              <a:gd name="connsiteY470" fmla="*/ 5599969 h 6858000"/>
              <a:gd name="connsiteX471" fmla="*/ 767716 w 7467600"/>
              <a:gd name="connsiteY471" fmla="*/ 5472768 h 6858000"/>
              <a:gd name="connsiteX472" fmla="*/ 722147 w 7467600"/>
              <a:gd name="connsiteY472" fmla="*/ 5393091 h 6858000"/>
              <a:gd name="connsiteX473" fmla="*/ 1485552 w 7467600"/>
              <a:gd name="connsiteY473" fmla="*/ 5313202 h 6858000"/>
              <a:gd name="connsiteX474" fmla="*/ 2143004 w 7467600"/>
              <a:gd name="connsiteY474" fmla="*/ 5402420 h 6858000"/>
              <a:gd name="connsiteX475" fmla="*/ 1933391 w 7467600"/>
              <a:gd name="connsiteY475" fmla="*/ 5156971 h 6858000"/>
              <a:gd name="connsiteX476" fmla="*/ 1827118 w 7467600"/>
              <a:gd name="connsiteY476" fmla="*/ 4968410 h 6858000"/>
              <a:gd name="connsiteX477" fmla="*/ 1837349 w 7467600"/>
              <a:gd name="connsiteY477" fmla="*/ 4956357 h 6858000"/>
              <a:gd name="connsiteX478" fmla="*/ 2162835 w 7467600"/>
              <a:gd name="connsiteY478" fmla="*/ 5187853 h 6858000"/>
              <a:gd name="connsiteX479" fmla="*/ 2257167 w 7467600"/>
              <a:gd name="connsiteY479" fmla="*/ 5462123 h 6858000"/>
              <a:gd name="connsiteX480" fmla="*/ 2261598 w 7467600"/>
              <a:gd name="connsiteY480" fmla="*/ 5467998 h 6858000"/>
              <a:gd name="connsiteX481" fmla="*/ 2437177 w 7467600"/>
              <a:gd name="connsiteY481" fmla="*/ 5479608 h 6858000"/>
              <a:gd name="connsiteX482" fmla="*/ 2445247 w 7467600"/>
              <a:gd name="connsiteY482" fmla="*/ 5483476 h 6858000"/>
              <a:gd name="connsiteX483" fmla="*/ 2743626 w 7467600"/>
              <a:gd name="connsiteY483" fmla="*/ 5304819 h 6858000"/>
              <a:gd name="connsiteX484" fmla="*/ 3048102 w 7467600"/>
              <a:gd name="connsiteY484" fmla="*/ 5150595 h 6858000"/>
              <a:gd name="connsiteX485" fmla="*/ 1799414 w 7467600"/>
              <a:gd name="connsiteY485" fmla="*/ 4694732 h 6858000"/>
              <a:gd name="connsiteX486" fmla="*/ 1771735 w 7467600"/>
              <a:gd name="connsiteY486" fmla="*/ 4619929 h 6858000"/>
              <a:gd name="connsiteX487" fmla="*/ 3104273 w 7467600"/>
              <a:gd name="connsiteY487" fmla="*/ 5076159 h 6858000"/>
              <a:gd name="connsiteX488" fmla="*/ 3113245 w 7467600"/>
              <a:gd name="connsiteY488" fmla="*/ 5090705 h 6858000"/>
              <a:gd name="connsiteX489" fmla="*/ 3126294 w 7467600"/>
              <a:gd name="connsiteY489" fmla="*/ 5114400 h 6858000"/>
              <a:gd name="connsiteX490" fmla="*/ 3937433 w 7467600"/>
              <a:gd name="connsiteY490" fmla="*/ 4830473 h 6858000"/>
              <a:gd name="connsiteX491" fmla="*/ 3590475 w 7467600"/>
              <a:gd name="connsiteY491" fmla="*/ 4597974 h 6858000"/>
              <a:gd name="connsiteX492" fmla="*/ 3100264 w 7467600"/>
              <a:gd name="connsiteY492" fmla="*/ 4579845 h 6858000"/>
              <a:gd name="connsiteX493" fmla="*/ 2183576 w 7467600"/>
              <a:gd name="connsiteY493" fmla="*/ 4227150 h 6858000"/>
              <a:gd name="connsiteX494" fmla="*/ 2151029 w 7467600"/>
              <a:gd name="connsiteY494" fmla="*/ 4146947 h 6858000"/>
              <a:gd name="connsiteX495" fmla="*/ 3563434 w 7467600"/>
              <a:gd name="connsiteY495" fmla="*/ 4469115 h 6858000"/>
              <a:gd name="connsiteX496" fmla="*/ 3177952 w 7467600"/>
              <a:gd name="connsiteY496" fmla="*/ 3657386 h 6858000"/>
              <a:gd name="connsiteX497" fmla="*/ 3189263 w 7467600"/>
              <a:gd name="connsiteY497" fmla="*/ 3625726 h 6858000"/>
              <a:gd name="connsiteX498" fmla="*/ 3560912 w 7467600"/>
              <a:gd name="connsiteY498" fmla="*/ 4079863 h 6858000"/>
              <a:gd name="connsiteX499" fmla="*/ 3626636 w 7467600"/>
              <a:gd name="connsiteY499" fmla="*/ 4512230 h 6858000"/>
              <a:gd name="connsiteX500" fmla="*/ 3653088 w 7467600"/>
              <a:gd name="connsiteY500" fmla="*/ 4521417 h 6858000"/>
              <a:gd name="connsiteX501" fmla="*/ 3988128 w 7467600"/>
              <a:gd name="connsiteY501" fmla="*/ 4817267 h 6858000"/>
              <a:gd name="connsiteX502" fmla="*/ 4830582 w 7467600"/>
              <a:gd name="connsiteY502" fmla="*/ 4676000 h 6858000"/>
              <a:gd name="connsiteX503" fmla="*/ 4830100 w 7467600"/>
              <a:gd name="connsiteY503" fmla="*/ 4675554 h 6858000"/>
              <a:gd name="connsiteX504" fmla="*/ 4036318 w 7467600"/>
              <a:gd name="connsiteY504" fmla="*/ 4147013 h 6858000"/>
              <a:gd name="connsiteX505" fmla="*/ 3432098 w 7467600"/>
              <a:gd name="connsiteY505" fmla="*/ 3537312 h 6858000"/>
              <a:gd name="connsiteX506" fmla="*/ 3446761 w 7467600"/>
              <a:gd name="connsiteY506" fmla="*/ 3461278 h 6858000"/>
              <a:gd name="connsiteX507" fmla="*/ 4419733 w 7467600"/>
              <a:gd name="connsiteY507" fmla="*/ 3963555 h 6858000"/>
              <a:gd name="connsiteX508" fmla="*/ 4781371 w 7467600"/>
              <a:gd name="connsiteY508" fmla="*/ 4458604 h 6858000"/>
              <a:gd name="connsiteX509" fmla="*/ 4780440 w 7467600"/>
              <a:gd name="connsiteY509" fmla="*/ 4470290 h 6858000"/>
              <a:gd name="connsiteX510" fmla="*/ 4898954 w 7467600"/>
              <a:gd name="connsiteY510" fmla="*/ 4662092 h 6858000"/>
              <a:gd name="connsiteX511" fmla="*/ 4900699 w 7467600"/>
              <a:gd name="connsiteY511" fmla="*/ 4670867 h 6858000"/>
              <a:gd name="connsiteX512" fmla="*/ 5714511 w 7467600"/>
              <a:gd name="connsiteY512" fmla="*/ 4663483 h 6858000"/>
              <a:gd name="connsiteX513" fmla="*/ 5464793 w 7467600"/>
              <a:gd name="connsiteY513" fmla="*/ 4393556 h 6858000"/>
              <a:gd name="connsiteX514" fmla="*/ 5461897 w 7467600"/>
              <a:gd name="connsiteY514" fmla="*/ 4390879 h 6858000"/>
              <a:gd name="connsiteX515" fmla="*/ 4294126 w 7467600"/>
              <a:gd name="connsiteY515" fmla="*/ 3303048 h 6858000"/>
              <a:gd name="connsiteX516" fmla="*/ 4305321 w 7467600"/>
              <a:gd name="connsiteY516" fmla="*/ 3256953 h 6858000"/>
              <a:gd name="connsiteX517" fmla="*/ 4949299 w 7467600"/>
              <a:gd name="connsiteY517" fmla="*/ 3766336 h 6858000"/>
              <a:gd name="connsiteX518" fmla="*/ 5291452 w 7467600"/>
              <a:gd name="connsiteY518" fmla="*/ 4076801 h 6858000"/>
              <a:gd name="connsiteX519" fmla="*/ 5434998 w 7467600"/>
              <a:gd name="connsiteY519" fmla="*/ 4254100 h 6858000"/>
              <a:gd name="connsiteX520" fmla="*/ 5351015 w 7467600"/>
              <a:gd name="connsiteY520" fmla="*/ 3760989 h 6858000"/>
              <a:gd name="connsiteX521" fmla="*/ 5413780 w 7467600"/>
              <a:gd name="connsiteY521" fmla="*/ 2966265 h 6858000"/>
              <a:gd name="connsiteX522" fmla="*/ 5425627 w 7467600"/>
              <a:gd name="connsiteY522" fmla="*/ 2954192 h 6858000"/>
              <a:gd name="connsiteX523" fmla="*/ 6604735 w 7467600"/>
              <a:gd name="connsiteY523" fmla="*/ 2041381 h 6858000"/>
              <a:gd name="connsiteX524" fmla="*/ 7204487 w 7467600"/>
              <a:gd name="connsiteY524" fmla="*/ 2742112 h 6858000"/>
              <a:gd name="connsiteX525" fmla="*/ 7131592 w 7467600"/>
              <a:gd name="connsiteY525" fmla="*/ 2672096 h 6858000"/>
              <a:gd name="connsiteX526" fmla="*/ 6996344 w 7467600"/>
              <a:gd name="connsiteY526" fmla="*/ 2518310 h 6858000"/>
              <a:gd name="connsiteX527" fmla="*/ 6735495 w 7467600"/>
              <a:gd name="connsiteY527" fmla="*/ 2196890 h 6858000"/>
              <a:gd name="connsiteX528" fmla="*/ 6721901 w 7467600"/>
              <a:gd name="connsiteY528" fmla="*/ 2179274 h 6858000"/>
              <a:gd name="connsiteX529" fmla="*/ 6604735 w 7467600"/>
              <a:gd name="connsiteY529" fmla="*/ 2041381 h 6858000"/>
              <a:gd name="connsiteX530" fmla="*/ 6591670 w 7467600"/>
              <a:gd name="connsiteY530" fmla="*/ 1988277 h 6858000"/>
              <a:gd name="connsiteX531" fmla="*/ 6747349 w 7467600"/>
              <a:gd name="connsiteY531" fmla="*/ 2160069 h 6858000"/>
              <a:gd name="connsiteX532" fmla="*/ 6760943 w 7467600"/>
              <a:gd name="connsiteY532" fmla="*/ 2177686 h 6858000"/>
              <a:gd name="connsiteX533" fmla="*/ 7021065 w 7467600"/>
              <a:gd name="connsiteY533" fmla="*/ 2498102 h 6858000"/>
              <a:gd name="connsiteX534" fmla="*/ 7155223 w 7467600"/>
              <a:gd name="connsiteY534" fmla="*/ 2650386 h 6858000"/>
              <a:gd name="connsiteX535" fmla="*/ 7203167 w 7467600"/>
              <a:gd name="connsiteY535" fmla="*/ 2697288 h 6858000"/>
              <a:gd name="connsiteX536" fmla="*/ 6937703 w 7467600"/>
              <a:gd name="connsiteY536" fmla="*/ 2321981 h 6858000"/>
              <a:gd name="connsiteX537" fmla="*/ 6591670 w 7467600"/>
              <a:gd name="connsiteY537" fmla="*/ 1988277 h 6858000"/>
              <a:gd name="connsiteX538" fmla="*/ 5798671 w 7467600"/>
              <a:gd name="connsiteY538" fmla="*/ 1981601 h 6858000"/>
              <a:gd name="connsiteX539" fmla="*/ 5754709 w 7467600"/>
              <a:gd name="connsiteY539" fmla="*/ 2071454 h 6858000"/>
              <a:gd name="connsiteX540" fmla="*/ 5763044 w 7467600"/>
              <a:gd name="connsiteY540" fmla="*/ 2842206 h 6858000"/>
              <a:gd name="connsiteX541" fmla="*/ 5764974 w 7467600"/>
              <a:gd name="connsiteY541" fmla="*/ 2799609 h 6858000"/>
              <a:gd name="connsiteX542" fmla="*/ 5767665 w 7467600"/>
              <a:gd name="connsiteY542" fmla="*/ 2666409 h 6858000"/>
              <a:gd name="connsiteX543" fmla="*/ 5763055 w 7467600"/>
              <a:gd name="connsiteY543" fmla="*/ 2579705 h 6858000"/>
              <a:gd name="connsiteX544" fmla="*/ 5758079 w 7467600"/>
              <a:gd name="connsiteY544" fmla="*/ 2492508 h 6858000"/>
              <a:gd name="connsiteX545" fmla="*/ 5779325 w 7467600"/>
              <a:gd name="connsiteY545" fmla="*/ 2197069 h 6858000"/>
              <a:gd name="connsiteX546" fmla="*/ 5798671 w 7467600"/>
              <a:gd name="connsiteY546" fmla="*/ 1981601 h 6858000"/>
              <a:gd name="connsiteX547" fmla="*/ 5829202 w 7467600"/>
              <a:gd name="connsiteY547" fmla="*/ 1971679 h 6858000"/>
              <a:gd name="connsiteX548" fmla="*/ 5809558 w 7467600"/>
              <a:gd name="connsiteY548" fmla="*/ 2198043 h 6858000"/>
              <a:gd name="connsiteX549" fmla="*/ 5788653 w 7467600"/>
              <a:gd name="connsiteY549" fmla="*/ 2489430 h 6858000"/>
              <a:gd name="connsiteX550" fmla="*/ 5793439 w 7467600"/>
              <a:gd name="connsiteY550" fmla="*/ 2575235 h 6858000"/>
              <a:gd name="connsiteX551" fmla="*/ 5796837 w 7467600"/>
              <a:gd name="connsiteY551" fmla="*/ 2637633 h 6858000"/>
              <a:gd name="connsiteX552" fmla="*/ 5818614 w 7467600"/>
              <a:gd name="connsiteY552" fmla="*/ 2473055 h 6858000"/>
              <a:gd name="connsiteX553" fmla="*/ 5829202 w 7467600"/>
              <a:gd name="connsiteY553" fmla="*/ 1971679 h 6858000"/>
              <a:gd name="connsiteX554" fmla="*/ 5911389 w 7467600"/>
              <a:gd name="connsiteY554" fmla="*/ 1898371 h 6858000"/>
              <a:gd name="connsiteX555" fmla="*/ 6237627 w 7467600"/>
              <a:gd name="connsiteY555" fmla="*/ 2231921 h 6858000"/>
              <a:gd name="connsiteX556" fmla="*/ 5911389 w 7467600"/>
              <a:gd name="connsiteY556" fmla="*/ 1898371 h 6858000"/>
              <a:gd name="connsiteX557" fmla="*/ 6944437 w 7467600"/>
              <a:gd name="connsiteY557" fmla="*/ 1575402 h 6858000"/>
              <a:gd name="connsiteX558" fmla="*/ 6304730 w 7467600"/>
              <a:gd name="connsiteY558" fmla="*/ 1766654 h 6858000"/>
              <a:gd name="connsiteX559" fmla="*/ 6944437 w 7467600"/>
              <a:gd name="connsiteY559" fmla="*/ 1575402 h 6858000"/>
              <a:gd name="connsiteX560" fmla="*/ 7019523 w 7467600"/>
              <a:gd name="connsiteY560" fmla="*/ 1519450 h 6858000"/>
              <a:gd name="connsiteX561" fmla="*/ 6298091 w 7467600"/>
              <a:gd name="connsiteY561" fmla="*/ 1737122 h 6858000"/>
              <a:gd name="connsiteX562" fmla="*/ 7019523 w 7467600"/>
              <a:gd name="connsiteY562" fmla="*/ 1519450 h 6858000"/>
              <a:gd name="connsiteX563" fmla="*/ 2399523 w 7467600"/>
              <a:gd name="connsiteY563" fmla="*/ 1428234 h 6858000"/>
              <a:gd name="connsiteX564" fmla="*/ 2224982 w 7467600"/>
              <a:gd name="connsiteY564" fmla="*/ 1826201 h 6858000"/>
              <a:gd name="connsiteX565" fmla="*/ 2096099 w 7467600"/>
              <a:gd name="connsiteY565" fmla="*/ 2345900 h 6858000"/>
              <a:gd name="connsiteX566" fmla="*/ 2283317 w 7467600"/>
              <a:gd name="connsiteY566" fmla="*/ 1796925 h 6858000"/>
              <a:gd name="connsiteX567" fmla="*/ 2399523 w 7467600"/>
              <a:gd name="connsiteY567" fmla="*/ 1428234 h 6858000"/>
              <a:gd name="connsiteX568" fmla="*/ 2448558 w 7467600"/>
              <a:gd name="connsiteY568" fmla="*/ 1373435 h 6858000"/>
              <a:gd name="connsiteX569" fmla="*/ 2312521 w 7467600"/>
              <a:gd name="connsiteY569" fmla="*/ 1806140 h 6858000"/>
              <a:gd name="connsiteX570" fmla="*/ 2127533 w 7467600"/>
              <a:gd name="connsiteY570" fmla="*/ 2348380 h 6858000"/>
              <a:gd name="connsiteX571" fmla="*/ 2358080 w 7467600"/>
              <a:gd name="connsiteY571" fmla="*/ 1866134 h 6858000"/>
              <a:gd name="connsiteX572" fmla="*/ 2407436 w 7467600"/>
              <a:gd name="connsiteY572" fmla="*/ 1651070 h 6858000"/>
              <a:gd name="connsiteX573" fmla="*/ 2448558 w 7467600"/>
              <a:gd name="connsiteY573" fmla="*/ 1373435 h 6858000"/>
              <a:gd name="connsiteX574" fmla="*/ 278707 w 7467600"/>
              <a:gd name="connsiteY574" fmla="*/ 1352270 h 6858000"/>
              <a:gd name="connsiteX575" fmla="*/ 321570 w 7467600"/>
              <a:gd name="connsiteY575" fmla="*/ 1861610 h 6858000"/>
              <a:gd name="connsiteX576" fmla="*/ 294281 w 7467600"/>
              <a:gd name="connsiteY576" fmla="*/ 1440658 h 6858000"/>
              <a:gd name="connsiteX577" fmla="*/ 278707 w 7467600"/>
              <a:gd name="connsiteY577" fmla="*/ 1352270 h 6858000"/>
              <a:gd name="connsiteX578" fmla="*/ 1423821 w 7467600"/>
              <a:gd name="connsiteY578" fmla="*/ 1351958 h 6858000"/>
              <a:gd name="connsiteX579" fmla="*/ 1638521 w 7467600"/>
              <a:gd name="connsiteY579" fmla="*/ 1908470 h 6858000"/>
              <a:gd name="connsiteX580" fmla="*/ 1754199 w 7467600"/>
              <a:gd name="connsiteY580" fmla="*/ 2149284 h 6858000"/>
              <a:gd name="connsiteX581" fmla="*/ 1908359 w 7467600"/>
              <a:gd name="connsiteY581" fmla="*/ 2364988 h 6858000"/>
              <a:gd name="connsiteX582" fmla="*/ 1647661 w 7467600"/>
              <a:gd name="connsiteY582" fmla="*/ 1825945 h 6858000"/>
              <a:gd name="connsiteX583" fmla="*/ 1423821 w 7467600"/>
              <a:gd name="connsiteY583" fmla="*/ 1351958 h 6858000"/>
              <a:gd name="connsiteX584" fmla="*/ 1431890 w 7467600"/>
              <a:gd name="connsiteY584" fmla="*/ 1306475 h 6858000"/>
              <a:gd name="connsiteX585" fmla="*/ 1507597 w 7467600"/>
              <a:gd name="connsiteY585" fmla="*/ 1446132 h 6858000"/>
              <a:gd name="connsiteX586" fmla="*/ 1674586 w 7467600"/>
              <a:gd name="connsiteY586" fmla="*/ 1813832 h 6858000"/>
              <a:gd name="connsiteX587" fmla="*/ 1815950 w 7467600"/>
              <a:gd name="connsiteY587" fmla="*/ 2128564 h 6858000"/>
              <a:gd name="connsiteX588" fmla="*/ 1984242 w 7467600"/>
              <a:gd name="connsiteY588" fmla="*/ 2430829 h 6858000"/>
              <a:gd name="connsiteX589" fmla="*/ 2014023 w 7467600"/>
              <a:gd name="connsiteY589" fmla="*/ 2450995 h 6858000"/>
              <a:gd name="connsiteX590" fmla="*/ 1747337 w 7467600"/>
              <a:gd name="connsiteY590" fmla="*/ 1855264 h 6858000"/>
              <a:gd name="connsiteX591" fmla="*/ 1533749 w 7467600"/>
              <a:gd name="connsiteY591" fmla="*/ 1478656 h 6858000"/>
              <a:gd name="connsiteX592" fmla="*/ 1431890 w 7467600"/>
              <a:gd name="connsiteY592" fmla="*/ 1306475 h 6858000"/>
              <a:gd name="connsiteX593" fmla="*/ 5052692 w 7467600"/>
              <a:gd name="connsiteY593" fmla="*/ 1292994 h 6858000"/>
              <a:gd name="connsiteX594" fmla="*/ 5200661 w 7467600"/>
              <a:gd name="connsiteY594" fmla="*/ 1635186 h 6858000"/>
              <a:gd name="connsiteX595" fmla="*/ 5297138 w 7467600"/>
              <a:gd name="connsiteY595" fmla="*/ 1906351 h 6858000"/>
              <a:gd name="connsiteX596" fmla="*/ 5052692 w 7467600"/>
              <a:gd name="connsiteY596" fmla="*/ 1292994 h 6858000"/>
              <a:gd name="connsiteX597" fmla="*/ 5009948 w 7467600"/>
              <a:gd name="connsiteY597" fmla="*/ 1273619 h 6858000"/>
              <a:gd name="connsiteX598" fmla="*/ 5121777 w 7467600"/>
              <a:gd name="connsiteY598" fmla="*/ 1654213 h 6858000"/>
              <a:gd name="connsiteX599" fmla="*/ 5293545 w 7467600"/>
              <a:gd name="connsiteY599" fmla="*/ 2072247 h 6858000"/>
              <a:gd name="connsiteX600" fmla="*/ 5294042 w 7467600"/>
              <a:gd name="connsiteY600" fmla="*/ 2065019 h 6858000"/>
              <a:gd name="connsiteX601" fmla="*/ 5171936 w 7467600"/>
              <a:gd name="connsiteY601" fmla="*/ 1647613 h 6858000"/>
              <a:gd name="connsiteX602" fmla="*/ 5009948 w 7467600"/>
              <a:gd name="connsiteY602" fmla="*/ 1273619 h 6858000"/>
              <a:gd name="connsiteX603" fmla="*/ 655236 w 7467600"/>
              <a:gd name="connsiteY603" fmla="*/ 1268632 h 6858000"/>
              <a:gd name="connsiteX604" fmla="*/ 839521 w 7467600"/>
              <a:gd name="connsiteY604" fmla="*/ 1685315 h 6858000"/>
              <a:gd name="connsiteX605" fmla="*/ 1109416 w 7467600"/>
              <a:gd name="connsiteY605" fmla="*/ 2061663 h 6858000"/>
              <a:gd name="connsiteX606" fmla="*/ 1298300 w 7467600"/>
              <a:gd name="connsiteY606" fmla="*/ 2247742 h 6858000"/>
              <a:gd name="connsiteX607" fmla="*/ 1125871 w 7467600"/>
              <a:gd name="connsiteY607" fmla="*/ 1989513 h 6858000"/>
              <a:gd name="connsiteX608" fmla="*/ 981574 w 7467600"/>
              <a:gd name="connsiteY608" fmla="*/ 1783157 h 6858000"/>
              <a:gd name="connsiteX609" fmla="*/ 922198 w 7467600"/>
              <a:gd name="connsiteY609" fmla="*/ 1677437 h 6858000"/>
              <a:gd name="connsiteX610" fmla="*/ 869293 w 7467600"/>
              <a:gd name="connsiteY610" fmla="*/ 1583214 h 6858000"/>
              <a:gd name="connsiteX611" fmla="*/ 751431 w 7467600"/>
              <a:gd name="connsiteY611" fmla="*/ 1405731 h 6858000"/>
              <a:gd name="connsiteX612" fmla="*/ 655236 w 7467600"/>
              <a:gd name="connsiteY612" fmla="*/ 1268632 h 6858000"/>
              <a:gd name="connsiteX613" fmla="*/ 6516292 w 7467600"/>
              <a:gd name="connsiteY613" fmla="*/ 1263064 h 6858000"/>
              <a:gd name="connsiteX614" fmla="*/ 5736320 w 7467600"/>
              <a:gd name="connsiteY614" fmla="*/ 1501803 h 6858000"/>
              <a:gd name="connsiteX615" fmla="*/ 6516292 w 7467600"/>
              <a:gd name="connsiteY615" fmla="*/ 1263064 h 6858000"/>
              <a:gd name="connsiteX616" fmla="*/ 291466 w 7467600"/>
              <a:gd name="connsiteY616" fmla="*/ 1250369 h 6858000"/>
              <a:gd name="connsiteX617" fmla="*/ 323180 w 7467600"/>
              <a:gd name="connsiteY617" fmla="*/ 1435283 h 6858000"/>
              <a:gd name="connsiteX618" fmla="*/ 349381 w 7467600"/>
              <a:gd name="connsiteY618" fmla="*/ 1875041 h 6858000"/>
              <a:gd name="connsiteX619" fmla="*/ 374363 w 7467600"/>
              <a:gd name="connsiteY619" fmla="*/ 1506494 h 6858000"/>
              <a:gd name="connsiteX620" fmla="*/ 302168 w 7467600"/>
              <a:gd name="connsiteY620" fmla="*/ 1274495 h 6858000"/>
              <a:gd name="connsiteX621" fmla="*/ 291466 w 7467600"/>
              <a:gd name="connsiteY621" fmla="*/ 1250369 h 6858000"/>
              <a:gd name="connsiteX622" fmla="*/ 678222 w 7467600"/>
              <a:gd name="connsiteY622" fmla="*/ 1248670 h 6858000"/>
              <a:gd name="connsiteX623" fmla="*/ 775536 w 7467600"/>
              <a:gd name="connsiteY623" fmla="*/ 1388015 h 6858000"/>
              <a:gd name="connsiteX624" fmla="*/ 894529 w 7467600"/>
              <a:gd name="connsiteY624" fmla="*/ 1567739 h 6858000"/>
              <a:gd name="connsiteX625" fmla="*/ 948000 w 7467600"/>
              <a:gd name="connsiteY625" fmla="*/ 1663088 h 6858000"/>
              <a:gd name="connsiteX626" fmla="*/ 1006812 w 7467600"/>
              <a:gd name="connsiteY626" fmla="*/ 1767683 h 6858000"/>
              <a:gd name="connsiteX627" fmla="*/ 1149133 w 7467600"/>
              <a:gd name="connsiteY627" fmla="*/ 1971513 h 6858000"/>
              <a:gd name="connsiteX628" fmla="*/ 1333952 w 7467600"/>
              <a:gd name="connsiteY628" fmla="*/ 2251620 h 6858000"/>
              <a:gd name="connsiteX629" fmla="*/ 1337329 w 7467600"/>
              <a:gd name="connsiteY629" fmla="*/ 2258350 h 6858000"/>
              <a:gd name="connsiteX630" fmla="*/ 1014726 w 7467600"/>
              <a:gd name="connsiteY630" fmla="*/ 1615556 h 6858000"/>
              <a:gd name="connsiteX631" fmla="*/ 678222 w 7467600"/>
              <a:gd name="connsiteY631" fmla="*/ 1248670 h 6858000"/>
              <a:gd name="connsiteX632" fmla="*/ 6691602 w 7467600"/>
              <a:gd name="connsiteY632" fmla="*/ 1140573 h 6858000"/>
              <a:gd name="connsiteX633" fmla="*/ 6571100 w 7467600"/>
              <a:gd name="connsiteY633" fmla="*/ 1183662 h 6858000"/>
              <a:gd name="connsiteX634" fmla="*/ 6241687 w 7467600"/>
              <a:gd name="connsiteY634" fmla="*/ 1257600 h 6858000"/>
              <a:gd name="connsiteX635" fmla="*/ 5693009 w 7467600"/>
              <a:gd name="connsiteY635" fmla="*/ 1478256 h 6858000"/>
              <a:gd name="connsiteX636" fmla="*/ 6548420 w 7467600"/>
              <a:gd name="connsiteY636" fmla="*/ 1214599 h 6858000"/>
              <a:gd name="connsiteX637" fmla="*/ 6605473 w 7467600"/>
              <a:gd name="connsiteY637" fmla="*/ 1184686 h 6858000"/>
              <a:gd name="connsiteX638" fmla="*/ 6691602 w 7467600"/>
              <a:gd name="connsiteY638" fmla="*/ 1140573 h 6858000"/>
              <a:gd name="connsiteX639" fmla="*/ 4002475 w 7467600"/>
              <a:gd name="connsiteY639" fmla="*/ 1037802 h 6858000"/>
              <a:gd name="connsiteX640" fmla="*/ 4000324 w 7467600"/>
              <a:gd name="connsiteY640" fmla="*/ 1039362 h 6858000"/>
              <a:gd name="connsiteX641" fmla="*/ 4002862 w 7467600"/>
              <a:gd name="connsiteY641" fmla="*/ 1042866 h 6858000"/>
              <a:gd name="connsiteX642" fmla="*/ 4002475 w 7467600"/>
              <a:gd name="connsiteY642" fmla="*/ 1037802 h 6858000"/>
              <a:gd name="connsiteX643" fmla="*/ 506322 w 7467600"/>
              <a:gd name="connsiteY643" fmla="*/ 1020997 h 6858000"/>
              <a:gd name="connsiteX644" fmla="*/ 533068 w 7467600"/>
              <a:gd name="connsiteY644" fmla="*/ 1029409 h 6858000"/>
              <a:gd name="connsiteX645" fmla="*/ 1232525 w 7467600"/>
              <a:gd name="connsiteY645" fmla="*/ 1804675 h 6858000"/>
              <a:gd name="connsiteX646" fmla="*/ 1388858 w 7467600"/>
              <a:gd name="connsiteY646" fmla="*/ 2368011 h 6858000"/>
              <a:gd name="connsiteX647" fmla="*/ 1384098 w 7467600"/>
              <a:gd name="connsiteY647" fmla="*/ 2378125 h 6858000"/>
              <a:gd name="connsiteX648" fmla="*/ 1425393 w 7467600"/>
              <a:gd name="connsiteY648" fmla="*/ 2589124 h 6858000"/>
              <a:gd name="connsiteX649" fmla="*/ 1424001 w 7467600"/>
              <a:gd name="connsiteY649" fmla="*/ 2597541 h 6858000"/>
              <a:gd name="connsiteX650" fmla="*/ 2152729 w 7467600"/>
              <a:gd name="connsiteY650" fmla="*/ 2864487 h 6858000"/>
              <a:gd name="connsiteX651" fmla="*/ 2020609 w 7467600"/>
              <a:gd name="connsiteY651" fmla="*/ 2539671 h 6858000"/>
              <a:gd name="connsiteX652" fmla="*/ 2018920 w 7467600"/>
              <a:gd name="connsiteY652" fmla="*/ 2536309 h 6858000"/>
              <a:gd name="connsiteX653" fmla="*/ 1342441 w 7467600"/>
              <a:gd name="connsiteY653" fmla="*/ 1173017 h 6858000"/>
              <a:gd name="connsiteX654" fmla="*/ 1367925 w 7467600"/>
              <a:gd name="connsiteY654" fmla="*/ 1135648 h 6858000"/>
              <a:gd name="connsiteX655" fmla="*/ 1771401 w 7467600"/>
              <a:gd name="connsiteY655" fmla="*/ 1806673 h 6858000"/>
              <a:gd name="connsiteX656" fmla="*/ 1972385 w 7467600"/>
              <a:gd name="connsiteY656" fmla="*/ 2198735 h 6858000"/>
              <a:gd name="connsiteX657" fmla="*/ 2040892 w 7467600"/>
              <a:gd name="connsiteY657" fmla="*/ 2405205 h 6858000"/>
              <a:gd name="connsiteX658" fmla="*/ 2131689 w 7467600"/>
              <a:gd name="connsiteY658" fmla="*/ 1936926 h 6858000"/>
              <a:gd name="connsiteX659" fmla="*/ 2454820 w 7467600"/>
              <a:gd name="connsiteY659" fmla="*/ 1248808 h 6858000"/>
              <a:gd name="connsiteX660" fmla="*/ 2492512 w 7467600"/>
              <a:gd name="connsiteY660" fmla="*/ 1302920 h 6858000"/>
              <a:gd name="connsiteX661" fmla="*/ 2081216 w 7467600"/>
              <a:gd name="connsiteY661" fmla="*/ 2527513 h 6858000"/>
              <a:gd name="connsiteX662" fmla="*/ 2081211 w 7467600"/>
              <a:gd name="connsiteY662" fmla="*/ 2528916 h 6858000"/>
              <a:gd name="connsiteX663" fmla="*/ 2199067 w 7467600"/>
              <a:gd name="connsiteY663" fmla="*/ 2884061 h 6858000"/>
              <a:gd name="connsiteX664" fmla="*/ 3192586 w 7467600"/>
              <a:gd name="connsiteY664" fmla="*/ 3411496 h 6858000"/>
              <a:gd name="connsiteX665" fmla="*/ 3182620 w 7467600"/>
              <a:gd name="connsiteY665" fmla="*/ 3483279 h 6858000"/>
              <a:gd name="connsiteX666" fmla="*/ 2435119 w 7467600"/>
              <a:gd name="connsiteY666" fmla="*/ 3080173 h 6858000"/>
              <a:gd name="connsiteX667" fmla="*/ 2410152 w 7467600"/>
              <a:gd name="connsiteY667" fmla="*/ 3063751 h 6858000"/>
              <a:gd name="connsiteX668" fmla="*/ 2408099 w 7467600"/>
              <a:gd name="connsiteY668" fmla="*/ 3064403 h 6858000"/>
              <a:gd name="connsiteX669" fmla="*/ 2407218 w 7467600"/>
              <a:gd name="connsiteY669" fmla="*/ 3070324 h 6858000"/>
              <a:gd name="connsiteX670" fmla="*/ 2380138 w 7467600"/>
              <a:gd name="connsiteY670" fmla="*/ 3099341 h 6858000"/>
              <a:gd name="connsiteX671" fmla="*/ 1765923 w 7467600"/>
              <a:gd name="connsiteY671" fmla="*/ 3581043 h 6858000"/>
              <a:gd name="connsiteX672" fmla="*/ 1702258 w 7467600"/>
              <a:gd name="connsiteY672" fmla="*/ 3612286 h 6858000"/>
              <a:gd name="connsiteX673" fmla="*/ 1538370 w 7467600"/>
              <a:gd name="connsiteY673" fmla="*/ 3811804 h 6858000"/>
              <a:gd name="connsiteX674" fmla="*/ 542867 w 7467600"/>
              <a:gd name="connsiteY674" fmla="*/ 4944092 h 6858000"/>
              <a:gd name="connsiteX675" fmla="*/ 515800 w 7467600"/>
              <a:gd name="connsiteY675" fmla="*/ 4862180 h 6858000"/>
              <a:gd name="connsiteX676" fmla="*/ 909145 w 7467600"/>
              <a:gd name="connsiteY676" fmla="*/ 4199225 h 6858000"/>
              <a:gd name="connsiteX677" fmla="*/ 1214067 w 7467600"/>
              <a:gd name="connsiteY677" fmla="*/ 3908561 h 6858000"/>
              <a:gd name="connsiteX678" fmla="*/ 640967 w 7467600"/>
              <a:gd name="connsiteY678" fmla="*/ 4105601 h 6858000"/>
              <a:gd name="connsiteX679" fmla="*/ 112563 w 7467600"/>
              <a:gd name="connsiteY679" fmla="*/ 4396952 h 6858000"/>
              <a:gd name="connsiteX680" fmla="*/ 0 w 7467600"/>
              <a:gd name="connsiteY680" fmla="*/ 4466006 h 6858000"/>
              <a:gd name="connsiteX681" fmla="*/ 0 w 7467600"/>
              <a:gd name="connsiteY681" fmla="*/ 4233763 h 6858000"/>
              <a:gd name="connsiteX682" fmla="*/ 36881 w 7467600"/>
              <a:gd name="connsiteY682" fmla="*/ 4200118 h 6858000"/>
              <a:gd name="connsiteX683" fmla="*/ 910534 w 7467600"/>
              <a:gd name="connsiteY683" fmla="*/ 3629753 h 6858000"/>
              <a:gd name="connsiteX684" fmla="*/ 1578717 w 7467600"/>
              <a:gd name="connsiteY684" fmla="*/ 3575982 h 6858000"/>
              <a:gd name="connsiteX685" fmla="*/ 2338780 w 7467600"/>
              <a:gd name="connsiteY685" fmla="*/ 3033725 h 6858000"/>
              <a:gd name="connsiteX686" fmla="*/ 1807991 w 7467600"/>
              <a:gd name="connsiteY686" fmla="*/ 2807184 h 6858000"/>
              <a:gd name="connsiteX687" fmla="*/ 1416358 w 7467600"/>
              <a:gd name="connsiteY687" fmla="*/ 3112571 h 6858000"/>
              <a:gd name="connsiteX688" fmla="*/ 939066 w 7467600"/>
              <a:gd name="connsiteY688" fmla="*/ 3378798 h 6858000"/>
              <a:gd name="connsiteX689" fmla="*/ 115099 w 7467600"/>
              <a:gd name="connsiteY689" fmla="*/ 3607650 h 6858000"/>
              <a:gd name="connsiteX690" fmla="*/ 97284 w 7467600"/>
              <a:gd name="connsiteY690" fmla="*/ 3520393 h 6858000"/>
              <a:gd name="connsiteX691" fmla="*/ 922050 w 7467600"/>
              <a:gd name="connsiteY691" fmla="*/ 3074867 h 6858000"/>
              <a:gd name="connsiteX692" fmla="*/ 1405265 w 7467600"/>
              <a:gd name="connsiteY692" fmla="*/ 3016319 h 6858000"/>
              <a:gd name="connsiteX693" fmla="*/ 1407512 w 7467600"/>
              <a:gd name="connsiteY693" fmla="*/ 3018001 h 6858000"/>
              <a:gd name="connsiteX694" fmla="*/ 1726266 w 7467600"/>
              <a:gd name="connsiteY694" fmla="*/ 2777274 h 6858000"/>
              <a:gd name="connsiteX695" fmla="*/ 625390 w 7467600"/>
              <a:gd name="connsiteY695" fmla="*/ 2514541 h 6858000"/>
              <a:gd name="connsiteX696" fmla="*/ 619799 w 7467600"/>
              <a:gd name="connsiteY696" fmla="*/ 2527180 h 6858000"/>
              <a:gd name="connsiteX697" fmla="*/ 310030 w 7467600"/>
              <a:gd name="connsiteY697" fmla="*/ 2771818 h 6858000"/>
              <a:gd name="connsiteX698" fmla="*/ 173877 w 7467600"/>
              <a:gd name="connsiteY698" fmla="*/ 2937056 h 6858000"/>
              <a:gd name="connsiteX699" fmla="*/ 77889 w 7467600"/>
              <a:gd name="connsiteY699" fmla="*/ 3138440 h 6858000"/>
              <a:gd name="connsiteX700" fmla="*/ 0 w 7467600"/>
              <a:gd name="connsiteY700" fmla="*/ 3271395 h 6858000"/>
              <a:gd name="connsiteX701" fmla="*/ 0 w 7467600"/>
              <a:gd name="connsiteY701" fmla="*/ 3153002 h 6858000"/>
              <a:gd name="connsiteX702" fmla="*/ 2386 w 7467600"/>
              <a:gd name="connsiteY702" fmla="*/ 3149203 h 6858000"/>
              <a:gd name="connsiteX703" fmla="*/ 89753 w 7467600"/>
              <a:gd name="connsiteY703" fmla="*/ 2987702 h 6858000"/>
              <a:gd name="connsiteX704" fmla="*/ 76869 w 7467600"/>
              <a:gd name="connsiteY704" fmla="*/ 3005404 h 6858000"/>
              <a:gd name="connsiteX705" fmla="*/ 32049 w 7467600"/>
              <a:gd name="connsiteY705" fmla="*/ 3065814 h 6858000"/>
              <a:gd name="connsiteX706" fmla="*/ 0 w 7467600"/>
              <a:gd name="connsiteY706" fmla="*/ 3108744 h 6858000"/>
              <a:gd name="connsiteX707" fmla="*/ 0 w 7467600"/>
              <a:gd name="connsiteY707" fmla="*/ 3058059 h 6858000"/>
              <a:gd name="connsiteX708" fmla="*/ 7610 w 7467600"/>
              <a:gd name="connsiteY708" fmla="*/ 3047889 h 6858000"/>
              <a:gd name="connsiteX709" fmla="*/ 52419 w 7467600"/>
              <a:gd name="connsiteY709" fmla="*/ 2987479 h 6858000"/>
              <a:gd name="connsiteX710" fmla="*/ 59142 w 7467600"/>
              <a:gd name="connsiteY710" fmla="*/ 2978488 h 6858000"/>
              <a:gd name="connsiteX711" fmla="*/ 0 w 7467600"/>
              <a:gd name="connsiteY711" fmla="*/ 3015334 h 6858000"/>
              <a:gd name="connsiteX712" fmla="*/ 0 w 7467600"/>
              <a:gd name="connsiteY712" fmla="*/ 2914286 h 6858000"/>
              <a:gd name="connsiteX713" fmla="*/ 36383 w 7467600"/>
              <a:gd name="connsiteY713" fmla="*/ 2901128 h 6858000"/>
              <a:gd name="connsiteX714" fmla="*/ 156329 w 7467600"/>
              <a:gd name="connsiteY714" fmla="*/ 2840533 h 6858000"/>
              <a:gd name="connsiteX715" fmla="*/ 358355 w 7467600"/>
              <a:gd name="connsiteY715" fmla="*/ 2620471 h 6858000"/>
              <a:gd name="connsiteX716" fmla="*/ 510577 w 7467600"/>
              <a:gd name="connsiteY716" fmla="*/ 2501244 h 6858000"/>
              <a:gd name="connsiteX717" fmla="*/ 211967 w 7467600"/>
              <a:gd name="connsiteY717" fmla="*/ 2479171 h 6858000"/>
              <a:gd name="connsiteX718" fmla="*/ 0 w 7467600"/>
              <a:gd name="connsiteY718" fmla="*/ 2476398 h 6858000"/>
              <a:gd name="connsiteX719" fmla="*/ 0 w 7467600"/>
              <a:gd name="connsiteY719" fmla="*/ 2389189 h 6858000"/>
              <a:gd name="connsiteX720" fmla="*/ 103062 w 7467600"/>
              <a:gd name="connsiteY720" fmla="*/ 2389518 h 6858000"/>
              <a:gd name="connsiteX721" fmla="*/ 510734 w 7467600"/>
              <a:gd name="connsiteY721" fmla="*/ 2416201 h 6858000"/>
              <a:gd name="connsiteX722" fmla="*/ 279257 w 7467600"/>
              <a:gd name="connsiteY722" fmla="*/ 2092102 h 6858000"/>
              <a:gd name="connsiteX723" fmla="*/ 65265 w 7467600"/>
              <a:gd name="connsiteY723" fmla="*/ 2006049 h 6858000"/>
              <a:gd name="connsiteX724" fmla="*/ 0 w 7467600"/>
              <a:gd name="connsiteY724" fmla="*/ 1982532 h 6858000"/>
              <a:gd name="connsiteX725" fmla="*/ 0 w 7467600"/>
              <a:gd name="connsiteY725" fmla="*/ 1912789 h 6858000"/>
              <a:gd name="connsiteX726" fmla="*/ 97460 w 7467600"/>
              <a:gd name="connsiteY726" fmla="*/ 1953725 h 6858000"/>
              <a:gd name="connsiteX727" fmla="*/ 221272 w 7467600"/>
              <a:gd name="connsiteY727" fmla="*/ 1980766 h 6858000"/>
              <a:gd name="connsiteX728" fmla="*/ 116765 w 7467600"/>
              <a:gd name="connsiteY728" fmla="*/ 1911033 h 6858000"/>
              <a:gd name="connsiteX729" fmla="*/ 16405 w 7467600"/>
              <a:gd name="connsiteY729" fmla="*/ 1803412 h 6858000"/>
              <a:gd name="connsiteX730" fmla="*/ 0 w 7467600"/>
              <a:gd name="connsiteY730" fmla="*/ 1784777 h 6858000"/>
              <a:gd name="connsiteX731" fmla="*/ 0 w 7467600"/>
              <a:gd name="connsiteY731" fmla="*/ 1740082 h 6858000"/>
              <a:gd name="connsiteX732" fmla="*/ 39394 w 7467600"/>
              <a:gd name="connsiteY732" fmla="*/ 1784856 h 6858000"/>
              <a:gd name="connsiteX733" fmla="*/ 135813 w 7467600"/>
              <a:gd name="connsiteY733" fmla="*/ 1888838 h 6858000"/>
              <a:gd name="connsiteX734" fmla="*/ 242575 w 7467600"/>
              <a:gd name="connsiteY734" fmla="*/ 1958841 h 6858000"/>
              <a:gd name="connsiteX735" fmla="*/ 82197 w 7467600"/>
              <a:gd name="connsiteY735" fmla="*/ 1754826 h 6858000"/>
              <a:gd name="connsiteX736" fmla="*/ 0 w 7467600"/>
              <a:gd name="connsiteY736" fmla="*/ 1679650 h 6858000"/>
              <a:gd name="connsiteX737" fmla="*/ 0 w 7467600"/>
              <a:gd name="connsiteY737" fmla="*/ 1602463 h 6858000"/>
              <a:gd name="connsiteX738" fmla="*/ 84689 w 7467600"/>
              <a:gd name="connsiteY738" fmla="*/ 1677442 h 6858000"/>
              <a:gd name="connsiteX739" fmla="*/ 298437 w 7467600"/>
              <a:gd name="connsiteY739" fmla="*/ 1968019 h 6858000"/>
              <a:gd name="connsiteX740" fmla="*/ 227269 w 7467600"/>
              <a:gd name="connsiteY740" fmla="*/ 1114064 h 6858000"/>
              <a:gd name="connsiteX741" fmla="*/ 248003 w 7467600"/>
              <a:gd name="connsiteY741" fmla="*/ 1089613 h 6858000"/>
              <a:gd name="connsiteX742" fmla="*/ 427020 w 7467600"/>
              <a:gd name="connsiteY742" fmla="*/ 1619803 h 6858000"/>
              <a:gd name="connsiteX743" fmla="*/ 340345 w 7467600"/>
              <a:gd name="connsiteY743" fmla="*/ 2027739 h 6858000"/>
              <a:gd name="connsiteX744" fmla="*/ 360865 w 7467600"/>
              <a:gd name="connsiteY744" fmla="*/ 2044827 h 6858000"/>
              <a:gd name="connsiteX745" fmla="*/ 560414 w 7467600"/>
              <a:gd name="connsiteY745" fmla="*/ 2421457 h 6858000"/>
              <a:gd name="connsiteX746" fmla="*/ 1359703 w 7467600"/>
              <a:gd name="connsiteY746" fmla="*/ 2578554 h 6858000"/>
              <a:gd name="connsiteX747" fmla="*/ 1359422 w 7467600"/>
              <a:gd name="connsiteY747" fmla="*/ 2577994 h 6858000"/>
              <a:gd name="connsiteX748" fmla="*/ 828701 w 7467600"/>
              <a:gd name="connsiteY748" fmla="*/ 1839520 h 6858000"/>
              <a:gd name="connsiteX749" fmla="*/ 494427 w 7467600"/>
              <a:gd name="connsiteY749" fmla="*/ 1092333 h 6858000"/>
              <a:gd name="connsiteX750" fmla="*/ 506322 w 7467600"/>
              <a:gd name="connsiteY750" fmla="*/ 1020997 h 6858000"/>
              <a:gd name="connsiteX751" fmla="*/ 4570198 w 7467600"/>
              <a:gd name="connsiteY751" fmla="*/ 978081 h 6858000"/>
              <a:gd name="connsiteX752" fmla="*/ 4523691 w 7467600"/>
              <a:gd name="connsiteY752" fmla="*/ 1127776 h 6858000"/>
              <a:gd name="connsiteX753" fmla="*/ 4509875 w 7467600"/>
              <a:gd name="connsiteY753" fmla="*/ 1167552 h 6858000"/>
              <a:gd name="connsiteX754" fmla="*/ 4478168 w 7467600"/>
              <a:gd name="connsiteY754" fmla="*/ 1260735 h 6858000"/>
              <a:gd name="connsiteX755" fmla="*/ 4409309 w 7467600"/>
              <a:gd name="connsiteY755" fmla="*/ 1666996 h 6858000"/>
              <a:gd name="connsiteX756" fmla="*/ 4370031 w 7467600"/>
              <a:gd name="connsiteY756" fmla="*/ 1955666 h 6858000"/>
              <a:gd name="connsiteX757" fmla="*/ 4570198 w 7467600"/>
              <a:gd name="connsiteY757" fmla="*/ 978081 h 6858000"/>
              <a:gd name="connsiteX758" fmla="*/ 4557898 w 7467600"/>
              <a:gd name="connsiteY758" fmla="*/ 900011 h 6858000"/>
              <a:gd name="connsiteX759" fmla="*/ 4344840 w 7467600"/>
              <a:gd name="connsiteY759" fmla="*/ 1922038 h 6858000"/>
              <a:gd name="connsiteX760" fmla="*/ 4378710 w 7467600"/>
              <a:gd name="connsiteY760" fmla="*/ 1665516 h 6858000"/>
              <a:gd name="connsiteX761" fmla="*/ 4448798 w 7467600"/>
              <a:gd name="connsiteY761" fmla="*/ 1253024 h 6858000"/>
              <a:gd name="connsiteX762" fmla="*/ 4480315 w 7467600"/>
              <a:gd name="connsiteY762" fmla="*/ 1158454 h 6858000"/>
              <a:gd name="connsiteX763" fmla="*/ 4494133 w 7467600"/>
              <a:gd name="connsiteY763" fmla="*/ 1118676 h 6858000"/>
              <a:gd name="connsiteX764" fmla="*/ 4557898 w 7467600"/>
              <a:gd name="connsiteY764" fmla="*/ 900011 h 6858000"/>
              <a:gd name="connsiteX765" fmla="*/ 5870151 w 7467600"/>
              <a:gd name="connsiteY765" fmla="*/ 898890 h 6858000"/>
              <a:gd name="connsiteX766" fmla="*/ 5861335 w 7467600"/>
              <a:gd name="connsiteY766" fmla="*/ 899177 h 6858000"/>
              <a:gd name="connsiteX767" fmla="*/ 5843702 w 7467600"/>
              <a:gd name="connsiteY767" fmla="*/ 899748 h 6858000"/>
              <a:gd name="connsiteX768" fmla="*/ 5651107 w 7467600"/>
              <a:gd name="connsiteY768" fmla="*/ 920306 h 6858000"/>
              <a:gd name="connsiteX769" fmla="*/ 5459407 w 7467600"/>
              <a:gd name="connsiteY769" fmla="*/ 940975 h 6858000"/>
              <a:gd name="connsiteX770" fmla="*/ 5374846 w 7467600"/>
              <a:gd name="connsiteY770" fmla="*/ 941988 h 6858000"/>
              <a:gd name="connsiteX771" fmla="*/ 5256105 w 7467600"/>
              <a:gd name="connsiteY771" fmla="*/ 945632 h 6858000"/>
              <a:gd name="connsiteX772" fmla="*/ 5107071 w 7467600"/>
              <a:gd name="connsiteY772" fmla="*/ 969720 h 6858000"/>
              <a:gd name="connsiteX773" fmla="*/ 4998681 w 7467600"/>
              <a:gd name="connsiteY773" fmla="*/ 988771 h 6858000"/>
              <a:gd name="connsiteX774" fmla="*/ 5870151 w 7467600"/>
              <a:gd name="connsiteY774" fmla="*/ 898890 h 6858000"/>
              <a:gd name="connsiteX775" fmla="*/ 5504425 w 7467600"/>
              <a:gd name="connsiteY775" fmla="*/ 848067 h 6858000"/>
              <a:gd name="connsiteX776" fmla="*/ 4968849 w 7467600"/>
              <a:gd name="connsiteY776" fmla="*/ 962318 h 6858000"/>
              <a:gd name="connsiteX777" fmla="*/ 5104039 w 7467600"/>
              <a:gd name="connsiteY777" fmla="*/ 940634 h 6858000"/>
              <a:gd name="connsiteX778" fmla="*/ 5256311 w 7467600"/>
              <a:gd name="connsiteY778" fmla="*/ 916490 h 6858000"/>
              <a:gd name="connsiteX779" fmla="*/ 5377381 w 7467600"/>
              <a:gd name="connsiteY779" fmla="*/ 912671 h 6858000"/>
              <a:gd name="connsiteX780" fmla="*/ 5460148 w 7467600"/>
              <a:gd name="connsiteY780" fmla="*/ 911442 h 6858000"/>
              <a:gd name="connsiteX781" fmla="*/ 5648971 w 7467600"/>
              <a:gd name="connsiteY781" fmla="*/ 891331 h 6858000"/>
              <a:gd name="connsiteX782" fmla="*/ 5844807 w 7467600"/>
              <a:gd name="connsiteY782" fmla="*/ 870718 h 6858000"/>
              <a:gd name="connsiteX783" fmla="*/ 5862975 w 7467600"/>
              <a:gd name="connsiteY783" fmla="*/ 869756 h 6858000"/>
              <a:gd name="connsiteX784" fmla="*/ 5920887 w 7467600"/>
              <a:gd name="connsiteY784" fmla="*/ 865929 h 6858000"/>
              <a:gd name="connsiteX785" fmla="*/ 5504425 w 7467600"/>
              <a:gd name="connsiteY785" fmla="*/ 848067 h 6858000"/>
              <a:gd name="connsiteX786" fmla="*/ 3607114 w 7467600"/>
              <a:gd name="connsiteY786" fmla="*/ 467441 h 6858000"/>
              <a:gd name="connsiteX787" fmla="*/ 3296242 w 7467600"/>
              <a:gd name="connsiteY787" fmla="*/ 807991 h 6858000"/>
              <a:gd name="connsiteX788" fmla="*/ 3174674 w 7467600"/>
              <a:gd name="connsiteY788" fmla="*/ 919759 h 6858000"/>
              <a:gd name="connsiteX789" fmla="*/ 3042978 w 7467600"/>
              <a:gd name="connsiteY789" fmla="*/ 1054894 h 6858000"/>
              <a:gd name="connsiteX790" fmla="*/ 2968914 w 7467600"/>
              <a:gd name="connsiteY790" fmla="*/ 1133756 h 6858000"/>
              <a:gd name="connsiteX791" fmla="*/ 3103823 w 7467600"/>
              <a:gd name="connsiteY791" fmla="*/ 1026814 h 6858000"/>
              <a:gd name="connsiteX792" fmla="*/ 3607114 w 7467600"/>
              <a:gd name="connsiteY792" fmla="*/ 467441 h 6858000"/>
              <a:gd name="connsiteX793" fmla="*/ 3744487 w 7467600"/>
              <a:gd name="connsiteY793" fmla="*/ 383136 h 6858000"/>
              <a:gd name="connsiteX794" fmla="*/ 3970213 w 7467600"/>
              <a:gd name="connsiteY794" fmla="*/ 995559 h 6858000"/>
              <a:gd name="connsiteX795" fmla="*/ 3744487 w 7467600"/>
              <a:gd name="connsiteY795" fmla="*/ 383136 h 6858000"/>
              <a:gd name="connsiteX796" fmla="*/ 3624562 w 7467600"/>
              <a:gd name="connsiteY796" fmla="*/ 367041 h 6858000"/>
              <a:gd name="connsiteX797" fmla="*/ 3489712 w 7467600"/>
              <a:gd name="connsiteY797" fmla="*/ 485386 h 6858000"/>
              <a:gd name="connsiteX798" fmla="*/ 3182994 w 7467600"/>
              <a:gd name="connsiteY798" fmla="*/ 828265 h 6858000"/>
              <a:gd name="connsiteX799" fmla="*/ 2892114 w 7467600"/>
              <a:gd name="connsiteY799" fmla="*/ 1172635 h 6858000"/>
              <a:gd name="connsiteX800" fmla="*/ 3021459 w 7467600"/>
              <a:gd name="connsiteY800" fmla="*/ 1035385 h 6858000"/>
              <a:gd name="connsiteX801" fmla="*/ 3153873 w 7467600"/>
              <a:gd name="connsiteY801" fmla="*/ 898971 h 6858000"/>
              <a:gd name="connsiteX802" fmla="*/ 3276511 w 7467600"/>
              <a:gd name="connsiteY802" fmla="*/ 786423 h 6858000"/>
              <a:gd name="connsiteX803" fmla="*/ 3584154 w 7467600"/>
              <a:gd name="connsiteY803" fmla="*/ 448218 h 6858000"/>
              <a:gd name="connsiteX804" fmla="*/ 3624562 w 7467600"/>
              <a:gd name="connsiteY804" fmla="*/ 367041 h 6858000"/>
              <a:gd name="connsiteX805" fmla="*/ 3766672 w 7467600"/>
              <a:gd name="connsiteY805" fmla="*/ 359429 h 6858000"/>
              <a:gd name="connsiteX806" fmla="*/ 3996338 w 7467600"/>
              <a:gd name="connsiteY806" fmla="*/ 968237 h 6858000"/>
              <a:gd name="connsiteX807" fmla="*/ 3766672 w 7467600"/>
              <a:gd name="connsiteY807" fmla="*/ 359429 h 6858000"/>
              <a:gd name="connsiteX808" fmla="*/ 5805386 w 7467600"/>
              <a:gd name="connsiteY808" fmla="*/ 239240 h 6858000"/>
              <a:gd name="connsiteX809" fmla="*/ 5736947 w 7467600"/>
              <a:gd name="connsiteY809" fmla="*/ 261367 h 6858000"/>
              <a:gd name="connsiteX810" fmla="*/ 5427012 w 7467600"/>
              <a:gd name="connsiteY810" fmla="*/ 311272 h 6858000"/>
              <a:gd name="connsiteX811" fmla="*/ 5147818 w 7467600"/>
              <a:gd name="connsiteY811" fmla="*/ 322112 h 6858000"/>
              <a:gd name="connsiteX812" fmla="*/ 5060854 w 7467600"/>
              <a:gd name="connsiteY812" fmla="*/ 311882 h 6858000"/>
              <a:gd name="connsiteX813" fmla="*/ 4945989 w 7467600"/>
              <a:gd name="connsiteY813" fmla="*/ 300516 h 6858000"/>
              <a:gd name="connsiteX814" fmla="*/ 5410479 w 7467600"/>
              <a:gd name="connsiteY814" fmla="*/ 348434 h 6858000"/>
              <a:gd name="connsiteX815" fmla="*/ 5805386 w 7467600"/>
              <a:gd name="connsiteY815" fmla="*/ 239240 h 6858000"/>
              <a:gd name="connsiteX816" fmla="*/ 5905192 w 7467600"/>
              <a:gd name="connsiteY816" fmla="*/ 163079 h 6858000"/>
              <a:gd name="connsiteX817" fmla="*/ 5865655 w 7467600"/>
              <a:gd name="connsiteY817" fmla="*/ 171901 h 6858000"/>
              <a:gd name="connsiteX818" fmla="*/ 5259740 w 7467600"/>
              <a:gd name="connsiteY818" fmla="*/ 257013 h 6858000"/>
              <a:gd name="connsiteX819" fmla="*/ 5208466 w 7467600"/>
              <a:gd name="connsiteY819" fmla="*/ 257550 h 6858000"/>
              <a:gd name="connsiteX820" fmla="*/ 4980204 w 7467600"/>
              <a:gd name="connsiteY820" fmla="*/ 271903 h 6858000"/>
              <a:gd name="connsiteX821" fmla="*/ 5068068 w 7467600"/>
              <a:gd name="connsiteY821" fmla="*/ 282244 h 6858000"/>
              <a:gd name="connsiteX822" fmla="*/ 5153231 w 7467600"/>
              <a:gd name="connsiteY822" fmla="*/ 292240 h 6858000"/>
              <a:gd name="connsiteX823" fmla="*/ 5426491 w 7467600"/>
              <a:gd name="connsiteY823" fmla="*/ 281128 h 6858000"/>
              <a:gd name="connsiteX824" fmla="*/ 5731212 w 7467600"/>
              <a:gd name="connsiteY824" fmla="*/ 231951 h 6858000"/>
              <a:gd name="connsiteX825" fmla="*/ 5905192 w 7467600"/>
              <a:gd name="connsiteY825" fmla="*/ 163079 h 6858000"/>
              <a:gd name="connsiteX826" fmla="*/ 5944437 w 7467600"/>
              <a:gd name="connsiteY826" fmla="*/ 113829 h 6858000"/>
              <a:gd name="connsiteX827" fmla="*/ 5825032 w 7467600"/>
              <a:gd name="connsiteY827" fmla="*/ 146405 h 6858000"/>
              <a:gd name="connsiteX828" fmla="*/ 4955599 w 7467600"/>
              <a:gd name="connsiteY828" fmla="*/ 247008 h 6858000"/>
              <a:gd name="connsiteX829" fmla="*/ 5210104 w 7467600"/>
              <a:gd name="connsiteY829" fmla="*/ 228123 h 6858000"/>
              <a:gd name="connsiteX830" fmla="*/ 5261015 w 7467600"/>
              <a:gd name="connsiteY830" fmla="*/ 227087 h 6858000"/>
              <a:gd name="connsiteX831" fmla="*/ 5861181 w 7467600"/>
              <a:gd name="connsiteY831" fmla="*/ 143093 h 6858000"/>
              <a:gd name="connsiteX832" fmla="*/ 5961252 w 7467600"/>
              <a:gd name="connsiteY832" fmla="*/ 114820 h 6858000"/>
              <a:gd name="connsiteX833" fmla="*/ 5944437 w 7467600"/>
              <a:gd name="connsiteY833" fmla="*/ 113829 h 6858000"/>
              <a:gd name="connsiteX834" fmla="*/ 3882765 w 7467600"/>
              <a:gd name="connsiteY834" fmla="*/ 0 h 6858000"/>
              <a:gd name="connsiteX835" fmla="*/ 3995099 w 7467600"/>
              <a:gd name="connsiteY835" fmla="*/ 0 h 6858000"/>
              <a:gd name="connsiteX836" fmla="*/ 4163818 w 7467600"/>
              <a:gd name="connsiteY836" fmla="*/ 234104 h 6858000"/>
              <a:gd name="connsiteX837" fmla="*/ 4172099 w 7467600"/>
              <a:gd name="connsiteY837" fmla="*/ 234207 h 6858000"/>
              <a:gd name="connsiteX838" fmla="*/ 4784282 w 7467600"/>
              <a:gd name="connsiteY838" fmla="*/ 276561 h 6858000"/>
              <a:gd name="connsiteX839" fmla="*/ 4801687 w 7467600"/>
              <a:gd name="connsiteY839" fmla="*/ 267764 h 6858000"/>
              <a:gd name="connsiteX840" fmla="*/ 6082788 w 7467600"/>
              <a:gd name="connsiteY840" fmla="*/ 64119 h 6858000"/>
              <a:gd name="connsiteX841" fmla="*/ 6099442 w 7467600"/>
              <a:gd name="connsiteY841" fmla="*/ 82568 h 6858000"/>
              <a:gd name="connsiteX842" fmla="*/ 4804137 w 7467600"/>
              <a:gd name="connsiteY842" fmla="*/ 320931 h 6858000"/>
              <a:gd name="connsiteX843" fmla="*/ 4227047 w 7467600"/>
              <a:gd name="connsiteY843" fmla="*/ 313415 h 6858000"/>
              <a:gd name="connsiteX844" fmla="*/ 4346041 w 7467600"/>
              <a:gd name="connsiteY844" fmla="*/ 456086 h 6858000"/>
              <a:gd name="connsiteX845" fmla="*/ 4870967 w 7467600"/>
              <a:gd name="connsiteY845" fmla="*/ 963061 h 6858000"/>
              <a:gd name="connsiteX846" fmla="*/ 4889647 w 7467600"/>
              <a:gd name="connsiteY846" fmla="*/ 957147 h 6858000"/>
              <a:gd name="connsiteX847" fmla="*/ 5422504 w 7467600"/>
              <a:gd name="connsiteY847" fmla="*/ 805191 h 6858000"/>
              <a:gd name="connsiteX848" fmla="*/ 6087656 w 7467600"/>
              <a:gd name="connsiteY848" fmla="*/ 826703 h 6858000"/>
              <a:gd name="connsiteX849" fmla="*/ 6058717 w 7467600"/>
              <a:gd name="connsiteY849" fmla="*/ 865992 h 6858000"/>
              <a:gd name="connsiteX850" fmla="*/ 4974153 w 7467600"/>
              <a:gd name="connsiteY850" fmla="*/ 1045456 h 6858000"/>
              <a:gd name="connsiteX851" fmla="*/ 5627835 w 7467600"/>
              <a:gd name="connsiteY851" fmla="*/ 1472077 h 6858000"/>
              <a:gd name="connsiteX852" fmla="*/ 5629817 w 7467600"/>
              <a:gd name="connsiteY852" fmla="*/ 1471412 h 6858000"/>
              <a:gd name="connsiteX853" fmla="*/ 5634124 w 7467600"/>
              <a:gd name="connsiteY853" fmla="*/ 1470572 h 6858000"/>
              <a:gd name="connsiteX854" fmla="*/ 5755832 w 7467600"/>
              <a:gd name="connsiteY854" fmla="*/ 1383886 h 6858000"/>
              <a:gd name="connsiteX855" fmla="*/ 6014186 w 7467600"/>
              <a:gd name="connsiteY855" fmla="*/ 1279799 h 6858000"/>
              <a:gd name="connsiteX856" fmla="*/ 6901619 w 7467600"/>
              <a:gd name="connsiteY856" fmla="*/ 1047874 h 6858000"/>
              <a:gd name="connsiteX857" fmla="*/ 6931566 w 7467600"/>
              <a:gd name="connsiteY857" fmla="*/ 1062034 h 6858000"/>
              <a:gd name="connsiteX858" fmla="*/ 5790982 w 7467600"/>
              <a:gd name="connsiteY858" fmla="*/ 1561380 h 6858000"/>
              <a:gd name="connsiteX859" fmla="*/ 6188971 w 7467600"/>
              <a:gd name="connsiteY859" fmla="*/ 1755168 h 6858000"/>
              <a:gd name="connsiteX860" fmla="*/ 6202446 w 7467600"/>
              <a:gd name="connsiteY860" fmla="*/ 1752268 h 6858000"/>
              <a:gd name="connsiteX861" fmla="*/ 7179560 w 7467600"/>
              <a:gd name="connsiteY861" fmla="*/ 1467551 h 6858000"/>
              <a:gd name="connsiteX862" fmla="*/ 7158730 w 7467600"/>
              <a:gd name="connsiteY862" fmla="*/ 1507835 h 6858000"/>
              <a:gd name="connsiteX863" fmla="*/ 6326959 w 7467600"/>
              <a:gd name="connsiteY863" fmla="*/ 1817686 h 6858000"/>
              <a:gd name="connsiteX864" fmla="*/ 6537433 w 7467600"/>
              <a:gd name="connsiteY864" fmla="*/ 1907790 h 6858000"/>
              <a:gd name="connsiteX865" fmla="*/ 6550221 w 7467600"/>
              <a:gd name="connsiteY865" fmla="*/ 1910729 h 6858000"/>
              <a:gd name="connsiteX866" fmla="*/ 6964438 w 7467600"/>
              <a:gd name="connsiteY866" fmla="*/ 2209505 h 6858000"/>
              <a:gd name="connsiteX867" fmla="*/ 7367862 w 7467600"/>
              <a:gd name="connsiteY867" fmla="*/ 2806833 h 6858000"/>
              <a:gd name="connsiteX868" fmla="*/ 7364329 w 7467600"/>
              <a:gd name="connsiteY868" fmla="*/ 2826907 h 6858000"/>
              <a:gd name="connsiteX869" fmla="*/ 7290545 w 7467600"/>
              <a:gd name="connsiteY869" fmla="*/ 2850663 h 6858000"/>
              <a:gd name="connsiteX870" fmla="*/ 6472036 w 7467600"/>
              <a:gd name="connsiteY870" fmla="*/ 1959003 h 6858000"/>
              <a:gd name="connsiteX871" fmla="*/ 5792897 w 7467600"/>
              <a:gd name="connsiteY871" fmla="*/ 1647747 h 6858000"/>
              <a:gd name="connsiteX872" fmla="*/ 5842751 w 7467600"/>
              <a:gd name="connsiteY872" fmla="*/ 1816112 h 6858000"/>
              <a:gd name="connsiteX873" fmla="*/ 5847424 w 7467600"/>
              <a:gd name="connsiteY873" fmla="*/ 1815776 h 6858000"/>
              <a:gd name="connsiteX874" fmla="*/ 6399821 w 7467600"/>
              <a:gd name="connsiteY874" fmla="*/ 2344799 h 6858000"/>
              <a:gd name="connsiteX875" fmla="*/ 6323232 w 7467600"/>
              <a:gd name="connsiteY875" fmla="*/ 2389634 h 6858000"/>
              <a:gd name="connsiteX876" fmla="*/ 5942958 w 7467600"/>
              <a:gd name="connsiteY876" fmla="*/ 2077708 h 6858000"/>
              <a:gd name="connsiteX877" fmla="*/ 5921559 w 7467600"/>
              <a:gd name="connsiteY877" fmla="*/ 2378596 h 6858000"/>
              <a:gd name="connsiteX878" fmla="*/ 5817651 w 7467600"/>
              <a:gd name="connsiteY878" fmla="*/ 3023919 h 6858000"/>
              <a:gd name="connsiteX879" fmla="*/ 5729634 w 7467600"/>
              <a:gd name="connsiteY879" fmla="*/ 3051849 h 6858000"/>
              <a:gd name="connsiteX880" fmla="*/ 5611018 w 7467600"/>
              <a:gd name="connsiteY880" fmla="*/ 2316769 h 6858000"/>
              <a:gd name="connsiteX881" fmla="*/ 5687608 w 7467600"/>
              <a:gd name="connsiteY881" fmla="*/ 2039972 h 6858000"/>
              <a:gd name="connsiteX882" fmla="*/ 5657554 w 7467600"/>
              <a:gd name="connsiteY882" fmla="*/ 1576445 h 6858000"/>
              <a:gd name="connsiteX883" fmla="*/ 5150475 w 7467600"/>
              <a:gd name="connsiteY883" fmla="*/ 1274012 h 6858000"/>
              <a:gd name="connsiteX884" fmla="*/ 5349142 w 7467600"/>
              <a:gd name="connsiteY884" fmla="*/ 2204405 h 6858000"/>
              <a:gd name="connsiteX885" fmla="*/ 5262214 w 7467600"/>
              <a:gd name="connsiteY885" fmla="*/ 2233836 h 6858000"/>
              <a:gd name="connsiteX886" fmla="*/ 4981539 w 7467600"/>
              <a:gd name="connsiteY886" fmla="*/ 1542201 h 6858000"/>
              <a:gd name="connsiteX887" fmla="*/ 4958461 w 7467600"/>
              <a:gd name="connsiteY887" fmla="*/ 1136957 h 6858000"/>
              <a:gd name="connsiteX888" fmla="*/ 4655015 w 7467600"/>
              <a:gd name="connsiteY888" fmla="*/ 891426 h 6858000"/>
              <a:gd name="connsiteX889" fmla="*/ 4348002 w 7467600"/>
              <a:gd name="connsiteY889" fmla="*/ 2205895 h 6858000"/>
              <a:gd name="connsiteX890" fmla="*/ 4262250 w 7467600"/>
              <a:gd name="connsiteY890" fmla="*/ 2219972 h 6858000"/>
              <a:gd name="connsiteX891" fmla="*/ 4550611 w 7467600"/>
              <a:gd name="connsiteY891" fmla="*/ 817540 h 6858000"/>
              <a:gd name="connsiteX892" fmla="*/ 4564418 w 7467600"/>
              <a:gd name="connsiteY892" fmla="*/ 808293 h 6858000"/>
              <a:gd name="connsiteX893" fmla="*/ 4266388 w 7467600"/>
              <a:gd name="connsiteY893" fmla="*/ 500083 h 6858000"/>
              <a:gd name="connsiteX894" fmla="*/ 4032842 w 7467600"/>
              <a:gd name="connsiteY894" fmla="*/ 211809 h 6858000"/>
              <a:gd name="connsiteX895" fmla="*/ 3882765 w 7467600"/>
              <a:gd name="connsiteY895" fmla="*/ 0 h 6858000"/>
              <a:gd name="connsiteX896" fmla="*/ 3721337 w 7467600"/>
              <a:gd name="connsiteY896" fmla="*/ 0 h 6858000"/>
              <a:gd name="connsiteX897" fmla="*/ 3797544 w 7467600"/>
              <a:gd name="connsiteY897" fmla="*/ 0 h 6858000"/>
              <a:gd name="connsiteX898" fmla="*/ 3775734 w 7467600"/>
              <a:gd name="connsiteY898" fmla="*/ 95131 h 6858000"/>
              <a:gd name="connsiteX899" fmla="*/ 3724807 w 7467600"/>
              <a:gd name="connsiteY899" fmla="*/ 272257 h 6858000"/>
              <a:gd name="connsiteX900" fmla="*/ 3726844 w 7467600"/>
              <a:gd name="connsiteY900" fmla="*/ 282988 h 6858000"/>
              <a:gd name="connsiteX901" fmla="*/ 3742664 w 7467600"/>
              <a:gd name="connsiteY901" fmla="*/ 279918 h 6858000"/>
              <a:gd name="connsiteX902" fmla="*/ 4103910 w 7467600"/>
              <a:gd name="connsiteY902" fmla="*/ 1161917 h 6858000"/>
              <a:gd name="connsiteX903" fmla="*/ 4020269 w 7467600"/>
              <a:gd name="connsiteY903" fmla="*/ 1200406 h 6858000"/>
              <a:gd name="connsiteX904" fmla="*/ 3674882 w 7467600"/>
              <a:gd name="connsiteY904" fmla="*/ 488524 h 6858000"/>
              <a:gd name="connsiteX905" fmla="*/ 3132682 w 7467600"/>
              <a:gd name="connsiteY905" fmla="*/ 1072284 h 6858000"/>
              <a:gd name="connsiteX906" fmla="*/ 2716346 w 7467600"/>
              <a:gd name="connsiteY906" fmla="*/ 1276376 h 6858000"/>
              <a:gd name="connsiteX907" fmla="*/ 2716772 w 7467600"/>
              <a:gd name="connsiteY907" fmla="*/ 1255462 h 6858000"/>
              <a:gd name="connsiteX908" fmla="*/ 3471096 w 7467600"/>
              <a:gd name="connsiteY908" fmla="*/ 437072 h 6858000"/>
              <a:gd name="connsiteX909" fmla="*/ 3639057 w 7467600"/>
              <a:gd name="connsiteY909" fmla="*/ 286334 h 6858000"/>
              <a:gd name="connsiteX910" fmla="*/ 3640309 w 7467600"/>
              <a:gd name="connsiteY910" fmla="*/ 284664 h 6858000"/>
              <a:gd name="connsiteX911" fmla="*/ 3646022 w 7467600"/>
              <a:gd name="connsiteY911" fmla="*/ 276711 h 6858000"/>
              <a:gd name="connsiteX912" fmla="*/ 3707943 w 7467600"/>
              <a:gd name="connsiteY912" fmla="*/ 65958 h 6858000"/>
              <a:gd name="connsiteX913" fmla="*/ 3721337 w 7467600"/>
              <a:gd name="connsiteY913" fmla="*/ 0 h 6858000"/>
              <a:gd name="connsiteX914" fmla="*/ 2867960 w 7467600"/>
              <a:gd name="connsiteY914" fmla="*/ 0 h 6858000"/>
              <a:gd name="connsiteX915" fmla="*/ 2926351 w 7467600"/>
              <a:gd name="connsiteY915" fmla="*/ 0 h 6858000"/>
              <a:gd name="connsiteX916" fmla="*/ 2902823 w 7467600"/>
              <a:gd name="connsiteY916" fmla="*/ 262929 h 6858000"/>
              <a:gd name="connsiteX917" fmla="*/ 2940663 w 7467600"/>
              <a:gd name="connsiteY917" fmla="*/ 140884 h 6858000"/>
              <a:gd name="connsiteX918" fmla="*/ 2947039 w 7467600"/>
              <a:gd name="connsiteY918" fmla="*/ 122524 h 6858000"/>
              <a:gd name="connsiteX919" fmla="*/ 2984316 w 7467600"/>
              <a:gd name="connsiteY919" fmla="*/ 0 h 6858000"/>
              <a:gd name="connsiteX920" fmla="*/ 3016114 w 7467600"/>
              <a:gd name="connsiteY920" fmla="*/ 0 h 6858000"/>
              <a:gd name="connsiteX921" fmla="*/ 2979949 w 7467600"/>
              <a:gd name="connsiteY921" fmla="*/ 119274 h 6858000"/>
              <a:gd name="connsiteX922" fmla="*/ 3023879 w 7467600"/>
              <a:gd name="connsiteY922" fmla="*/ 0 h 6858000"/>
              <a:gd name="connsiteX923" fmla="*/ 3105400 w 7467600"/>
              <a:gd name="connsiteY923" fmla="*/ 0 h 6858000"/>
              <a:gd name="connsiteX924" fmla="*/ 3094669 w 7467600"/>
              <a:gd name="connsiteY924" fmla="*/ 30308 h 6858000"/>
              <a:gd name="connsiteX925" fmla="*/ 2901945 w 7467600"/>
              <a:gd name="connsiteY925" fmla="*/ 466538 h 6858000"/>
              <a:gd name="connsiteX926" fmla="*/ 2815209 w 7467600"/>
              <a:gd name="connsiteY926" fmla="*/ 497361 h 6858000"/>
              <a:gd name="connsiteX927" fmla="*/ 2844845 w 7467600"/>
              <a:gd name="connsiteY927" fmla="*/ 127638 h 6858000"/>
              <a:gd name="connsiteX928" fmla="*/ 2867960 w 7467600"/>
              <a:gd name="connsiteY928" fmla="*/ 0 h 6858000"/>
              <a:gd name="connsiteX929" fmla="*/ 1057230 w 7467600"/>
              <a:gd name="connsiteY929" fmla="*/ 0 h 6858000"/>
              <a:gd name="connsiteX930" fmla="*/ 1111003 w 7467600"/>
              <a:gd name="connsiteY930" fmla="*/ 0 h 6858000"/>
              <a:gd name="connsiteX931" fmla="*/ 1125553 w 7467600"/>
              <a:gd name="connsiteY931" fmla="*/ 52588 h 6858000"/>
              <a:gd name="connsiteX932" fmla="*/ 1304276 w 7467600"/>
              <a:gd name="connsiteY932" fmla="*/ 476275 h 6858000"/>
              <a:gd name="connsiteX933" fmla="*/ 1492066 w 7467600"/>
              <a:gd name="connsiteY933" fmla="*/ 886333 h 6858000"/>
              <a:gd name="connsiteX934" fmla="*/ 1423698 w 7467600"/>
              <a:gd name="connsiteY934" fmla="*/ 710817 h 6858000"/>
              <a:gd name="connsiteX935" fmla="*/ 1357609 w 7467600"/>
              <a:gd name="connsiteY935" fmla="*/ 532892 h 6858000"/>
              <a:gd name="connsiteX936" fmla="*/ 1309550 w 7467600"/>
              <a:gd name="connsiteY936" fmla="*/ 374031 h 6858000"/>
              <a:gd name="connsiteX937" fmla="*/ 1193673 w 7467600"/>
              <a:gd name="connsiteY937" fmla="*/ 49533 h 6858000"/>
              <a:gd name="connsiteX938" fmla="*/ 1164391 w 7467600"/>
              <a:gd name="connsiteY938" fmla="*/ 0 h 6858000"/>
              <a:gd name="connsiteX939" fmla="*/ 1200666 w 7467600"/>
              <a:gd name="connsiteY939" fmla="*/ 0 h 6858000"/>
              <a:gd name="connsiteX940" fmla="*/ 1223408 w 7467600"/>
              <a:gd name="connsiteY940" fmla="*/ 38996 h 6858000"/>
              <a:gd name="connsiteX941" fmla="*/ 1339635 w 7467600"/>
              <a:gd name="connsiteY941" fmla="*/ 365517 h 6858000"/>
              <a:gd name="connsiteX942" fmla="*/ 1387469 w 7467600"/>
              <a:gd name="connsiteY942" fmla="*/ 523079 h 6858000"/>
              <a:gd name="connsiteX943" fmla="*/ 1452685 w 7467600"/>
              <a:gd name="connsiteY943" fmla="*/ 699806 h 6858000"/>
              <a:gd name="connsiteX944" fmla="*/ 1492092 w 7467600"/>
              <a:gd name="connsiteY944" fmla="*/ 800424 h 6858000"/>
              <a:gd name="connsiteX945" fmla="*/ 1455302 w 7467600"/>
              <a:gd name="connsiteY945" fmla="*/ 632913 h 6858000"/>
              <a:gd name="connsiteX946" fmla="*/ 1222336 w 7467600"/>
              <a:gd name="connsiteY946" fmla="*/ 9480 h 6858000"/>
              <a:gd name="connsiteX947" fmla="*/ 1214634 w 7467600"/>
              <a:gd name="connsiteY947" fmla="*/ 0 h 6858000"/>
              <a:gd name="connsiteX948" fmla="*/ 1289827 w 7467600"/>
              <a:gd name="connsiteY948" fmla="*/ 0 h 6858000"/>
              <a:gd name="connsiteX949" fmla="*/ 1321076 w 7467600"/>
              <a:gd name="connsiteY949" fmla="*/ 59722 h 6858000"/>
              <a:gd name="connsiteX950" fmla="*/ 1512579 w 7467600"/>
              <a:gd name="connsiteY950" fmla="*/ 626441 h 6858000"/>
              <a:gd name="connsiteX951" fmla="*/ 1506076 w 7467600"/>
              <a:gd name="connsiteY951" fmla="*/ 1089289 h 6858000"/>
              <a:gd name="connsiteX952" fmla="*/ 1486346 w 7467600"/>
              <a:gd name="connsiteY952" fmla="*/ 1079919 h 6858000"/>
              <a:gd name="connsiteX953" fmla="*/ 1070511 w 7467600"/>
              <a:gd name="connsiteY953" fmla="*/ 48609 h 6858000"/>
              <a:gd name="connsiteX954" fmla="*/ 1057230 w 7467600"/>
              <a:gd name="connsiteY954" fmla="*/ 0 h 6858000"/>
              <a:gd name="connsiteX955" fmla="*/ 43151 w 7467600"/>
              <a:gd name="connsiteY955" fmla="*/ 0 h 6858000"/>
              <a:gd name="connsiteX956" fmla="*/ 95283 w 7467600"/>
              <a:gd name="connsiteY956" fmla="*/ 0 h 6858000"/>
              <a:gd name="connsiteX957" fmla="*/ 300708 w 7467600"/>
              <a:gd name="connsiteY957" fmla="*/ 154571 h 6858000"/>
              <a:gd name="connsiteX958" fmla="*/ 530414 w 7467600"/>
              <a:gd name="connsiteY958" fmla="*/ 354673 h 6858000"/>
              <a:gd name="connsiteX959" fmla="*/ 333785 w 7467600"/>
              <a:gd name="connsiteY959" fmla="*/ 161564 h 6858000"/>
              <a:gd name="connsiteX960" fmla="*/ 147005 w 7467600"/>
              <a:gd name="connsiteY960" fmla="*/ 0 h 6858000"/>
              <a:gd name="connsiteX961" fmla="*/ 272509 w 7467600"/>
              <a:gd name="connsiteY961" fmla="*/ 0 h 6858000"/>
              <a:gd name="connsiteX962" fmla="*/ 326276 w 7467600"/>
              <a:gd name="connsiteY962" fmla="*/ 45847 h 6858000"/>
              <a:gd name="connsiteX963" fmla="*/ 823759 w 7467600"/>
              <a:gd name="connsiteY963" fmla="*/ 574145 h 6858000"/>
              <a:gd name="connsiteX964" fmla="*/ 811254 w 7467600"/>
              <a:gd name="connsiteY964" fmla="*/ 665546 h 6858000"/>
              <a:gd name="connsiteX965" fmla="*/ 154042 w 7467600"/>
              <a:gd name="connsiteY965" fmla="*/ 261522 h 6858000"/>
              <a:gd name="connsiteX966" fmla="*/ 13550 w 7467600"/>
              <a:gd name="connsiteY966" fmla="*/ 158423 h 6858000"/>
              <a:gd name="connsiteX967" fmla="*/ 0 w 7467600"/>
              <a:gd name="connsiteY967" fmla="*/ 146618 h 6858000"/>
              <a:gd name="connsiteX968" fmla="*/ 0 w 7467600"/>
              <a:gd name="connsiteY968" fmla="*/ 59161 h 6858000"/>
              <a:gd name="connsiteX969" fmla="*/ 45427 w 7467600"/>
              <a:gd name="connsiteY969" fmla="*/ 101078 h 6858000"/>
              <a:gd name="connsiteX970" fmla="*/ 630103 w 7467600"/>
              <a:gd name="connsiteY970" fmla="*/ 485885 h 6858000"/>
              <a:gd name="connsiteX971" fmla="*/ 532040 w 7467600"/>
              <a:gd name="connsiteY971" fmla="*/ 399359 h 6858000"/>
              <a:gd name="connsiteX972" fmla="*/ 517618 w 7467600"/>
              <a:gd name="connsiteY972" fmla="*/ 385726 h 6858000"/>
              <a:gd name="connsiteX973" fmla="*/ 285074 w 7467600"/>
              <a:gd name="connsiteY973" fmla="*/ 182755 h 6858000"/>
              <a:gd name="connsiteX974" fmla="*/ 43151 w 7467600"/>
              <a:gd name="connsiteY97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7105827 w 7467600"/>
              <a:gd name="connsiteY83" fmla="*/ 5718700 h 6858000"/>
              <a:gd name="connsiteX84" fmla="*/ 7356878 w 7467600"/>
              <a:gd name="connsiteY84" fmla="*/ 5981332 h 6858000"/>
              <a:gd name="connsiteX85" fmla="*/ 7467600 w 7467600"/>
              <a:gd name="connsiteY85" fmla="*/ 6117703 h 6858000"/>
              <a:gd name="connsiteX86" fmla="*/ 7467600 w 7467600"/>
              <a:gd name="connsiteY86" fmla="*/ 6163634 h 6858000"/>
              <a:gd name="connsiteX87" fmla="*/ 7403637 w 7467600"/>
              <a:gd name="connsiteY87" fmla="*/ 6083957 h 6858000"/>
              <a:gd name="connsiteX88" fmla="*/ 7254615 w 7467600"/>
              <a:gd name="connsiteY88" fmla="*/ 5911918 h 6858000"/>
              <a:gd name="connsiteX89" fmla="*/ 7312589 w 7467600"/>
              <a:gd name="connsiteY89" fmla="*/ 5982309 h 6858000"/>
              <a:gd name="connsiteX90" fmla="*/ 7448321 w 7467600"/>
              <a:gd name="connsiteY90" fmla="*/ 6190991 h 6858000"/>
              <a:gd name="connsiteX91" fmla="*/ 7467600 w 7467600"/>
              <a:gd name="connsiteY91" fmla="*/ 6221686 h 6858000"/>
              <a:gd name="connsiteX92" fmla="*/ 7467600 w 7467600"/>
              <a:gd name="connsiteY92" fmla="*/ 6334256 h 6858000"/>
              <a:gd name="connsiteX93" fmla="*/ 7454976 w 7467600"/>
              <a:gd name="connsiteY93" fmla="*/ 6318297 h 6858000"/>
              <a:gd name="connsiteX94" fmla="*/ 7042773 w 7467600"/>
              <a:gd name="connsiteY94" fmla="*/ 5734011 h 6858000"/>
              <a:gd name="connsiteX95" fmla="*/ 1456157 w 7467600"/>
              <a:gd name="connsiteY95" fmla="*/ 5371404 h 6858000"/>
              <a:gd name="connsiteX96" fmla="*/ 1244432 w 7467600"/>
              <a:gd name="connsiteY96" fmla="*/ 5385601 h 6858000"/>
              <a:gd name="connsiteX97" fmla="*/ 973990 w 7467600"/>
              <a:gd name="connsiteY97" fmla="*/ 5424940 h 6858000"/>
              <a:gd name="connsiteX98" fmla="*/ 1103809 w 7467600"/>
              <a:gd name="connsiteY98" fmla="*/ 5433720 h 6858000"/>
              <a:gd name="connsiteX99" fmla="*/ 1123454 w 7467600"/>
              <a:gd name="connsiteY99" fmla="*/ 5435727 h 6858000"/>
              <a:gd name="connsiteX100" fmla="*/ 1737017 w 7467600"/>
              <a:gd name="connsiteY100" fmla="*/ 5452183 h 6858000"/>
              <a:gd name="connsiteX101" fmla="*/ 1824397 w 7467600"/>
              <a:gd name="connsiteY101" fmla="*/ 5447757 h 6858000"/>
              <a:gd name="connsiteX102" fmla="*/ 2070059 w 7467600"/>
              <a:gd name="connsiteY102" fmla="*/ 5441660 h 6858000"/>
              <a:gd name="connsiteX103" fmla="*/ 1456157 w 7467600"/>
              <a:gd name="connsiteY103" fmla="*/ 5371404 h 6858000"/>
              <a:gd name="connsiteX104" fmla="*/ 4988186 w 7467600"/>
              <a:gd name="connsiteY104" fmla="*/ 5216467 h 6858000"/>
              <a:gd name="connsiteX105" fmla="*/ 4777334 w 7467600"/>
              <a:gd name="connsiteY105" fmla="*/ 5406072 h 6858000"/>
              <a:gd name="connsiteX106" fmla="*/ 4718341 w 7467600"/>
              <a:gd name="connsiteY106" fmla="*/ 5468043 h 6858000"/>
              <a:gd name="connsiteX107" fmla="*/ 4604655 w 7467600"/>
              <a:gd name="connsiteY107" fmla="*/ 5583434 h 6858000"/>
              <a:gd name="connsiteX108" fmla="*/ 4565074 w 7467600"/>
              <a:gd name="connsiteY108" fmla="*/ 5618550 h 6858000"/>
              <a:gd name="connsiteX109" fmla="*/ 4988186 w 7467600"/>
              <a:gd name="connsiteY109" fmla="*/ 5216467 h 6858000"/>
              <a:gd name="connsiteX110" fmla="*/ 4978032 w 7467600"/>
              <a:gd name="connsiteY110" fmla="*/ 5183809 h 6858000"/>
              <a:gd name="connsiteX111" fmla="*/ 4463413 w 7467600"/>
              <a:gd name="connsiteY111" fmla="*/ 5615162 h 6858000"/>
              <a:gd name="connsiteX112" fmla="*/ 4358134 w 7467600"/>
              <a:gd name="connsiteY112" fmla="*/ 5742791 h 6858000"/>
              <a:gd name="connsiteX113" fmla="*/ 4376219 w 7467600"/>
              <a:gd name="connsiteY113" fmla="*/ 5729027 h 6858000"/>
              <a:gd name="connsiteX114" fmla="*/ 4582340 w 7467600"/>
              <a:gd name="connsiteY114" fmla="*/ 5561037 h 6858000"/>
              <a:gd name="connsiteX115" fmla="*/ 4694684 w 7467600"/>
              <a:gd name="connsiteY115" fmla="*/ 5447098 h 6858000"/>
              <a:gd name="connsiteX116" fmla="*/ 4754123 w 7467600"/>
              <a:gd name="connsiteY116" fmla="*/ 5384643 h 6858000"/>
              <a:gd name="connsiteX117" fmla="*/ 4978032 w 7467600"/>
              <a:gd name="connsiteY117" fmla="*/ 5183809 h 6858000"/>
              <a:gd name="connsiteX118" fmla="*/ 1903353 w 7467600"/>
              <a:gd name="connsiteY118" fmla="*/ 5044827 h 6858000"/>
              <a:gd name="connsiteX119" fmla="*/ 1936931 w 7467600"/>
              <a:gd name="connsiteY119" fmla="*/ 5093954 h 6858000"/>
              <a:gd name="connsiteX120" fmla="*/ 2195868 w 7467600"/>
              <a:gd name="connsiteY120" fmla="*/ 5396574 h 6858000"/>
              <a:gd name="connsiteX121" fmla="*/ 2088852 w 7467600"/>
              <a:gd name="connsiteY121" fmla="*/ 5166123 h 6858000"/>
              <a:gd name="connsiteX122" fmla="*/ 1958241 w 7467600"/>
              <a:gd name="connsiteY122" fmla="*/ 5067955 h 6858000"/>
              <a:gd name="connsiteX123" fmla="*/ 1903353 w 7467600"/>
              <a:gd name="connsiteY123" fmla="*/ 5044827 h 6858000"/>
              <a:gd name="connsiteX124" fmla="*/ 1979378 w 7467600"/>
              <a:gd name="connsiteY124" fmla="*/ 4769504 h 6858000"/>
              <a:gd name="connsiteX125" fmla="*/ 2882120 w 7467600"/>
              <a:gd name="connsiteY125" fmla="*/ 5064547 h 6858000"/>
              <a:gd name="connsiteX126" fmla="*/ 2793103 w 7467600"/>
              <a:gd name="connsiteY126" fmla="*/ 5039699 h 6858000"/>
              <a:gd name="connsiteX127" fmla="*/ 2770041 w 7467600"/>
              <a:gd name="connsiteY127" fmla="*/ 5033634 h 6858000"/>
              <a:gd name="connsiteX128" fmla="*/ 1979378 w 7467600"/>
              <a:gd name="connsiteY128" fmla="*/ 4769504 h 6858000"/>
              <a:gd name="connsiteX129" fmla="*/ 1927410 w 7467600"/>
              <a:gd name="connsiteY129" fmla="*/ 4716164 h 6858000"/>
              <a:gd name="connsiteX130" fmla="*/ 1959587 w 7467600"/>
              <a:gd name="connsiteY130" fmla="*/ 4728849 h 6858000"/>
              <a:gd name="connsiteX131" fmla="*/ 2777707 w 7467600"/>
              <a:gd name="connsiteY131" fmla="*/ 5003991 h 6858000"/>
              <a:gd name="connsiteX132" fmla="*/ 2800768 w 7467600"/>
              <a:gd name="connsiteY132" fmla="*/ 5010056 h 6858000"/>
              <a:gd name="connsiteX133" fmla="*/ 2879408 w 7467600"/>
              <a:gd name="connsiteY133" fmla="*/ 5031590 h 6858000"/>
              <a:gd name="connsiteX134" fmla="*/ 2862295 w 7467600"/>
              <a:gd name="connsiteY134" fmla="*/ 5022958 h 6858000"/>
              <a:gd name="connsiteX135" fmla="*/ 2813343 w 7467600"/>
              <a:gd name="connsiteY135" fmla="*/ 4998369 h 6858000"/>
              <a:gd name="connsiteX136" fmla="*/ 2646245 w 7467600"/>
              <a:gd name="connsiteY136" fmla="*/ 4930999 h 6858000"/>
              <a:gd name="connsiteX137" fmla="*/ 1999243 w 7467600"/>
              <a:gd name="connsiteY137" fmla="*/ 4730524 h 6858000"/>
              <a:gd name="connsiteX138" fmla="*/ 1979527 w 7467600"/>
              <a:gd name="connsiteY138" fmla="*/ 4726651 h 6858000"/>
              <a:gd name="connsiteX139" fmla="*/ 1927410 w 7467600"/>
              <a:gd name="connsiteY139" fmla="*/ 4716164 h 6858000"/>
              <a:gd name="connsiteX140" fmla="*/ 1997014 w 7467600"/>
              <a:gd name="connsiteY140" fmla="*/ 4698007 h 6858000"/>
              <a:gd name="connsiteX141" fmla="*/ 2005458 w 7467600"/>
              <a:gd name="connsiteY141" fmla="*/ 4699540 h 6858000"/>
              <a:gd name="connsiteX142" fmla="*/ 2657186 w 7467600"/>
              <a:gd name="connsiteY142" fmla="*/ 4901687 h 6858000"/>
              <a:gd name="connsiteX143" fmla="*/ 2826662 w 7467600"/>
              <a:gd name="connsiteY143" fmla="*/ 4970362 h 6858000"/>
              <a:gd name="connsiteX144" fmla="*/ 2876100 w 7467600"/>
              <a:gd name="connsiteY144" fmla="*/ 4995397 h 6858000"/>
              <a:gd name="connsiteX145" fmla="*/ 3042600 w 7467600"/>
              <a:gd name="connsiteY145" fmla="*/ 5059532 h 6858000"/>
              <a:gd name="connsiteX146" fmla="*/ 1997014 w 7467600"/>
              <a:gd name="connsiteY146" fmla="*/ 4698007 h 6858000"/>
              <a:gd name="connsiteX147" fmla="*/ 2305292 w 7467600"/>
              <a:gd name="connsiteY147" fmla="*/ 4219492 h 6858000"/>
              <a:gd name="connsiteX148" fmla="*/ 3360922 w 7467600"/>
              <a:gd name="connsiteY148" fmla="*/ 4529373 h 6858000"/>
              <a:gd name="connsiteX149" fmla="*/ 3492420 w 7467600"/>
              <a:gd name="connsiteY149" fmla="*/ 4510145 h 6858000"/>
              <a:gd name="connsiteX150" fmla="*/ 3364086 w 7467600"/>
              <a:gd name="connsiteY150" fmla="*/ 4480340 h 6858000"/>
              <a:gd name="connsiteX151" fmla="*/ 3225818 w 7467600"/>
              <a:gd name="connsiteY151" fmla="*/ 4411822 h 6858000"/>
              <a:gd name="connsiteX152" fmla="*/ 3129696 w 7467600"/>
              <a:gd name="connsiteY152" fmla="*/ 4360704 h 6858000"/>
              <a:gd name="connsiteX153" fmla="*/ 2814545 w 7467600"/>
              <a:gd name="connsiteY153" fmla="*/ 4282955 h 6858000"/>
              <a:gd name="connsiteX154" fmla="*/ 2305292 w 7467600"/>
              <a:gd name="connsiteY154" fmla="*/ 4219492 h 6858000"/>
              <a:gd name="connsiteX155" fmla="*/ 2626982 w 7467600"/>
              <a:gd name="connsiteY155" fmla="*/ 4206450 h 6858000"/>
              <a:gd name="connsiteX156" fmla="*/ 2490617 w 7467600"/>
              <a:gd name="connsiteY156" fmla="*/ 4206951 h 6858000"/>
              <a:gd name="connsiteX157" fmla="*/ 2819869 w 7467600"/>
              <a:gd name="connsiteY157" fmla="*/ 4252936 h 6858000"/>
              <a:gd name="connsiteX158" fmla="*/ 3143018 w 7467600"/>
              <a:gd name="connsiteY158" fmla="*/ 4332698 h 6858000"/>
              <a:gd name="connsiteX159" fmla="*/ 3241520 w 7467600"/>
              <a:gd name="connsiteY159" fmla="*/ 4385112 h 6858000"/>
              <a:gd name="connsiteX160" fmla="*/ 3374575 w 7467600"/>
              <a:gd name="connsiteY160" fmla="*/ 4451517 h 6858000"/>
              <a:gd name="connsiteX161" fmla="*/ 3505221 w 7467600"/>
              <a:gd name="connsiteY161" fmla="*/ 4480757 h 6858000"/>
              <a:gd name="connsiteX162" fmla="*/ 2626982 w 7467600"/>
              <a:gd name="connsiteY162" fmla="*/ 4206450 h 6858000"/>
              <a:gd name="connsiteX163" fmla="*/ 1310106 w 7467600"/>
              <a:gd name="connsiteY163" fmla="*/ 3943217 h 6858000"/>
              <a:gd name="connsiteX164" fmla="*/ 854994 w 7467600"/>
              <a:gd name="connsiteY164" fmla="*/ 4399136 h 6858000"/>
              <a:gd name="connsiteX165" fmla="*/ 742462 w 7467600"/>
              <a:gd name="connsiteY165" fmla="*/ 4594648 h 6858000"/>
              <a:gd name="connsiteX166" fmla="*/ 820602 w 7467600"/>
              <a:gd name="connsiteY166" fmla="*/ 4485915 h 6858000"/>
              <a:gd name="connsiteX167" fmla="*/ 878295 w 7467600"/>
              <a:gd name="connsiteY167" fmla="*/ 4403594 h 6858000"/>
              <a:gd name="connsiteX168" fmla="*/ 1240607 w 7467600"/>
              <a:gd name="connsiteY168" fmla="*/ 4010401 h 6858000"/>
              <a:gd name="connsiteX169" fmla="*/ 1310106 w 7467600"/>
              <a:gd name="connsiteY169" fmla="*/ 3943217 h 6858000"/>
              <a:gd name="connsiteX170" fmla="*/ 1423113 w 7467600"/>
              <a:gd name="connsiteY170" fmla="*/ 3874565 h 6858000"/>
              <a:gd name="connsiteX171" fmla="*/ 1260565 w 7467600"/>
              <a:gd name="connsiteY171" fmla="*/ 4031982 h 6858000"/>
              <a:gd name="connsiteX172" fmla="*/ 901900 w 7467600"/>
              <a:gd name="connsiteY172" fmla="*/ 4421236 h 6858000"/>
              <a:gd name="connsiteX173" fmla="*/ 845044 w 7467600"/>
              <a:gd name="connsiteY173" fmla="*/ 4502436 h 6858000"/>
              <a:gd name="connsiteX174" fmla="*/ 685926 w 7467600"/>
              <a:gd name="connsiteY174" fmla="*/ 4703069 h 6858000"/>
              <a:gd name="connsiteX175" fmla="*/ 684248 w 7467600"/>
              <a:gd name="connsiteY175" fmla="*/ 4706721 h 6858000"/>
              <a:gd name="connsiteX176" fmla="*/ 1423113 w 7467600"/>
              <a:gd name="connsiteY176" fmla="*/ 3874565 h 6858000"/>
              <a:gd name="connsiteX177" fmla="*/ 3316479 w 7467600"/>
              <a:gd name="connsiteY177" fmla="*/ 3872136 h 6858000"/>
              <a:gd name="connsiteX178" fmla="*/ 3546806 w 7467600"/>
              <a:gd name="connsiteY178" fmla="*/ 4356139 h 6858000"/>
              <a:gd name="connsiteX179" fmla="*/ 3364433 w 7467600"/>
              <a:gd name="connsiteY179" fmla="*/ 3953121 h 6858000"/>
              <a:gd name="connsiteX180" fmla="*/ 3316479 w 7467600"/>
              <a:gd name="connsiteY180" fmla="*/ 3872136 h 6858000"/>
              <a:gd name="connsiteX181" fmla="*/ 3291335 w 7467600"/>
              <a:gd name="connsiteY181" fmla="*/ 3767420 h 6858000"/>
              <a:gd name="connsiteX182" fmla="*/ 3390805 w 7467600"/>
              <a:gd name="connsiteY182" fmla="*/ 3937163 h 6858000"/>
              <a:gd name="connsiteX183" fmla="*/ 3579062 w 7467600"/>
              <a:gd name="connsiteY183" fmla="*/ 4359040 h 6858000"/>
              <a:gd name="connsiteX184" fmla="*/ 3467355 w 7467600"/>
              <a:gd name="connsiteY184" fmla="*/ 3988130 h 6858000"/>
              <a:gd name="connsiteX185" fmla="*/ 3310753 w 7467600"/>
              <a:gd name="connsiteY185" fmla="*/ 3787140 h 6858000"/>
              <a:gd name="connsiteX186" fmla="*/ 3291335 w 7467600"/>
              <a:gd name="connsiteY186" fmla="*/ 3767420 h 6858000"/>
              <a:gd name="connsiteX187" fmla="*/ 1635889 w 7467600"/>
              <a:gd name="connsiteY187" fmla="*/ 3709494 h 6858000"/>
              <a:gd name="connsiteX188" fmla="*/ 1634800 w 7467600"/>
              <a:gd name="connsiteY188" fmla="*/ 3731111 h 6858000"/>
              <a:gd name="connsiteX189" fmla="*/ 1635889 w 7467600"/>
              <a:gd name="connsiteY189" fmla="*/ 3709494 h 6858000"/>
              <a:gd name="connsiteX190" fmla="*/ 1510397 w 7467600"/>
              <a:gd name="connsiteY190" fmla="*/ 3684705 h 6858000"/>
              <a:gd name="connsiteX191" fmla="*/ 1146550 w 7467600"/>
              <a:gd name="connsiteY191" fmla="*/ 3802012 h 6858000"/>
              <a:gd name="connsiteX192" fmla="*/ 698834 w 7467600"/>
              <a:gd name="connsiteY192" fmla="*/ 3952272 h 6858000"/>
              <a:gd name="connsiteX193" fmla="*/ 34256 w 7467600"/>
              <a:gd name="connsiteY193" fmla="*/ 4347603 h 6858000"/>
              <a:gd name="connsiteX194" fmla="*/ 527241 w 7467600"/>
              <a:gd name="connsiteY194" fmla="*/ 4065078 h 6858000"/>
              <a:gd name="connsiteX195" fmla="*/ 1510397 w 7467600"/>
              <a:gd name="connsiteY195" fmla="*/ 3684705 h 6858000"/>
              <a:gd name="connsiteX196" fmla="*/ 1313114 w 7467600"/>
              <a:gd name="connsiteY196" fmla="*/ 3655216 h 6858000"/>
              <a:gd name="connsiteX197" fmla="*/ 1109304 w 7467600"/>
              <a:gd name="connsiteY197" fmla="*/ 3669030 h 6858000"/>
              <a:gd name="connsiteX198" fmla="*/ 8129 w 7467600"/>
              <a:gd name="connsiteY198" fmla="*/ 4330519 h 6858000"/>
              <a:gd name="connsiteX199" fmla="*/ 687572 w 7467600"/>
              <a:gd name="connsiteY199" fmla="*/ 3925629 h 6858000"/>
              <a:gd name="connsiteX200" fmla="*/ 1138365 w 7467600"/>
              <a:gd name="connsiteY200" fmla="*/ 3774515 h 6858000"/>
              <a:gd name="connsiteX201" fmla="*/ 1505579 w 7467600"/>
              <a:gd name="connsiteY201" fmla="*/ 3655526 h 6858000"/>
              <a:gd name="connsiteX202" fmla="*/ 1313114 w 7467600"/>
              <a:gd name="connsiteY202" fmla="*/ 3655216 h 6858000"/>
              <a:gd name="connsiteX203" fmla="*/ 3655073 w 7467600"/>
              <a:gd name="connsiteY203" fmla="*/ 3650884 h 6858000"/>
              <a:gd name="connsiteX204" fmla="*/ 3989938 w 7467600"/>
              <a:gd name="connsiteY204" fmla="*/ 3991685 h 6858000"/>
              <a:gd name="connsiteX205" fmla="*/ 4393907 w 7467600"/>
              <a:gd name="connsiteY205" fmla="*/ 4261258 h 6858000"/>
              <a:gd name="connsiteX206" fmla="*/ 4648051 w 7467600"/>
              <a:gd name="connsiteY206" fmla="*/ 4374051 h 6858000"/>
              <a:gd name="connsiteX207" fmla="*/ 4383389 w 7467600"/>
              <a:gd name="connsiteY207" fmla="*/ 4184369 h 6858000"/>
              <a:gd name="connsiteX208" fmla="*/ 4165508 w 7467600"/>
              <a:gd name="connsiteY208" fmla="*/ 4035196 h 6858000"/>
              <a:gd name="connsiteX209" fmla="*/ 4068162 w 7467600"/>
              <a:gd name="connsiteY209" fmla="*/ 3953394 h 6858000"/>
              <a:gd name="connsiteX210" fmla="*/ 3981416 w 7467600"/>
              <a:gd name="connsiteY210" fmla="*/ 3880482 h 6858000"/>
              <a:gd name="connsiteX211" fmla="*/ 3800147 w 7467600"/>
              <a:gd name="connsiteY211" fmla="*/ 3749872 h 6858000"/>
              <a:gd name="connsiteX212" fmla="*/ 3655073 w 7467600"/>
              <a:gd name="connsiteY212" fmla="*/ 3650884 h 6858000"/>
              <a:gd name="connsiteX213" fmla="*/ 3670252 w 7467600"/>
              <a:gd name="connsiteY213" fmla="*/ 3622798 h 6858000"/>
              <a:gd name="connsiteX214" fmla="*/ 3817258 w 7467600"/>
              <a:gd name="connsiteY214" fmla="*/ 3723577 h 6858000"/>
              <a:gd name="connsiteX215" fmla="*/ 4000461 w 7467600"/>
              <a:gd name="connsiteY215" fmla="*/ 3855966 h 6858000"/>
              <a:gd name="connsiteX216" fmla="*/ 4088180 w 7467600"/>
              <a:gd name="connsiteY216" fmla="*/ 3929774 h 6858000"/>
              <a:gd name="connsiteX217" fmla="*/ 4184555 w 7467600"/>
              <a:gd name="connsiteY217" fmla="*/ 4010683 h 6858000"/>
              <a:gd name="connsiteX218" fmla="*/ 4399563 w 7467600"/>
              <a:gd name="connsiteY218" fmla="*/ 4158106 h 6858000"/>
              <a:gd name="connsiteX219" fmla="*/ 4684469 w 7467600"/>
              <a:gd name="connsiteY219" fmla="*/ 4364680 h 6858000"/>
              <a:gd name="connsiteX220" fmla="*/ 4690271 w 7467600"/>
              <a:gd name="connsiteY220" fmla="*/ 4370034 h 6858000"/>
              <a:gd name="connsiteX221" fmla="*/ 4136093 w 7467600"/>
              <a:gd name="connsiteY221" fmla="*/ 3858466 h 6858000"/>
              <a:gd name="connsiteX222" fmla="*/ 3670252 w 7467600"/>
              <a:gd name="connsiteY222" fmla="*/ 3622798 h 6858000"/>
              <a:gd name="connsiteX223" fmla="*/ 4440129 w 7467600"/>
              <a:gd name="connsiteY223" fmla="*/ 3448571 h 6858000"/>
              <a:gd name="connsiteX224" fmla="*/ 4856525 w 7467600"/>
              <a:gd name="connsiteY224" fmla="*/ 3915351 h 6858000"/>
              <a:gd name="connsiteX225" fmla="*/ 5059055 w 7467600"/>
              <a:gd name="connsiteY225" fmla="*/ 4108918 h 6858000"/>
              <a:gd name="connsiteX226" fmla="*/ 5290070 w 7467600"/>
              <a:gd name="connsiteY226" fmla="*/ 4263619 h 6858000"/>
              <a:gd name="connsiteX227" fmla="*/ 4834991 w 7467600"/>
              <a:gd name="connsiteY227" fmla="*/ 3830985 h 6858000"/>
              <a:gd name="connsiteX228" fmla="*/ 4440129 w 7467600"/>
              <a:gd name="connsiteY228" fmla="*/ 3448571 h 6858000"/>
              <a:gd name="connsiteX229" fmla="*/ 4441737 w 7467600"/>
              <a:gd name="connsiteY229" fmla="*/ 3399734 h 6858000"/>
              <a:gd name="connsiteX230" fmla="*/ 4431236 w 7467600"/>
              <a:gd name="connsiteY230" fmla="*/ 3400954 h 6858000"/>
              <a:gd name="connsiteX231" fmla="*/ 4557150 w 7467600"/>
              <a:gd name="connsiteY231" fmla="*/ 3510023 h 6858000"/>
              <a:gd name="connsiteX232" fmla="*/ 4856936 w 7467600"/>
              <a:gd name="connsiteY232" fmla="*/ 3809146 h 6858000"/>
              <a:gd name="connsiteX233" fmla="*/ 5111996 w 7467600"/>
              <a:gd name="connsiteY233" fmla="*/ 4065759 h 6858000"/>
              <a:gd name="connsiteX234" fmla="*/ 5388878 w 7467600"/>
              <a:gd name="connsiteY234" fmla="*/ 4300185 h 6858000"/>
              <a:gd name="connsiteX235" fmla="*/ 5425556 w 7467600"/>
              <a:gd name="connsiteY235" fmla="*/ 4308967 h 6858000"/>
              <a:gd name="connsiteX236" fmla="*/ 4943646 w 7467600"/>
              <a:gd name="connsiteY236" fmla="*/ 3822916 h 6858000"/>
              <a:gd name="connsiteX237" fmla="*/ 4594837 w 7467600"/>
              <a:gd name="connsiteY237" fmla="*/ 3532274 h 6858000"/>
              <a:gd name="connsiteX238" fmla="*/ 4441737 w 7467600"/>
              <a:gd name="connsiteY238" fmla="*/ 3399734 h 6858000"/>
              <a:gd name="connsiteX239" fmla="*/ 5425834 w 7467600"/>
              <a:gd name="connsiteY239" fmla="*/ 3162785 h 6858000"/>
              <a:gd name="connsiteX240" fmla="*/ 5401644 w 7467600"/>
              <a:gd name="connsiteY240" fmla="*/ 3617847 h 6858000"/>
              <a:gd name="connsiteX241" fmla="*/ 5467256 w 7467600"/>
              <a:gd name="connsiteY241" fmla="*/ 4175494 h 6858000"/>
              <a:gd name="connsiteX242" fmla="*/ 5448069 w 7467600"/>
              <a:gd name="connsiteY242" fmla="*/ 3567554 h 6858000"/>
              <a:gd name="connsiteX243" fmla="*/ 5425834 w 7467600"/>
              <a:gd name="connsiteY243" fmla="*/ 3162785 h 6858000"/>
              <a:gd name="connsiteX244" fmla="*/ 1318687 w 7467600"/>
              <a:gd name="connsiteY244" fmla="*/ 3113840 h 6858000"/>
              <a:gd name="connsiteX245" fmla="*/ 1066793 w 7467600"/>
              <a:gd name="connsiteY245" fmla="*/ 3212171 h 6858000"/>
              <a:gd name="connsiteX246" fmla="*/ 993319 w 7467600"/>
              <a:gd name="connsiteY246" fmla="*/ 3247648 h 6858000"/>
              <a:gd name="connsiteX247" fmla="*/ 853081 w 7467600"/>
              <a:gd name="connsiteY247" fmla="*/ 3312410 h 6858000"/>
              <a:gd name="connsiteX248" fmla="*/ 805957 w 7467600"/>
              <a:gd name="connsiteY248" fmla="*/ 3330443 h 6858000"/>
              <a:gd name="connsiteX249" fmla="*/ 1318687 w 7467600"/>
              <a:gd name="connsiteY249" fmla="*/ 3113840 h 6858000"/>
              <a:gd name="connsiteX250" fmla="*/ 5453702 w 7467600"/>
              <a:gd name="connsiteY250" fmla="*/ 3090882 h 6858000"/>
              <a:gd name="connsiteX251" fmla="*/ 5480135 w 7467600"/>
              <a:gd name="connsiteY251" fmla="*/ 3565802 h 6858000"/>
              <a:gd name="connsiteX252" fmla="*/ 5499023 w 7467600"/>
              <a:gd name="connsiteY252" fmla="*/ 4166310 h 6858000"/>
              <a:gd name="connsiteX253" fmla="*/ 5547022 w 7467600"/>
              <a:gd name="connsiteY253" fmla="*/ 3607838 h 6858000"/>
              <a:gd name="connsiteX254" fmla="*/ 5515964 w 7467600"/>
              <a:gd name="connsiteY254" fmla="*/ 3378541 h 6858000"/>
              <a:gd name="connsiteX255" fmla="*/ 5453702 w 7467600"/>
              <a:gd name="connsiteY255" fmla="*/ 3090882 h 6858000"/>
              <a:gd name="connsiteX256" fmla="*/ 1238695 w 7467600"/>
              <a:gd name="connsiteY256" fmla="*/ 3076820 h 6858000"/>
              <a:gd name="connsiteX257" fmla="*/ 716371 w 7467600"/>
              <a:gd name="connsiteY257" fmla="*/ 3293249 h 6858000"/>
              <a:gd name="connsiteX258" fmla="*/ 579522 w 7467600"/>
              <a:gd name="connsiteY258" fmla="*/ 3371759 h 6858000"/>
              <a:gd name="connsiteX259" fmla="*/ 600288 w 7467600"/>
              <a:gd name="connsiteY259" fmla="*/ 3365555 h 6858000"/>
              <a:gd name="connsiteX260" fmla="*/ 840692 w 7467600"/>
              <a:gd name="connsiteY260" fmla="*/ 3284921 h 6858000"/>
              <a:gd name="connsiteX261" fmla="*/ 979248 w 7467600"/>
              <a:gd name="connsiteY261" fmla="*/ 3221003 h 6858000"/>
              <a:gd name="connsiteX262" fmla="*/ 1053282 w 7467600"/>
              <a:gd name="connsiteY262" fmla="*/ 3185247 h 6858000"/>
              <a:gd name="connsiteX263" fmla="*/ 1320603 w 7467600"/>
              <a:gd name="connsiteY263" fmla="*/ 3081281 h 6858000"/>
              <a:gd name="connsiteX264" fmla="*/ 1238695 w 7467600"/>
              <a:gd name="connsiteY264" fmla="*/ 3076820 h 6858000"/>
              <a:gd name="connsiteX265" fmla="*/ 5425627 w 7467600"/>
              <a:gd name="connsiteY265" fmla="*/ 2954192 h 6858000"/>
              <a:gd name="connsiteX266" fmla="*/ 5470770 w 7467600"/>
              <a:gd name="connsiteY266" fmla="*/ 3005435 h 6858000"/>
              <a:gd name="connsiteX267" fmla="*/ 5519779 w 7467600"/>
              <a:gd name="connsiteY267" fmla="*/ 4359223 h 6858000"/>
              <a:gd name="connsiteX268" fmla="*/ 5520293 w 7467600"/>
              <a:gd name="connsiteY268" fmla="*/ 4360602 h 6858000"/>
              <a:gd name="connsiteX269" fmla="*/ 5767221 w 7467600"/>
              <a:gd name="connsiteY269" fmla="*/ 4665564 h 6858000"/>
              <a:gd name="connsiteX270" fmla="*/ 6937169 w 7467600"/>
              <a:gd name="connsiteY270" fmla="*/ 4815941 h 6858000"/>
              <a:gd name="connsiteX271" fmla="*/ 6953922 w 7467600"/>
              <a:gd name="connsiteY271" fmla="*/ 4890068 h 6858000"/>
              <a:gd name="connsiteX272" fmla="*/ 6071359 w 7467600"/>
              <a:gd name="connsiteY272" fmla="*/ 4770770 h 6858000"/>
              <a:gd name="connsiteX273" fmla="*/ 6038839 w 7467600"/>
              <a:gd name="connsiteY273" fmla="*/ 4764474 h 6858000"/>
              <a:gd name="connsiteX274" fmla="*/ 6038706 w 7467600"/>
              <a:gd name="connsiteY274" fmla="*/ 4763847 h 6858000"/>
              <a:gd name="connsiteX275" fmla="*/ 6037784 w 7467600"/>
              <a:gd name="connsiteY275" fmla="*/ 4764270 h 6858000"/>
              <a:gd name="connsiteX276" fmla="*/ 6038839 w 7467600"/>
              <a:gd name="connsiteY276" fmla="*/ 4764474 h 6858000"/>
              <a:gd name="connsiteX277" fmla="*/ 6040338 w 7467600"/>
              <a:gd name="connsiteY277" fmla="*/ 4771418 h 6858000"/>
              <a:gd name="connsiteX278" fmla="*/ 6024488 w 7467600"/>
              <a:gd name="connsiteY278" fmla="*/ 4809903 h 6858000"/>
              <a:gd name="connsiteX279" fmla="*/ 5599771 w 7467600"/>
              <a:gd name="connsiteY279" fmla="*/ 5509652 h 6858000"/>
              <a:gd name="connsiteX280" fmla="*/ 5548843 w 7467600"/>
              <a:gd name="connsiteY280" fmla="*/ 5563845 h 6858000"/>
              <a:gd name="connsiteX281" fmla="*/ 5940952 w 7467600"/>
              <a:gd name="connsiteY281" fmla="*/ 6250028 h 6858000"/>
              <a:gd name="connsiteX282" fmla="*/ 6043441 w 7467600"/>
              <a:gd name="connsiteY282" fmla="*/ 6665847 h 6858000"/>
              <a:gd name="connsiteX283" fmla="*/ 6093432 w 7467600"/>
              <a:gd name="connsiteY283" fmla="*/ 6858000 h 6858000"/>
              <a:gd name="connsiteX284" fmla="*/ 6034344 w 7467600"/>
              <a:gd name="connsiteY284" fmla="*/ 6858000 h 6858000"/>
              <a:gd name="connsiteX285" fmla="*/ 6026679 w 7467600"/>
              <a:gd name="connsiteY285" fmla="*/ 6836959 h 6858000"/>
              <a:gd name="connsiteX286" fmla="*/ 5800441 w 7467600"/>
              <a:gd name="connsiteY286" fmla="*/ 6335286 h 6858000"/>
              <a:gd name="connsiteX287" fmla="*/ 5526562 w 7467600"/>
              <a:gd name="connsiteY287" fmla="*/ 5705388 h 6858000"/>
              <a:gd name="connsiteX288" fmla="*/ 5519640 w 7467600"/>
              <a:gd name="connsiteY288" fmla="*/ 5683774 h 6858000"/>
              <a:gd name="connsiteX289" fmla="*/ 5844559 w 7467600"/>
              <a:gd name="connsiteY289" fmla="*/ 6553349 h 6858000"/>
              <a:gd name="connsiteX290" fmla="*/ 5975994 w 7467600"/>
              <a:gd name="connsiteY290" fmla="*/ 6858000 h 6858000"/>
              <a:gd name="connsiteX291" fmla="*/ 5898547 w 7467600"/>
              <a:gd name="connsiteY291" fmla="*/ 6858000 h 6858000"/>
              <a:gd name="connsiteX292" fmla="*/ 5682041 w 7467600"/>
              <a:gd name="connsiteY292" fmla="*/ 6355860 h 6858000"/>
              <a:gd name="connsiteX293" fmla="*/ 5461758 w 7467600"/>
              <a:gd name="connsiteY293" fmla="*/ 5820220 h 6858000"/>
              <a:gd name="connsiteX294" fmla="*/ 5237282 w 7467600"/>
              <a:gd name="connsiteY294" fmla="*/ 6579086 h 6858000"/>
              <a:gd name="connsiteX295" fmla="*/ 5115009 w 7467600"/>
              <a:gd name="connsiteY295" fmla="*/ 6858000 h 6858000"/>
              <a:gd name="connsiteX296" fmla="*/ 5028074 w 7467600"/>
              <a:gd name="connsiteY296" fmla="*/ 6858000 h 6858000"/>
              <a:gd name="connsiteX297" fmla="*/ 5079508 w 7467600"/>
              <a:gd name="connsiteY297" fmla="*/ 6749074 h 6858000"/>
              <a:gd name="connsiteX298" fmla="*/ 5371846 w 7467600"/>
              <a:gd name="connsiteY298" fmla="*/ 5924413 h 6858000"/>
              <a:gd name="connsiteX299" fmla="*/ 5270512 w 7467600"/>
              <a:gd name="connsiteY299" fmla="*/ 6138975 h 6858000"/>
              <a:gd name="connsiteX300" fmla="*/ 5062409 w 7467600"/>
              <a:gd name="connsiteY300" fmla="*/ 6653544 h 6858000"/>
              <a:gd name="connsiteX301" fmla="*/ 5036628 w 7467600"/>
              <a:gd name="connsiteY301" fmla="*/ 6754247 h 6858000"/>
              <a:gd name="connsiteX302" fmla="*/ 5009112 w 7467600"/>
              <a:gd name="connsiteY302" fmla="*/ 6858000 h 6858000"/>
              <a:gd name="connsiteX303" fmla="*/ 4976679 w 7467600"/>
              <a:gd name="connsiteY303" fmla="*/ 6858000 h 6858000"/>
              <a:gd name="connsiteX304" fmla="*/ 5006537 w 7467600"/>
              <a:gd name="connsiteY304" fmla="*/ 6747068 h 6858000"/>
              <a:gd name="connsiteX305" fmla="*/ 5032723 w 7467600"/>
              <a:gd name="connsiteY305" fmla="*/ 6644957 h 6858000"/>
              <a:gd name="connsiteX306" fmla="*/ 5242949 w 7467600"/>
              <a:gd name="connsiteY306" fmla="*/ 6125175 h 6858000"/>
              <a:gd name="connsiteX307" fmla="*/ 5286321 w 7467600"/>
              <a:gd name="connsiteY307" fmla="*/ 6033555 h 6858000"/>
              <a:gd name="connsiteX308" fmla="*/ 5008210 w 7467600"/>
              <a:gd name="connsiteY308" fmla="*/ 6649194 h 6858000"/>
              <a:gd name="connsiteX309" fmla="*/ 4986321 w 7467600"/>
              <a:gd name="connsiteY309" fmla="*/ 6765687 h 6858000"/>
              <a:gd name="connsiteX310" fmla="*/ 4973474 w 7467600"/>
              <a:gd name="connsiteY310" fmla="*/ 6858000 h 6858000"/>
              <a:gd name="connsiteX311" fmla="*/ 4907178 w 7467600"/>
              <a:gd name="connsiteY311" fmla="*/ 6858000 h 6858000"/>
              <a:gd name="connsiteX312" fmla="*/ 4910810 w 7467600"/>
              <a:gd name="connsiteY312" fmla="*/ 6829660 h 6858000"/>
              <a:gd name="connsiteX313" fmla="*/ 4987461 w 7467600"/>
              <a:gd name="connsiteY313" fmla="*/ 6432994 h 6858000"/>
              <a:gd name="connsiteX314" fmla="*/ 5179262 w 7467600"/>
              <a:gd name="connsiteY314" fmla="*/ 6035044 h 6858000"/>
              <a:gd name="connsiteX315" fmla="*/ 4689678 w 7467600"/>
              <a:gd name="connsiteY315" fmla="*/ 6440241 h 6858000"/>
              <a:gd name="connsiteX316" fmla="*/ 4477543 w 7467600"/>
              <a:gd name="connsiteY316" fmla="*/ 6674836 h 6858000"/>
              <a:gd name="connsiteX317" fmla="*/ 4329957 w 7467600"/>
              <a:gd name="connsiteY317" fmla="*/ 6858000 h 6858000"/>
              <a:gd name="connsiteX318" fmla="*/ 4218595 w 7467600"/>
              <a:gd name="connsiteY318" fmla="*/ 6858000 h 6858000"/>
              <a:gd name="connsiteX319" fmla="*/ 4368888 w 7467600"/>
              <a:gd name="connsiteY319" fmla="*/ 6668412 h 6858000"/>
              <a:gd name="connsiteX320" fmla="*/ 4563091 w 7467600"/>
              <a:gd name="connsiteY320" fmla="*/ 6442508 h 6858000"/>
              <a:gd name="connsiteX321" fmla="*/ 5387324 w 7467600"/>
              <a:gd name="connsiteY321" fmla="*/ 5705830 h 6858000"/>
              <a:gd name="connsiteX322" fmla="*/ 5073620 w 7467600"/>
              <a:gd name="connsiteY322" fmla="*/ 5955437 h 6858000"/>
              <a:gd name="connsiteX323" fmla="*/ 4689789 w 7467600"/>
              <a:gd name="connsiteY323" fmla="*/ 6268382 h 6858000"/>
              <a:gd name="connsiteX324" fmla="*/ 4418722 w 7467600"/>
              <a:gd name="connsiteY324" fmla="*/ 6570886 h 6858000"/>
              <a:gd name="connsiteX325" fmla="*/ 4214944 w 7467600"/>
              <a:gd name="connsiteY325" fmla="*/ 6858000 h 6858000"/>
              <a:gd name="connsiteX326" fmla="*/ 4177898 w 7467600"/>
              <a:gd name="connsiteY326" fmla="*/ 6858000 h 6858000"/>
              <a:gd name="connsiteX327" fmla="*/ 4391597 w 7467600"/>
              <a:gd name="connsiteY327" fmla="*/ 6556370 h 6858000"/>
              <a:gd name="connsiteX328" fmla="*/ 4668889 w 7467600"/>
              <a:gd name="connsiteY328" fmla="*/ 6246399 h 6858000"/>
              <a:gd name="connsiteX329" fmla="*/ 5055427 w 7467600"/>
              <a:gd name="connsiteY329" fmla="*/ 5931476 h 6858000"/>
              <a:gd name="connsiteX330" fmla="*/ 5371814 w 7467600"/>
              <a:gd name="connsiteY330" fmla="*/ 5678975 h 6858000"/>
              <a:gd name="connsiteX331" fmla="*/ 4987918 w 7467600"/>
              <a:gd name="connsiteY331" fmla="*/ 5838701 h 6858000"/>
              <a:gd name="connsiteX332" fmla="*/ 4317146 w 7467600"/>
              <a:gd name="connsiteY332" fmla="*/ 6587716 h 6858000"/>
              <a:gd name="connsiteX333" fmla="*/ 4171627 w 7467600"/>
              <a:gd name="connsiteY333" fmla="*/ 6858000 h 6858000"/>
              <a:gd name="connsiteX334" fmla="*/ 4081585 w 7467600"/>
              <a:gd name="connsiteY334" fmla="*/ 6858000 h 6858000"/>
              <a:gd name="connsiteX335" fmla="*/ 4238603 w 7467600"/>
              <a:gd name="connsiteY335" fmla="*/ 6559341 h 6858000"/>
              <a:gd name="connsiteX336" fmla="*/ 4778333 w 7467600"/>
              <a:gd name="connsiteY336" fmla="*/ 5873626 h 6858000"/>
              <a:gd name="connsiteX337" fmla="*/ 5414185 w 7467600"/>
              <a:gd name="connsiteY337" fmla="*/ 5573882 h 6858000"/>
              <a:gd name="connsiteX338" fmla="*/ 5959648 w 7467600"/>
              <a:gd name="connsiteY338" fmla="*/ 4760797 h 6858000"/>
              <a:gd name="connsiteX339" fmla="*/ 5355019 w 7467600"/>
              <a:gd name="connsiteY339" fmla="*/ 4734672 h 6858000"/>
              <a:gd name="connsiteX340" fmla="*/ 5083565 w 7467600"/>
              <a:gd name="connsiteY340" fmla="*/ 5179121 h 6858000"/>
              <a:gd name="connsiteX341" fmla="*/ 4713577 w 7467600"/>
              <a:gd name="connsiteY341" fmla="*/ 5616803 h 6858000"/>
              <a:gd name="connsiteX342" fmla="*/ 3989559 w 7467600"/>
              <a:gd name="connsiteY342" fmla="*/ 6145945 h 6858000"/>
              <a:gd name="connsiteX343" fmla="*/ 3939824 w 7467600"/>
              <a:gd name="connsiteY343" fmla="*/ 6066900 h 6858000"/>
              <a:gd name="connsiteX344" fmla="*/ 4584537 w 7467600"/>
              <a:gd name="connsiteY344" fmla="*/ 5324826 h 6858000"/>
              <a:gd name="connsiteX345" fmla="*/ 5037105 w 7467600"/>
              <a:gd name="connsiteY345" fmla="*/ 5088765 h 6858000"/>
              <a:gd name="connsiteX346" fmla="*/ 5039930 w 7467600"/>
              <a:gd name="connsiteY346" fmla="*/ 5089585 h 6858000"/>
              <a:gd name="connsiteX347" fmla="*/ 5263764 w 7467600"/>
              <a:gd name="connsiteY347" fmla="*/ 4735525 h 6858000"/>
              <a:gd name="connsiteX348" fmla="*/ 4086300 w 7467600"/>
              <a:gd name="connsiteY348" fmla="*/ 4884599 h 6858000"/>
              <a:gd name="connsiteX349" fmla="*/ 4085485 w 7467600"/>
              <a:gd name="connsiteY349" fmla="*/ 4899070 h 6858000"/>
              <a:gd name="connsiteX350" fmla="*/ 3871915 w 7467600"/>
              <a:gd name="connsiteY350" fmla="*/ 5253645 h 6858000"/>
              <a:gd name="connsiteX351" fmla="*/ 3799374 w 7467600"/>
              <a:gd name="connsiteY351" fmla="*/ 5466127 h 6858000"/>
              <a:gd name="connsiteX352" fmla="*/ 3498850 w 7467600"/>
              <a:gd name="connsiteY352" fmla="*/ 6661888 h 6858000"/>
              <a:gd name="connsiteX353" fmla="*/ 3399216 w 7467600"/>
              <a:gd name="connsiteY353" fmla="*/ 6858000 h 6858000"/>
              <a:gd name="connsiteX354" fmla="*/ 3303688 w 7467600"/>
              <a:gd name="connsiteY354" fmla="*/ 6858000 h 6858000"/>
              <a:gd name="connsiteX355" fmla="*/ 3391774 w 7467600"/>
              <a:gd name="connsiteY355" fmla="*/ 6697181 h 6858000"/>
              <a:gd name="connsiteX356" fmla="*/ 3735540 w 7467600"/>
              <a:gd name="connsiteY356" fmla="*/ 5546923 h 6858000"/>
              <a:gd name="connsiteX357" fmla="*/ 3729438 w 7467600"/>
              <a:gd name="connsiteY357" fmla="*/ 5569058 h 6858000"/>
              <a:gd name="connsiteX358" fmla="*/ 3707782 w 7467600"/>
              <a:gd name="connsiteY358" fmla="*/ 5644908 h 6858000"/>
              <a:gd name="connsiteX359" fmla="*/ 3583827 w 7467600"/>
              <a:gd name="connsiteY359" fmla="*/ 6039215 h 6858000"/>
              <a:gd name="connsiteX360" fmla="*/ 3547861 w 7467600"/>
              <a:gd name="connsiteY360" fmla="*/ 6129609 h 6858000"/>
              <a:gd name="connsiteX361" fmla="*/ 3490905 w 7467600"/>
              <a:gd name="connsiteY361" fmla="*/ 6277660 h 6858000"/>
              <a:gd name="connsiteX362" fmla="*/ 3455859 w 7467600"/>
              <a:gd name="connsiteY362" fmla="*/ 6391301 h 6858000"/>
              <a:gd name="connsiteX363" fmla="*/ 3429112 w 7467600"/>
              <a:gd name="connsiteY363" fmla="*/ 6479469 h 6858000"/>
              <a:gd name="connsiteX364" fmla="*/ 3304862 w 7467600"/>
              <a:gd name="connsiteY364" fmla="*/ 6796476 h 6858000"/>
              <a:gd name="connsiteX365" fmla="*/ 3276071 w 7467600"/>
              <a:gd name="connsiteY365" fmla="*/ 6858000 h 6858000"/>
              <a:gd name="connsiteX366" fmla="*/ 3240805 w 7467600"/>
              <a:gd name="connsiteY366" fmla="*/ 6858000 h 6858000"/>
              <a:gd name="connsiteX367" fmla="*/ 3275917 w 7467600"/>
              <a:gd name="connsiteY367" fmla="*/ 6783192 h 6858000"/>
              <a:gd name="connsiteX368" fmla="*/ 3399358 w 7467600"/>
              <a:gd name="connsiteY368" fmla="*/ 6469011 h 6858000"/>
              <a:gd name="connsiteX369" fmla="*/ 3425650 w 7467600"/>
              <a:gd name="connsiteY369" fmla="*/ 6381333 h 6858000"/>
              <a:gd name="connsiteX370" fmla="*/ 3460661 w 7467600"/>
              <a:gd name="connsiteY370" fmla="*/ 6266763 h 6858000"/>
              <a:gd name="connsiteX371" fmla="*/ 3518021 w 7467600"/>
              <a:gd name="connsiteY371" fmla="*/ 6117298 h 6858000"/>
              <a:gd name="connsiteX372" fmla="*/ 3554035 w 7467600"/>
              <a:gd name="connsiteY372" fmla="*/ 6027832 h 6858000"/>
              <a:gd name="connsiteX373" fmla="*/ 3677174 w 7467600"/>
              <a:gd name="connsiteY373" fmla="*/ 5636351 h 6858000"/>
              <a:gd name="connsiteX374" fmla="*/ 3698819 w 7467600"/>
              <a:gd name="connsiteY374" fmla="*/ 5560503 h 6858000"/>
              <a:gd name="connsiteX375" fmla="*/ 3702094 w 7467600"/>
              <a:gd name="connsiteY375" fmla="*/ 5549194 h 6858000"/>
              <a:gd name="connsiteX376" fmla="*/ 3398355 w 7467600"/>
              <a:gd name="connsiteY376" fmla="*/ 6094603 h 6858000"/>
              <a:gd name="connsiteX377" fmla="*/ 3193941 w 7467600"/>
              <a:gd name="connsiteY377" fmla="*/ 6798775 h 6858000"/>
              <a:gd name="connsiteX378" fmla="*/ 3184140 w 7467600"/>
              <a:gd name="connsiteY378" fmla="*/ 6858000 h 6858000"/>
              <a:gd name="connsiteX379" fmla="*/ 3099978 w 7467600"/>
              <a:gd name="connsiteY379" fmla="*/ 6858000 h 6858000"/>
              <a:gd name="connsiteX380" fmla="*/ 3101556 w 7467600"/>
              <a:gd name="connsiteY380" fmla="*/ 6843337 h 6858000"/>
              <a:gd name="connsiteX381" fmla="*/ 3370162 w 7467600"/>
              <a:gd name="connsiteY381" fmla="*/ 5785550 h 6858000"/>
              <a:gd name="connsiteX382" fmla="*/ 3746477 w 7467600"/>
              <a:gd name="connsiteY382" fmla="*/ 5377889 h 6858000"/>
              <a:gd name="connsiteX383" fmla="*/ 3863399 w 7467600"/>
              <a:gd name="connsiteY383" fmla="*/ 5087257 h 6858000"/>
              <a:gd name="connsiteX384" fmla="*/ 3968712 w 7467600"/>
              <a:gd name="connsiteY384" fmla="*/ 4913989 h 6858000"/>
              <a:gd name="connsiteX385" fmla="*/ 2792390 w 7467600"/>
              <a:gd name="connsiteY385" fmla="*/ 5382974 h 6858000"/>
              <a:gd name="connsiteX386" fmla="*/ 2714982 w 7467600"/>
              <a:gd name="connsiteY386" fmla="*/ 5427051 h 6858000"/>
              <a:gd name="connsiteX387" fmla="*/ 2813361 w 7467600"/>
              <a:gd name="connsiteY387" fmla="*/ 6023912 h 6858000"/>
              <a:gd name="connsiteX388" fmla="*/ 2688430 w 7467600"/>
              <a:gd name="connsiteY388" fmla="*/ 6801564 h 6858000"/>
              <a:gd name="connsiteX389" fmla="*/ 2629626 w 7467600"/>
              <a:gd name="connsiteY389" fmla="*/ 6763394 h 6858000"/>
              <a:gd name="connsiteX390" fmla="*/ 2565328 w 7467600"/>
              <a:gd name="connsiteY390" fmla="*/ 5516399 h 6858000"/>
              <a:gd name="connsiteX391" fmla="*/ 1922999 w 7467600"/>
              <a:gd name="connsiteY391" fmla="*/ 5980343 h 6858000"/>
              <a:gd name="connsiteX392" fmla="*/ 1950261 w 7467600"/>
              <a:gd name="connsiteY392" fmla="*/ 6405858 h 6858000"/>
              <a:gd name="connsiteX393" fmla="*/ 2365554 w 7467600"/>
              <a:gd name="connsiteY393" fmla="*/ 6759107 h 6858000"/>
              <a:gd name="connsiteX394" fmla="*/ 2424142 w 7467600"/>
              <a:gd name="connsiteY394" fmla="*/ 6858000 h 6858000"/>
              <a:gd name="connsiteX395" fmla="*/ 2395994 w 7467600"/>
              <a:gd name="connsiteY395" fmla="*/ 6858000 h 6858000"/>
              <a:gd name="connsiteX396" fmla="*/ 2392863 w 7467600"/>
              <a:gd name="connsiteY396" fmla="*/ 6852964 h 6858000"/>
              <a:gd name="connsiteX397" fmla="*/ 2017589 w 7467600"/>
              <a:gd name="connsiteY397" fmla="*/ 6493982 h 6858000"/>
              <a:gd name="connsiteX398" fmla="*/ 2147336 w 7467600"/>
              <a:gd name="connsiteY398" fmla="*/ 6594052 h 6858000"/>
              <a:gd name="connsiteX399" fmla="*/ 2207047 w 7467600"/>
              <a:gd name="connsiteY399" fmla="*/ 6654540 h 6858000"/>
              <a:gd name="connsiteX400" fmla="*/ 2299106 w 7467600"/>
              <a:gd name="connsiteY400" fmla="*/ 6778931 h 6858000"/>
              <a:gd name="connsiteX401" fmla="*/ 2314430 w 7467600"/>
              <a:gd name="connsiteY401" fmla="*/ 6801144 h 6858000"/>
              <a:gd name="connsiteX402" fmla="*/ 2352406 w 7467600"/>
              <a:gd name="connsiteY402" fmla="*/ 6858000 h 6858000"/>
              <a:gd name="connsiteX403" fmla="*/ 2314492 w 7467600"/>
              <a:gd name="connsiteY403" fmla="*/ 6858000 h 6858000"/>
              <a:gd name="connsiteX404" fmla="*/ 2288095 w 7467600"/>
              <a:gd name="connsiteY404" fmla="*/ 6818030 h 6858000"/>
              <a:gd name="connsiteX405" fmla="*/ 2272768 w 7467600"/>
              <a:gd name="connsiteY405" fmla="*/ 6795822 h 6858000"/>
              <a:gd name="connsiteX406" fmla="*/ 2182715 w 7467600"/>
              <a:gd name="connsiteY406" fmla="*/ 6675071 h 6858000"/>
              <a:gd name="connsiteX407" fmla="*/ 2032061 w 7467600"/>
              <a:gd name="connsiteY407" fmla="*/ 6541380 h 6858000"/>
              <a:gd name="connsiteX408" fmla="*/ 2257220 w 7467600"/>
              <a:gd name="connsiteY408" fmla="*/ 6826257 h 6858000"/>
              <a:gd name="connsiteX409" fmla="*/ 2281324 w 7467600"/>
              <a:gd name="connsiteY409" fmla="*/ 6858000 h 6858000"/>
              <a:gd name="connsiteX410" fmla="*/ 2242860 w 7467600"/>
              <a:gd name="connsiteY410" fmla="*/ 6858000 h 6858000"/>
              <a:gd name="connsiteX411" fmla="*/ 2232818 w 7467600"/>
              <a:gd name="connsiteY411" fmla="*/ 6844926 h 6858000"/>
              <a:gd name="connsiteX412" fmla="*/ 1990172 w 7467600"/>
              <a:gd name="connsiteY412" fmla="*/ 6542121 h 6858000"/>
              <a:gd name="connsiteX413" fmla="*/ 2124090 w 7467600"/>
              <a:gd name="connsiteY413" fmla="*/ 6761017 h 6858000"/>
              <a:gd name="connsiteX414" fmla="*/ 2200380 w 7467600"/>
              <a:gd name="connsiteY414" fmla="*/ 6858000 h 6858000"/>
              <a:gd name="connsiteX415" fmla="*/ 2147507 w 7467600"/>
              <a:gd name="connsiteY415" fmla="*/ 6858000 h 6858000"/>
              <a:gd name="connsiteX416" fmla="*/ 2070668 w 7467600"/>
              <a:gd name="connsiteY416" fmla="*/ 6761520 h 6858000"/>
              <a:gd name="connsiteX417" fmla="*/ 1975142 w 7467600"/>
              <a:gd name="connsiteY417" fmla="*/ 6585570 h 6858000"/>
              <a:gd name="connsiteX418" fmla="*/ 2050035 w 7467600"/>
              <a:gd name="connsiteY418" fmla="*/ 6813345 h 6858000"/>
              <a:gd name="connsiteX419" fmla="*/ 2063025 w 7467600"/>
              <a:gd name="connsiteY419" fmla="*/ 6858000 h 6858000"/>
              <a:gd name="connsiteX420" fmla="*/ 2021675 w 7467600"/>
              <a:gd name="connsiteY420" fmla="*/ 6858000 h 6858000"/>
              <a:gd name="connsiteX421" fmla="*/ 2019308 w 7467600"/>
              <a:gd name="connsiteY421" fmla="*/ 6847118 h 6858000"/>
              <a:gd name="connsiteX422" fmla="*/ 1938835 w 7467600"/>
              <a:gd name="connsiteY422" fmla="*/ 6551160 h 6858000"/>
              <a:gd name="connsiteX423" fmla="*/ 1953230 w 7467600"/>
              <a:gd name="connsiteY423" fmla="*/ 6759699 h 6858000"/>
              <a:gd name="connsiteX424" fmla="*/ 1956763 w 7467600"/>
              <a:gd name="connsiteY424" fmla="*/ 6778191 h 6858000"/>
              <a:gd name="connsiteX425" fmla="*/ 1967925 w 7467600"/>
              <a:gd name="connsiteY425" fmla="*/ 6858000 h 6858000"/>
              <a:gd name="connsiteX426" fmla="*/ 1936622 w 7467600"/>
              <a:gd name="connsiteY426" fmla="*/ 6858000 h 6858000"/>
              <a:gd name="connsiteX427" fmla="*/ 1926261 w 7467600"/>
              <a:gd name="connsiteY427" fmla="*/ 6784064 h 6858000"/>
              <a:gd name="connsiteX428" fmla="*/ 1922724 w 7467600"/>
              <a:gd name="connsiteY428" fmla="*/ 6765577 h 6858000"/>
              <a:gd name="connsiteX429" fmla="*/ 1904650 w 7467600"/>
              <a:gd name="connsiteY429" fmla="*/ 6639616 h 6858000"/>
              <a:gd name="connsiteX430" fmla="*/ 1885273 w 7467600"/>
              <a:gd name="connsiteY430" fmla="*/ 6858000 h 6858000"/>
              <a:gd name="connsiteX431" fmla="*/ 1854363 w 7467600"/>
              <a:gd name="connsiteY431" fmla="*/ 6858000 h 6858000"/>
              <a:gd name="connsiteX432" fmla="*/ 1880391 w 7467600"/>
              <a:gd name="connsiteY432" fmla="*/ 6603796 h 6858000"/>
              <a:gd name="connsiteX433" fmla="*/ 1818273 w 7467600"/>
              <a:gd name="connsiteY433" fmla="*/ 6715729 h 6858000"/>
              <a:gd name="connsiteX434" fmla="*/ 1794691 w 7467600"/>
              <a:gd name="connsiteY434" fmla="*/ 6843239 h 6858000"/>
              <a:gd name="connsiteX435" fmla="*/ 1794914 w 7467600"/>
              <a:gd name="connsiteY435" fmla="*/ 6858000 h 6858000"/>
              <a:gd name="connsiteX436" fmla="*/ 1746128 w 7467600"/>
              <a:gd name="connsiteY436" fmla="*/ 6858000 h 6858000"/>
              <a:gd name="connsiteX437" fmla="*/ 1753934 w 7467600"/>
              <a:gd name="connsiteY437" fmla="*/ 6724796 h 6858000"/>
              <a:gd name="connsiteX438" fmla="*/ 1792053 w 7467600"/>
              <a:gd name="connsiteY438" fmla="*/ 6572396 h 6858000"/>
              <a:gd name="connsiteX439" fmla="*/ 1862248 w 7467600"/>
              <a:gd name="connsiteY439" fmla="*/ 6266397 h 6858000"/>
              <a:gd name="connsiteX440" fmla="*/ 1862250 w 7467600"/>
              <a:gd name="connsiteY440" fmla="*/ 6033531 h 6858000"/>
              <a:gd name="connsiteX441" fmla="*/ 1211999 w 7467600"/>
              <a:gd name="connsiteY441" fmla="*/ 6683610 h 6858000"/>
              <a:gd name="connsiteX442" fmla="*/ 1213266 w 7467600"/>
              <a:gd name="connsiteY442" fmla="*/ 6691947 h 6858000"/>
              <a:gd name="connsiteX443" fmla="*/ 1203370 w 7467600"/>
              <a:gd name="connsiteY443" fmla="*/ 6850676 h 6858000"/>
              <a:gd name="connsiteX444" fmla="*/ 1203671 w 7467600"/>
              <a:gd name="connsiteY444" fmla="*/ 6858000 h 6858000"/>
              <a:gd name="connsiteX445" fmla="*/ 1143180 w 7467600"/>
              <a:gd name="connsiteY445" fmla="*/ 6858000 h 6858000"/>
              <a:gd name="connsiteX446" fmla="*/ 1142176 w 7467600"/>
              <a:gd name="connsiteY446" fmla="*/ 6766045 h 6858000"/>
              <a:gd name="connsiteX447" fmla="*/ 1067484 w 7467600"/>
              <a:gd name="connsiteY447" fmla="*/ 6858000 h 6858000"/>
              <a:gd name="connsiteX448" fmla="*/ 953928 w 7467600"/>
              <a:gd name="connsiteY448" fmla="*/ 6858000 h 6858000"/>
              <a:gd name="connsiteX449" fmla="*/ 959715 w 7467600"/>
              <a:gd name="connsiteY449" fmla="*/ 6850185 h 6858000"/>
              <a:gd name="connsiteX450" fmla="*/ 1483788 w 7467600"/>
              <a:gd name="connsiteY450" fmla="*/ 6259174 h 6858000"/>
              <a:gd name="connsiteX451" fmla="*/ 1100671 w 7467600"/>
              <a:gd name="connsiteY451" fmla="*/ 6252137 h 6858000"/>
              <a:gd name="connsiteX452" fmla="*/ 1090144 w 7467600"/>
              <a:gd name="connsiteY452" fmla="*/ 6256748 h 6858000"/>
              <a:gd name="connsiteX453" fmla="*/ 1095872 w 7467600"/>
              <a:gd name="connsiteY453" fmla="*/ 6271892 h 6858000"/>
              <a:gd name="connsiteX454" fmla="*/ 262785 w 7467600"/>
              <a:gd name="connsiteY454" fmla="*/ 6845450 h 6858000"/>
              <a:gd name="connsiteX455" fmla="*/ 209968 w 7467600"/>
              <a:gd name="connsiteY455" fmla="*/ 6770713 h 6858000"/>
              <a:gd name="connsiteX456" fmla="*/ 873460 w 7467600"/>
              <a:gd name="connsiteY456" fmla="*/ 6253768 h 6858000"/>
              <a:gd name="connsiteX457" fmla="*/ 192686 w 7467600"/>
              <a:gd name="connsiteY457" fmla="*/ 5849257 h 6858000"/>
              <a:gd name="connsiteX458" fmla="*/ 4696 w 7467600"/>
              <a:gd name="connsiteY458" fmla="*/ 5697668 h 6858000"/>
              <a:gd name="connsiteX459" fmla="*/ 0 w 7467600"/>
              <a:gd name="connsiteY459" fmla="*/ 5689984 h 6858000"/>
              <a:gd name="connsiteX460" fmla="*/ 0 w 7467600"/>
              <a:gd name="connsiteY460" fmla="*/ 5513472 h 6858000"/>
              <a:gd name="connsiteX461" fmla="*/ 174101 w 7467600"/>
              <a:gd name="connsiteY461" fmla="*/ 5620277 h 6858000"/>
              <a:gd name="connsiteX462" fmla="*/ 891800 w 7467600"/>
              <a:gd name="connsiteY462" fmla="*/ 6036935 h 6858000"/>
              <a:gd name="connsiteX463" fmla="*/ 1072219 w 7467600"/>
              <a:gd name="connsiteY463" fmla="*/ 6169443 h 6858000"/>
              <a:gd name="connsiteX464" fmla="*/ 1074117 w 7467600"/>
              <a:gd name="connsiteY464" fmla="*/ 6170301 h 6858000"/>
              <a:gd name="connsiteX465" fmla="*/ 1083114 w 7467600"/>
              <a:gd name="connsiteY465" fmla="*/ 6174131 h 6858000"/>
              <a:gd name="connsiteX466" fmla="*/ 1543010 w 7467600"/>
              <a:gd name="connsiteY466" fmla="*/ 6191140 h 6858000"/>
              <a:gd name="connsiteX467" fmla="*/ 1551080 w 7467600"/>
              <a:gd name="connsiteY467" fmla="*/ 6195006 h 6858000"/>
              <a:gd name="connsiteX468" fmla="*/ 2345443 w 7467600"/>
              <a:gd name="connsiteY468" fmla="*/ 5549882 h 6858000"/>
              <a:gd name="connsiteX469" fmla="*/ 1721499 w 7467600"/>
              <a:gd name="connsiteY469" fmla="*/ 5599969 h 6858000"/>
              <a:gd name="connsiteX470" fmla="*/ 767716 w 7467600"/>
              <a:gd name="connsiteY470" fmla="*/ 5472768 h 6858000"/>
              <a:gd name="connsiteX471" fmla="*/ 722147 w 7467600"/>
              <a:gd name="connsiteY471" fmla="*/ 5393091 h 6858000"/>
              <a:gd name="connsiteX472" fmla="*/ 1485552 w 7467600"/>
              <a:gd name="connsiteY472" fmla="*/ 5313202 h 6858000"/>
              <a:gd name="connsiteX473" fmla="*/ 2143004 w 7467600"/>
              <a:gd name="connsiteY473" fmla="*/ 5402420 h 6858000"/>
              <a:gd name="connsiteX474" fmla="*/ 1933391 w 7467600"/>
              <a:gd name="connsiteY474" fmla="*/ 5156971 h 6858000"/>
              <a:gd name="connsiteX475" fmla="*/ 1827118 w 7467600"/>
              <a:gd name="connsiteY475" fmla="*/ 4968410 h 6858000"/>
              <a:gd name="connsiteX476" fmla="*/ 1837349 w 7467600"/>
              <a:gd name="connsiteY476" fmla="*/ 4956357 h 6858000"/>
              <a:gd name="connsiteX477" fmla="*/ 2162835 w 7467600"/>
              <a:gd name="connsiteY477" fmla="*/ 5187853 h 6858000"/>
              <a:gd name="connsiteX478" fmla="*/ 2257167 w 7467600"/>
              <a:gd name="connsiteY478" fmla="*/ 5462123 h 6858000"/>
              <a:gd name="connsiteX479" fmla="*/ 2261598 w 7467600"/>
              <a:gd name="connsiteY479" fmla="*/ 5467998 h 6858000"/>
              <a:gd name="connsiteX480" fmla="*/ 2437177 w 7467600"/>
              <a:gd name="connsiteY480" fmla="*/ 5479608 h 6858000"/>
              <a:gd name="connsiteX481" fmla="*/ 2445247 w 7467600"/>
              <a:gd name="connsiteY481" fmla="*/ 5483476 h 6858000"/>
              <a:gd name="connsiteX482" fmla="*/ 2743626 w 7467600"/>
              <a:gd name="connsiteY482" fmla="*/ 5304819 h 6858000"/>
              <a:gd name="connsiteX483" fmla="*/ 3048102 w 7467600"/>
              <a:gd name="connsiteY483" fmla="*/ 5150595 h 6858000"/>
              <a:gd name="connsiteX484" fmla="*/ 1799414 w 7467600"/>
              <a:gd name="connsiteY484" fmla="*/ 4694732 h 6858000"/>
              <a:gd name="connsiteX485" fmla="*/ 1771735 w 7467600"/>
              <a:gd name="connsiteY485" fmla="*/ 4619929 h 6858000"/>
              <a:gd name="connsiteX486" fmla="*/ 3104273 w 7467600"/>
              <a:gd name="connsiteY486" fmla="*/ 5076159 h 6858000"/>
              <a:gd name="connsiteX487" fmla="*/ 3113245 w 7467600"/>
              <a:gd name="connsiteY487" fmla="*/ 5090705 h 6858000"/>
              <a:gd name="connsiteX488" fmla="*/ 3126294 w 7467600"/>
              <a:gd name="connsiteY488" fmla="*/ 5114400 h 6858000"/>
              <a:gd name="connsiteX489" fmla="*/ 3937433 w 7467600"/>
              <a:gd name="connsiteY489" fmla="*/ 4830473 h 6858000"/>
              <a:gd name="connsiteX490" fmla="*/ 3590475 w 7467600"/>
              <a:gd name="connsiteY490" fmla="*/ 4597974 h 6858000"/>
              <a:gd name="connsiteX491" fmla="*/ 3100264 w 7467600"/>
              <a:gd name="connsiteY491" fmla="*/ 4579845 h 6858000"/>
              <a:gd name="connsiteX492" fmla="*/ 2183576 w 7467600"/>
              <a:gd name="connsiteY492" fmla="*/ 4227150 h 6858000"/>
              <a:gd name="connsiteX493" fmla="*/ 2151029 w 7467600"/>
              <a:gd name="connsiteY493" fmla="*/ 4146947 h 6858000"/>
              <a:gd name="connsiteX494" fmla="*/ 3563434 w 7467600"/>
              <a:gd name="connsiteY494" fmla="*/ 4469115 h 6858000"/>
              <a:gd name="connsiteX495" fmla="*/ 3177952 w 7467600"/>
              <a:gd name="connsiteY495" fmla="*/ 3657386 h 6858000"/>
              <a:gd name="connsiteX496" fmla="*/ 3189263 w 7467600"/>
              <a:gd name="connsiteY496" fmla="*/ 3625726 h 6858000"/>
              <a:gd name="connsiteX497" fmla="*/ 3560912 w 7467600"/>
              <a:gd name="connsiteY497" fmla="*/ 4079863 h 6858000"/>
              <a:gd name="connsiteX498" fmla="*/ 3626636 w 7467600"/>
              <a:gd name="connsiteY498" fmla="*/ 4512230 h 6858000"/>
              <a:gd name="connsiteX499" fmla="*/ 3653088 w 7467600"/>
              <a:gd name="connsiteY499" fmla="*/ 4521417 h 6858000"/>
              <a:gd name="connsiteX500" fmla="*/ 3988128 w 7467600"/>
              <a:gd name="connsiteY500" fmla="*/ 4817267 h 6858000"/>
              <a:gd name="connsiteX501" fmla="*/ 4830582 w 7467600"/>
              <a:gd name="connsiteY501" fmla="*/ 4676000 h 6858000"/>
              <a:gd name="connsiteX502" fmla="*/ 4830100 w 7467600"/>
              <a:gd name="connsiteY502" fmla="*/ 4675554 h 6858000"/>
              <a:gd name="connsiteX503" fmla="*/ 4036318 w 7467600"/>
              <a:gd name="connsiteY503" fmla="*/ 4147013 h 6858000"/>
              <a:gd name="connsiteX504" fmla="*/ 3432098 w 7467600"/>
              <a:gd name="connsiteY504" fmla="*/ 3537312 h 6858000"/>
              <a:gd name="connsiteX505" fmla="*/ 3446761 w 7467600"/>
              <a:gd name="connsiteY505" fmla="*/ 3461278 h 6858000"/>
              <a:gd name="connsiteX506" fmla="*/ 4419733 w 7467600"/>
              <a:gd name="connsiteY506" fmla="*/ 3963555 h 6858000"/>
              <a:gd name="connsiteX507" fmla="*/ 4781371 w 7467600"/>
              <a:gd name="connsiteY507" fmla="*/ 4458604 h 6858000"/>
              <a:gd name="connsiteX508" fmla="*/ 4780440 w 7467600"/>
              <a:gd name="connsiteY508" fmla="*/ 4470290 h 6858000"/>
              <a:gd name="connsiteX509" fmla="*/ 4898954 w 7467600"/>
              <a:gd name="connsiteY509" fmla="*/ 4662092 h 6858000"/>
              <a:gd name="connsiteX510" fmla="*/ 4900699 w 7467600"/>
              <a:gd name="connsiteY510" fmla="*/ 4670867 h 6858000"/>
              <a:gd name="connsiteX511" fmla="*/ 5714511 w 7467600"/>
              <a:gd name="connsiteY511" fmla="*/ 4663483 h 6858000"/>
              <a:gd name="connsiteX512" fmla="*/ 5464793 w 7467600"/>
              <a:gd name="connsiteY512" fmla="*/ 4393556 h 6858000"/>
              <a:gd name="connsiteX513" fmla="*/ 5461897 w 7467600"/>
              <a:gd name="connsiteY513" fmla="*/ 4390879 h 6858000"/>
              <a:gd name="connsiteX514" fmla="*/ 4294126 w 7467600"/>
              <a:gd name="connsiteY514" fmla="*/ 3303048 h 6858000"/>
              <a:gd name="connsiteX515" fmla="*/ 4305321 w 7467600"/>
              <a:gd name="connsiteY515" fmla="*/ 3256953 h 6858000"/>
              <a:gd name="connsiteX516" fmla="*/ 4949299 w 7467600"/>
              <a:gd name="connsiteY516" fmla="*/ 3766336 h 6858000"/>
              <a:gd name="connsiteX517" fmla="*/ 5291452 w 7467600"/>
              <a:gd name="connsiteY517" fmla="*/ 4076801 h 6858000"/>
              <a:gd name="connsiteX518" fmla="*/ 5434998 w 7467600"/>
              <a:gd name="connsiteY518" fmla="*/ 4254100 h 6858000"/>
              <a:gd name="connsiteX519" fmla="*/ 5351015 w 7467600"/>
              <a:gd name="connsiteY519" fmla="*/ 3760989 h 6858000"/>
              <a:gd name="connsiteX520" fmla="*/ 5413780 w 7467600"/>
              <a:gd name="connsiteY520" fmla="*/ 2966265 h 6858000"/>
              <a:gd name="connsiteX521" fmla="*/ 5425627 w 7467600"/>
              <a:gd name="connsiteY521" fmla="*/ 2954192 h 6858000"/>
              <a:gd name="connsiteX522" fmla="*/ 6604735 w 7467600"/>
              <a:gd name="connsiteY522" fmla="*/ 2041381 h 6858000"/>
              <a:gd name="connsiteX523" fmla="*/ 7204487 w 7467600"/>
              <a:gd name="connsiteY523" fmla="*/ 2742112 h 6858000"/>
              <a:gd name="connsiteX524" fmla="*/ 7131592 w 7467600"/>
              <a:gd name="connsiteY524" fmla="*/ 2672096 h 6858000"/>
              <a:gd name="connsiteX525" fmla="*/ 6996344 w 7467600"/>
              <a:gd name="connsiteY525" fmla="*/ 2518310 h 6858000"/>
              <a:gd name="connsiteX526" fmla="*/ 6735495 w 7467600"/>
              <a:gd name="connsiteY526" fmla="*/ 2196890 h 6858000"/>
              <a:gd name="connsiteX527" fmla="*/ 6721901 w 7467600"/>
              <a:gd name="connsiteY527" fmla="*/ 2179274 h 6858000"/>
              <a:gd name="connsiteX528" fmla="*/ 6604735 w 7467600"/>
              <a:gd name="connsiteY528" fmla="*/ 2041381 h 6858000"/>
              <a:gd name="connsiteX529" fmla="*/ 6591670 w 7467600"/>
              <a:gd name="connsiteY529" fmla="*/ 1988277 h 6858000"/>
              <a:gd name="connsiteX530" fmla="*/ 6747349 w 7467600"/>
              <a:gd name="connsiteY530" fmla="*/ 2160069 h 6858000"/>
              <a:gd name="connsiteX531" fmla="*/ 6760943 w 7467600"/>
              <a:gd name="connsiteY531" fmla="*/ 2177686 h 6858000"/>
              <a:gd name="connsiteX532" fmla="*/ 7021065 w 7467600"/>
              <a:gd name="connsiteY532" fmla="*/ 2498102 h 6858000"/>
              <a:gd name="connsiteX533" fmla="*/ 7155223 w 7467600"/>
              <a:gd name="connsiteY533" fmla="*/ 2650386 h 6858000"/>
              <a:gd name="connsiteX534" fmla="*/ 7203167 w 7467600"/>
              <a:gd name="connsiteY534" fmla="*/ 2697288 h 6858000"/>
              <a:gd name="connsiteX535" fmla="*/ 6937703 w 7467600"/>
              <a:gd name="connsiteY535" fmla="*/ 2321981 h 6858000"/>
              <a:gd name="connsiteX536" fmla="*/ 6591670 w 7467600"/>
              <a:gd name="connsiteY536" fmla="*/ 1988277 h 6858000"/>
              <a:gd name="connsiteX537" fmla="*/ 5798671 w 7467600"/>
              <a:gd name="connsiteY537" fmla="*/ 1981601 h 6858000"/>
              <a:gd name="connsiteX538" fmla="*/ 5754709 w 7467600"/>
              <a:gd name="connsiteY538" fmla="*/ 2071454 h 6858000"/>
              <a:gd name="connsiteX539" fmla="*/ 5763044 w 7467600"/>
              <a:gd name="connsiteY539" fmla="*/ 2842206 h 6858000"/>
              <a:gd name="connsiteX540" fmla="*/ 5764974 w 7467600"/>
              <a:gd name="connsiteY540" fmla="*/ 2799609 h 6858000"/>
              <a:gd name="connsiteX541" fmla="*/ 5767665 w 7467600"/>
              <a:gd name="connsiteY541" fmla="*/ 2666409 h 6858000"/>
              <a:gd name="connsiteX542" fmla="*/ 5763055 w 7467600"/>
              <a:gd name="connsiteY542" fmla="*/ 2579705 h 6858000"/>
              <a:gd name="connsiteX543" fmla="*/ 5758079 w 7467600"/>
              <a:gd name="connsiteY543" fmla="*/ 2492508 h 6858000"/>
              <a:gd name="connsiteX544" fmla="*/ 5779325 w 7467600"/>
              <a:gd name="connsiteY544" fmla="*/ 2197069 h 6858000"/>
              <a:gd name="connsiteX545" fmla="*/ 5798671 w 7467600"/>
              <a:gd name="connsiteY545" fmla="*/ 1981601 h 6858000"/>
              <a:gd name="connsiteX546" fmla="*/ 5829202 w 7467600"/>
              <a:gd name="connsiteY546" fmla="*/ 1971679 h 6858000"/>
              <a:gd name="connsiteX547" fmla="*/ 5809558 w 7467600"/>
              <a:gd name="connsiteY547" fmla="*/ 2198043 h 6858000"/>
              <a:gd name="connsiteX548" fmla="*/ 5788653 w 7467600"/>
              <a:gd name="connsiteY548" fmla="*/ 2489430 h 6858000"/>
              <a:gd name="connsiteX549" fmla="*/ 5793439 w 7467600"/>
              <a:gd name="connsiteY549" fmla="*/ 2575235 h 6858000"/>
              <a:gd name="connsiteX550" fmla="*/ 5796837 w 7467600"/>
              <a:gd name="connsiteY550" fmla="*/ 2637633 h 6858000"/>
              <a:gd name="connsiteX551" fmla="*/ 5818614 w 7467600"/>
              <a:gd name="connsiteY551" fmla="*/ 2473055 h 6858000"/>
              <a:gd name="connsiteX552" fmla="*/ 5829202 w 7467600"/>
              <a:gd name="connsiteY552" fmla="*/ 1971679 h 6858000"/>
              <a:gd name="connsiteX553" fmla="*/ 5911389 w 7467600"/>
              <a:gd name="connsiteY553" fmla="*/ 1898371 h 6858000"/>
              <a:gd name="connsiteX554" fmla="*/ 6237627 w 7467600"/>
              <a:gd name="connsiteY554" fmla="*/ 2231921 h 6858000"/>
              <a:gd name="connsiteX555" fmla="*/ 5911389 w 7467600"/>
              <a:gd name="connsiteY555" fmla="*/ 1898371 h 6858000"/>
              <a:gd name="connsiteX556" fmla="*/ 6944437 w 7467600"/>
              <a:gd name="connsiteY556" fmla="*/ 1575402 h 6858000"/>
              <a:gd name="connsiteX557" fmla="*/ 6304730 w 7467600"/>
              <a:gd name="connsiteY557" fmla="*/ 1766654 h 6858000"/>
              <a:gd name="connsiteX558" fmla="*/ 6944437 w 7467600"/>
              <a:gd name="connsiteY558" fmla="*/ 1575402 h 6858000"/>
              <a:gd name="connsiteX559" fmla="*/ 7019523 w 7467600"/>
              <a:gd name="connsiteY559" fmla="*/ 1519450 h 6858000"/>
              <a:gd name="connsiteX560" fmla="*/ 6298091 w 7467600"/>
              <a:gd name="connsiteY560" fmla="*/ 1737122 h 6858000"/>
              <a:gd name="connsiteX561" fmla="*/ 7019523 w 7467600"/>
              <a:gd name="connsiteY561" fmla="*/ 1519450 h 6858000"/>
              <a:gd name="connsiteX562" fmla="*/ 2399523 w 7467600"/>
              <a:gd name="connsiteY562" fmla="*/ 1428234 h 6858000"/>
              <a:gd name="connsiteX563" fmla="*/ 2224982 w 7467600"/>
              <a:gd name="connsiteY563" fmla="*/ 1826201 h 6858000"/>
              <a:gd name="connsiteX564" fmla="*/ 2096099 w 7467600"/>
              <a:gd name="connsiteY564" fmla="*/ 2345900 h 6858000"/>
              <a:gd name="connsiteX565" fmla="*/ 2283317 w 7467600"/>
              <a:gd name="connsiteY565" fmla="*/ 1796925 h 6858000"/>
              <a:gd name="connsiteX566" fmla="*/ 2399523 w 7467600"/>
              <a:gd name="connsiteY566" fmla="*/ 1428234 h 6858000"/>
              <a:gd name="connsiteX567" fmla="*/ 2448558 w 7467600"/>
              <a:gd name="connsiteY567" fmla="*/ 1373435 h 6858000"/>
              <a:gd name="connsiteX568" fmla="*/ 2312521 w 7467600"/>
              <a:gd name="connsiteY568" fmla="*/ 1806140 h 6858000"/>
              <a:gd name="connsiteX569" fmla="*/ 2127533 w 7467600"/>
              <a:gd name="connsiteY569" fmla="*/ 2348380 h 6858000"/>
              <a:gd name="connsiteX570" fmla="*/ 2358080 w 7467600"/>
              <a:gd name="connsiteY570" fmla="*/ 1866134 h 6858000"/>
              <a:gd name="connsiteX571" fmla="*/ 2407436 w 7467600"/>
              <a:gd name="connsiteY571" fmla="*/ 1651070 h 6858000"/>
              <a:gd name="connsiteX572" fmla="*/ 2448558 w 7467600"/>
              <a:gd name="connsiteY572" fmla="*/ 1373435 h 6858000"/>
              <a:gd name="connsiteX573" fmla="*/ 278707 w 7467600"/>
              <a:gd name="connsiteY573" fmla="*/ 1352270 h 6858000"/>
              <a:gd name="connsiteX574" fmla="*/ 321570 w 7467600"/>
              <a:gd name="connsiteY574" fmla="*/ 1861610 h 6858000"/>
              <a:gd name="connsiteX575" fmla="*/ 294281 w 7467600"/>
              <a:gd name="connsiteY575" fmla="*/ 1440658 h 6858000"/>
              <a:gd name="connsiteX576" fmla="*/ 278707 w 7467600"/>
              <a:gd name="connsiteY576" fmla="*/ 1352270 h 6858000"/>
              <a:gd name="connsiteX577" fmla="*/ 1423821 w 7467600"/>
              <a:gd name="connsiteY577" fmla="*/ 1351958 h 6858000"/>
              <a:gd name="connsiteX578" fmla="*/ 1638521 w 7467600"/>
              <a:gd name="connsiteY578" fmla="*/ 1908470 h 6858000"/>
              <a:gd name="connsiteX579" fmla="*/ 1754199 w 7467600"/>
              <a:gd name="connsiteY579" fmla="*/ 2149284 h 6858000"/>
              <a:gd name="connsiteX580" fmla="*/ 1908359 w 7467600"/>
              <a:gd name="connsiteY580" fmla="*/ 2364988 h 6858000"/>
              <a:gd name="connsiteX581" fmla="*/ 1647661 w 7467600"/>
              <a:gd name="connsiteY581" fmla="*/ 1825945 h 6858000"/>
              <a:gd name="connsiteX582" fmla="*/ 1423821 w 7467600"/>
              <a:gd name="connsiteY582" fmla="*/ 1351958 h 6858000"/>
              <a:gd name="connsiteX583" fmla="*/ 1431890 w 7467600"/>
              <a:gd name="connsiteY583" fmla="*/ 1306475 h 6858000"/>
              <a:gd name="connsiteX584" fmla="*/ 1507597 w 7467600"/>
              <a:gd name="connsiteY584" fmla="*/ 1446132 h 6858000"/>
              <a:gd name="connsiteX585" fmla="*/ 1674586 w 7467600"/>
              <a:gd name="connsiteY585" fmla="*/ 1813832 h 6858000"/>
              <a:gd name="connsiteX586" fmla="*/ 1815950 w 7467600"/>
              <a:gd name="connsiteY586" fmla="*/ 2128564 h 6858000"/>
              <a:gd name="connsiteX587" fmla="*/ 1984242 w 7467600"/>
              <a:gd name="connsiteY587" fmla="*/ 2430829 h 6858000"/>
              <a:gd name="connsiteX588" fmla="*/ 2014023 w 7467600"/>
              <a:gd name="connsiteY588" fmla="*/ 2450995 h 6858000"/>
              <a:gd name="connsiteX589" fmla="*/ 1747337 w 7467600"/>
              <a:gd name="connsiteY589" fmla="*/ 1855264 h 6858000"/>
              <a:gd name="connsiteX590" fmla="*/ 1533749 w 7467600"/>
              <a:gd name="connsiteY590" fmla="*/ 1478656 h 6858000"/>
              <a:gd name="connsiteX591" fmla="*/ 1431890 w 7467600"/>
              <a:gd name="connsiteY591" fmla="*/ 1306475 h 6858000"/>
              <a:gd name="connsiteX592" fmla="*/ 5052692 w 7467600"/>
              <a:gd name="connsiteY592" fmla="*/ 1292994 h 6858000"/>
              <a:gd name="connsiteX593" fmla="*/ 5200661 w 7467600"/>
              <a:gd name="connsiteY593" fmla="*/ 1635186 h 6858000"/>
              <a:gd name="connsiteX594" fmla="*/ 5297138 w 7467600"/>
              <a:gd name="connsiteY594" fmla="*/ 1906351 h 6858000"/>
              <a:gd name="connsiteX595" fmla="*/ 5052692 w 7467600"/>
              <a:gd name="connsiteY595" fmla="*/ 1292994 h 6858000"/>
              <a:gd name="connsiteX596" fmla="*/ 5009948 w 7467600"/>
              <a:gd name="connsiteY596" fmla="*/ 1273619 h 6858000"/>
              <a:gd name="connsiteX597" fmla="*/ 5121777 w 7467600"/>
              <a:gd name="connsiteY597" fmla="*/ 1654213 h 6858000"/>
              <a:gd name="connsiteX598" fmla="*/ 5293545 w 7467600"/>
              <a:gd name="connsiteY598" fmla="*/ 2072247 h 6858000"/>
              <a:gd name="connsiteX599" fmla="*/ 5294042 w 7467600"/>
              <a:gd name="connsiteY599" fmla="*/ 2065019 h 6858000"/>
              <a:gd name="connsiteX600" fmla="*/ 5171936 w 7467600"/>
              <a:gd name="connsiteY600" fmla="*/ 1647613 h 6858000"/>
              <a:gd name="connsiteX601" fmla="*/ 5009948 w 7467600"/>
              <a:gd name="connsiteY601" fmla="*/ 1273619 h 6858000"/>
              <a:gd name="connsiteX602" fmla="*/ 655236 w 7467600"/>
              <a:gd name="connsiteY602" fmla="*/ 1268632 h 6858000"/>
              <a:gd name="connsiteX603" fmla="*/ 839521 w 7467600"/>
              <a:gd name="connsiteY603" fmla="*/ 1685315 h 6858000"/>
              <a:gd name="connsiteX604" fmla="*/ 1109416 w 7467600"/>
              <a:gd name="connsiteY604" fmla="*/ 2061663 h 6858000"/>
              <a:gd name="connsiteX605" fmla="*/ 1298300 w 7467600"/>
              <a:gd name="connsiteY605" fmla="*/ 2247742 h 6858000"/>
              <a:gd name="connsiteX606" fmla="*/ 1125871 w 7467600"/>
              <a:gd name="connsiteY606" fmla="*/ 1989513 h 6858000"/>
              <a:gd name="connsiteX607" fmla="*/ 981574 w 7467600"/>
              <a:gd name="connsiteY607" fmla="*/ 1783157 h 6858000"/>
              <a:gd name="connsiteX608" fmla="*/ 922198 w 7467600"/>
              <a:gd name="connsiteY608" fmla="*/ 1677437 h 6858000"/>
              <a:gd name="connsiteX609" fmla="*/ 869293 w 7467600"/>
              <a:gd name="connsiteY609" fmla="*/ 1583214 h 6858000"/>
              <a:gd name="connsiteX610" fmla="*/ 751431 w 7467600"/>
              <a:gd name="connsiteY610" fmla="*/ 1405731 h 6858000"/>
              <a:gd name="connsiteX611" fmla="*/ 655236 w 7467600"/>
              <a:gd name="connsiteY611" fmla="*/ 1268632 h 6858000"/>
              <a:gd name="connsiteX612" fmla="*/ 6516292 w 7467600"/>
              <a:gd name="connsiteY612" fmla="*/ 1263064 h 6858000"/>
              <a:gd name="connsiteX613" fmla="*/ 5736320 w 7467600"/>
              <a:gd name="connsiteY613" fmla="*/ 1501803 h 6858000"/>
              <a:gd name="connsiteX614" fmla="*/ 6516292 w 7467600"/>
              <a:gd name="connsiteY614" fmla="*/ 1263064 h 6858000"/>
              <a:gd name="connsiteX615" fmla="*/ 291466 w 7467600"/>
              <a:gd name="connsiteY615" fmla="*/ 1250369 h 6858000"/>
              <a:gd name="connsiteX616" fmla="*/ 323180 w 7467600"/>
              <a:gd name="connsiteY616" fmla="*/ 1435283 h 6858000"/>
              <a:gd name="connsiteX617" fmla="*/ 349381 w 7467600"/>
              <a:gd name="connsiteY617" fmla="*/ 1875041 h 6858000"/>
              <a:gd name="connsiteX618" fmla="*/ 374363 w 7467600"/>
              <a:gd name="connsiteY618" fmla="*/ 1506494 h 6858000"/>
              <a:gd name="connsiteX619" fmla="*/ 302168 w 7467600"/>
              <a:gd name="connsiteY619" fmla="*/ 1274495 h 6858000"/>
              <a:gd name="connsiteX620" fmla="*/ 291466 w 7467600"/>
              <a:gd name="connsiteY620" fmla="*/ 1250369 h 6858000"/>
              <a:gd name="connsiteX621" fmla="*/ 678222 w 7467600"/>
              <a:gd name="connsiteY621" fmla="*/ 1248670 h 6858000"/>
              <a:gd name="connsiteX622" fmla="*/ 775536 w 7467600"/>
              <a:gd name="connsiteY622" fmla="*/ 1388015 h 6858000"/>
              <a:gd name="connsiteX623" fmla="*/ 894529 w 7467600"/>
              <a:gd name="connsiteY623" fmla="*/ 1567739 h 6858000"/>
              <a:gd name="connsiteX624" fmla="*/ 948000 w 7467600"/>
              <a:gd name="connsiteY624" fmla="*/ 1663088 h 6858000"/>
              <a:gd name="connsiteX625" fmla="*/ 1006812 w 7467600"/>
              <a:gd name="connsiteY625" fmla="*/ 1767683 h 6858000"/>
              <a:gd name="connsiteX626" fmla="*/ 1149133 w 7467600"/>
              <a:gd name="connsiteY626" fmla="*/ 1971513 h 6858000"/>
              <a:gd name="connsiteX627" fmla="*/ 1333952 w 7467600"/>
              <a:gd name="connsiteY627" fmla="*/ 2251620 h 6858000"/>
              <a:gd name="connsiteX628" fmla="*/ 1337329 w 7467600"/>
              <a:gd name="connsiteY628" fmla="*/ 2258350 h 6858000"/>
              <a:gd name="connsiteX629" fmla="*/ 1014726 w 7467600"/>
              <a:gd name="connsiteY629" fmla="*/ 1615556 h 6858000"/>
              <a:gd name="connsiteX630" fmla="*/ 678222 w 7467600"/>
              <a:gd name="connsiteY630" fmla="*/ 1248670 h 6858000"/>
              <a:gd name="connsiteX631" fmla="*/ 6691602 w 7467600"/>
              <a:gd name="connsiteY631" fmla="*/ 1140573 h 6858000"/>
              <a:gd name="connsiteX632" fmla="*/ 6571100 w 7467600"/>
              <a:gd name="connsiteY632" fmla="*/ 1183662 h 6858000"/>
              <a:gd name="connsiteX633" fmla="*/ 6241687 w 7467600"/>
              <a:gd name="connsiteY633" fmla="*/ 1257600 h 6858000"/>
              <a:gd name="connsiteX634" fmla="*/ 5693009 w 7467600"/>
              <a:gd name="connsiteY634" fmla="*/ 1478256 h 6858000"/>
              <a:gd name="connsiteX635" fmla="*/ 6548420 w 7467600"/>
              <a:gd name="connsiteY635" fmla="*/ 1214599 h 6858000"/>
              <a:gd name="connsiteX636" fmla="*/ 6605473 w 7467600"/>
              <a:gd name="connsiteY636" fmla="*/ 1184686 h 6858000"/>
              <a:gd name="connsiteX637" fmla="*/ 6691602 w 7467600"/>
              <a:gd name="connsiteY637" fmla="*/ 1140573 h 6858000"/>
              <a:gd name="connsiteX638" fmla="*/ 4002475 w 7467600"/>
              <a:gd name="connsiteY638" fmla="*/ 1037802 h 6858000"/>
              <a:gd name="connsiteX639" fmla="*/ 4000324 w 7467600"/>
              <a:gd name="connsiteY639" fmla="*/ 1039362 h 6858000"/>
              <a:gd name="connsiteX640" fmla="*/ 4002862 w 7467600"/>
              <a:gd name="connsiteY640" fmla="*/ 1042866 h 6858000"/>
              <a:gd name="connsiteX641" fmla="*/ 4002475 w 7467600"/>
              <a:gd name="connsiteY641" fmla="*/ 1037802 h 6858000"/>
              <a:gd name="connsiteX642" fmla="*/ 506322 w 7467600"/>
              <a:gd name="connsiteY642" fmla="*/ 1020997 h 6858000"/>
              <a:gd name="connsiteX643" fmla="*/ 533068 w 7467600"/>
              <a:gd name="connsiteY643" fmla="*/ 1029409 h 6858000"/>
              <a:gd name="connsiteX644" fmla="*/ 1232525 w 7467600"/>
              <a:gd name="connsiteY644" fmla="*/ 1804675 h 6858000"/>
              <a:gd name="connsiteX645" fmla="*/ 1388858 w 7467600"/>
              <a:gd name="connsiteY645" fmla="*/ 2368011 h 6858000"/>
              <a:gd name="connsiteX646" fmla="*/ 1384098 w 7467600"/>
              <a:gd name="connsiteY646" fmla="*/ 2378125 h 6858000"/>
              <a:gd name="connsiteX647" fmla="*/ 1425393 w 7467600"/>
              <a:gd name="connsiteY647" fmla="*/ 2589124 h 6858000"/>
              <a:gd name="connsiteX648" fmla="*/ 1424001 w 7467600"/>
              <a:gd name="connsiteY648" fmla="*/ 2597541 h 6858000"/>
              <a:gd name="connsiteX649" fmla="*/ 2152729 w 7467600"/>
              <a:gd name="connsiteY649" fmla="*/ 2864487 h 6858000"/>
              <a:gd name="connsiteX650" fmla="*/ 2020609 w 7467600"/>
              <a:gd name="connsiteY650" fmla="*/ 2539671 h 6858000"/>
              <a:gd name="connsiteX651" fmla="*/ 2018920 w 7467600"/>
              <a:gd name="connsiteY651" fmla="*/ 2536309 h 6858000"/>
              <a:gd name="connsiteX652" fmla="*/ 1342441 w 7467600"/>
              <a:gd name="connsiteY652" fmla="*/ 1173017 h 6858000"/>
              <a:gd name="connsiteX653" fmla="*/ 1367925 w 7467600"/>
              <a:gd name="connsiteY653" fmla="*/ 1135648 h 6858000"/>
              <a:gd name="connsiteX654" fmla="*/ 1771401 w 7467600"/>
              <a:gd name="connsiteY654" fmla="*/ 1806673 h 6858000"/>
              <a:gd name="connsiteX655" fmla="*/ 1972385 w 7467600"/>
              <a:gd name="connsiteY655" fmla="*/ 2198735 h 6858000"/>
              <a:gd name="connsiteX656" fmla="*/ 2040892 w 7467600"/>
              <a:gd name="connsiteY656" fmla="*/ 2405205 h 6858000"/>
              <a:gd name="connsiteX657" fmla="*/ 2131689 w 7467600"/>
              <a:gd name="connsiteY657" fmla="*/ 1936926 h 6858000"/>
              <a:gd name="connsiteX658" fmla="*/ 2454820 w 7467600"/>
              <a:gd name="connsiteY658" fmla="*/ 1248808 h 6858000"/>
              <a:gd name="connsiteX659" fmla="*/ 2492512 w 7467600"/>
              <a:gd name="connsiteY659" fmla="*/ 1302920 h 6858000"/>
              <a:gd name="connsiteX660" fmla="*/ 2081216 w 7467600"/>
              <a:gd name="connsiteY660" fmla="*/ 2527513 h 6858000"/>
              <a:gd name="connsiteX661" fmla="*/ 2081211 w 7467600"/>
              <a:gd name="connsiteY661" fmla="*/ 2528916 h 6858000"/>
              <a:gd name="connsiteX662" fmla="*/ 2199067 w 7467600"/>
              <a:gd name="connsiteY662" fmla="*/ 2884061 h 6858000"/>
              <a:gd name="connsiteX663" fmla="*/ 3192586 w 7467600"/>
              <a:gd name="connsiteY663" fmla="*/ 3411496 h 6858000"/>
              <a:gd name="connsiteX664" fmla="*/ 3182620 w 7467600"/>
              <a:gd name="connsiteY664" fmla="*/ 3483279 h 6858000"/>
              <a:gd name="connsiteX665" fmla="*/ 2435119 w 7467600"/>
              <a:gd name="connsiteY665" fmla="*/ 3080173 h 6858000"/>
              <a:gd name="connsiteX666" fmla="*/ 2410152 w 7467600"/>
              <a:gd name="connsiteY666" fmla="*/ 3063751 h 6858000"/>
              <a:gd name="connsiteX667" fmla="*/ 2408099 w 7467600"/>
              <a:gd name="connsiteY667" fmla="*/ 3064403 h 6858000"/>
              <a:gd name="connsiteX668" fmla="*/ 2407218 w 7467600"/>
              <a:gd name="connsiteY668" fmla="*/ 3070324 h 6858000"/>
              <a:gd name="connsiteX669" fmla="*/ 2380138 w 7467600"/>
              <a:gd name="connsiteY669" fmla="*/ 3099341 h 6858000"/>
              <a:gd name="connsiteX670" fmla="*/ 1765923 w 7467600"/>
              <a:gd name="connsiteY670" fmla="*/ 3581043 h 6858000"/>
              <a:gd name="connsiteX671" fmla="*/ 1702258 w 7467600"/>
              <a:gd name="connsiteY671" fmla="*/ 3612286 h 6858000"/>
              <a:gd name="connsiteX672" fmla="*/ 1538370 w 7467600"/>
              <a:gd name="connsiteY672" fmla="*/ 3811804 h 6858000"/>
              <a:gd name="connsiteX673" fmla="*/ 542867 w 7467600"/>
              <a:gd name="connsiteY673" fmla="*/ 4944092 h 6858000"/>
              <a:gd name="connsiteX674" fmla="*/ 515800 w 7467600"/>
              <a:gd name="connsiteY674" fmla="*/ 4862180 h 6858000"/>
              <a:gd name="connsiteX675" fmla="*/ 909145 w 7467600"/>
              <a:gd name="connsiteY675" fmla="*/ 4199225 h 6858000"/>
              <a:gd name="connsiteX676" fmla="*/ 1214067 w 7467600"/>
              <a:gd name="connsiteY676" fmla="*/ 3908561 h 6858000"/>
              <a:gd name="connsiteX677" fmla="*/ 640967 w 7467600"/>
              <a:gd name="connsiteY677" fmla="*/ 4105601 h 6858000"/>
              <a:gd name="connsiteX678" fmla="*/ 112563 w 7467600"/>
              <a:gd name="connsiteY678" fmla="*/ 4396952 h 6858000"/>
              <a:gd name="connsiteX679" fmla="*/ 0 w 7467600"/>
              <a:gd name="connsiteY679" fmla="*/ 4466006 h 6858000"/>
              <a:gd name="connsiteX680" fmla="*/ 0 w 7467600"/>
              <a:gd name="connsiteY680" fmla="*/ 4233763 h 6858000"/>
              <a:gd name="connsiteX681" fmla="*/ 36881 w 7467600"/>
              <a:gd name="connsiteY681" fmla="*/ 4200118 h 6858000"/>
              <a:gd name="connsiteX682" fmla="*/ 910534 w 7467600"/>
              <a:gd name="connsiteY682" fmla="*/ 3629753 h 6858000"/>
              <a:gd name="connsiteX683" fmla="*/ 1578717 w 7467600"/>
              <a:gd name="connsiteY683" fmla="*/ 3575982 h 6858000"/>
              <a:gd name="connsiteX684" fmla="*/ 2338780 w 7467600"/>
              <a:gd name="connsiteY684" fmla="*/ 3033725 h 6858000"/>
              <a:gd name="connsiteX685" fmla="*/ 1807991 w 7467600"/>
              <a:gd name="connsiteY685" fmla="*/ 2807184 h 6858000"/>
              <a:gd name="connsiteX686" fmla="*/ 1416358 w 7467600"/>
              <a:gd name="connsiteY686" fmla="*/ 3112571 h 6858000"/>
              <a:gd name="connsiteX687" fmla="*/ 939066 w 7467600"/>
              <a:gd name="connsiteY687" fmla="*/ 3378798 h 6858000"/>
              <a:gd name="connsiteX688" fmla="*/ 115099 w 7467600"/>
              <a:gd name="connsiteY688" fmla="*/ 3607650 h 6858000"/>
              <a:gd name="connsiteX689" fmla="*/ 97284 w 7467600"/>
              <a:gd name="connsiteY689" fmla="*/ 3520393 h 6858000"/>
              <a:gd name="connsiteX690" fmla="*/ 922050 w 7467600"/>
              <a:gd name="connsiteY690" fmla="*/ 3074867 h 6858000"/>
              <a:gd name="connsiteX691" fmla="*/ 1405265 w 7467600"/>
              <a:gd name="connsiteY691" fmla="*/ 3016319 h 6858000"/>
              <a:gd name="connsiteX692" fmla="*/ 1407512 w 7467600"/>
              <a:gd name="connsiteY692" fmla="*/ 3018001 h 6858000"/>
              <a:gd name="connsiteX693" fmla="*/ 1726266 w 7467600"/>
              <a:gd name="connsiteY693" fmla="*/ 2777274 h 6858000"/>
              <a:gd name="connsiteX694" fmla="*/ 625390 w 7467600"/>
              <a:gd name="connsiteY694" fmla="*/ 2514541 h 6858000"/>
              <a:gd name="connsiteX695" fmla="*/ 619799 w 7467600"/>
              <a:gd name="connsiteY695" fmla="*/ 2527180 h 6858000"/>
              <a:gd name="connsiteX696" fmla="*/ 310030 w 7467600"/>
              <a:gd name="connsiteY696" fmla="*/ 2771818 h 6858000"/>
              <a:gd name="connsiteX697" fmla="*/ 173877 w 7467600"/>
              <a:gd name="connsiteY697" fmla="*/ 2937056 h 6858000"/>
              <a:gd name="connsiteX698" fmla="*/ 77889 w 7467600"/>
              <a:gd name="connsiteY698" fmla="*/ 3138440 h 6858000"/>
              <a:gd name="connsiteX699" fmla="*/ 0 w 7467600"/>
              <a:gd name="connsiteY699" fmla="*/ 3271395 h 6858000"/>
              <a:gd name="connsiteX700" fmla="*/ 0 w 7467600"/>
              <a:gd name="connsiteY700" fmla="*/ 3153002 h 6858000"/>
              <a:gd name="connsiteX701" fmla="*/ 2386 w 7467600"/>
              <a:gd name="connsiteY701" fmla="*/ 3149203 h 6858000"/>
              <a:gd name="connsiteX702" fmla="*/ 89753 w 7467600"/>
              <a:gd name="connsiteY702" fmla="*/ 2987702 h 6858000"/>
              <a:gd name="connsiteX703" fmla="*/ 76869 w 7467600"/>
              <a:gd name="connsiteY703" fmla="*/ 3005404 h 6858000"/>
              <a:gd name="connsiteX704" fmla="*/ 32049 w 7467600"/>
              <a:gd name="connsiteY704" fmla="*/ 3065814 h 6858000"/>
              <a:gd name="connsiteX705" fmla="*/ 0 w 7467600"/>
              <a:gd name="connsiteY705" fmla="*/ 3108744 h 6858000"/>
              <a:gd name="connsiteX706" fmla="*/ 0 w 7467600"/>
              <a:gd name="connsiteY706" fmla="*/ 3058059 h 6858000"/>
              <a:gd name="connsiteX707" fmla="*/ 7610 w 7467600"/>
              <a:gd name="connsiteY707" fmla="*/ 3047889 h 6858000"/>
              <a:gd name="connsiteX708" fmla="*/ 52419 w 7467600"/>
              <a:gd name="connsiteY708" fmla="*/ 2987479 h 6858000"/>
              <a:gd name="connsiteX709" fmla="*/ 59142 w 7467600"/>
              <a:gd name="connsiteY709" fmla="*/ 2978488 h 6858000"/>
              <a:gd name="connsiteX710" fmla="*/ 0 w 7467600"/>
              <a:gd name="connsiteY710" fmla="*/ 3015334 h 6858000"/>
              <a:gd name="connsiteX711" fmla="*/ 0 w 7467600"/>
              <a:gd name="connsiteY711" fmla="*/ 2914286 h 6858000"/>
              <a:gd name="connsiteX712" fmla="*/ 36383 w 7467600"/>
              <a:gd name="connsiteY712" fmla="*/ 2901128 h 6858000"/>
              <a:gd name="connsiteX713" fmla="*/ 156329 w 7467600"/>
              <a:gd name="connsiteY713" fmla="*/ 2840533 h 6858000"/>
              <a:gd name="connsiteX714" fmla="*/ 358355 w 7467600"/>
              <a:gd name="connsiteY714" fmla="*/ 2620471 h 6858000"/>
              <a:gd name="connsiteX715" fmla="*/ 510577 w 7467600"/>
              <a:gd name="connsiteY715" fmla="*/ 2501244 h 6858000"/>
              <a:gd name="connsiteX716" fmla="*/ 211967 w 7467600"/>
              <a:gd name="connsiteY716" fmla="*/ 2479171 h 6858000"/>
              <a:gd name="connsiteX717" fmla="*/ 0 w 7467600"/>
              <a:gd name="connsiteY717" fmla="*/ 2476398 h 6858000"/>
              <a:gd name="connsiteX718" fmla="*/ 0 w 7467600"/>
              <a:gd name="connsiteY718" fmla="*/ 2389189 h 6858000"/>
              <a:gd name="connsiteX719" fmla="*/ 103062 w 7467600"/>
              <a:gd name="connsiteY719" fmla="*/ 2389518 h 6858000"/>
              <a:gd name="connsiteX720" fmla="*/ 510734 w 7467600"/>
              <a:gd name="connsiteY720" fmla="*/ 2416201 h 6858000"/>
              <a:gd name="connsiteX721" fmla="*/ 279257 w 7467600"/>
              <a:gd name="connsiteY721" fmla="*/ 2092102 h 6858000"/>
              <a:gd name="connsiteX722" fmla="*/ 65265 w 7467600"/>
              <a:gd name="connsiteY722" fmla="*/ 2006049 h 6858000"/>
              <a:gd name="connsiteX723" fmla="*/ 0 w 7467600"/>
              <a:gd name="connsiteY723" fmla="*/ 1982532 h 6858000"/>
              <a:gd name="connsiteX724" fmla="*/ 0 w 7467600"/>
              <a:gd name="connsiteY724" fmla="*/ 1912789 h 6858000"/>
              <a:gd name="connsiteX725" fmla="*/ 97460 w 7467600"/>
              <a:gd name="connsiteY725" fmla="*/ 1953725 h 6858000"/>
              <a:gd name="connsiteX726" fmla="*/ 221272 w 7467600"/>
              <a:gd name="connsiteY726" fmla="*/ 1980766 h 6858000"/>
              <a:gd name="connsiteX727" fmla="*/ 116765 w 7467600"/>
              <a:gd name="connsiteY727" fmla="*/ 1911033 h 6858000"/>
              <a:gd name="connsiteX728" fmla="*/ 16405 w 7467600"/>
              <a:gd name="connsiteY728" fmla="*/ 1803412 h 6858000"/>
              <a:gd name="connsiteX729" fmla="*/ 0 w 7467600"/>
              <a:gd name="connsiteY729" fmla="*/ 1784777 h 6858000"/>
              <a:gd name="connsiteX730" fmla="*/ 0 w 7467600"/>
              <a:gd name="connsiteY730" fmla="*/ 1740082 h 6858000"/>
              <a:gd name="connsiteX731" fmla="*/ 39394 w 7467600"/>
              <a:gd name="connsiteY731" fmla="*/ 1784856 h 6858000"/>
              <a:gd name="connsiteX732" fmla="*/ 135813 w 7467600"/>
              <a:gd name="connsiteY732" fmla="*/ 1888838 h 6858000"/>
              <a:gd name="connsiteX733" fmla="*/ 242575 w 7467600"/>
              <a:gd name="connsiteY733" fmla="*/ 1958841 h 6858000"/>
              <a:gd name="connsiteX734" fmla="*/ 82197 w 7467600"/>
              <a:gd name="connsiteY734" fmla="*/ 1754826 h 6858000"/>
              <a:gd name="connsiteX735" fmla="*/ 0 w 7467600"/>
              <a:gd name="connsiteY735" fmla="*/ 1679650 h 6858000"/>
              <a:gd name="connsiteX736" fmla="*/ 0 w 7467600"/>
              <a:gd name="connsiteY736" fmla="*/ 1602463 h 6858000"/>
              <a:gd name="connsiteX737" fmla="*/ 84689 w 7467600"/>
              <a:gd name="connsiteY737" fmla="*/ 1677442 h 6858000"/>
              <a:gd name="connsiteX738" fmla="*/ 298437 w 7467600"/>
              <a:gd name="connsiteY738" fmla="*/ 1968019 h 6858000"/>
              <a:gd name="connsiteX739" fmla="*/ 227269 w 7467600"/>
              <a:gd name="connsiteY739" fmla="*/ 1114064 h 6858000"/>
              <a:gd name="connsiteX740" fmla="*/ 248003 w 7467600"/>
              <a:gd name="connsiteY740" fmla="*/ 1089613 h 6858000"/>
              <a:gd name="connsiteX741" fmla="*/ 427020 w 7467600"/>
              <a:gd name="connsiteY741" fmla="*/ 1619803 h 6858000"/>
              <a:gd name="connsiteX742" fmla="*/ 340345 w 7467600"/>
              <a:gd name="connsiteY742" fmla="*/ 2027739 h 6858000"/>
              <a:gd name="connsiteX743" fmla="*/ 360865 w 7467600"/>
              <a:gd name="connsiteY743" fmla="*/ 2044827 h 6858000"/>
              <a:gd name="connsiteX744" fmla="*/ 560414 w 7467600"/>
              <a:gd name="connsiteY744" fmla="*/ 2421457 h 6858000"/>
              <a:gd name="connsiteX745" fmla="*/ 1359703 w 7467600"/>
              <a:gd name="connsiteY745" fmla="*/ 2578554 h 6858000"/>
              <a:gd name="connsiteX746" fmla="*/ 1359422 w 7467600"/>
              <a:gd name="connsiteY746" fmla="*/ 2577994 h 6858000"/>
              <a:gd name="connsiteX747" fmla="*/ 828701 w 7467600"/>
              <a:gd name="connsiteY747" fmla="*/ 1839520 h 6858000"/>
              <a:gd name="connsiteX748" fmla="*/ 494427 w 7467600"/>
              <a:gd name="connsiteY748" fmla="*/ 1092333 h 6858000"/>
              <a:gd name="connsiteX749" fmla="*/ 506322 w 7467600"/>
              <a:gd name="connsiteY749" fmla="*/ 1020997 h 6858000"/>
              <a:gd name="connsiteX750" fmla="*/ 4570198 w 7467600"/>
              <a:gd name="connsiteY750" fmla="*/ 978081 h 6858000"/>
              <a:gd name="connsiteX751" fmla="*/ 4523691 w 7467600"/>
              <a:gd name="connsiteY751" fmla="*/ 1127776 h 6858000"/>
              <a:gd name="connsiteX752" fmla="*/ 4509875 w 7467600"/>
              <a:gd name="connsiteY752" fmla="*/ 1167552 h 6858000"/>
              <a:gd name="connsiteX753" fmla="*/ 4478168 w 7467600"/>
              <a:gd name="connsiteY753" fmla="*/ 1260735 h 6858000"/>
              <a:gd name="connsiteX754" fmla="*/ 4409309 w 7467600"/>
              <a:gd name="connsiteY754" fmla="*/ 1666996 h 6858000"/>
              <a:gd name="connsiteX755" fmla="*/ 4370031 w 7467600"/>
              <a:gd name="connsiteY755" fmla="*/ 1955666 h 6858000"/>
              <a:gd name="connsiteX756" fmla="*/ 4570198 w 7467600"/>
              <a:gd name="connsiteY756" fmla="*/ 978081 h 6858000"/>
              <a:gd name="connsiteX757" fmla="*/ 4557898 w 7467600"/>
              <a:gd name="connsiteY757" fmla="*/ 900011 h 6858000"/>
              <a:gd name="connsiteX758" fmla="*/ 4344840 w 7467600"/>
              <a:gd name="connsiteY758" fmla="*/ 1922038 h 6858000"/>
              <a:gd name="connsiteX759" fmla="*/ 4378710 w 7467600"/>
              <a:gd name="connsiteY759" fmla="*/ 1665516 h 6858000"/>
              <a:gd name="connsiteX760" fmla="*/ 4448798 w 7467600"/>
              <a:gd name="connsiteY760" fmla="*/ 1253024 h 6858000"/>
              <a:gd name="connsiteX761" fmla="*/ 4480315 w 7467600"/>
              <a:gd name="connsiteY761" fmla="*/ 1158454 h 6858000"/>
              <a:gd name="connsiteX762" fmla="*/ 4494133 w 7467600"/>
              <a:gd name="connsiteY762" fmla="*/ 1118676 h 6858000"/>
              <a:gd name="connsiteX763" fmla="*/ 4557898 w 7467600"/>
              <a:gd name="connsiteY763" fmla="*/ 900011 h 6858000"/>
              <a:gd name="connsiteX764" fmla="*/ 5870151 w 7467600"/>
              <a:gd name="connsiteY764" fmla="*/ 898890 h 6858000"/>
              <a:gd name="connsiteX765" fmla="*/ 5861335 w 7467600"/>
              <a:gd name="connsiteY765" fmla="*/ 899177 h 6858000"/>
              <a:gd name="connsiteX766" fmla="*/ 5843702 w 7467600"/>
              <a:gd name="connsiteY766" fmla="*/ 899748 h 6858000"/>
              <a:gd name="connsiteX767" fmla="*/ 5651107 w 7467600"/>
              <a:gd name="connsiteY767" fmla="*/ 920306 h 6858000"/>
              <a:gd name="connsiteX768" fmla="*/ 5459407 w 7467600"/>
              <a:gd name="connsiteY768" fmla="*/ 940975 h 6858000"/>
              <a:gd name="connsiteX769" fmla="*/ 5374846 w 7467600"/>
              <a:gd name="connsiteY769" fmla="*/ 941988 h 6858000"/>
              <a:gd name="connsiteX770" fmla="*/ 5256105 w 7467600"/>
              <a:gd name="connsiteY770" fmla="*/ 945632 h 6858000"/>
              <a:gd name="connsiteX771" fmla="*/ 5107071 w 7467600"/>
              <a:gd name="connsiteY771" fmla="*/ 969720 h 6858000"/>
              <a:gd name="connsiteX772" fmla="*/ 4998681 w 7467600"/>
              <a:gd name="connsiteY772" fmla="*/ 988771 h 6858000"/>
              <a:gd name="connsiteX773" fmla="*/ 5870151 w 7467600"/>
              <a:gd name="connsiteY773" fmla="*/ 898890 h 6858000"/>
              <a:gd name="connsiteX774" fmla="*/ 5504425 w 7467600"/>
              <a:gd name="connsiteY774" fmla="*/ 848067 h 6858000"/>
              <a:gd name="connsiteX775" fmla="*/ 4968849 w 7467600"/>
              <a:gd name="connsiteY775" fmla="*/ 962318 h 6858000"/>
              <a:gd name="connsiteX776" fmla="*/ 5104039 w 7467600"/>
              <a:gd name="connsiteY776" fmla="*/ 940634 h 6858000"/>
              <a:gd name="connsiteX777" fmla="*/ 5256311 w 7467600"/>
              <a:gd name="connsiteY777" fmla="*/ 916490 h 6858000"/>
              <a:gd name="connsiteX778" fmla="*/ 5377381 w 7467600"/>
              <a:gd name="connsiteY778" fmla="*/ 912671 h 6858000"/>
              <a:gd name="connsiteX779" fmla="*/ 5460148 w 7467600"/>
              <a:gd name="connsiteY779" fmla="*/ 911442 h 6858000"/>
              <a:gd name="connsiteX780" fmla="*/ 5648971 w 7467600"/>
              <a:gd name="connsiteY780" fmla="*/ 891331 h 6858000"/>
              <a:gd name="connsiteX781" fmla="*/ 5844807 w 7467600"/>
              <a:gd name="connsiteY781" fmla="*/ 870718 h 6858000"/>
              <a:gd name="connsiteX782" fmla="*/ 5862975 w 7467600"/>
              <a:gd name="connsiteY782" fmla="*/ 869756 h 6858000"/>
              <a:gd name="connsiteX783" fmla="*/ 5920887 w 7467600"/>
              <a:gd name="connsiteY783" fmla="*/ 865929 h 6858000"/>
              <a:gd name="connsiteX784" fmla="*/ 5504425 w 7467600"/>
              <a:gd name="connsiteY784" fmla="*/ 848067 h 6858000"/>
              <a:gd name="connsiteX785" fmla="*/ 3607114 w 7467600"/>
              <a:gd name="connsiteY785" fmla="*/ 467441 h 6858000"/>
              <a:gd name="connsiteX786" fmla="*/ 3296242 w 7467600"/>
              <a:gd name="connsiteY786" fmla="*/ 807991 h 6858000"/>
              <a:gd name="connsiteX787" fmla="*/ 3174674 w 7467600"/>
              <a:gd name="connsiteY787" fmla="*/ 919759 h 6858000"/>
              <a:gd name="connsiteX788" fmla="*/ 3042978 w 7467600"/>
              <a:gd name="connsiteY788" fmla="*/ 1054894 h 6858000"/>
              <a:gd name="connsiteX789" fmla="*/ 2968914 w 7467600"/>
              <a:gd name="connsiteY789" fmla="*/ 1133756 h 6858000"/>
              <a:gd name="connsiteX790" fmla="*/ 3103823 w 7467600"/>
              <a:gd name="connsiteY790" fmla="*/ 1026814 h 6858000"/>
              <a:gd name="connsiteX791" fmla="*/ 3607114 w 7467600"/>
              <a:gd name="connsiteY791" fmla="*/ 467441 h 6858000"/>
              <a:gd name="connsiteX792" fmla="*/ 3744487 w 7467600"/>
              <a:gd name="connsiteY792" fmla="*/ 383136 h 6858000"/>
              <a:gd name="connsiteX793" fmla="*/ 3970213 w 7467600"/>
              <a:gd name="connsiteY793" fmla="*/ 995559 h 6858000"/>
              <a:gd name="connsiteX794" fmla="*/ 3744487 w 7467600"/>
              <a:gd name="connsiteY794" fmla="*/ 383136 h 6858000"/>
              <a:gd name="connsiteX795" fmla="*/ 3624562 w 7467600"/>
              <a:gd name="connsiteY795" fmla="*/ 367041 h 6858000"/>
              <a:gd name="connsiteX796" fmla="*/ 3489712 w 7467600"/>
              <a:gd name="connsiteY796" fmla="*/ 485386 h 6858000"/>
              <a:gd name="connsiteX797" fmla="*/ 3182994 w 7467600"/>
              <a:gd name="connsiteY797" fmla="*/ 828265 h 6858000"/>
              <a:gd name="connsiteX798" fmla="*/ 2892114 w 7467600"/>
              <a:gd name="connsiteY798" fmla="*/ 1172635 h 6858000"/>
              <a:gd name="connsiteX799" fmla="*/ 3021459 w 7467600"/>
              <a:gd name="connsiteY799" fmla="*/ 1035385 h 6858000"/>
              <a:gd name="connsiteX800" fmla="*/ 3153873 w 7467600"/>
              <a:gd name="connsiteY800" fmla="*/ 898971 h 6858000"/>
              <a:gd name="connsiteX801" fmla="*/ 3276511 w 7467600"/>
              <a:gd name="connsiteY801" fmla="*/ 786423 h 6858000"/>
              <a:gd name="connsiteX802" fmla="*/ 3584154 w 7467600"/>
              <a:gd name="connsiteY802" fmla="*/ 448218 h 6858000"/>
              <a:gd name="connsiteX803" fmla="*/ 3624562 w 7467600"/>
              <a:gd name="connsiteY803" fmla="*/ 367041 h 6858000"/>
              <a:gd name="connsiteX804" fmla="*/ 3766672 w 7467600"/>
              <a:gd name="connsiteY804" fmla="*/ 359429 h 6858000"/>
              <a:gd name="connsiteX805" fmla="*/ 3996338 w 7467600"/>
              <a:gd name="connsiteY805" fmla="*/ 968237 h 6858000"/>
              <a:gd name="connsiteX806" fmla="*/ 3766672 w 7467600"/>
              <a:gd name="connsiteY806" fmla="*/ 359429 h 6858000"/>
              <a:gd name="connsiteX807" fmla="*/ 5805386 w 7467600"/>
              <a:gd name="connsiteY807" fmla="*/ 239240 h 6858000"/>
              <a:gd name="connsiteX808" fmla="*/ 5736947 w 7467600"/>
              <a:gd name="connsiteY808" fmla="*/ 261367 h 6858000"/>
              <a:gd name="connsiteX809" fmla="*/ 5427012 w 7467600"/>
              <a:gd name="connsiteY809" fmla="*/ 311272 h 6858000"/>
              <a:gd name="connsiteX810" fmla="*/ 5147818 w 7467600"/>
              <a:gd name="connsiteY810" fmla="*/ 322112 h 6858000"/>
              <a:gd name="connsiteX811" fmla="*/ 5060854 w 7467600"/>
              <a:gd name="connsiteY811" fmla="*/ 311882 h 6858000"/>
              <a:gd name="connsiteX812" fmla="*/ 4945989 w 7467600"/>
              <a:gd name="connsiteY812" fmla="*/ 300516 h 6858000"/>
              <a:gd name="connsiteX813" fmla="*/ 5410479 w 7467600"/>
              <a:gd name="connsiteY813" fmla="*/ 348434 h 6858000"/>
              <a:gd name="connsiteX814" fmla="*/ 5805386 w 7467600"/>
              <a:gd name="connsiteY814" fmla="*/ 239240 h 6858000"/>
              <a:gd name="connsiteX815" fmla="*/ 5905192 w 7467600"/>
              <a:gd name="connsiteY815" fmla="*/ 163079 h 6858000"/>
              <a:gd name="connsiteX816" fmla="*/ 5865655 w 7467600"/>
              <a:gd name="connsiteY816" fmla="*/ 171901 h 6858000"/>
              <a:gd name="connsiteX817" fmla="*/ 5259740 w 7467600"/>
              <a:gd name="connsiteY817" fmla="*/ 257013 h 6858000"/>
              <a:gd name="connsiteX818" fmla="*/ 5208466 w 7467600"/>
              <a:gd name="connsiteY818" fmla="*/ 257550 h 6858000"/>
              <a:gd name="connsiteX819" fmla="*/ 4980204 w 7467600"/>
              <a:gd name="connsiteY819" fmla="*/ 271903 h 6858000"/>
              <a:gd name="connsiteX820" fmla="*/ 5068068 w 7467600"/>
              <a:gd name="connsiteY820" fmla="*/ 282244 h 6858000"/>
              <a:gd name="connsiteX821" fmla="*/ 5153231 w 7467600"/>
              <a:gd name="connsiteY821" fmla="*/ 292240 h 6858000"/>
              <a:gd name="connsiteX822" fmla="*/ 5426491 w 7467600"/>
              <a:gd name="connsiteY822" fmla="*/ 281128 h 6858000"/>
              <a:gd name="connsiteX823" fmla="*/ 5731212 w 7467600"/>
              <a:gd name="connsiteY823" fmla="*/ 231951 h 6858000"/>
              <a:gd name="connsiteX824" fmla="*/ 5905192 w 7467600"/>
              <a:gd name="connsiteY824" fmla="*/ 163079 h 6858000"/>
              <a:gd name="connsiteX825" fmla="*/ 5944437 w 7467600"/>
              <a:gd name="connsiteY825" fmla="*/ 113829 h 6858000"/>
              <a:gd name="connsiteX826" fmla="*/ 5825032 w 7467600"/>
              <a:gd name="connsiteY826" fmla="*/ 146405 h 6858000"/>
              <a:gd name="connsiteX827" fmla="*/ 4955599 w 7467600"/>
              <a:gd name="connsiteY827" fmla="*/ 247008 h 6858000"/>
              <a:gd name="connsiteX828" fmla="*/ 5210104 w 7467600"/>
              <a:gd name="connsiteY828" fmla="*/ 228123 h 6858000"/>
              <a:gd name="connsiteX829" fmla="*/ 5261015 w 7467600"/>
              <a:gd name="connsiteY829" fmla="*/ 227087 h 6858000"/>
              <a:gd name="connsiteX830" fmla="*/ 5861181 w 7467600"/>
              <a:gd name="connsiteY830" fmla="*/ 143093 h 6858000"/>
              <a:gd name="connsiteX831" fmla="*/ 5961252 w 7467600"/>
              <a:gd name="connsiteY831" fmla="*/ 114820 h 6858000"/>
              <a:gd name="connsiteX832" fmla="*/ 5944437 w 7467600"/>
              <a:gd name="connsiteY832" fmla="*/ 113829 h 6858000"/>
              <a:gd name="connsiteX833" fmla="*/ 3882765 w 7467600"/>
              <a:gd name="connsiteY833" fmla="*/ 0 h 6858000"/>
              <a:gd name="connsiteX834" fmla="*/ 3995099 w 7467600"/>
              <a:gd name="connsiteY834" fmla="*/ 0 h 6858000"/>
              <a:gd name="connsiteX835" fmla="*/ 4163818 w 7467600"/>
              <a:gd name="connsiteY835" fmla="*/ 234104 h 6858000"/>
              <a:gd name="connsiteX836" fmla="*/ 4172099 w 7467600"/>
              <a:gd name="connsiteY836" fmla="*/ 234207 h 6858000"/>
              <a:gd name="connsiteX837" fmla="*/ 4784282 w 7467600"/>
              <a:gd name="connsiteY837" fmla="*/ 276561 h 6858000"/>
              <a:gd name="connsiteX838" fmla="*/ 4801687 w 7467600"/>
              <a:gd name="connsiteY838" fmla="*/ 267764 h 6858000"/>
              <a:gd name="connsiteX839" fmla="*/ 6082788 w 7467600"/>
              <a:gd name="connsiteY839" fmla="*/ 64119 h 6858000"/>
              <a:gd name="connsiteX840" fmla="*/ 6099442 w 7467600"/>
              <a:gd name="connsiteY840" fmla="*/ 82568 h 6858000"/>
              <a:gd name="connsiteX841" fmla="*/ 4804137 w 7467600"/>
              <a:gd name="connsiteY841" fmla="*/ 320931 h 6858000"/>
              <a:gd name="connsiteX842" fmla="*/ 4227047 w 7467600"/>
              <a:gd name="connsiteY842" fmla="*/ 313415 h 6858000"/>
              <a:gd name="connsiteX843" fmla="*/ 4346041 w 7467600"/>
              <a:gd name="connsiteY843" fmla="*/ 456086 h 6858000"/>
              <a:gd name="connsiteX844" fmla="*/ 4870967 w 7467600"/>
              <a:gd name="connsiteY844" fmla="*/ 963061 h 6858000"/>
              <a:gd name="connsiteX845" fmla="*/ 4889647 w 7467600"/>
              <a:gd name="connsiteY845" fmla="*/ 957147 h 6858000"/>
              <a:gd name="connsiteX846" fmla="*/ 5422504 w 7467600"/>
              <a:gd name="connsiteY846" fmla="*/ 805191 h 6858000"/>
              <a:gd name="connsiteX847" fmla="*/ 6087656 w 7467600"/>
              <a:gd name="connsiteY847" fmla="*/ 826703 h 6858000"/>
              <a:gd name="connsiteX848" fmla="*/ 6058717 w 7467600"/>
              <a:gd name="connsiteY848" fmla="*/ 865992 h 6858000"/>
              <a:gd name="connsiteX849" fmla="*/ 4974153 w 7467600"/>
              <a:gd name="connsiteY849" fmla="*/ 1045456 h 6858000"/>
              <a:gd name="connsiteX850" fmla="*/ 5627835 w 7467600"/>
              <a:gd name="connsiteY850" fmla="*/ 1472077 h 6858000"/>
              <a:gd name="connsiteX851" fmla="*/ 5629817 w 7467600"/>
              <a:gd name="connsiteY851" fmla="*/ 1471412 h 6858000"/>
              <a:gd name="connsiteX852" fmla="*/ 5634124 w 7467600"/>
              <a:gd name="connsiteY852" fmla="*/ 1470572 h 6858000"/>
              <a:gd name="connsiteX853" fmla="*/ 5755832 w 7467600"/>
              <a:gd name="connsiteY853" fmla="*/ 1383886 h 6858000"/>
              <a:gd name="connsiteX854" fmla="*/ 6014186 w 7467600"/>
              <a:gd name="connsiteY854" fmla="*/ 1279799 h 6858000"/>
              <a:gd name="connsiteX855" fmla="*/ 6901619 w 7467600"/>
              <a:gd name="connsiteY855" fmla="*/ 1047874 h 6858000"/>
              <a:gd name="connsiteX856" fmla="*/ 6931566 w 7467600"/>
              <a:gd name="connsiteY856" fmla="*/ 1062034 h 6858000"/>
              <a:gd name="connsiteX857" fmla="*/ 5790982 w 7467600"/>
              <a:gd name="connsiteY857" fmla="*/ 1561380 h 6858000"/>
              <a:gd name="connsiteX858" fmla="*/ 6188971 w 7467600"/>
              <a:gd name="connsiteY858" fmla="*/ 1755168 h 6858000"/>
              <a:gd name="connsiteX859" fmla="*/ 6202446 w 7467600"/>
              <a:gd name="connsiteY859" fmla="*/ 1752268 h 6858000"/>
              <a:gd name="connsiteX860" fmla="*/ 7179560 w 7467600"/>
              <a:gd name="connsiteY860" fmla="*/ 1467551 h 6858000"/>
              <a:gd name="connsiteX861" fmla="*/ 7158730 w 7467600"/>
              <a:gd name="connsiteY861" fmla="*/ 1507835 h 6858000"/>
              <a:gd name="connsiteX862" fmla="*/ 6326959 w 7467600"/>
              <a:gd name="connsiteY862" fmla="*/ 1817686 h 6858000"/>
              <a:gd name="connsiteX863" fmla="*/ 6537433 w 7467600"/>
              <a:gd name="connsiteY863" fmla="*/ 1907790 h 6858000"/>
              <a:gd name="connsiteX864" fmla="*/ 6550221 w 7467600"/>
              <a:gd name="connsiteY864" fmla="*/ 1910729 h 6858000"/>
              <a:gd name="connsiteX865" fmla="*/ 6964438 w 7467600"/>
              <a:gd name="connsiteY865" fmla="*/ 2209505 h 6858000"/>
              <a:gd name="connsiteX866" fmla="*/ 7367862 w 7467600"/>
              <a:gd name="connsiteY866" fmla="*/ 2806833 h 6858000"/>
              <a:gd name="connsiteX867" fmla="*/ 7364329 w 7467600"/>
              <a:gd name="connsiteY867" fmla="*/ 2826907 h 6858000"/>
              <a:gd name="connsiteX868" fmla="*/ 7290545 w 7467600"/>
              <a:gd name="connsiteY868" fmla="*/ 2850663 h 6858000"/>
              <a:gd name="connsiteX869" fmla="*/ 6472036 w 7467600"/>
              <a:gd name="connsiteY869" fmla="*/ 1959003 h 6858000"/>
              <a:gd name="connsiteX870" fmla="*/ 5792897 w 7467600"/>
              <a:gd name="connsiteY870" fmla="*/ 1647747 h 6858000"/>
              <a:gd name="connsiteX871" fmla="*/ 5842751 w 7467600"/>
              <a:gd name="connsiteY871" fmla="*/ 1816112 h 6858000"/>
              <a:gd name="connsiteX872" fmla="*/ 5847424 w 7467600"/>
              <a:gd name="connsiteY872" fmla="*/ 1815776 h 6858000"/>
              <a:gd name="connsiteX873" fmla="*/ 6399821 w 7467600"/>
              <a:gd name="connsiteY873" fmla="*/ 2344799 h 6858000"/>
              <a:gd name="connsiteX874" fmla="*/ 6323232 w 7467600"/>
              <a:gd name="connsiteY874" fmla="*/ 2389634 h 6858000"/>
              <a:gd name="connsiteX875" fmla="*/ 5942958 w 7467600"/>
              <a:gd name="connsiteY875" fmla="*/ 2077708 h 6858000"/>
              <a:gd name="connsiteX876" fmla="*/ 5921559 w 7467600"/>
              <a:gd name="connsiteY876" fmla="*/ 2378596 h 6858000"/>
              <a:gd name="connsiteX877" fmla="*/ 5817651 w 7467600"/>
              <a:gd name="connsiteY877" fmla="*/ 3023919 h 6858000"/>
              <a:gd name="connsiteX878" fmla="*/ 5729634 w 7467600"/>
              <a:gd name="connsiteY878" fmla="*/ 3051849 h 6858000"/>
              <a:gd name="connsiteX879" fmla="*/ 5611018 w 7467600"/>
              <a:gd name="connsiteY879" fmla="*/ 2316769 h 6858000"/>
              <a:gd name="connsiteX880" fmla="*/ 5687608 w 7467600"/>
              <a:gd name="connsiteY880" fmla="*/ 2039972 h 6858000"/>
              <a:gd name="connsiteX881" fmla="*/ 5657554 w 7467600"/>
              <a:gd name="connsiteY881" fmla="*/ 1576445 h 6858000"/>
              <a:gd name="connsiteX882" fmla="*/ 5150475 w 7467600"/>
              <a:gd name="connsiteY882" fmla="*/ 1274012 h 6858000"/>
              <a:gd name="connsiteX883" fmla="*/ 5349142 w 7467600"/>
              <a:gd name="connsiteY883" fmla="*/ 2204405 h 6858000"/>
              <a:gd name="connsiteX884" fmla="*/ 5262214 w 7467600"/>
              <a:gd name="connsiteY884" fmla="*/ 2233836 h 6858000"/>
              <a:gd name="connsiteX885" fmla="*/ 4981539 w 7467600"/>
              <a:gd name="connsiteY885" fmla="*/ 1542201 h 6858000"/>
              <a:gd name="connsiteX886" fmla="*/ 4958461 w 7467600"/>
              <a:gd name="connsiteY886" fmla="*/ 1136957 h 6858000"/>
              <a:gd name="connsiteX887" fmla="*/ 4655015 w 7467600"/>
              <a:gd name="connsiteY887" fmla="*/ 891426 h 6858000"/>
              <a:gd name="connsiteX888" fmla="*/ 4348002 w 7467600"/>
              <a:gd name="connsiteY888" fmla="*/ 2205895 h 6858000"/>
              <a:gd name="connsiteX889" fmla="*/ 4262250 w 7467600"/>
              <a:gd name="connsiteY889" fmla="*/ 2219972 h 6858000"/>
              <a:gd name="connsiteX890" fmla="*/ 4550611 w 7467600"/>
              <a:gd name="connsiteY890" fmla="*/ 817540 h 6858000"/>
              <a:gd name="connsiteX891" fmla="*/ 4564418 w 7467600"/>
              <a:gd name="connsiteY891" fmla="*/ 808293 h 6858000"/>
              <a:gd name="connsiteX892" fmla="*/ 4266388 w 7467600"/>
              <a:gd name="connsiteY892" fmla="*/ 500083 h 6858000"/>
              <a:gd name="connsiteX893" fmla="*/ 4032842 w 7467600"/>
              <a:gd name="connsiteY893" fmla="*/ 211809 h 6858000"/>
              <a:gd name="connsiteX894" fmla="*/ 3882765 w 7467600"/>
              <a:gd name="connsiteY894" fmla="*/ 0 h 6858000"/>
              <a:gd name="connsiteX895" fmla="*/ 3721337 w 7467600"/>
              <a:gd name="connsiteY895" fmla="*/ 0 h 6858000"/>
              <a:gd name="connsiteX896" fmla="*/ 3797544 w 7467600"/>
              <a:gd name="connsiteY896" fmla="*/ 0 h 6858000"/>
              <a:gd name="connsiteX897" fmla="*/ 3775734 w 7467600"/>
              <a:gd name="connsiteY897" fmla="*/ 95131 h 6858000"/>
              <a:gd name="connsiteX898" fmla="*/ 3724807 w 7467600"/>
              <a:gd name="connsiteY898" fmla="*/ 272257 h 6858000"/>
              <a:gd name="connsiteX899" fmla="*/ 3726844 w 7467600"/>
              <a:gd name="connsiteY899" fmla="*/ 282988 h 6858000"/>
              <a:gd name="connsiteX900" fmla="*/ 3742664 w 7467600"/>
              <a:gd name="connsiteY900" fmla="*/ 279918 h 6858000"/>
              <a:gd name="connsiteX901" fmla="*/ 4103910 w 7467600"/>
              <a:gd name="connsiteY901" fmla="*/ 1161917 h 6858000"/>
              <a:gd name="connsiteX902" fmla="*/ 4020269 w 7467600"/>
              <a:gd name="connsiteY902" fmla="*/ 1200406 h 6858000"/>
              <a:gd name="connsiteX903" fmla="*/ 3674882 w 7467600"/>
              <a:gd name="connsiteY903" fmla="*/ 488524 h 6858000"/>
              <a:gd name="connsiteX904" fmla="*/ 3132682 w 7467600"/>
              <a:gd name="connsiteY904" fmla="*/ 1072284 h 6858000"/>
              <a:gd name="connsiteX905" fmla="*/ 2716346 w 7467600"/>
              <a:gd name="connsiteY905" fmla="*/ 1276376 h 6858000"/>
              <a:gd name="connsiteX906" fmla="*/ 2716772 w 7467600"/>
              <a:gd name="connsiteY906" fmla="*/ 1255462 h 6858000"/>
              <a:gd name="connsiteX907" fmla="*/ 3471096 w 7467600"/>
              <a:gd name="connsiteY907" fmla="*/ 437072 h 6858000"/>
              <a:gd name="connsiteX908" fmla="*/ 3639057 w 7467600"/>
              <a:gd name="connsiteY908" fmla="*/ 286334 h 6858000"/>
              <a:gd name="connsiteX909" fmla="*/ 3640309 w 7467600"/>
              <a:gd name="connsiteY909" fmla="*/ 284664 h 6858000"/>
              <a:gd name="connsiteX910" fmla="*/ 3646022 w 7467600"/>
              <a:gd name="connsiteY910" fmla="*/ 276711 h 6858000"/>
              <a:gd name="connsiteX911" fmla="*/ 3707943 w 7467600"/>
              <a:gd name="connsiteY911" fmla="*/ 65958 h 6858000"/>
              <a:gd name="connsiteX912" fmla="*/ 3721337 w 7467600"/>
              <a:gd name="connsiteY912" fmla="*/ 0 h 6858000"/>
              <a:gd name="connsiteX913" fmla="*/ 2867960 w 7467600"/>
              <a:gd name="connsiteY913" fmla="*/ 0 h 6858000"/>
              <a:gd name="connsiteX914" fmla="*/ 2926351 w 7467600"/>
              <a:gd name="connsiteY914" fmla="*/ 0 h 6858000"/>
              <a:gd name="connsiteX915" fmla="*/ 2902823 w 7467600"/>
              <a:gd name="connsiteY915" fmla="*/ 262929 h 6858000"/>
              <a:gd name="connsiteX916" fmla="*/ 2940663 w 7467600"/>
              <a:gd name="connsiteY916" fmla="*/ 140884 h 6858000"/>
              <a:gd name="connsiteX917" fmla="*/ 2947039 w 7467600"/>
              <a:gd name="connsiteY917" fmla="*/ 122524 h 6858000"/>
              <a:gd name="connsiteX918" fmla="*/ 2984316 w 7467600"/>
              <a:gd name="connsiteY918" fmla="*/ 0 h 6858000"/>
              <a:gd name="connsiteX919" fmla="*/ 3016114 w 7467600"/>
              <a:gd name="connsiteY919" fmla="*/ 0 h 6858000"/>
              <a:gd name="connsiteX920" fmla="*/ 2979949 w 7467600"/>
              <a:gd name="connsiteY920" fmla="*/ 119274 h 6858000"/>
              <a:gd name="connsiteX921" fmla="*/ 3023879 w 7467600"/>
              <a:gd name="connsiteY921" fmla="*/ 0 h 6858000"/>
              <a:gd name="connsiteX922" fmla="*/ 3105400 w 7467600"/>
              <a:gd name="connsiteY922" fmla="*/ 0 h 6858000"/>
              <a:gd name="connsiteX923" fmla="*/ 3094669 w 7467600"/>
              <a:gd name="connsiteY923" fmla="*/ 30308 h 6858000"/>
              <a:gd name="connsiteX924" fmla="*/ 2901945 w 7467600"/>
              <a:gd name="connsiteY924" fmla="*/ 466538 h 6858000"/>
              <a:gd name="connsiteX925" fmla="*/ 2815209 w 7467600"/>
              <a:gd name="connsiteY925" fmla="*/ 497361 h 6858000"/>
              <a:gd name="connsiteX926" fmla="*/ 2844845 w 7467600"/>
              <a:gd name="connsiteY926" fmla="*/ 127638 h 6858000"/>
              <a:gd name="connsiteX927" fmla="*/ 2867960 w 7467600"/>
              <a:gd name="connsiteY927" fmla="*/ 0 h 6858000"/>
              <a:gd name="connsiteX928" fmla="*/ 1057230 w 7467600"/>
              <a:gd name="connsiteY928" fmla="*/ 0 h 6858000"/>
              <a:gd name="connsiteX929" fmla="*/ 1111003 w 7467600"/>
              <a:gd name="connsiteY929" fmla="*/ 0 h 6858000"/>
              <a:gd name="connsiteX930" fmla="*/ 1125553 w 7467600"/>
              <a:gd name="connsiteY930" fmla="*/ 52588 h 6858000"/>
              <a:gd name="connsiteX931" fmla="*/ 1304276 w 7467600"/>
              <a:gd name="connsiteY931" fmla="*/ 476275 h 6858000"/>
              <a:gd name="connsiteX932" fmla="*/ 1492066 w 7467600"/>
              <a:gd name="connsiteY932" fmla="*/ 886333 h 6858000"/>
              <a:gd name="connsiteX933" fmla="*/ 1423698 w 7467600"/>
              <a:gd name="connsiteY933" fmla="*/ 710817 h 6858000"/>
              <a:gd name="connsiteX934" fmla="*/ 1357609 w 7467600"/>
              <a:gd name="connsiteY934" fmla="*/ 532892 h 6858000"/>
              <a:gd name="connsiteX935" fmla="*/ 1309550 w 7467600"/>
              <a:gd name="connsiteY935" fmla="*/ 374031 h 6858000"/>
              <a:gd name="connsiteX936" fmla="*/ 1193673 w 7467600"/>
              <a:gd name="connsiteY936" fmla="*/ 49533 h 6858000"/>
              <a:gd name="connsiteX937" fmla="*/ 1164391 w 7467600"/>
              <a:gd name="connsiteY937" fmla="*/ 0 h 6858000"/>
              <a:gd name="connsiteX938" fmla="*/ 1200666 w 7467600"/>
              <a:gd name="connsiteY938" fmla="*/ 0 h 6858000"/>
              <a:gd name="connsiteX939" fmla="*/ 1223408 w 7467600"/>
              <a:gd name="connsiteY939" fmla="*/ 38996 h 6858000"/>
              <a:gd name="connsiteX940" fmla="*/ 1339635 w 7467600"/>
              <a:gd name="connsiteY940" fmla="*/ 365517 h 6858000"/>
              <a:gd name="connsiteX941" fmla="*/ 1387469 w 7467600"/>
              <a:gd name="connsiteY941" fmla="*/ 523079 h 6858000"/>
              <a:gd name="connsiteX942" fmla="*/ 1452685 w 7467600"/>
              <a:gd name="connsiteY942" fmla="*/ 699806 h 6858000"/>
              <a:gd name="connsiteX943" fmla="*/ 1492092 w 7467600"/>
              <a:gd name="connsiteY943" fmla="*/ 800424 h 6858000"/>
              <a:gd name="connsiteX944" fmla="*/ 1455302 w 7467600"/>
              <a:gd name="connsiteY944" fmla="*/ 632913 h 6858000"/>
              <a:gd name="connsiteX945" fmla="*/ 1222336 w 7467600"/>
              <a:gd name="connsiteY945" fmla="*/ 9480 h 6858000"/>
              <a:gd name="connsiteX946" fmla="*/ 1214634 w 7467600"/>
              <a:gd name="connsiteY946" fmla="*/ 0 h 6858000"/>
              <a:gd name="connsiteX947" fmla="*/ 1289827 w 7467600"/>
              <a:gd name="connsiteY947" fmla="*/ 0 h 6858000"/>
              <a:gd name="connsiteX948" fmla="*/ 1321076 w 7467600"/>
              <a:gd name="connsiteY948" fmla="*/ 59722 h 6858000"/>
              <a:gd name="connsiteX949" fmla="*/ 1512579 w 7467600"/>
              <a:gd name="connsiteY949" fmla="*/ 626441 h 6858000"/>
              <a:gd name="connsiteX950" fmla="*/ 1506076 w 7467600"/>
              <a:gd name="connsiteY950" fmla="*/ 1089289 h 6858000"/>
              <a:gd name="connsiteX951" fmla="*/ 1486346 w 7467600"/>
              <a:gd name="connsiteY951" fmla="*/ 1079919 h 6858000"/>
              <a:gd name="connsiteX952" fmla="*/ 1070511 w 7467600"/>
              <a:gd name="connsiteY952" fmla="*/ 48609 h 6858000"/>
              <a:gd name="connsiteX953" fmla="*/ 1057230 w 7467600"/>
              <a:gd name="connsiteY953" fmla="*/ 0 h 6858000"/>
              <a:gd name="connsiteX954" fmla="*/ 43151 w 7467600"/>
              <a:gd name="connsiteY954" fmla="*/ 0 h 6858000"/>
              <a:gd name="connsiteX955" fmla="*/ 95283 w 7467600"/>
              <a:gd name="connsiteY955" fmla="*/ 0 h 6858000"/>
              <a:gd name="connsiteX956" fmla="*/ 300708 w 7467600"/>
              <a:gd name="connsiteY956" fmla="*/ 154571 h 6858000"/>
              <a:gd name="connsiteX957" fmla="*/ 530414 w 7467600"/>
              <a:gd name="connsiteY957" fmla="*/ 354673 h 6858000"/>
              <a:gd name="connsiteX958" fmla="*/ 333785 w 7467600"/>
              <a:gd name="connsiteY958" fmla="*/ 161564 h 6858000"/>
              <a:gd name="connsiteX959" fmla="*/ 147005 w 7467600"/>
              <a:gd name="connsiteY959" fmla="*/ 0 h 6858000"/>
              <a:gd name="connsiteX960" fmla="*/ 272509 w 7467600"/>
              <a:gd name="connsiteY960" fmla="*/ 0 h 6858000"/>
              <a:gd name="connsiteX961" fmla="*/ 326276 w 7467600"/>
              <a:gd name="connsiteY961" fmla="*/ 45847 h 6858000"/>
              <a:gd name="connsiteX962" fmla="*/ 823759 w 7467600"/>
              <a:gd name="connsiteY962" fmla="*/ 574145 h 6858000"/>
              <a:gd name="connsiteX963" fmla="*/ 811254 w 7467600"/>
              <a:gd name="connsiteY963" fmla="*/ 665546 h 6858000"/>
              <a:gd name="connsiteX964" fmla="*/ 154042 w 7467600"/>
              <a:gd name="connsiteY964" fmla="*/ 261522 h 6858000"/>
              <a:gd name="connsiteX965" fmla="*/ 13550 w 7467600"/>
              <a:gd name="connsiteY965" fmla="*/ 158423 h 6858000"/>
              <a:gd name="connsiteX966" fmla="*/ 0 w 7467600"/>
              <a:gd name="connsiteY966" fmla="*/ 146618 h 6858000"/>
              <a:gd name="connsiteX967" fmla="*/ 0 w 7467600"/>
              <a:gd name="connsiteY967" fmla="*/ 59161 h 6858000"/>
              <a:gd name="connsiteX968" fmla="*/ 45427 w 7467600"/>
              <a:gd name="connsiteY968" fmla="*/ 101078 h 6858000"/>
              <a:gd name="connsiteX969" fmla="*/ 630103 w 7467600"/>
              <a:gd name="connsiteY969" fmla="*/ 485885 h 6858000"/>
              <a:gd name="connsiteX970" fmla="*/ 532040 w 7467600"/>
              <a:gd name="connsiteY970" fmla="*/ 399359 h 6858000"/>
              <a:gd name="connsiteX971" fmla="*/ 517618 w 7467600"/>
              <a:gd name="connsiteY971" fmla="*/ 385726 h 6858000"/>
              <a:gd name="connsiteX972" fmla="*/ 285074 w 7467600"/>
              <a:gd name="connsiteY972" fmla="*/ 182755 h 6858000"/>
              <a:gd name="connsiteX973" fmla="*/ 43151 w 7467600"/>
              <a:gd name="connsiteY97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6946849 w 7467600"/>
              <a:gd name="connsiteY81" fmla="*/ 5523271 h 6858000"/>
              <a:gd name="connsiteX82" fmla="*/ 7105827 w 7467600"/>
              <a:gd name="connsiteY82" fmla="*/ 5718700 h 6858000"/>
              <a:gd name="connsiteX83" fmla="*/ 7356878 w 7467600"/>
              <a:gd name="connsiteY83" fmla="*/ 5981332 h 6858000"/>
              <a:gd name="connsiteX84" fmla="*/ 7467600 w 7467600"/>
              <a:gd name="connsiteY84" fmla="*/ 6117703 h 6858000"/>
              <a:gd name="connsiteX85" fmla="*/ 7467600 w 7467600"/>
              <a:gd name="connsiteY85" fmla="*/ 6163634 h 6858000"/>
              <a:gd name="connsiteX86" fmla="*/ 7403637 w 7467600"/>
              <a:gd name="connsiteY86" fmla="*/ 6083957 h 6858000"/>
              <a:gd name="connsiteX87" fmla="*/ 7254615 w 7467600"/>
              <a:gd name="connsiteY87" fmla="*/ 5911918 h 6858000"/>
              <a:gd name="connsiteX88" fmla="*/ 7312589 w 7467600"/>
              <a:gd name="connsiteY88" fmla="*/ 5982309 h 6858000"/>
              <a:gd name="connsiteX89" fmla="*/ 7448321 w 7467600"/>
              <a:gd name="connsiteY89" fmla="*/ 6190991 h 6858000"/>
              <a:gd name="connsiteX90" fmla="*/ 7467600 w 7467600"/>
              <a:gd name="connsiteY90" fmla="*/ 6221686 h 6858000"/>
              <a:gd name="connsiteX91" fmla="*/ 7467600 w 7467600"/>
              <a:gd name="connsiteY91" fmla="*/ 6334256 h 6858000"/>
              <a:gd name="connsiteX92" fmla="*/ 7454976 w 7467600"/>
              <a:gd name="connsiteY92" fmla="*/ 6318297 h 6858000"/>
              <a:gd name="connsiteX93" fmla="*/ 7042773 w 7467600"/>
              <a:gd name="connsiteY93" fmla="*/ 5734011 h 6858000"/>
              <a:gd name="connsiteX94" fmla="*/ 1456157 w 7467600"/>
              <a:gd name="connsiteY94" fmla="*/ 5371404 h 6858000"/>
              <a:gd name="connsiteX95" fmla="*/ 1244432 w 7467600"/>
              <a:gd name="connsiteY95" fmla="*/ 5385601 h 6858000"/>
              <a:gd name="connsiteX96" fmla="*/ 973990 w 7467600"/>
              <a:gd name="connsiteY96" fmla="*/ 5424940 h 6858000"/>
              <a:gd name="connsiteX97" fmla="*/ 1103809 w 7467600"/>
              <a:gd name="connsiteY97" fmla="*/ 5433720 h 6858000"/>
              <a:gd name="connsiteX98" fmla="*/ 1123454 w 7467600"/>
              <a:gd name="connsiteY98" fmla="*/ 5435727 h 6858000"/>
              <a:gd name="connsiteX99" fmla="*/ 1737017 w 7467600"/>
              <a:gd name="connsiteY99" fmla="*/ 5452183 h 6858000"/>
              <a:gd name="connsiteX100" fmla="*/ 1824397 w 7467600"/>
              <a:gd name="connsiteY100" fmla="*/ 5447757 h 6858000"/>
              <a:gd name="connsiteX101" fmla="*/ 2070059 w 7467600"/>
              <a:gd name="connsiteY101" fmla="*/ 5441660 h 6858000"/>
              <a:gd name="connsiteX102" fmla="*/ 1456157 w 7467600"/>
              <a:gd name="connsiteY102" fmla="*/ 5371404 h 6858000"/>
              <a:gd name="connsiteX103" fmla="*/ 4988186 w 7467600"/>
              <a:gd name="connsiteY103" fmla="*/ 5216467 h 6858000"/>
              <a:gd name="connsiteX104" fmla="*/ 4777334 w 7467600"/>
              <a:gd name="connsiteY104" fmla="*/ 5406072 h 6858000"/>
              <a:gd name="connsiteX105" fmla="*/ 4718341 w 7467600"/>
              <a:gd name="connsiteY105" fmla="*/ 5468043 h 6858000"/>
              <a:gd name="connsiteX106" fmla="*/ 4604655 w 7467600"/>
              <a:gd name="connsiteY106" fmla="*/ 5583434 h 6858000"/>
              <a:gd name="connsiteX107" fmla="*/ 4565074 w 7467600"/>
              <a:gd name="connsiteY107" fmla="*/ 5618550 h 6858000"/>
              <a:gd name="connsiteX108" fmla="*/ 4988186 w 7467600"/>
              <a:gd name="connsiteY108" fmla="*/ 5216467 h 6858000"/>
              <a:gd name="connsiteX109" fmla="*/ 4978032 w 7467600"/>
              <a:gd name="connsiteY109" fmla="*/ 5183809 h 6858000"/>
              <a:gd name="connsiteX110" fmla="*/ 4463413 w 7467600"/>
              <a:gd name="connsiteY110" fmla="*/ 5615162 h 6858000"/>
              <a:gd name="connsiteX111" fmla="*/ 4358134 w 7467600"/>
              <a:gd name="connsiteY111" fmla="*/ 5742791 h 6858000"/>
              <a:gd name="connsiteX112" fmla="*/ 4376219 w 7467600"/>
              <a:gd name="connsiteY112" fmla="*/ 5729027 h 6858000"/>
              <a:gd name="connsiteX113" fmla="*/ 4582340 w 7467600"/>
              <a:gd name="connsiteY113" fmla="*/ 5561037 h 6858000"/>
              <a:gd name="connsiteX114" fmla="*/ 4694684 w 7467600"/>
              <a:gd name="connsiteY114" fmla="*/ 5447098 h 6858000"/>
              <a:gd name="connsiteX115" fmla="*/ 4754123 w 7467600"/>
              <a:gd name="connsiteY115" fmla="*/ 5384643 h 6858000"/>
              <a:gd name="connsiteX116" fmla="*/ 4978032 w 7467600"/>
              <a:gd name="connsiteY116" fmla="*/ 5183809 h 6858000"/>
              <a:gd name="connsiteX117" fmla="*/ 1903353 w 7467600"/>
              <a:gd name="connsiteY117" fmla="*/ 5044827 h 6858000"/>
              <a:gd name="connsiteX118" fmla="*/ 1936931 w 7467600"/>
              <a:gd name="connsiteY118" fmla="*/ 5093954 h 6858000"/>
              <a:gd name="connsiteX119" fmla="*/ 2195868 w 7467600"/>
              <a:gd name="connsiteY119" fmla="*/ 5396574 h 6858000"/>
              <a:gd name="connsiteX120" fmla="*/ 2088852 w 7467600"/>
              <a:gd name="connsiteY120" fmla="*/ 5166123 h 6858000"/>
              <a:gd name="connsiteX121" fmla="*/ 1958241 w 7467600"/>
              <a:gd name="connsiteY121" fmla="*/ 5067955 h 6858000"/>
              <a:gd name="connsiteX122" fmla="*/ 1903353 w 7467600"/>
              <a:gd name="connsiteY122" fmla="*/ 5044827 h 6858000"/>
              <a:gd name="connsiteX123" fmla="*/ 1979378 w 7467600"/>
              <a:gd name="connsiteY123" fmla="*/ 4769504 h 6858000"/>
              <a:gd name="connsiteX124" fmla="*/ 2882120 w 7467600"/>
              <a:gd name="connsiteY124" fmla="*/ 5064547 h 6858000"/>
              <a:gd name="connsiteX125" fmla="*/ 2793103 w 7467600"/>
              <a:gd name="connsiteY125" fmla="*/ 5039699 h 6858000"/>
              <a:gd name="connsiteX126" fmla="*/ 2770041 w 7467600"/>
              <a:gd name="connsiteY126" fmla="*/ 5033634 h 6858000"/>
              <a:gd name="connsiteX127" fmla="*/ 1979378 w 7467600"/>
              <a:gd name="connsiteY127" fmla="*/ 4769504 h 6858000"/>
              <a:gd name="connsiteX128" fmla="*/ 1927410 w 7467600"/>
              <a:gd name="connsiteY128" fmla="*/ 4716164 h 6858000"/>
              <a:gd name="connsiteX129" fmla="*/ 1959587 w 7467600"/>
              <a:gd name="connsiteY129" fmla="*/ 4728849 h 6858000"/>
              <a:gd name="connsiteX130" fmla="*/ 2777707 w 7467600"/>
              <a:gd name="connsiteY130" fmla="*/ 5003991 h 6858000"/>
              <a:gd name="connsiteX131" fmla="*/ 2800768 w 7467600"/>
              <a:gd name="connsiteY131" fmla="*/ 5010056 h 6858000"/>
              <a:gd name="connsiteX132" fmla="*/ 2879408 w 7467600"/>
              <a:gd name="connsiteY132" fmla="*/ 5031590 h 6858000"/>
              <a:gd name="connsiteX133" fmla="*/ 2862295 w 7467600"/>
              <a:gd name="connsiteY133" fmla="*/ 5022958 h 6858000"/>
              <a:gd name="connsiteX134" fmla="*/ 2813343 w 7467600"/>
              <a:gd name="connsiteY134" fmla="*/ 4998369 h 6858000"/>
              <a:gd name="connsiteX135" fmla="*/ 2646245 w 7467600"/>
              <a:gd name="connsiteY135" fmla="*/ 4930999 h 6858000"/>
              <a:gd name="connsiteX136" fmla="*/ 1999243 w 7467600"/>
              <a:gd name="connsiteY136" fmla="*/ 4730524 h 6858000"/>
              <a:gd name="connsiteX137" fmla="*/ 1979527 w 7467600"/>
              <a:gd name="connsiteY137" fmla="*/ 4726651 h 6858000"/>
              <a:gd name="connsiteX138" fmla="*/ 1927410 w 7467600"/>
              <a:gd name="connsiteY138" fmla="*/ 4716164 h 6858000"/>
              <a:gd name="connsiteX139" fmla="*/ 1997014 w 7467600"/>
              <a:gd name="connsiteY139" fmla="*/ 4698007 h 6858000"/>
              <a:gd name="connsiteX140" fmla="*/ 2005458 w 7467600"/>
              <a:gd name="connsiteY140" fmla="*/ 4699540 h 6858000"/>
              <a:gd name="connsiteX141" fmla="*/ 2657186 w 7467600"/>
              <a:gd name="connsiteY141" fmla="*/ 4901687 h 6858000"/>
              <a:gd name="connsiteX142" fmla="*/ 2826662 w 7467600"/>
              <a:gd name="connsiteY142" fmla="*/ 4970362 h 6858000"/>
              <a:gd name="connsiteX143" fmla="*/ 2876100 w 7467600"/>
              <a:gd name="connsiteY143" fmla="*/ 4995397 h 6858000"/>
              <a:gd name="connsiteX144" fmla="*/ 3042600 w 7467600"/>
              <a:gd name="connsiteY144" fmla="*/ 5059532 h 6858000"/>
              <a:gd name="connsiteX145" fmla="*/ 1997014 w 7467600"/>
              <a:gd name="connsiteY145" fmla="*/ 4698007 h 6858000"/>
              <a:gd name="connsiteX146" fmla="*/ 2305292 w 7467600"/>
              <a:gd name="connsiteY146" fmla="*/ 4219492 h 6858000"/>
              <a:gd name="connsiteX147" fmla="*/ 3360922 w 7467600"/>
              <a:gd name="connsiteY147" fmla="*/ 4529373 h 6858000"/>
              <a:gd name="connsiteX148" fmla="*/ 3492420 w 7467600"/>
              <a:gd name="connsiteY148" fmla="*/ 4510145 h 6858000"/>
              <a:gd name="connsiteX149" fmla="*/ 3364086 w 7467600"/>
              <a:gd name="connsiteY149" fmla="*/ 4480340 h 6858000"/>
              <a:gd name="connsiteX150" fmla="*/ 3225818 w 7467600"/>
              <a:gd name="connsiteY150" fmla="*/ 4411822 h 6858000"/>
              <a:gd name="connsiteX151" fmla="*/ 3129696 w 7467600"/>
              <a:gd name="connsiteY151" fmla="*/ 4360704 h 6858000"/>
              <a:gd name="connsiteX152" fmla="*/ 2814545 w 7467600"/>
              <a:gd name="connsiteY152" fmla="*/ 4282955 h 6858000"/>
              <a:gd name="connsiteX153" fmla="*/ 2305292 w 7467600"/>
              <a:gd name="connsiteY153" fmla="*/ 4219492 h 6858000"/>
              <a:gd name="connsiteX154" fmla="*/ 2626982 w 7467600"/>
              <a:gd name="connsiteY154" fmla="*/ 4206450 h 6858000"/>
              <a:gd name="connsiteX155" fmla="*/ 2490617 w 7467600"/>
              <a:gd name="connsiteY155" fmla="*/ 4206951 h 6858000"/>
              <a:gd name="connsiteX156" fmla="*/ 2819869 w 7467600"/>
              <a:gd name="connsiteY156" fmla="*/ 4252936 h 6858000"/>
              <a:gd name="connsiteX157" fmla="*/ 3143018 w 7467600"/>
              <a:gd name="connsiteY157" fmla="*/ 4332698 h 6858000"/>
              <a:gd name="connsiteX158" fmla="*/ 3241520 w 7467600"/>
              <a:gd name="connsiteY158" fmla="*/ 4385112 h 6858000"/>
              <a:gd name="connsiteX159" fmla="*/ 3374575 w 7467600"/>
              <a:gd name="connsiteY159" fmla="*/ 4451517 h 6858000"/>
              <a:gd name="connsiteX160" fmla="*/ 3505221 w 7467600"/>
              <a:gd name="connsiteY160" fmla="*/ 4480757 h 6858000"/>
              <a:gd name="connsiteX161" fmla="*/ 2626982 w 7467600"/>
              <a:gd name="connsiteY161" fmla="*/ 4206450 h 6858000"/>
              <a:gd name="connsiteX162" fmla="*/ 1310106 w 7467600"/>
              <a:gd name="connsiteY162" fmla="*/ 3943217 h 6858000"/>
              <a:gd name="connsiteX163" fmla="*/ 854994 w 7467600"/>
              <a:gd name="connsiteY163" fmla="*/ 4399136 h 6858000"/>
              <a:gd name="connsiteX164" fmla="*/ 742462 w 7467600"/>
              <a:gd name="connsiteY164" fmla="*/ 4594648 h 6858000"/>
              <a:gd name="connsiteX165" fmla="*/ 820602 w 7467600"/>
              <a:gd name="connsiteY165" fmla="*/ 4485915 h 6858000"/>
              <a:gd name="connsiteX166" fmla="*/ 878295 w 7467600"/>
              <a:gd name="connsiteY166" fmla="*/ 4403594 h 6858000"/>
              <a:gd name="connsiteX167" fmla="*/ 1240607 w 7467600"/>
              <a:gd name="connsiteY167" fmla="*/ 4010401 h 6858000"/>
              <a:gd name="connsiteX168" fmla="*/ 1310106 w 7467600"/>
              <a:gd name="connsiteY168" fmla="*/ 3943217 h 6858000"/>
              <a:gd name="connsiteX169" fmla="*/ 1423113 w 7467600"/>
              <a:gd name="connsiteY169" fmla="*/ 3874565 h 6858000"/>
              <a:gd name="connsiteX170" fmla="*/ 1260565 w 7467600"/>
              <a:gd name="connsiteY170" fmla="*/ 4031982 h 6858000"/>
              <a:gd name="connsiteX171" fmla="*/ 901900 w 7467600"/>
              <a:gd name="connsiteY171" fmla="*/ 4421236 h 6858000"/>
              <a:gd name="connsiteX172" fmla="*/ 845044 w 7467600"/>
              <a:gd name="connsiteY172" fmla="*/ 4502436 h 6858000"/>
              <a:gd name="connsiteX173" fmla="*/ 685926 w 7467600"/>
              <a:gd name="connsiteY173" fmla="*/ 4703069 h 6858000"/>
              <a:gd name="connsiteX174" fmla="*/ 684248 w 7467600"/>
              <a:gd name="connsiteY174" fmla="*/ 4706721 h 6858000"/>
              <a:gd name="connsiteX175" fmla="*/ 1423113 w 7467600"/>
              <a:gd name="connsiteY175" fmla="*/ 3874565 h 6858000"/>
              <a:gd name="connsiteX176" fmla="*/ 3316479 w 7467600"/>
              <a:gd name="connsiteY176" fmla="*/ 3872136 h 6858000"/>
              <a:gd name="connsiteX177" fmla="*/ 3546806 w 7467600"/>
              <a:gd name="connsiteY177" fmla="*/ 4356139 h 6858000"/>
              <a:gd name="connsiteX178" fmla="*/ 3364433 w 7467600"/>
              <a:gd name="connsiteY178" fmla="*/ 3953121 h 6858000"/>
              <a:gd name="connsiteX179" fmla="*/ 3316479 w 7467600"/>
              <a:gd name="connsiteY179" fmla="*/ 3872136 h 6858000"/>
              <a:gd name="connsiteX180" fmla="*/ 3291335 w 7467600"/>
              <a:gd name="connsiteY180" fmla="*/ 3767420 h 6858000"/>
              <a:gd name="connsiteX181" fmla="*/ 3390805 w 7467600"/>
              <a:gd name="connsiteY181" fmla="*/ 3937163 h 6858000"/>
              <a:gd name="connsiteX182" fmla="*/ 3579062 w 7467600"/>
              <a:gd name="connsiteY182" fmla="*/ 4359040 h 6858000"/>
              <a:gd name="connsiteX183" fmla="*/ 3467355 w 7467600"/>
              <a:gd name="connsiteY183" fmla="*/ 3988130 h 6858000"/>
              <a:gd name="connsiteX184" fmla="*/ 3310753 w 7467600"/>
              <a:gd name="connsiteY184" fmla="*/ 3787140 h 6858000"/>
              <a:gd name="connsiteX185" fmla="*/ 3291335 w 7467600"/>
              <a:gd name="connsiteY185" fmla="*/ 3767420 h 6858000"/>
              <a:gd name="connsiteX186" fmla="*/ 1635889 w 7467600"/>
              <a:gd name="connsiteY186" fmla="*/ 3709494 h 6858000"/>
              <a:gd name="connsiteX187" fmla="*/ 1634800 w 7467600"/>
              <a:gd name="connsiteY187" fmla="*/ 3731111 h 6858000"/>
              <a:gd name="connsiteX188" fmla="*/ 1635889 w 7467600"/>
              <a:gd name="connsiteY188" fmla="*/ 3709494 h 6858000"/>
              <a:gd name="connsiteX189" fmla="*/ 1510397 w 7467600"/>
              <a:gd name="connsiteY189" fmla="*/ 3684705 h 6858000"/>
              <a:gd name="connsiteX190" fmla="*/ 1146550 w 7467600"/>
              <a:gd name="connsiteY190" fmla="*/ 3802012 h 6858000"/>
              <a:gd name="connsiteX191" fmla="*/ 698834 w 7467600"/>
              <a:gd name="connsiteY191" fmla="*/ 3952272 h 6858000"/>
              <a:gd name="connsiteX192" fmla="*/ 34256 w 7467600"/>
              <a:gd name="connsiteY192" fmla="*/ 4347603 h 6858000"/>
              <a:gd name="connsiteX193" fmla="*/ 527241 w 7467600"/>
              <a:gd name="connsiteY193" fmla="*/ 4065078 h 6858000"/>
              <a:gd name="connsiteX194" fmla="*/ 1510397 w 7467600"/>
              <a:gd name="connsiteY194" fmla="*/ 3684705 h 6858000"/>
              <a:gd name="connsiteX195" fmla="*/ 1313114 w 7467600"/>
              <a:gd name="connsiteY195" fmla="*/ 3655216 h 6858000"/>
              <a:gd name="connsiteX196" fmla="*/ 1109304 w 7467600"/>
              <a:gd name="connsiteY196" fmla="*/ 3669030 h 6858000"/>
              <a:gd name="connsiteX197" fmla="*/ 8129 w 7467600"/>
              <a:gd name="connsiteY197" fmla="*/ 4330519 h 6858000"/>
              <a:gd name="connsiteX198" fmla="*/ 687572 w 7467600"/>
              <a:gd name="connsiteY198" fmla="*/ 3925629 h 6858000"/>
              <a:gd name="connsiteX199" fmla="*/ 1138365 w 7467600"/>
              <a:gd name="connsiteY199" fmla="*/ 3774515 h 6858000"/>
              <a:gd name="connsiteX200" fmla="*/ 1505579 w 7467600"/>
              <a:gd name="connsiteY200" fmla="*/ 3655526 h 6858000"/>
              <a:gd name="connsiteX201" fmla="*/ 1313114 w 7467600"/>
              <a:gd name="connsiteY201" fmla="*/ 3655216 h 6858000"/>
              <a:gd name="connsiteX202" fmla="*/ 3655073 w 7467600"/>
              <a:gd name="connsiteY202" fmla="*/ 3650884 h 6858000"/>
              <a:gd name="connsiteX203" fmla="*/ 3989938 w 7467600"/>
              <a:gd name="connsiteY203" fmla="*/ 3991685 h 6858000"/>
              <a:gd name="connsiteX204" fmla="*/ 4393907 w 7467600"/>
              <a:gd name="connsiteY204" fmla="*/ 4261258 h 6858000"/>
              <a:gd name="connsiteX205" fmla="*/ 4648051 w 7467600"/>
              <a:gd name="connsiteY205" fmla="*/ 4374051 h 6858000"/>
              <a:gd name="connsiteX206" fmla="*/ 4383389 w 7467600"/>
              <a:gd name="connsiteY206" fmla="*/ 4184369 h 6858000"/>
              <a:gd name="connsiteX207" fmla="*/ 4165508 w 7467600"/>
              <a:gd name="connsiteY207" fmla="*/ 4035196 h 6858000"/>
              <a:gd name="connsiteX208" fmla="*/ 4068162 w 7467600"/>
              <a:gd name="connsiteY208" fmla="*/ 3953394 h 6858000"/>
              <a:gd name="connsiteX209" fmla="*/ 3981416 w 7467600"/>
              <a:gd name="connsiteY209" fmla="*/ 3880482 h 6858000"/>
              <a:gd name="connsiteX210" fmla="*/ 3800147 w 7467600"/>
              <a:gd name="connsiteY210" fmla="*/ 3749872 h 6858000"/>
              <a:gd name="connsiteX211" fmla="*/ 3655073 w 7467600"/>
              <a:gd name="connsiteY211" fmla="*/ 3650884 h 6858000"/>
              <a:gd name="connsiteX212" fmla="*/ 3670252 w 7467600"/>
              <a:gd name="connsiteY212" fmla="*/ 3622798 h 6858000"/>
              <a:gd name="connsiteX213" fmla="*/ 3817258 w 7467600"/>
              <a:gd name="connsiteY213" fmla="*/ 3723577 h 6858000"/>
              <a:gd name="connsiteX214" fmla="*/ 4000461 w 7467600"/>
              <a:gd name="connsiteY214" fmla="*/ 3855966 h 6858000"/>
              <a:gd name="connsiteX215" fmla="*/ 4088180 w 7467600"/>
              <a:gd name="connsiteY215" fmla="*/ 3929774 h 6858000"/>
              <a:gd name="connsiteX216" fmla="*/ 4184555 w 7467600"/>
              <a:gd name="connsiteY216" fmla="*/ 4010683 h 6858000"/>
              <a:gd name="connsiteX217" fmla="*/ 4399563 w 7467600"/>
              <a:gd name="connsiteY217" fmla="*/ 4158106 h 6858000"/>
              <a:gd name="connsiteX218" fmla="*/ 4684469 w 7467600"/>
              <a:gd name="connsiteY218" fmla="*/ 4364680 h 6858000"/>
              <a:gd name="connsiteX219" fmla="*/ 4690271 w 7467600"/>
              <a:gd name="connsiteY219" fmla="*/ 4370034 h 6858000"/>
              <a:gd name="connsiteX220" fmla="*/ 4136093 w 7467600"/>
              <a:gd name="connsiteY220" fmla="*/ 3858466 h 6858000"/>
              <a:gd name="connsiteX221" fmla="*/ 3670252 w 7467600"/>
              <a:gd name="connsiteY221" fmla="*/ 3622798 h 6858000"/>
              <a:gd name="connsiteX222" fmla="*/ 4440129 w 7467600"/>
              <a:gd name="connsiteY222" fmla="*/ 3448571 h 6858000"/>
              <a:gd name="connsiteX223" fmla="*/ 4856525 w 7467600"/>
              <a:gd name="connsiteY223" fmla="*/ 3915351 h 6858000"/>
              <a:gd name="connsiteX224" fmla="*/ 5059055 w 7467600"/>
              <a:gd name="connsiteY224" fmla="*/ 4108918 h 6858000"/>
              <a:gd name="connsiteX225" fmla="*/ 5290070 w 7467600"/>
              <a:gd name="connsiteY225" fmla="*/ 4263619 h 6858000"/>
              <a:gd name="connsiteX226" fmla="*/ 4834991 w 7467600"/>
              <a:gd name="connsiteY226" fmla="*/ 3830985 h 6858000"/>
              <a:gd name="connsiteX227" fmla="*/ 4440129 w 7467600"/>
              <a:gd name="connsiteY227" fmla="*/ 3448571 h 6858000"/>
              <a:gd name="connsiteX228" fmla="*/ 4441737 w 7467600"/>
              <a:gd name="connsiteY228" fmla="*/ 3399734 h 6858000"/>
              <a:gd name="connsiteX229" fmla="*/ 4431236 w 7467600"/>
              <a:gd name="connsiteY229" fmla="*/ 3400954 h 6858000"/>
              <a:gd name="connsiteX230" fmla="*/ 4557150 w 7467600"/>
              <a:gd name="connsiteY230" fmla="*/ 3510023 h 6858000"/>
              <a:gd name="connsiteX231" fmla="*/ 4856936 w 7467600"/>
              <a:gd name="connsiteY231" fmla="*/ 3809146 h 6858000"/>
              <a:gd name="connsiteX232" fmla="*/ 5111996 w 7467600"/>
              <a:gd name="connsiteY232" fmla="*/ 4065759 h 6858000"/>
              <a:gd name="connsiteX233" fmla="*/ 5388878 w 7467600"/>
              <a:gd name="connsiteY233" fmla="*/ 4300185 h 6858000"/>
              <a:gd name="connsiteX234" fmla="*/ 5425556 w 7467600"/>
              <a:gd name="connsiteY234" fmla="*/ 4308967 h 6858000"/>
              <a:gd name="connsiteX235" fmla="*/ 4943646 w 7467600"/>
              <a:gd name="connsiteY235" fmla="*/ 3822916 h 6858000"/>
              <a:gd name="connsiteX236" fmla="*/ 4594837 w 7467600"/>
              <a:gd name="connsiteY236" fmla="*/ 3532274 h 6858000"/>
              <a:gd name="connsiteX237" fmla="*/ 4441737 w 7467600"/>
              <a:gd name="connsiteY237" fmla="*/ 3399734 h 6858000"/>
              <a:gd name="connsiteX238" fmla="*/ 5425834 w 7467600"/>
              <a:gd name="connsiteY238" fmla="*/ 3162785 h 6858000"/>
              <a:gd name="connsiteX239" fmla="*/ 5401644 w 7467600"/>
              <a:gd name="connsiteY239" fmla="*/ 3617847 h 6858000"/>
              <a:gd name="connsiteX240" fmla="*/ 5467256 w 7467600"/>
              <a:gd name="connsiteY240" fmla="*/ 4175494 h 6858000"/>
              <a:gd name="connsiteX241" fmla="*/ 5448069 w 7467600"/>
              <a:gd name="connsiteY241" fmla="*/ 3567554 h 6858000"/>
              <a:gd name="connsiteX242" fmla="*/ 5425834 w 7467600"/>
              <a:gd name="connsiteY242" fmla="*/ 3162785 h 6858000"/>
              <a:gd name="connsiteX243" fmla="*/ 1318687 w 7467600"/>
              <a:gd name="connsiteY243" fmla="*/ 3113840 h 6858000"/>
              <a:gd name="connsiteX244" fmla="*/ 1066793 w 7467600"/>
              <a:gd name="connsiteY244" fmla="*/ 3212171 h 6858000"/>
              <a:gd name="connsiteX245" fmla="*/ 993319 w 7467600"/>
              <a:gd name="connsiteY245" fmla="*/ 3247648 h 6858000"/>
              <a:gd name="connsiteX246" fmla="*/ 853081 w 7467600"/>
              <a:gd name="connsiteY246" fmla="*/ 3312410 h 6858000"/>
              <a:gd name="connsiteX247" fmla="*/ 805957 w 7467600"/>
              <a:gd name="connsiteY247" fmla="*/ 3330443 h 6858000"/>
              <a:gd name="connsiteX248" fmla="*/ 1318687 w 7467600"/>
              <a:gd name="connsiteY248" fmla="*/ 3113840 h 6858000"/>
              <a:gd name="connsiteX249" fmla="*/ 5453702 w 7467600"/>
              <a:gd name="connsiteY249" fmla="*/ 3090882 h 6858000"/>
              <a:gd name="connsiteX250" fmla="*/ 5480135 w 7467600"/>
              <a:gd name="connsiteY250" fmla="*/ 3565802 h 6858000"/>
              <a:gd name="connsiteX251" fmla="*/ 5499023 w 7467600"/>
              <a:gd name="connsiteY251" fmla="*/ 4166310 h 6858000"/>
              <a:gd name="connsiteX252" fmla="*/ 5547022 w 7467600"/>
              <a:gd name="connsiteY252" fmla="*/ 3607838 h 6858000"/>
              <a:gd name="connsiteX253" fmla="*/ 5515964 w 7467600"/>
              <a:gd name="connsiteY253" fmla="*/ 3378541 h 6858000"/>
              <a:gd name="connsiteX254" fmla="*/ 5453702 w 7467600"/>
              <a:gd name="connsiteY254" fmla="*/ 3090882 h 6858000"/>
              <a:gd name="connsiteX255" fmla="*/ 1238695 w 7467600"/>
              <a:gd name="connsiteY255" fmla="*/ 3076820 h 6858000"/>
              <a:gd name="connsiteX256" fmla="*/ 716371 w 7467600"/>
              <a:gd name="connsiteY256" fmla="*/ 3293249 h 6858000"/>
              <a:gd name="connsiteX257" fmla="*/ 579522 w 7467600"/>
              <a:gd name="connsiteY257" fmla="*/ 3371759 h 6858000"/>
              <a:gd name="connsiteX258" fmla="*/ 600288 w 7467600"/>
              <a:gd name="connsiteY258" fmla="*/ 3365555 h 6858000"/>
              <a:gd name="connsiteX259" fmla="*/ 840692 w 7467600"/>
              <a:gd name="connsiteY259" fmla="*/ 3284921 h 6858000"/>
              <a:gd name="connsiteX260" fmla="*/ 979248 w 7467600"/>
              <a:gd name="connsiteY260" fmla="*/ 3221003 h 6858000"/>
              <a:gd name="connsiteX261" fmla="*/ 1053282 w 7467600"/>
              <a:gd name="connsiteY261" fmla="*/ 3185247 h 6858000"/>
              <a:gd name="connsiteX262" fmla="*/ 1320603 w 7467600"/>
              <a:gd name="connsiteY262" fmla="*/ 3081281 h 6858000"/>
              <a:gd name="connsiteX263" fmla="*/ 1238695 w 7467600"/>
              <a:gd name="connsiteY263" fmla="*/ 3076820 h 6858000"/>
              <a:gd name="connsiteX264" fmla="*/ 5425627 w 7467600"/>
              <a:gd name="connsiteY264" fmla="*/ 2954192 h 6858000"/>
              <a:gd name="connsiteX265" fmla="*/ 5470770 w 7467600"/>
              <a:gd name="connsiteY265" fmla="*/ 3005435 h 6858000"/>
              <a:gd name="connsiteX266" fmla="*/ 5519779 w 7467600"/>
              <a:gd name="connsiteY266" fmla="*/ 4359223 h 6858000"/>
              <a:gd name="connsiteX267" fmla="*/ 5520293 w 7467600"/>
              <a:gd name="connsiteY267" fmla="*/ 4360602 h 6858000"/>
              <a:gd name="connsiteX268" fmla="*/ 5767221 w 7467600"/>
              <a:gd name="connsiteY268" fmla="*/ 4665564 h 6858000"/>
              <a:gd name="connsiteX269" fmla="*/ 6937169 w 7467600"/>
              <a:gd name="connsiteY269" fmla="*/ 4815941 h 6858000"/>
              <a:gd name="connsiteX270" fmla="*/ 6953922 w 7467600"/>
              <a:gd name="connsiteY270" fmla="*/ 4890068 h 6858000"/>
              <a:gd name="connsiteX271" fmla="*/ 6071359 w 7467600"/>
              <a:gd name="connsiteY271" fmla="*/ 4770770 h 6858000"/>
              <a:gd name="connsiteX272" fmla="*/ 6038839 w 7467600"/>
              <a:gd name="connsiteY272" fmla="*/ 4764474 h 6858000"/>
              <a:gd name="connsiteX273" fmla="*/ 6038706 w 7467600"/>
              <a:gd name="connsiteY273" fmla="*/ 4763847 h 6858000"/>
              <a:gd name="connsiteX274" fmla="*/ 6037784 w 7467600"/>
              <a:gd name="connsiteY274" fmla="*/ 4764270 h 6858000"/>
              <a:gd name="connsiteX275" fmla="*/ 6038839 w 7467600"/>
              <a:gd name="connsiteY275" fmla="*/ 4764474 h 6858000"/>
              <a:gd name="connsiteX276" fmla="*/ 6040338 w 7467600"/>
              <a:gd name="connsiteY276" fmla="*/ 4771418 h 6858000"/>
              <a:gd name="connsiteX277" fmla="*/ 6024488 w 7467600"/>
              <a:gd name="connsiteY277" fmla="*/ 4809903 h 6858000"/>
              <a:gd name="connsiteX278" fmla="*/ 5599771 w 7467600"/>
              <a:gd name="connsiteY278" fmla="*/ 5509652 h 6858000"/>
              <a:gd name="connsiteX279" fmla="*/ 5548843 w 7467600"/>
              <a:gd name="connsiteY279" fmla="*/ 5563845 h 6858000"/>
              <a:gd name="connsiteX280" fmla="*/ 5940952 w 7467600"/>
              <a:gd name="connsiteY280" fmla="*/ 6250028 h 6858000"/>
              <a:gd name="connsiteX281" fmla="*/ 6043441 w 7467600"/>
              <a:gd name="connsiteY281" fmla="*/ 6665847 h 6858000"/>
              <a:gd name="connsiteX282" fmla="*/ 6093432 w 7467600"/>
              <a:gd name="connsiteY282" fmla="*/ 6858000 h 6858000"/>
              <a:gd name="connsiteX283" fmla="*/ 6034344 w 7467600"/>
              <a:gd name="connsiteY283" fmla="*/ 6858000 h 6858000"/>
              <a:gd name="connsiteX284" fmla="*/ 6026679 w 7467600"/>
              <a:gd name="connsiteY284" fmla="*/ 6836959 h 6858000"/>
              <a:gd name="connsiteX285" fmla="*/ 5800441 w 7467600"/>
              <a:gd name="connsiteY285" fmla="*/ 6335286 h 6858000"/>
              <a:gd name="connsiteX286" fmla="*/ 5526562 w 7467600"/>
              <a:gd name="connsiteY286" fmla="*/ 5705388 h 6858000"/>
              <a:gd name="connsiteX287" fmla="*/ 5519640 w 7467600"/>
              <a:gd name="connsiteY287" fmla="*/ 5683774 h 6858000"/>
              <a:gd name="connsiteX288" fmla="*/ 5844559 w 7467600"/>
              <a:gd name="connsiteY288" fmla="*/ 6553349 h 6858000"/>
              <a:gd name="connsiteX289" fmla="*/ 5975994 w 7467600"/>
              <a:gd name="connsiteY289" fmla="*/ 6858000 h 6858000"/>
              <a:gd name="connsiteX290" fmla="*/ 5898547 w 7467600"/>
              <a:gd name="connsiteY290" fmla="*/ 6858000 h 6858000"/>
              <a:gd name="connsiteX291" fmla="*/ 5682041 w 7467600"/>
              <a:gd name="connsiteY291" fmla="*/ 6355860 h 6858000"/>
              <a:gd name="connsiteX292" fmla="*/ 5461758 w 7467600"/>
              <a:gd name="connsiteY292" fmla="*/ 5820220 h 6858000"/>
              <a:gd name="connsiteX293" fmla="*/ 5237282 w 7467600"/>
              <a:gd name="connsiteY293" fmla="*/ 6579086 h 6858000"/>
              <a:gd name="connsiteX294" fmla="*/ 5115009 w 7467600"/>
              <a:gd name="connsiteY294" fmla="*/ 6858000 h 6858000"/>
              <a:gd name="connsiteX295" fmla="*/ 5028074 w 7467600"/>
              <a:gd name="connsiteY295" fmla="*/ 6858000 h 6858000"/>
              <a:gd name="connsiteX296" fmla="*/ 5079508 w 7467600"/>
              <a:gd name="connsiteY296" fmla="*/ 6749074 h 6858000"/>
              <a:gd name="connsiteX297" fmla="*/ 5371846 w 7467600"/>
              <a:gd name="connsiteY297" fmla="*/ 5924413 h 6858000"/>
              <a:gd name="connsiteX298" fmla="*/ 5270512 w 7467600"/>
              <a:gd name="connsiteY298" fmla="*/ 6138975 h 6858000"/>
              <a:gd name="connsiteX299" fmla="*/ 5062409 w 7467600"/>
              <a:gd name="connsiteY299" fmla="*/ 6653544 h 6858000"/>
              <a:gd name="connsiteX300" fmla="*/ 5036628 w 7467600"/>
              <a:gd name="connsiteY300" fmla="*/ 6754247 h 6858000"/>
              <a:gd name="connsiteX301" fmla="*/ 5009112 w 7467600"/>
              <a:gd name="connsiteY301" fmla="*/ 6858000 h 6858000"/>
              <a:gd name="connsiteX302" fmla="*/ 4976679 w 7467600"/>
              <a:gd name="connsiteY302" fmla="*/ 6858000 h 6858000"/>
              <a:gd name="connsiteX303" fmla="*/ 5006537 w 7467600"/>
              <a:gd name="connsiteY303" fmla="*/ 6747068 h 6858000"/>
              <a:gd name="connsiteX304" fmla="*/ 5032723 w 7467600"/>
              <a:gd name="connsiteY304" fmla="*/ 6644957 h 6858000"/>
              <a:gd name="connsiteX305" fmla="*/ 5242949 w 7467600"/>
              <a:gd name="connsiteY305" fmla="*/ 6125175 h 6858000"/>
              <a:gd name="connsiteX306" fmla="*/ 5286321 w 7467600"/>
              <a:gd name="connsiteY306" fmla="*/ 6033555 h 6858000"/>
              <a:gd name="connsiteX307" fmla="*/ 5008210 w 7467600"/>
              <a:gd name="connsiteY307" fmla="*/ 6649194 h 6858000"/>
              <a:gd name="connsiteX308" fmla="*/ 4986321 w 7467600"/>
              <a:gd name="connsiteY308" fmla="*/ 6765687 h 6858000"/>
              <a:gd name="connsiteX309" fmla="*/ 4973474 w 7467600"/>
              <a:gd name="connsiteY309" fmla="*/ 6858000 h 6858000"/>
              <a:gd name="connsiteX310" fmla="*/ 4907178 w 7467600"/>
              <a:gd name="connsiteY310" fmla="*/ 6858000 h 6858000"/>
              <a:gd name="connsiteX311" fmla="*/ 4910810 w 7467600"/>
              <a:gd name="connsiteY311" fmla="*/ 6829660 h 6858000"/>
              <a:gd name="connsiteX312" fmla="*/ 4987461 w 7467600"/>
              <a:gd name="connsiteY312" fmla="*/ 6432994 h 6858000"/>
              <a:gd name="connsiteX313" fmla="*/ 5179262 w 7467600"/>
              <a:gd name="connsiteY313" fmla="*/ 6035044 h 6858000"/>
              <a:gd name="connsiteX314" fmla="*/ 4689678 w 7467600"/>
              <a:gd name="connsiteY314" fmla="*/ 6440241 h 6858000"/>
              <a:gd name="connsiteX315" fmla="*/ 4477543 w 7467600"/>
              <a:gd name="connsiteY315" fmla="*/ 6674836 h 6858000"/>
              <a:gd name="connsiteX316" fmla="*/ 4329957 w 7467600"/>
              <a:gd name="connsiteY316" fmla="*/ 6858000 h 6858000"/>
              <a:gd name="connsiteX317" fmla="*/ 4218595 w 7467600"/>
              <a:gd name="connsiteY317" fmla="*/ 6858000 h 6858000"/>
              <a:gd name="connsiteX318" fmla="*/ 4368888 w 7467600"/>
              <a:gd name="connsiteY318" fmla="*/ 6668412 h 6858000"/>
              <a:gd name="connsiteX319" fmla="*/ 4563091 w 7467600"/>
              <a:gd name="connsiteY319" fmla="*/ 6442508 h 6858000"/>
              <a:gd name="connsiteX320" fmla="*/ 5387324 w 7467600"/>
              <a:gd name="connsiteY320" fmla="*/ 5705830 h 6858000"/>
              <a:gd name="connsiteX321" fmla="*/ 5073620 w 7467600"/>
              <a:gd name="connsiteY321" fmla="*/ 5955437 h 6858000"/>
              <a:gd name="connsiteX322" fmla="*/ 4689789 w 7467600"/>
              <a:gd name="connsiteY322" fmla="*/ 6268382 h 6858000"/>
              <a:gd name="connsiteX323" fmla="*/ 4418722 w 7467600"/>
              <a:gd name="connsiteY323" fmla="*/ 6570886 h 6858000"/>
              <a:gd name="connsiteX324" fmla="*/ 4214944 w 7467600"/>
              <a:gd name="connsiteY324" fmla="*/ 6858000 h 6858000"/>
              <a:gd name="connsiteX325" fmla="*/ 4177898 w 7467600"/>
              <a:gd name="connsiteY325" fmla="*/ 6858000 h 6858000"/>
              <a:gd name="connsiteX326" fmla="*/ 4391597 w 7467600"/>
              <a:gd name="connsiteY326" fmla="*/ 6556370 h 6858000"/>
              <a:gd name="connsiteX327" fmla="*/ 4668889 w 7467600"/>
              <a:gd name="connsiteY327" fmla="*/ 6246399 h 6858000"/>
              <a:gd name="connsiteX328" fmla="*/ 5055427 w 7467600"/>
              <a:gd name="connsiteY328" fmla="*/ 5931476 h 6858000"/>
              <a:gd name="connsiteX329" fmla="*/ 5371814 w 7467600"/>
              <a:gd name="connsiteY329" fmla="*/ 5678975 h 6858000"/>
              <a:gd name="connsiteX330" fmla="*/ 4987918 w 7467600"/>
              <a:gd name="connsiteY330" fmla="*/ 5838701 h 6858000"/>
              <a:gd name="connsiteX331" fmla="*/ 4317146 w 7467600"/>
              <a:gd name="connsiteY331" fmla="*/ 6587716 h 6858000"/>
              <a:gd name="connsiteX332" fmla="*/ 4171627 w 7467600"/>
              <a:gd name="connsiteY332" fmla="*/ 6858000 h 6858000"/>
              <a:gd name="connsiteX333" fmla="*/ 4081585 w 7467600"/>
              <a:gd name="connsiteY333" fmla="*/ 6858000 h 6858000"/>
              <a:gd name="connsiteX334" fmla="*/ 4238603 w 7467600"/>
              <a:gd name="connsiteY334" fmla="*/ 6559341 h 6858000"/>
              <a:gd name="connsiteX335" fmla="*/ 4778333 w 7467600"/>
              <a:gd name="connsiteY335" fmla="*/ 5873626 h 6858000"/>
              <a:gd name="connsiteX336" fmla="*/ 5414185 w 7467600"/>
              <a:gd name="connsiteY336" fmla="*/ 5573882 h 6858000"/>
              <a:gd name="connsiteX337" fmla="*/ 5959648 w 7467600"/>
              <a:gd name="connsiteY337" fmla="*/ 4760797 h 6858000"/>
              <a:gd name="connsiteX338" fmla="*/ 5355019 w 7467600"/>
              <a:gd name="connsiteY338" fmla="*/ 4734672 h 6858000"/>
              <a:gd name="connsiteX339" fmla="*/ 5083565 w 7467600"/>
              <a:gd name="connsiteY339" fmla="*/ 5179121 h 6858000"/>
              <a:gd name="connsiteX340" fmla="*/ 4713577 w 7467600"/>
              <a:gd name="connsiteY340" fmla="*/ 5616803 h 6858000"/>
              <a:gd name="connsiteX341" fmla="*/ 3989559 w 7467600"/>
              <a:gd name="connsiteY341" fmla="*/ 6145945 h 6858000"/>
              <a:gd name="connsiteX342" fmla="*/ 3939824 w 7467600"/>
              <a:gd name="connsiteY342" fmla="*/ 6066900 h 6858000"/>
              <a:gd name="connsiteX343" fmla="*/ 4584537 w 7467600"/>
              <a:gd name="connsiteY343" fmla="*/ 5324826 h 6858000"/>
              <a:gd name="connsiteX344" fmla="*/ 5037105 w 7467600"/>
              <a:gd name="connsiteY344" fmla="*/ 5088765 h 6858000"/>
              <a:gd name="connsiteX345" fmla="*/ 5039930 w 7467600"/>
              <a:gd name="connsiteY345" fmla="*/ 5089585 h 6858000"/>
              <a:gd name="connsiteX346" fmla="*/ 5263764 w 7467600"/>
              <a:gd name="connsiteY346" fmla="*/ 4735525 h 6858000"/>
              <a:gd name="connsiteX347" fmla="*/ 4086300 w 7467600"/>
              <a:gd name="connsiteY347" fmla="*/ 4884599 h 6858000"/>
              <a:gd name="connsiteX348" fmla="*/ 4085485 w 7467600"/>
              <a:gd name="connsiteY348" fmla="*/ 4899070 h 6858000"/>
              <a:gd name="connsiteX349" fmla="*/ 3871915 w 7467600"/>
              <a:gd name="connsiteY349" fmla="*/ 5253645 h 6858000"/>
              <a:gd name="connsiteX350" fmla="*/ 3799374 w 7467600"/>
              <a:gd name="connsiteY350" fmla="*/ 5466127 h 6858000"/>
              <a:gd name="connsiteX351" fmla="*/ 3498850 w 7467600"/>
              <a:gd name="connsiteY351" fmla="*/ 6661888 h 6858000"/>
              <a:gd name="connsiteX352" fmla="*/ 3399216 w 7467600"/>
              <a:gd name="connsiteY352" fmla="*/ 6858000 h 6858000"/>
              <a:gd name="connsiteX353" fmla="*/ 3303688 w 7467600"/>
              <a:gd name="connsiteY353" fmla="*/ 6858000 h 6858000"/>
              <a:gd name="connsiteX354" fmla="*/ 3391774 w 7467600"/>
              <a:gd name="connsiteY354" fmla="*/ 6697181 h 6858000"/>
              <a:gd name="connsiteX355" fmla="*/ 3735540 w 7467600"/>
              <a:gd name="connsiteY355" fmla="*/ 5546923 h 6858000"/>
              <a:gd name="connsiteX356" fmla="*/ 3729438 w 7467600"/>
              <a:gd name="connsiteY356" fmla="*/ 5569058 h 6858000"/>
              <a:gd name="connsiteX357" fmla="*/ 3707782 w 7467600"/>
              <a:gd name="connsiteY357" fmla="*/ 5644908 h 6858000"/>
              <a:gd name="connsiteX358" fmla="*/ 3583827 w 7467600"/>
              <a:gd name="connsiteY358" fmla="*/ 6039215 h 6858000"/>
              <a:gd name="connsiteX359" fmla="*/ 3547861 w 7467600"/>
              <a:gd name="connsiteY359" fmla="*/ 6129609 h 6858000"/>
              <a:gd name="connsiteX360" fmla="*/ 3490905 w 7467600"/>
              <a:gd name="connsiteY360" fmla="*/ 6277660 h 6858000"/>
              <a:gd name="connsiteX361" fmla="*/ 3455859 w 7467600"/>
              <a:gd name="connsiteY361" fmla="*/ 6391301 h 6858000"/>
              <a:gd name="connsiteX362" fmla="*/ 3429112 w 7467600"/>
              <a:gd name="connsiteY362" fmla="*/ 6479469 h 6858000"/>
              <a:gd name="connsiteX363" fmla="*/ 3304862 w 7467600"/>
              <a:gd name="connsiteY363" fmla="*/ 6796476 h 6858000"/>
              <a:gd name="connsiteX364" fmla="*/ 3276071 w 7467600"/>
              <a:gd name="connsiteY364" fmla="*/ 6858000 h 6858000"/>
              <a:gd name="connsiteX365" fmla="*/ 3240805 w 7467600"/>
              <a:gd name="connsiteY365" fmla="*/ 6858000 h 6858000"/>
              <a:gd name="connsiteX366" fmla="*/ 3275917 w 7467600"/>
              <a:gd name="connsiteY366" fmla="*/ 6783192 h 6858000"/>
              <a:gd name="connsiteX367" fmla="*/ 3399358 w 7467600"/>
              <a:gd name="connsiteY367" fmla="*/ 6469011 h 6858000"/>
              <a:gd name="connsiteX368" fmla="*/ 3425650 w 7467600"/>
              <a:gd name="connsiteY368" fmla="*/ 6381333 h 6858000"/>
              <a:gd name="connsiteX369" fmla="*/ 3460661 w 7467600"/>
              <a:gd name="connsiteY369" fmla="*/ 6266763 h 6858000"/>
              <a:gd name="connsiteX370" fmla="*/ 3518021 w 7467600"/>
              <a:gd name="connsiteY370" fmla="*/ 6117298 h 6858000"/>
              <a:gd name="connsiteX371" fmla="*/ 3554035 w 7467600"/>
              <a:gd name="connsiteY371" fmla="*/ 6027832 h 6858000"/>
              <a:gd name="connsiteX372" fmla="*/ 3677174 w 7467600"/>
              <a:gd name="connsiteY372" fmla="*/ 5636351 h 6858000"/>
              <a:gd name="connsiteX373" fmla="*/ 3698819 w 7467600"/>
              <a:gd name="connsiteY373" fmla="*/ 5560503 h 6858000"/>
              <a:gd name="connsiteX374" fmla="*/ 3702094 w 7467600"/>
              <a:gd name="connsiteY374" fmla="*/ 5549194 h 6858000"/>
              <a:gd name="connsiteX375" fmla="*/ 3398355 w 7467600"/>
              <a:gd name="connsiteY375" fmla="*/ 6094603 h 6858000"/>
              <a:gd name="connsiteX376" fmla="*/ 3193941 w 7467600"/>
              <a:gd name="connsiteY376" fmla="*/ 6798775 h 6858000"/>
              <a:gd name="connsiteX377" fmla="*/ 3184140 w 7467600"/>
              <a:gd name="connsiteY377" fmla="*/ 6858000 h 6858000"/>
              <a:gd name="connsiteX378" fmla="*/ 3099978 w 7467600"/>
              <a:gd name="connsiteY378" fmla="*/ 6858000 h 6858000"/>
              <a:gd name="connsiteX379" fmla="*/ 3101556 w 7467600"/>
              <a:gd name="connsiteY379" fmla="*/ 6843337 h 6858000"/>
              <a:gd name="connsiteX380" fmla="*/ 3370162 w 7467600"/>
              <a:gd name="connsiteY380" fmla="*/ 5785550 h 6858000"/>
              <a:gd name="connsiteX381" fmla="*/ 3746477 w 7467600"/>
              <a:gd name="connsiteY381" fmla="*/ 5377889 h 6858000"/>
              <a:gd name="connsiteX382" fmla="*/ 3863399 w 7467600"/>
              <a:gd name="connsiteY382" fmla="*/ 5087257 h 6858000"/>
              <a:gd name="connsiteX383" fmla="*/ 3968712 w 7467600"/>
              <a:gd name="connsiteY383" fmla="*/ 4913989 h 6858000"/>
              <a:gd name="connsiteX384" fmla="*/ 2792390 w 7467600"/>
              <a:gd name="connsiteY384" fmla="*/ 5382974 h 6858000"/>
              <a:gd name="connsiteX385" fmla="*/ 2714982 w 7467600"/>
              <a:gd name="connsiteY385" fmla="*/ 5427051 h 6858000"/>
              <a:gd name="connsiteX386" fmla="*/ 2813361 w 7467600"/>
              <a:gd name="connsiteY386" fmla="*/ 6023912 h 6858000"/>
              <a:gd name="connsiteX387" fmla="*/ 2688430 w 7467600"/>
              <a:gd name="connsiteY387" fmla="*/ 6801564 h 6858000"/>
              <a:gd name="connsiteX388" fmla="*/ 2629626 w 7467600"/>
              <a:gd name="connsiteY388" fmla="*/ 6763394 h 6858000"/>
              <a:gd name="connsiteX389" fmla="*/ 2565328 w 7467600"/>
              <a:gd name="connsiteY389" fmla="*/ 5516399 h 6858000"/>
              <a:gd name="connsiteX390" fmla="*/ 1922999 w 7467600"/>
              <a:gd name="connsiteY390" fmla="*/ 5980343 h 6858000"/>
              <a:gd name="connsiteX391" fmla="*/ 1950261 w 7467600"/>
              <a:gd name="connsiteY391" fmla="*/ 6405858 h 6858000"/>
              <a:gd name="connsiteX392" fmla="*/ 2365554 w 7467600"/>
              <a:gd name="connsiteY392" fmla="*/ 6759107 h 6858000"/>
              <a:gd name="connsiteX393" fmla="*/ 2424142 w 7467600"/>
              <a:gd name="connsiteY393" fmla="*/ 6858000 h 6858000"/>
              <a:gd name="connsiteX394" fmla="*/ 2395994 w 7467600"/>
              <a:gd name="connsiteY394" fmla="*/ 6858000 h 6858000"/>
              <a:gd name="connsiteX395" fmla="*/ 2392863 w 7467600"/>
              <a:gd name="connsiteY395" fmla="*/ 6852964 h 6858000"/>
              <a:gd name="connsiteX396" fmla="*/ 2017589 w 7467600"/>
              <a:gd name="connsiteY396" fmla="*/ 6493982 h 6858000"/>
              <a:gd name="connsiteX397" fmla="*/ 2147336 w 7467600"/>
              <a:gd name="connsiteY397" fmla="*/ 6594052 h 6858000"/>
              <a:gd name="connsiteX398" fmla="*/ 2207047 w 7467600"/>
              <a:gd name="connsiteY398" fmla="*/ 6654540 h 6858000"/>
              <a:gd name="connsiteX399" fmla="*/ 2299106 w 7467600"/>
              <a:gd name="connsiteY399" fmla="*/ 6778931 h 6858000"/>
              <a:gd name="connsiteX400" fmla="*/ 2314430 w 7467600"/>
              <a:gd name="connsiteY400" fmla="*/ 6801144 h 6858000"/>
              <a:gd name="connsiteX401" fmla="*/ 2352406 w 7467600"/>
              <a:gd name="connsiteY401" fmla="*/ 6858000 h 6858000"/>
              <a:gd name="connsiteX402" fmla="*/ 2314492 w 7467600"/>
              <a:gd name="connsiteY402" fmla="*/ 6858000 h 6858000"/>
              <a:gd name="connsiteX403" fmla="*/ 2288095 w 7467600"/>
              <a:gd name="connsiteY403" fmla="*/ 6818030 h 6858000"/>
              <a:gd name="connsiteX404" fmla="*/ 2272768 w 7467600"/>
              <a:gd name="connsiteY404" fmla="*/ 6795822 h 6858000"/>
              <a:gd name="connsiteX405" fmla="*/ 2182715 w 7467600"/>
              <a:gd name="connsiteY405" fmla="*/ 6675071 h 6858000"/>
              <a:gd name="connsiteX406" fmla="*/ 2032061 w 7467600"/>
              <a:gd name="connsiteY406" fmla="*/ 6541380 h 6858000"/>
              <a:gd name="connsiteX407" fmla="*/ 2257220 w 7467600"/>
              <a:gd name="connsiteY407" fmla="*/ 6826257 h 6858000"/>
              <a:gd name="connsiteX408" fmla="*/ 2281324 w 7467600"/>
              <a:gd name="connsiteY408" fmla="*/ 6858000 h 6858000"/>
              <a:gd name="connsiteX409" fmla="*/ 2242860 w 7467600"/>
              <a:gd name="connsiteY409" fmla="*/ 6858000 h 6858000"/>
              <a:gd name="connsiteX410" fmla="*/ 2232818 w 7467600"/>
              <a:gd name="connsiteY410" fmla="*/ 6844926 h 6858000"/>
              <a:gd name="connsiteX411" fmla="*/ 1990172 w 7467600"/>
              <a:gd name="connsiteY411" fmla="*/ 6542121 h 6858000"/>
              <a:gd name="connsiteX412" fmla="*/ 2124090 w 7467600"/>
              <a:gd name="connsiteY412" fmla="*/ 6761017 h 6858000"/>
              <a:gd name="connsiteX413" fmla="*/ 2200380 w 7467600"/>
              <a:gd name="connsiteY413" fmla="*/ 6858000 h 6858000"/>
              <a:gd name="connsiteX414" fmla="*/ 2147507 w 7467600"/>
              <a:gd name="connsiteY414" fmla="*/ 6858000 h 6858000"/>
              <a:gd name="connsiteX415" fmla="*/ 2070668 w 7467600"/>
              <a:gd name="connsiteY415" fmla="*/ 6761520 h 6858000"/>
              <a:gd name="connsiteX416" fmla="*/ 1975142 w 7467600"/>
              <a:gd name="connsiteY416" fmla="*/ 6585570 h 6858000"/>
              <a:gd name="connsiteX417" fmla="*/ 2050035 w 7467600"/>
              <a:gd name="connsiteY417" fmla="*/ 6813345 h 6858000"/>
              <a:gd name="connsiteX418" fmla="*/ 2063025 w 7467600"/>
              <a:gd name="connsiteY418" fmla="*/ 6858000 h 6858000"/>
              <a:gd name="connsiteX419" fmla="*/ 2021675 w 7467600"/>
              <a:gd name="connsiteY419" fmla="*/ 6858000 h 6858000"/>
              <a:gd name="connsiteX420" fmla="*/ 2019308 w 7467600"/>
              <a:gd name="connsiteY420" fmla="*/ 6847118 h 6858000"/>
              <a:gd name="connsiteX421" fmla="*/ 1938835 w 7467600"/>
              <a:gd name="connsiteY421" fmla="*/ 6551160 h 6858000"/>
              <a:gd name="connsiteX422" fmla="*/ 1953230 w 7467600"/>
              <a:gd name="connsiteY422" fmla="*/ 6759699 h 6858000"/>
              <a:gd name="connsiteX423" fmla="*/ 1956763 w 7467600"/>
              <a:gd name="connsiteY423" fmla="*/ 6778191 h 6858000"/>
              <a:gd name="connsiteX424" fmla="*/ 1967925 w 7467600"/>
              <a:gd name="connsiteY424" fmla="*/ 6858000 h 6858000"/>
              <a:gd name="connsiteX425" fmla="*/ 1936622 w 7467600"/>
              <a:gd name="connsiteY425" fmla="*/ 6858000 h 6858000"/>
              <a:gd name="connsiteX426" fmla="*/ 1926261 w 7467600"/>
              <a:gd name="connsiteY426" fmla="*/ 6784064 h 6858000"/>
              <a:gd name="connsiteX427" fmla="*/ 1922724 w 7467600"/>
              <a:gd name="connsiteY427" fmla="*/ 6765577 h 6858000"/>
              <a:gd name="connsiteX428" fmla="*/ 1904650 w 7467600"/>
              <a:gd name="connsiteY428" fmla="*/ 6639616 h 6858000"/>
              <a:gd name="connsiteX429" fmla="*/ 1885273 w 7467600"/>
              <a:gd name="connsiteY429" fmla="*/ 6858000 h 6858000"/>
              <a:gd name="connsiteX430" fmla="*/ 1854363 w 7467600"/>
              <a:gd name="connsiteY430" fmla="*/ 6858000 h 6858000"/>
              <a:gd name="connsiteX431" fmla="*/ 1880391 w 7467600"/>
              <a:gd name="connsiteY431" fmla="*/ 6603796 h 6858000"/>
              <a:gd name="connsiteX432" fmla="*/ 1818273 w 7467600"/>
              <a:gd name="connsiteY432" fmla="*/ 6715729 h 6858000"/>
              <a:gd name="connsiteX433" fmla="*/ 1794691 w 7467600"/>
              <a:gd name="connsiteY433" fmla="*/ 6843239 h 6858000"/>
              <a:gd name="connsiteX434" fmla="*/ 1794914 w 7467600"/>
              <a:gd name="connsiteY434" fmla="*/ 6858000 h 6858000"/>
              <a:gd name="connsiteX435" fmla="*/ 1746128 w 7467600"/>
              <a:gd name="connsiteY435" fmla="*/ 6858000 h 6858000"/>
              <a:gd name="connsiteX436" fmla="*/ 1753934 w 7467600"/>
              <a:gd name="connsiteY436" fmla="*/ 6724796 h 6858000"/>
              <a:gd name="connsiteX437" fmla="*/ 1792053 w 7467600"/>
              <a:gd name="connsiteY437" fmla="*/ 6572396 h 6858000"/>
              <a:gd name="connsiteX438" fmla="*/ 1862248 w 7467600"/>
              <a:gd name="connsiteY438" fmla="*/ 6266397 h 6858000"/>
              <a:gd name="connsiteX439" fmla="*/ 1862250 w 7467600"/>
              <a:gd name="connsiteY439" fmla="*/ 6033531 h 6858000"/>
              <a:gd name="connsiteX440" fmla="*/ 1211999 w 7467600"/>
              <a:gd name="connsiteY440" fmla="*/ 6683610 h 6858000"/>
              <a:gd name="connsiteX441" fmla="*/ 1213266 w 7467600"/>
              <a:gd name="connsiteY441" fmla="*/ 6691947 h 6858000"/>
              <a:gd name="connsiteX442" fmla="*/ 1203370 w 7467600"/>
              <a:gd name="connsiteY442" fmla="*/ 6850676 h 6858000"/>
              <a:gd name="connsiteX443" fmla="*/ 1203671 w 7467600"/>
              <a:gd name="connsiteY443" fmla="*/ 6858000 h 6858000"/>
              <a:gd name="connsiteX444" fmla="*/ 1143180 w 7467600"/>
              <a:gd name="connsiteY444" fmla="*/ 6858000 h 6858000"/>
              <a:gd name="connsiteX445" fmla="*/ 1142176 w 7467600"/>
              <a:gd name="connsiteY445" fmla="*/ 6766045 h 6858000"/>
              <a:gd name="connsiteX446" fmla="*/ 1067484 w 7467600"/>
              <a:gd name="connsiteY446" fmla="*/ 6858000 h 6858000"/>
              <a:gd name="connsiteX447" fmla="*/ 953928 w 7467600"/>
              <a:gd name="connsiteY447" fmla="*/ 6858000 h 6858000"/>
              <a:gd name="connsiteX448" fmla="*/ 959715 w 7467600"/>
              <a:gd name="connsiteY448" fmla="*/ 6850185 h 6858000"/>
              <a:gd name="connsiteX449" fmla="*/ 1483788 w 7467600"/>
              <a:gd name="connsiteY449" fmla="*/ 6259174 h 6858000"/>
              <a:gd name="connsiteX450" fmla="*/ 1100671 w 7467600"/>
              <a:gd name="connsiteY450" fmla="*/ 6252137 h 6858000"/>
              <a:gd name="connsiteX451" fmla="*/ 1090144 w 7467600"/>
              <a:gd name="connsiteY451" fmla="*/ 6256748 h 6858000"/>
              <a:gd name="connsiteX452" fmla="*/ 1095872 w 7467600"/>
              <a:gd name="connsiteY452" fmla="*/ 6271892 h 6858000"/>
              <a:gd name="connsiteX453" fmla="*/ 262785 w 7467600"/>
              <a:gd name="connsiteY453" fmla="*/ 6845450 h 6858000"/>
              <a:gd name="connsiteX454" fmla="*/ 209968 w 7467600"/>
              <a:gd name="connsiteY454" fmla="*/ 6770713 h 6858000"/>
              <a:gd name="connsiteX455" fmla="*/ 873460 w 7467600"/>
              <a:gd name="connsiteY455" fmla="*/ 6253768 h 6858000"/>
              <a:gd name="connsiteX456" fmla="*/ 192686 w 7467600"/>
              <a:gd name="connsiteY456" fmla="*/ 5849257 h 6858000"/>
              <a:gd name="connsiteX457" fmla="*/ 4696 w 7467600"/>
              <a:gd name="connsiteY457" fmla="*/ 5697668 h 6858000"/>
              <a:gd name="connsiteX458" fmla="*/ 0 w 7467600"/>
              <a:gd name="connsiteY458" fmla="*/ 5689984 h 6858000"/>
              <a:gd name="connsiteX459" fmla="*/ 0 w 7467600"/>
              <a:gd name="connsiteY459" fmla="*/ 5513472 h 6858000"/>
              <a:gd name="connsiteX460" fmla="*/ 174101 w 7467600"/>
              <a:gd name="connsiteY460" fmla="*/ 5620277 h 6858000"/>
              <a:gd name="connsiteX461" fmla="*/ 891800 w 7467600"/>
              <a:gd name="connsiteY461" fmla="*/ 6036935 h 6858000"/>
              <a:gd name="connsiteX462" fmla="*/ 1072219 w 7467600"/>
              <a:gd name="connsiteY462" fmla="*/ 6169443 h 6858000"/>
              <a:gd name="connsiteX463" fmla="*/ 1074117 w 7467600"/>
              <a:gd name="connsiteY463" fmla="*/ 6170301 h 6858000"/>
              <a:gd name="connsiteX464" fmla="*/ 1083114 w 7467600"/>
              <a:gd name="connsiteY464" fmla="*/ 6174131 h 6858000"/>
              <a:gd name="connsiteX465" fmla="*/ 1543010 w 7467600"/>
              <a:gd name="connsiteY465" fmla="*/ 6191140 h 6858000"/>
              <a:gd name="connsiteX466" fmla="*/ 1551080 w 7467600"/>
              <a:gd name="connsiteY466" fmla="*/ 6195006 h 6858000"/>
              <a:gd name="connsiteX467" fmla="*/ 2345443 w 7467600"/>
              <a:gd name="connsiteY467" fmla="*/ 5549882 h 6858000"/>
              <a:gd name="connsiteX468" fmla="*/ 1721499 w 7467600"/>
              <a:gd name="connsiteY468" fmla="*/ 5599969 h 6858000"/>
              <a:gd name="connsiteX469" fmla="*/ 767716 w 7467600"/>
              <a:gd name="connsiteY469" fmla="*/ 5472768 h 6858000"/>
              <a:gd name="connsiteX470" fmla="*/ 722147 w 7467600"/>
              <a:gd name="connsiteY470" fmla="*/ 5393091 h 6858000"/>
              <a:gd name="connsiteX471" fmla="*/ 1485552 w 7467600"/>
              <a:gd name="connsiteY471" fmla="*/ 5313202 h 6858000"/>
              <a:gd name="connsiteX472" fmla="*/ 2143004 w 7467600"/>
              <a:gd name="connsiteY472" fmla="*/ 5402420 h 6858000"/>
              <a:gd name="connsiteX473" fmla="*/ 1933391 w 7467600"/>
              <a:gd name="connsiteY473" fmla="*/ 5156971 h 6858000"/>
              <a:gd name="connsiteX474" fmla="*/ 1827118 w 7467600"/>
              <a:gd name="connsiteY474" fmla="*/ 4968410 h 6858000"/>
              <a:gd name="connsiteX475" fmla="*/ 1837349 w 7467600"/>
              <a:gd name="connsiteY475" fmla="*/ 4956357 h 6858000"/>
              <a:gd name="connsiteX476" fmla="*/ 2162835 w 7467600"/>
              <a:gd name="connsiteY476" fmla="*/ 5187853 h 6858000"/>
              <a:gd name="connsiteX477" fmla="*/ 2257167 w 7467600"/>
              <a:gd name="connsiteY477" fmla="*/ 5462123 h 6858000"/>
              <a:gd name="connsiteX478" fmla="*/ 2261598 w 7467600"/>
              <a:gd name="connsiteY478" fmla="*/ 5467998 h 6858000"/>
              <a:gd name="connsiteX479" fmla="*/ 2437177 w 7467600"/>
              <a:gd name="connsiteY479" fmla="*/ 5479608 h 6858000"/>
              <a:gd name="connsiteX480" fmla="*/ 2445247 w 7467600"/>
              <a:gd name="connsiteY480" fmla="*/ 5483476 h 6858000"/>
              <a:gd name="connsiteX481" fmla="*/ 2743626 w 7467600"/>
              <a:gd name="connsiteY481" fmla="*/ 5304819 h 6858000"/>
              <a:gd name="connsiteX482" fmla="*/ 3048102 w 7467600"/>
              <a:gd name="connsiteY482" fmla="*/ 5150595 h 6858000"/>
              <a:gd name="connsiteX483" fmla="*/ 1799414 w 7467600"/>
              <a:gd name="connsiteY483" fmla="*/ 4694732 h 6858000"/>
              <a:gd name="connsiteX484" fmla="*/ 1771735 w 7467600"/>
              <a:gd name="connsiteY484" fmla="*/ 4619929 h 6858000"/>
              <a:gd name="connsiteX485" fmla="*/ 3104273 w 7467600"/>
              <a:gd name="connsiteY485" fmla="*/ 5076159 h 6858000"/>
              <a:gd name="connsiteX486" fmla="*/ 3113245 w 7467600"/>
              <a:gd name="connsiteY486" fmla="*/ 5090705 h 6858000"/>
              <a:gd name="connsiteX487" fmla="*/ 3126294 w 7467600"/>
              <a:gd name="connsiteY487" fmla="*/ 5114400 h 6858000"/>
              <a:gd name="connsiteX488" fmla="*/ 3937433 w 7467600"/>
              <a:gd name="connsiteY488" fmla="*/ 4830473 h 6858000"/>
              <a:gd name="connsiteX489" fmla="*/ 3590475 w 7467600"/>
              <a:gd name="connsiteY489" fmla="*/ 4597974 h 6858000"/>
              <a:gd name="connsiteX490" fmla="*/ 3100264 w 7467600"/>
              <a:gd name="connsiteY490" fmla="*/ 4579845 h 6858000"/>
              <a:gd name="connsiteX491" fmla="*/ 2183576 w 7467600"/>
              <a:gd name="connsiteY491" fmla="*/ 4227150 h 6858000"/>
              <a:gd name="connsiteX492" fmla="*/ 2151029 w 7467600"/>
              <a:gd name="connsiteY492" fmla="*/ 4146947 h 6858000"/>
              <a:gd name="connsiteX493" fmla="*/ 3563434 w 7467600"/>
              <a:gd name="connsiteY493" fmla="*/ 4469115 h 6858000"/>
              <a:gd name="connsiteX494" fmla="*/ 3177952 w 7467600"/>
              <a:gd name="connsiteY494" fmla="*/ 3657386 h 6858000"/>
              <a:gd name="connsiteX495" fmla="*/ 3189263 w 7467600"/>
              <a:gd name="connsiteY495" fmla="*/ 3625726 h 6858000"/>
              <a:gd name="connsiteX496" fmla="*/ 3560912 w 7467600"/>
              <a:gd name="connsiteY496" fmla="*/ 4079863 h 6858000"/>
              <a:gd name="connsiteX497" fmla="*/ 3626636 w 7467600"/>
              <a:gd name="connsiteY497" fmla="*/ 4512230 h 6858000"/>
              <a:gd name="connsiteX498" fmla="*/ 3653088 w 7467600"/>
              <a:gd name="connsiteY498" fmla="*/ 4521417 h 6858000"/>
              <a:gd name="connsiteX499" fmla="*/ 3988128 w 7467600"/>
              <a:gd name="connsiteY499" fmla="*/ 4817267 h 6858000"/>
              <a:gd name="connsiteX500" fmla="*/ 4830582 w 7467600"/>
              <a:gd name="connsiteY500" fmla="*/ 4676000 h 6858000"/>
              <a:gd name="connsiteX501" fmla="*/ 4830100 w 7467600"/>
              <a:gd name="connsiteY501" fmla="*/ 4675554 h 6858000"/>
              <a:gd name="connsiteX502" fmla="*/ 4036318 w 7467600"/>
              <a:gd name="connsiteY502" fmla="*/ 4147013 h 6858000"/>
              <a:gd name="connsiteX503" fmla="*/ 3432098 w 7467600"/>
              <a:gd name="connsiteY503" fmla="*/ 3537312 h 6858000"/>
              <a:gd name="connsiteX504" fmla="*/ 3446761 w 7467600"/>
              <a:gd name="connsiteY504" fmla="*/ 3461278 h 6858000"/>
              <a:gd name="connsiteX505" fmla="*/ 4419733 w 7467600"/>
              <a:gd name="connsiteY505" fmla="*/ 3963555 h 6858000"/>
              <a:gd name="connsiteX506" fmla="*/ 4781371 w 7467600"/>
              <a:gd name="connsiteY506" fmla="*/ 4458604 h 6858000"/>
              <a:gd name="connsiteX507" fmla="*/ 4780440 w 7467600"/>
              <a:gd name="connsiteY507" fmla="*/ 4470290 h 6858000"/>
              <a:gd name="connsiteX508" fmla="*/ 4898954 w 7467600"/>
              <a:gd name="connsiteY508" fmla="*/ 4662092 h 6858000"/>
              <a:gd name="connsiteX509" fmla="*/ 4900699 w 7467600"/>
              <a:gd name="connsiteY509" fmla="*/ 4670867 h 6858000"/>
              <a:gd name="connsiteX510" fmla="*/ 5714511 w 7467600"/>
              <a:gd name="connsiteY510" fmla="*/ 4663483 h 6858000"/>
              <a:gd name="connsiteX511" fmla="*/ 5464793 w 7467600"/>
              <a:gd name="connsiteY511" fmla="*/ 4393556 h 6858000"/>
              <a:gd name="connsiteX512" fmla="*/ 5461897 w 7467600"/>
              <a:gd name="connsiteY512" fmla="*/ 4390879 h 6858000"/>
              <a:gd name="connsiteX513" fmla="*/ 4294126 w 7467600"/>
              <a:gd name="connsiteY513" fmla="*/ 3303048 h 6858000"/>
              <a:gd name="connsiteX514" fmla="*/ 4305321 w 7467600"/>
              <a:gd name="connsiteY514" fmla="*/ 3256953 h 6858000"/>
              <a:gd name="connsiteX515" fmla="*/ 4949299 w 7467600"/>
              <a:gd name="connsiteY515" fmla="*/ 3766336 h 6858000"/>
              <a:gd name="connsiteX516" fmla="*/ 5291452 w 7467600"/>
              <a:gd name="connsiteY516" fmla="*/ 4076801 h 6858000"/>
              <a:gd name="connsiteX517" fmla="*/ 5434998 w 7467600"/>
              <a:gd name="connsiteY517" fmla="*/ 4254100 h 6858000"/>
              <a:gd name="connsiteX518" fmla="*/ 5351015 w 7467600"/>
              <a:gd name="connsiteY518" fmla="*/ 3760989 h 6858000"/>
              <a:gd name="connsiteX519" fmla="*/ 5413780 w 7467600"/>
              <a:gd name="connsiteY519" fmla="*/ 2966265 h 6858000"/>
              <a:gd name="connsiteX520" fmla="*/ 5425627 w 7467600"/>
              <a:gd name="connsiteY520" fmla="*/ 2954192 h 6858000"/>
              <a:gd name="connsiteX521" fmla="*/ 6604735 w 7467600"/>
              <a:gd name="connsiteY521" fmla="*/ 2041381 h 6858000"/>
              <a:gd name="connsiteX522" fmla="*/ 7204487 w 7467600"/>
              <a:gd name="connsiteY522" fmla="*/ 2742112 h 6858000"/>
              <a:gd name="connsiteX523" fmla="*/ 7131592 w 7467600"/>
              <a:gd name="connsiteY523" fmla="*/ 2672096 h 6858000"/>
              <a:gd name="connsiteX524" fmla="*/ 6996344 w 7467600"/>
              <a:gd name="connsiteY524" fmla="*/ 2518310 h 6858000"/>
              <a:gd name="connsiteX525" fmla="*/ 6735495 w 7467600"/>
              <a:gd name="connsiteY525" fmla="*/ 2196890 h 6858000"/>
              <a:gd name="connsiteX526" fmla="*/ 6721901 w 7467600"/>
              <a:gd name="connsiteY526" fmla="*/ 2179274 h 6858000"/>
              <a:gd name="connsiteX527" fmla="*/ 6604735 w 7467600"/>
              <a:gd name="connsiteY527" fmla="*/ 2041381 h 6858000"/>
              <a:gd name="connsiteX528" fmla="*/ 6591670 w 7467600"/>
              <a:gd name="connsiteY528" fmla="*/ 1988277 h 6858000"/>
              <a:gd name="connsiteX529" fmla="*/ 6747349 w 7467600"/>
              <a:gd name="connsiteY529" fmla="*/ 2160069 h 6858000"/>
              <a:gd name="connsiteX530" fmla="*/ 6760943 w 7467600"/>
              <a:gd name="connsiteY530" fmla="*/ 2177686 h 6858000"/>
              <a:gd name="connsiteX531" fmla="*/ 7021065 w 7467600"/>
              <a:gd name="connsiteY531" fmla="*/ 2498102 h 6858000"/>
              <a:gd name="connsiteX532" fmla="*/ 7155223 w 7467600"/>
              <a:gd name="connsiteY532" fmla="*/ 2650386 h 6858000"/>
              <a:gd name="connsiteX533" fmla="*/ 7203167 w 7467600"/>
              <a:gd name="connsiteY533" fmla="*/ 2697288 h 6858000"/>
              <a:gd name="connsiteX534" fmla="*/ 6937703 w 7467600"/>
              <a:gd name="connsiteY534" fmla="*/ 2321981 h 6858000"/>
              <a:gd name="connsiteX535" fmla="*/ 6591670 w 7467600"/>
              <a:gd name="connsiteY535" fmla="*/ 1988277 h 6858000"/>
              <a:gd name="connsiteX536" fmla="*/ 5798671 w 7467600"/>
              <a:gd name="connsiteY536" fmla="*/ 1981601 h 6858000"/>
              <a:gd name="connsiteX537" fmla="*/ 5754709 w 7467600"/>
              <a:gd name="connsiteY537" fmla="*/ 2071454 h 6858000"/>
              <a:gd name="connsiteX538" fmla="*/ 5763044 w 7467600"/>
              <a:gd name="connsiteY538" fmla="*/ 2842206 h 6858000"/>
              <a:gd name="connsiteX539" fmla="*/ 5764974 w 7467600"/>
              <a:gd name="connsiteY539" fmla="*/ 2799609 h 6858000"/>
              <a:gd name="connsiteX540" fmla="*/ 5767665 w 7467600"/>
              <a:gd name="connsiteY540" fmla="*/ 2666409 h 6858000"/>
              <a:gd name="connsiteX541" fmla="*/ 5763055 w 7467600"/>
              <a:gd name="connsiteY541" fmla="*/ 2579705 h 6858000"/>
              <a:gd name="connsiteX542" fmla="*/ 5758079 w 7467600"/>
              <a:gd name="connsiteY542" fmla="*/ 2492508 h 6858000"/>
              <a:gd name="connsiteX543" fmla="*/ 5779325 w 7467600"/>
              <a:gd name="connsiteY543" fmla="*/ 2197069 h 6858000"/>
              <a:gd name="connsiteX544" fmla="*/ 5798671 w 7467600"/>
              <a:gd name="connsiteY544" fmla="*/ 1981601 h 6858000"/>
              <a:gd name="connsiteX545" fmla="*/ 5829202 w 7467600"/>
              <a:gd name="connsiteY545" fmla="*/ 1971679 h 6858000"/>
              <a:gd name="connsiteX546" fmla="*/ 5809558 w 7467600"/>
              <a:gd name="connsiteY546" fmla="*/ 2198043 h 6858000"/>
              <a:gd name="connsiteX547" fmla="*/ 5788653 w 7467600"/>
              <a:gd name="connsiteY547" fmla="*/ 2489430 h 6858000"/>
              <a:gd name="connsiteX548" fmla="*/ 5793439 w 7467600"/>
              <a:gd name="connsiteY548" fmla="*/ 2575235 h 6858000"/>
              <a:gd name="connsiteX549" fmla="*/ 5796837 w 7467600"/>
              <a:gd name="connsiteY549" fmla="*/ 2637633 h 6858000"/>
              <a:gd name="connsiteX550" fmla="*/ 5818614 w 7467600"/>
              <a:gd name="connsiteY550" fmla="*/ 2473055 h 6858000"/>
              <a:gd name="connsiteX551" fmla="*/ 5829202 w 7467600"/>
              <a:gd name="connsiteY551" fmla="*/ 1971679 h 6858000"/>
              <a:gd name="connsiteX552" fmla="*/ 5911389 w 7467600"/>
              <a:gd name="connsiteY552" fmla="*/ 1898371 h 6858000"/>
              <a:gd name="connsiteX553" fmla="*/ 6237627 w 7467600"/>
              <a:gd name="connsiteY553" fmla="*/ 2231921 h 6858000"/>
              <a:gd name="connsiteX554" fmla="*/ 5911389 w 7467600"/>
              <a:gd name="connsiteY554" fmla="*/ 1898371 h 6858000"/>
              <a:gd name="connsiteX555" fmla="*/ 6944437 w 7467600"/>
              <a:gd name="connsiteY555" fmla="*/ 1575402 h 6858000"/>
              <a:gd name="connsiteX556" fmla="*/ 6304730 w 7467600"/>
              <a:gd name="connsiteY556" fmla="*/ 1766654 h 6858000"/>
              <a:gd name="connsiteX557" fmla="*/ 6944437 w 7467600"/>
              <a:gd name="connsiteY557" fmla="*/ 1575402 h 6858000"/>
              <a:gd name="connsiteX558" fmla="*/ 7019523 w 7467600"/>
              <a:gd name="connsiteY558" fmla="*/ 1519450 h 6858000"/>
              <a:gd name="connsiteX559" fmla="*/ 6298091 w 7467600"/>
              <a:gd name="connsiteY559" fmla="*/ 1737122 h 6858000"/>
              <a:gd name="connsiteX560" fmla="*/ 7019523 w 7467600"/>
              <a:gd name="connsiteY560" fmla="*/ 1519450 h 6858000"/>
              <a:gd name="connsiteX561" fmla="*/ 2399523 w 7467600"/>
              <a:gd name="connsiteY561" fmla="*/ 1428234 h 6858000"/>
              <a:gd name="connsiteX562" fmla="*/ 2224982 w 7467600"/>
              <a:gd name="connsiteY562" fmla="*/ 1826201 h 6858000"/>
              <a:gd name="connsiteX563" fmla="*/ 2096099 w 7467600"/>
              <a:gd name="connsiteY563" fmla="*/ 2345900 h 6858000"/>
              <a:gd name="connsiteX564" fmla="*/ 2283317 w 7467600"/>
              <a:gd name="connsiteY564" fmla="*/ 1796925 h 6858000"/>
              <a:gd name="connsiteX565" fmla="*/ 2399523 w 7467600"/>
              <a:gd name="connsiteY565" fmla="*/ 1428234 h 6858000"/>
              <a:gd name="connsiteX566" fmla="*/ 2448558 w 7467600"/>
              <a:gd name="connsiteY566" fmla="*/ 1373435 h 6858000"/>
              <a:gd name="connsiteX567" fmla="*/ 2312521 w 7467600"/>
              <a:gd name="connsiteY567" fmla="*/ 1806140 h 6858000"/>
              <a:gd name="connsiteX568" fmla="*/ 2127533 w 7467600"/>
              <a:gd name="connsiteY568" fmla="*/ 2348380 h 6858000"/>
              <a:gd name="connsiteX569" fmla="*/ 2358080 w 7467600"/>
              <a:gd name="connsiteY569" fmla="*/ 1866134 h 6858000"/>
              <a:gd name="connsiteX570" fmla="*/ 2407436 w 7467600"/>
              <a:gd name="connsiteY570" fmla="*/ 1651070 h 6858000"/>
              <a:gd name="connsiteX571" fmla="*/ 2448558 w 7467600"/>
              <a:gd name="connsiteY571" fmla="*/ 1373435 h 6858000"/>
              <a:gd name="connsiteX572" fmla="*/ 278707 w 7467600"/>
              <a:gd name="connsiteY572" fmla="*/ 1352270 h 6858000"/>
              <a:gd name="connsiteX573" fmla="*/ 321570 w 7467600"/>
              <a:gd name="connsiteY573" fmla="*/ 1861610 h 6858000"/>
              <a:gd name="connsiteX574" fmla="*/ 294281 w 7467600"/>
              <a:gd name="connsiteY574" fmla="*/ 1440658 h 6858000"/>
              <a:gd name="connsiteX575" fmla="*/ 278707 w 7467600"/>
              <a:gd name="connsiteY575" fmla="*/ 1352270 h 6858000"/>
              <a:gd name="connsiteX576" fmla="*/ 1423821 w 7467600"/>
              <a:gd name="connsiteY576" fmla="*/ 1351958 h 6858000"/>
              <a:gd name="connsiteX577" fmla="*/ 1638521 w 7467600"/>
              <a:gd name="connsiteY577" fmla="*/ 1908470 h 6858000"/>
              <a:gd name="connsiteX578" fmla="*/ 1754199 w 7467600"/>
              <a:gd name="connsiteY578" fmla="*/ 2149284 h 6858000"/>
              <a:gd name="connsiteX579" fmla="*/ 1908359 w 7467600"/>
              <a:gd name="connsiteY579" fmla="*/ 2364988 h 6858000"/>
              <a:gd name="connsiteX580" fmla="*/ 1647661 w 7467600"/>
              <a:gd name="connsiteY580" fmla="*/ 1825945 h 6858000"/>
              <a:gd name="connsiteX581" fmla="*/ 1423821 w 7467600"/>
              <a:gd name="connsiteY581" fmla="*/ 1351958 h 6858000"/>
              <a:gd name="connsiteX582" fmla="*/ 1431890 w 7467600"/>
              <a:gd name="connsiteY582" fmla="*/ 1306475 h 6858000"/>
              <a:gd name="connsiteX583" fmla="*/ 1507597 w 7467600"/>
              <a:gd name="connsiteY583" fmla="*/ 1446132 h 6858000"/>
              <a:gd name="connsiteX584" fmla="*/ 1674586 w 7467600"/>
              <a:gd name="connsiteY584" fmla="*/ 1813832 h 6858000"/>
              <a:gd name="connsiteX585" fmla="*/ 1815950 w 7467600"/>
              <a:gd name="connsiteY585" fmla="*/ 2128564 h 6858000"/>
              <a:gd name="connsiteX586" fmla="*/ 1984242 w 7467600"/>
              <a:gd name="connsiteY586" fmla="*/ 2430829 h 6858000"/>
              <a:gd name="connsiteX587" fmla="*/ 2014023 w 7467600"/>
              <a:gd name="connsiteY587" fmla="*/ 2450995 h 6858000"/>
              <a:gd name="connsiteX588" fmla="*/ 1747337 w 7467600"/>
              <a:gd name="connsiteY588" fmla="*/ 1855264 h 6858000"/>
              <a:gd name="connsiteX589" fmla="*/ 1533749 w 7467600"/>
              <a:gd name="connsiteY589" fmla="*/ 1478656 h 6858000"/>
              <a:gd name="connsiteX590" fmla="*/ 1431890 w 7467600"/>
              <a:gd name="connsiteY590" fmla="*/ 1306475 h 6858000"/>
              <a:gd name="connsiteX591" fmla="*/ 5052692 w 7467600"/>
              <a:gd name="connsiteY591" fmla="*/ 1292994 h 6858000"/>
              <a:gd name="connsiteX592" fmla="*/ 5200661 w 7467600"/>
              <a:gd name="connsiteY592" fmla="*/ 1635186 h 6858000"/>
              <a:gd name="connsiteX593" fmla="*/ 5297138 w 7467600"/>
              <a:gd name="connsiteY593" fmla="*/ 1906351 h 6858000"/>
              <a:gd name="connsiteX594" fmla="*/ 5052692 w 7467600"/>
              <a:gd name="connsiteY594" fmla="*/ 1292994 h 6858000"/>
              <a:gd name="connsiteX595" fmla="*/ 5009948 w 7467600"/>
              <a:gd name="connsiteY595" fmla="*/ 1273619 h 6858000"/>
              <a:gd name="connsiteX596" fmla="*/ 5121777 w 7467600"/>
              <a:gd name="connsiteY596" fmla="*/ 1654213 h 6858000"/>
              <a:gd name="connsiteX597" fmla="*/ 5293545 w 7467600"/>
              <a:gd name="connsiteY597" fmla="*/ 2072247 h 6858000"/>
              <a:gd name="connsiteX598" fmla="*/ 5294042 w 7467600"/>
              <a:gd name="connsiteY598" fmla="*/ 2065019 h 6858000"/>
              <a:gd name="connsiteX599" fmla="*/ 5171936 w 7467600"/>
              <a:gd name="connsiteY599" fmla="*/ 1647613 h 6858000"/>
              <a:gd name="connsiteX600" fmla="*/ 5009948 w 7467600"/>
              <a:gd name="connsiteY600" fmla="*/ 1273619 h 6858000"/>
              <a:gd name="connsiteX601" fmla="*/ 655236 w 7467600"/>
              <a:gd name="connsiteY601" fmla="*/ 1268632 h 6858000"/>
              <a:gd name="connsiteX602" fmla="*/ 839521 w 7467600"/>
              <a:gd name="connsiteY602" fmla="*/ 1685315 h 6858000"/>
              <a:gd name="connsiteX603" fmla="*/ 1109416 w 7467600"/>
              <a:gd name="connsiteY603" fmla="*/ 2061663 h 6858000"/>
              <a:gd name="connsiteX604" fmla="*/ 1298300 w 7467600"/>
              <a:gd name="connsiteY604" fmla="*/ 2247742 h 6858000"/>
              <a:gd name="connsiteX605" fmla="*/ 1125871 w 7467600"/>
              <a:gd name="connsiteY605" fmla="*/ 1989513 h 6858000"/>
              <a:gd name="connsiteX606" fmla="*/ 981574 w 7467600"/>
              <a:gd name="connsiteY606" fmla="*/ 1783157 h 6858000"/>
              <a:gd name="connsiteX607" fmla="*/ 922198 w 7467600"/>
              <a:gd name="connsiteY607" fmla="*/ 1677437 h 6858000"/>
              <a:gd name="connsiteX608" fmla="*/ 869293 w 7467600"/>
              <a:gd name="connsiteY608" fmla="*/ 1583214 h 6858000"/>
              <a:gd name="connsiteX609" fmla="*/ 751431 w 7467600"/>
              <a:gd name="connsiteY609" fmla="*/ 1405731 h 6858000"/>
              <a:gd name="connsiteX610" fmla="*/ 655236 w 7467600"/>
              <a:gd name="connsiteY610" fmla="*/ 1268632 h 6858000"/>
              <a:gd name="connsiteX611" fmla="*/ 6516292 w 7467600"/>
              <a:gd name="connsiteY611" fmla="*/ 1263064 h 6858000"/>
              <a:gd name="connsiteX612" fmla="*/ 5736320 w 7467600"/>
              <a:gd name="connsiteY612" fmla="*/ 1501803 h 6858000"/>
              <a:gd name="connsiteX613" fmla="*/ 6516292 w 7467600"/>
              <a:gd name="connsiteY613" fmla="*/ 1263064 h 6858000"/>
              <a:gd name="connsiteX614" fmla="*/ 291466 w 7467600"/>
              <a:gd name="connsiteY614" fmla="*/ 1250369 h 6858000"/>
              <a:gd name="connsiteX615" fmla="*/ 323180 w 7467600"/>
              <a:gd name="connsiteY615" fmla="*/ 1435283 h 6858000"/>
              <a:gd name="connsiteX616" fmla="*/ 349381 w 7467600"/>
              <a:gd name="connsiteY616" fmla="*/ 1875041 h 6858000"/>
              <a:gd name="connsiteX617" fmla="*/ 374363 w 7467600"/>
              <a:gd name="connsiteY617" fmla="*/ 1506494 h 6858000"/>
              <a:gd name="connsiteX618" fmla="*/ 302168 w 7467600"/>
              <a:gd name="connsiteY618" fmla="*/ 1274495 h 6858000"/>
              <a:gd name="connsiteX619" fmla="*/ 291466 w 7467600"/>
              <a:gd name="connsiteY619" fmla="*/ 1250369 h 6858000"/>
              <a:gd name="connsiteX620" fmla="*/ 678222 w 7467600"/>
              <a:gd name="connsiteY620" fmla="*/ 1248670 h 6858000"/>
              <a:gd name="connsiteX621" fmla="*/ 775536 w 7467600"/>
              <a:gd name="connsiteY621" fmla="*/ 1388015 h 6858000"/>
              <a:gd name="connsiteX622" fmla="*/ 894529 w 7467600"/>
              <a:gd name="connsiteY622" fmla="*/ 1567739 h 6858000"/>
              <a:gd name="connsiteX623" fmla="*/ 948000 w 7467600"/>
              <a:gd name="connsiteY623" fmla="*/ 1663088 h 6858000"/>
              <a:gd name="connsiteX624" fmla="*/ 1006812 w 7467600"/>
              <a:gd name="connsiteY624" fmla="*/ 1767683 h 6858000"/>
              <a:gd name="connsiteX625" fmla="*/ 1149133 w 7467600"/>
              <a:gd name="connsiteY625" fmla="*/ 1971513 h 6858000"/>
              <a:gd name="connsiteX626" fmla="*/ 1333952 w 7467600"/>
              <a:gd name="connsiteY626" fmla="*/ 2251620 h 6858000"/>
              <a:gd name="connsiteX627" fmla="*/ 1337329 w 7467600"/>
              <a:gd name="connsiteY627" fmla="*/ 2258350 h 6858000"/>
              <a:gd name="connsiteX628" fmla="*/ 1014726 w 7467600"/>
              <a:gd name="connsiteY628" fmla="*/ 1615556 h 6858000"/>
              <a:gd name="connsiteX629" fmla="*/ 678222 w 7467600"/>
              <a:gd name="connsiteY629" fmla="*/ 1248670 h 6858000"/>
              <a:gd name="connsiteX630" fmla="*/ 6691602 w 7467600"/>
              <a:gd name="connsiteY630" fmla="*/ 1140573 h 6858000"/>
              <a:gd name="connsiteX631" fmla="*/ 6571100 w 7467600"/>
              <a:gd name="connsiteY631" fmla="*/ 1183662 h 6858000"/>
              <a:gd name="connsiteX632" fmla="*/ 6241687 w 7467600"/>
              <a:gd name="connsiteY632" fmla="*/ 1257600 h 6858000"/>
              <a:gd name="connsiteX633" fmla="*/ 5693009 w 7467600"/>
              <a:gd name="connsiteY633" fmla="*/ 1478256 h 6858000"/>
              <a:gd name="connsiteX634" fmla="*/ 6548420 w 7467600"/>
              <a:gd name="connsiteY634" fmla="*/ 1214599 h 6858000"/>
              <a:gd name="connsiteX635" fmla="*/ 6605473 w 7467600"/>
              <a:gd name="connsiteY635" fmla="*/ 1184686 h 6858000"/>
              <a:gd name="connsiteX636" fmla="*/ 6691602 w 7467600"/>
              <a:gd name="connsiteY636" fmla="*/ 1140573 h 6858000"/>
              <a:gd name="connsiteX637" fmla="*/ 4002475 w 7467600"/>
              <a:gd name="connsiteY637" fmla="*/ 1037802 h 6858000"/>
              <a:gd name="connsiteX638" fmla="*/ 4000324 w 7467600"/>
              <a:gd name="connsiteY638" fmla="*/ 1039362 h 6858000"/>
              <a:gd name="connsiteX639" fmla="*/ 4002862 w 7467600"/>
              <a:gd name="connsiteY639" fmla="*/ 1042866 h 6858000"/>
              <a:gd name="connsiteX640" fmla="*/ 4002475 w 7467600"/>
              <a:gd name="connsiteY640" fmla="*/ 1037802 h 6858000"/>
              <a:gd name="connsiteX641" fmla="*/ 506322 w 7467600"/>
              <a:gd name="connsiteY641" fmla="*/ 1020997 h 6858000"/>
              <a:gd name="connsiteX642" fmla="*/ 533068 w 7467600"/>
              <a:gd name="connsiteY642" fmla="*/ 1029409 h 6858000"/>
              <a:gd name="connsiteX643" fmla="*/ 1232525 w 7467600"/>
              <a:gd name="connsiteY643" fmla="*/ 1804675 h 6858000"/>
              <a:gd name="connsiteX644" fmla="*/ 1388858 w 7467600"/>
              <a:gd name="connsiteY644" fmla="*/ 2368011 h 6858000"/>
              <a:gd name="connsiteX645" fmla="*/ 1384098 w 7467600"/>
              <a:gd name="connsiteY645" fmla="*/ 2378125 h 6858000"/>
              <a:gd name="connsiteX646" fmla="*/ 1425393 w 7467600"/>
              <a:gd name="connsiteY646" fmla="*/ 2589124 h 6858000"/>
              <a:gd name="connsiteX647" fmla="*/ 1424001 w 7467600"/>
              <a:gd name="connsiteY647" fmla="*/ 2597541 h 6858000"/>
              <a:gd name="connsiteX648" fmla="*/ 2152729 w 7467600"/>
              <a:gd name="connsiteY648" fmla="*/ 2864487 h 6858000"/>
              <a:gd name="connsiteX649" fmla="*/ 2020609 w 7467600"/>
              <a:gd name="connsiteY649" fmla="*/ 2539671 h 6858000"/>
              <a:gd name="connsiteX650" fmla="*/ 2018920 w 7467600"/>
              <a:gd name="connsiteY650" fmla="*/ 2536309 h 6858000"/>
              <a:gd name="connsiteX651" fmla="*/ 1342441 w 7467600"/>
              <a:gd name="connsiteY651" fmla="*/ 1173017 h 6858000"/>
              <a:gd name="connsiteX652" fmla="*/ 1367925 w 7467600"/>
              <a:gd name="connsiteY652" fmla="*/ 1135648 h 6858000"/>
              <a:gd name="connsiteX653" fmla="*/ 1771401 w 7467600"/>
              <a:gd name="connsiteY653" fmla="*/ 1806673 h 6858000"/>
              <a:gd name="connsiteX654" fmla="*/ 1972385 w 7467600"/>
              <a:gd name="connsiteY654" fmla="*/ 2198735 h 6858000"/>
              <a:gd name="connsiteX655" fmla="*/ 2040892 w 7467600"/>
              <a:gd name="connsiteY655" fmla="*/ 2405205 h 6858000"/>
              <a:gd name="connsiteX656" fmla="*/ 2131689 w 7467600"/>
              <a:gd name="connsiteY656" fmla="*/ 1936926 h 6858000"/>
              <a:gd name="connsiteX657" fmla="*/ 2454820 w 7467600"/>
              <a:gd name="connsiteY657" fmla="*/ 1248808 h 6858000"/>
              <a:gd name="connsiteX658" fmla="*/ 2492512 w 7467600"/>
              <a:gd name="connsiteY658" fmla="*/ 1302920 h 6858000"/>
              <a:gd name="connsiteX659" fmla="*/ 2081216 w 7467600"/>
              <a:gd name="connsiteY659" fmla="*/ 2527513 h 6858000"/>
              <a:gd name="connsiteX660" fmla="*/ 2081211 w 7467600"/>
              <a:gd name="connsiteY660" fmla="*/ 2528916 h 6858000"/>
              <a:gd name="connsiteX661" fmla="*/ 2199067 w 7467600"/>
              <a:gd name="connsiteY661" fmla="*/ 2884061 h 6858000"/>
              <a:gd name="connsiteX662" fmla="*/ 3192586 w 7467600"/>
              <a:gd name="connsiteY662" fmla="*/ 3411496 h 6858000"/>
              <a:gd name="connsiteX663" fmla="*/ 3182620 w 7467600"/>
              <a:gd name="connsiteY663" fmla="*/ 3483279 h 6858000"/>
              <a:gd name="connsiteX664" fmla="*/ 2435119 w 7467600"/>
              <a:gd name="connsiteY664" fmla="*/ 3080173 h 6858000"/>
              <a:gd name="connsiteX665" fmla="*/ 2410152 w 7467600"/>
              <a:gd name="connsiteY665" fmla="*/ 3063751 h 6858000"/>
              <a:gd name="connsiteX666" fmla="*/ 2408099 w 7467600"/>
              <a:gd name="connsiteY666" fmla="*/ 3064403 h 6858000"/>
              <a:gd name="connsiteX667" fmla="*/ 2407218 w 7467600"/>
              <a:gd name="connsiteY667" fmla="*/ 3070324 h 6858000"/>
              <a:gd name="connsiteX668" fmla="*/ 2380138 w 7467600"/>
              <a:gd name="connsiteY668" fmla="*/ 3099341 h 6858000"/>
              <a:gd name="connsiteX669" fmla="*/ 1765923 w 7467600"/>
              <a:gd name="connsiteY669" fmla="*/ 3581043 h 6858000"/>
              <a:gd name="connsiteX670" fmla="*/ 1702258 w 7467600"/>
              <a:gd name="connsiteY670" fmla="*/ 3612286 h 6858000"/>
              <a:gd name="connsiteX671" fmla="*/ 1538370 w 7467600"/>
              <a:gd name="connsiteY671" fmla="*/ 3811804 h 6858000"/>
              <a:gd name="connsiteX672" fmla="*/ 542867 w 7467600"/>
              <a:gd name="connsiteY672" fmla="*/ 4944092 h 6858000"/>
              <a:gd name="connsiteX673" fmla="*/ 515800 w 7467600"/>
              <a:gd name="connsiteY673" fmla="*/ 4862180 h 6858000"/>
              <a:gd name="connsiteX674" fmla="*/ 909145 w 7467600"/>
              <a:gd name="connsiteY674" fmla="*/ 4199225 h 6858000"/>
              <a:gd name="connsiteX675" fmla="*/ 1214067 w 7467600"/>
              <a:gd name="connsiteY675" fmla="*/ 3908561 h 6858000"/>
              <a:gd name="connsiteX676" fmla="*/ 640967 w 7467600"/>
              <a:gd name="connsiteY676" fmla="*/ 4105601 h 6858000"/>
              <a:gd name="connsiteX677" fmla="*/ 112563 w 7467600"/>
              <a:gd name="connsiteY677" fmla="*/ 4396952 h 6858000"/>
              <a:gd name="connsiteX678" fmla="*/ 0 w 7467600"/>
              <a:gd name="connsiteY678" fmla="*/ 4466006 h 6858000"/>
              <a:gd name="connsiteX679" fmla="*/ 0 w 7467600"/>
              <a:gd name="connsiteY679" fmla="*/ 4233763 h 6858000"/>
              <a:gd name="connsiteX680" fmla="*/ 36881 w 7467600"/>
              <a:gd name="connsiteY680" fmla="*/ 4200118 h 6858000"/>
              <a:gd name="connsiteX681" fmla="*/ 910534 w 7467600"/>
              <a:gd name="connsiteY681" fmla="*/ 3629753 h 6858000"/>
              <a:gd name="connsiteX682" fmla="*/ 1578717 w 7467600"/>
              <a:gd name="connsiteY682" fmla="*/ 3575982 h 6858000"/>
              <a:gd name="connsiteX683" fmla="*/ 2338780 w 7467600"/>
              <a:gd name="connsiteY683" fmla="*/ 3033725 h 6858000"/>
              <a:gd name="connsiteX684" fmla="*/ 1807991 w 7467600"/>
              <a:gd name="connsiteY684" fmla="*/ 2807184 h 6858000"/>
              <a:gd name="connsiteX685" fmla="*/ 1416358 w 7467600"/>
              <a:gd name="connsiteY685" fmla="*/ 3112571 h 6858000"/>
              <a:gd name="connsiteX686" fmla="*/ 939066 w 7467600"/>
              <a:gd name="connsiteY686" fmla="*/ 3378798 h 6858000"/>
              <a:gd name="connsiteX687" fmla="*/ 115099 w 7467600"/>
              <a:gd name="connsiteY687" fmla="*/ 3607650 h 6858000"/>
              <a:gd name="connsiteX688" fmla="*/ 97284 w 7467600"/>
              <a:gd name="connsiteY688" fmla="*/ 3520393 h 6858000"/>
              <a:gd name="connsiteX689" fmla="*/ 922050 w 7467600"/>
              <a:gd name="connsiteY689" fmla="*/ 3074867 h 6858000"/>
              <a:gd name="connsiteX690" fmla="*/ 1405265 w 7467600"/>
              <a:gd name="connsiteY690" fmla="*/ 3016319 h 6858000"/>
              <a:gd name="connsiteX691" fmla="*/ 1407512 w 7467600"/>
              <a:gd name="connsiteY691" fmla="*/ 3018001 h 6858000"/>
              <a:gd name="connsiteX692" fmla="*/ 1726266 w 7467600"/>
              <a:gd name="connsiteY692" fmla="*/ 2777274 h 6858000"/>
              <a:gd name="connsiteX693" fmla="*/ 625390 w 7467600"/>
              <a:gd name="connsiteY693" fmla="*/ 2514541 h 6858000"/>
              <a:gd name="connsiteX694" fmla="*/ 619799 w 7467600"/>
              <a:gd name="connsiteY694" fmla="*/ 2527180 h 6858000"/>
              <a:gd name="connsiteX695" fmla="*/ 310030 w 7467600"/>
              <a:gd name="connsiteY695" fmla="*/ 2771818 h 6858000"/>
              <a:gd name="connsiteX696" fmla="*/ 173877 w 7467600"/>
              <a:gd name="connsiteY696" fmla="*/ 2937056 h 6858000"/>
              <a:gd name="connsiteX697" fmla="*/ 77889 w 7467600"/>
              <a:gd name="connsiteY697" fmla="*/ 3138440 h 6858000"/>
              <a:gd name="connsiteX698" fmla="*/ 0 w 7467600"/>
              <a:gd name="connsiteY698" fmla="*/ 3271395 h 6858000"/>
              <a:gd name="connsiteX699" fmla="*/ 0 w 7467600"/>
              <a:gd name="connsiteY699" fmla="*/ 3153002 h 6858000"/>
              <a:gd name="connsiteX700" fmla="*/ 2386 w 7467600"/>
              <a:gd name="connsiteY700" fmla="*/ 3149203 h 6858000"/>
              <a:gd name="connsiteX701" fmla="*/ 89753 w 7467600"/>
              <a:gd name="connsiteY701" fmla="*/ 2987702 h 6858000"/>
              <a:gd name="connsiteX702" fmla="*/ 76869 w 7467600"/>
              <a:gd name="connsiteY702" fmla="*/ 3005404 h 6858000"/>
              <a:gd name="connsiteX703" fmla="*/ 32049 w 7467600"/>
              <a:gd name="connsiteY703" fmla="*/ 3065814 h 6858000"/>
              <a:gd name="connsiteX704" fmla="*/ 0 w 7467600"/>
              <a:gd name="connsiteY704" fmla="*/ 3108744 h 6858000"/>
              <a:gd name="connsiteX705" fmla="*/ 0 w 7467600"/>
              <a:gd name="connsiteY705" fmla="*/ 3058059 h 6858000"/>
              <a:gd name="connsiteX706" fmla="*/ 7610 w 7467600"/>
              <a:gd name="connsiteY706" fmla="*/ 3047889 h 6858000"/>
              <a:gd name="connsiteX707" fmla="*/ 52419 w 7467600"/>
              <a:gd name="connsiteY707" fmla="*/ 2987479 h 6858000"/>
              <a:gd name="connsiteX708" fmla="*/ 59142 w 7467600"/>
              <a:gd name="connsiteY708" fmla="*/ 2978488 h 6858000"/>
              <a:gd name="connsiteX709" fmla="*/ 0 w 7467600"/>
              <a:gd name="connsiteY709" fmla="*/ 3015334 h 6858000"/>
              <a:gd name="connsiteX710" fmla="*/ 0 w 7467600"/>
              <a:gd name="connsiteY710" fmla="*/ 2914286 h 6858000"/>
              <a:gd name="connsiteX711" fmla="*/ 36383 w 7467600"/>
              <a:gd name="connsiteY711" fmla="*/ 2901128 h 6858000"/>
              <a:gd name="connsiteX712" fmla="*/ 156329 w 7467600"/>
              <a:gd name="connsiteY712" fmla="*/ 2840533 h 6858000"/>
              <a:gd name="connsiteX713" fmla="*/ 358355 w 7467600"/>
              <a:gd name="connsiteY713" fmla="*/ 2620471 h 6858000"/>
              <a:gd name="connsiteX714" fmla="*/ 510577 w 7467600"/>
              <a:gd name="connsiteY714" fmla="*/ 2501244 h 6858000"/>
              <a:gd name="connsiteX715" fmla="*/ 211967 w 7467600"/>
              <a:gd name="connsiteY715" fmla="*/ 2479171 h 6858000"/>
              <a:gd name="connsiteX716" fmla="*/ 0 w 7467600"/>
              <a:gd name="connsiteY716" fmla="*/ 2476398 h 6858000"/>
              <a:gd name="connsiteX717" fmla="*/ 0 w 7467600"/>
              <a:gd name="connsiteY717" fmla="*/ 2389189 h 6858000"/>
              <a:gd name="connsiteX718" fmla="*/ 103062 w 7467600"/>
              <a:gd name="connsiteY718" fmla="*/ 2389518 h 6858000"/>
              <a:gd name="connsiteX719" fmla="*/ 510734 w 7467600"/>
              <a:gd name="connsiteY719" fmla="*/ 2416201 h 6858000"/>
              <a:gd name="connsiteX720" fmla="*/ 279257 w 7467600"/>
              <a:gd name="connsiteY720" fmla="*/ 2092102 h 6858000"/>
              <a:gd name="connsiteX721" fmla="*/ 65265 w 7467600"/>
              <a:gd name="connsiteY721" fmla="*/ 2006049 h 6858000"/>
              <a:gd name="connsiteX722" fmla="*/ 0 w 7467600"/>
              <a:gd name="connsiteY722" fmla="*/ 1982532 h 6858000"/>
              <a:gd name="connsiteX723" fmla="*/ 0 w 7467600"/>
              <a:gd name="connsiteY723" fmla="*/ 1912789 h 6858000"/>
              <a:gd name="connsiteX724" fmla="*/ 97460 w 7467600"/>
              <a:gd name="connsiteY724" fmla="*/ 1953725 h 6858000"/>
              <a:gd name="connsiteX725" fmla="*/ 221272 w 7467600"/>
              <a:gd name="connsiteY725" fmla="*/ 1980766 h 6858000"/>
              <a:gd name="connsiteX726" fmla="*/ 116765 w 7467600"/>
              <a:gd name="connsiteY726" fmla="*/ 1911033 h 6858000"/>
              <a:gd name="connsiteX727" fmla="*/ 16405 w 7467600"/>
              <a:gd name="connsiteY727" fmla="*/ 1803412 h 6858000"/>
              <a:gd name="connsiteX728" fmla="*/ 0 w 7467600"/>
              <a:gd name="connsiteY728" fmla="*/ 1784777 h 6858000"/>
              <a:gd name="connsiteX729" fmla="*/ 0 w 7467600"/>
              <a:gd name="connsiteY729" fmla="*/ 1740082 h 6858000"/>
              <a:gd name="connsiteX730" fmla="*/ 39394 w 7467600"/>
              <a:gd name="connsiteY730" fmla="*/ 1784856 h 6858000"/>
              <a:gd name="connsiteX731" fmla="*/ 135813 w 7467600"/>
              <a:gd name="connsiteY731" fmla="*/ 1888838 h 6858000"/>
              <a:gd name="connsiteX732" fmla="*/ 242575 w 7467600"/>
              <a:gd name="connsiteY732" fmla="*/ 1958841 h 6858000"/>
              <a:gd name="connsiteX733" fmla="*/ 82197 w 7467600"/>
              <a:gd name="connsiteY733" fmla="*/ 1754826 h 6858000"/>
              <a:gd name="connsiteX734" fmla="*/ 0 w 7467600"/>
              <a:gd name="connsiteY734" fmla="*/ 1679650 h 6858000"/>
              <a:gd name="connsiteX735" fmla="*/ 0 w 7467600"/>
              <a:gd name="connsiteY735" fmla="*/ 1602463 h 6858000"/>
              <a:gd name="connsiteX736" fmla="*/ 84689 w 7467600"/>
              <a:gd name="connsiteY736" fmla="*/ 1677442 h 6858000"/>
              <a:gd name="connsiteX737" fmla="*/ 298437 w 7467600"/>
              <a:gd name="connsiteY737" fmla="*/ 1968019 h 6858000"/>
              <a:gd name="connsiteX738" fmla="*/ 227269 w 7467600"/>
              <a:gd name="connsiteY738" fmla="*/ 1114064 h 6858000"/>
              <a:gd name="connsiteX739" fmla="*/ 248003 w 7467600"/>
              <a:gd name="connsiteY739" fmla="*/ 1089613 h 6858000"/>
              <a:gd name="connsiteX740" fmla="*/ 427020 w 7467600"/>
              <a:gd name="connsiteY740" fmla="*/ 1619803 h 6858000"/>
              <a:gd name="connsiteX741" fmla="*/ 340345 w 7467600"/>
              <a:gd name="connsiteY741" fmla="*/ 2027739 h 6858000"/>
              <a:gd name="connsiteX742" fmla="*/ 360865 w 7467600"/>
              <a:gd name="connsiteY742" fmla="*/ 2044827 h 6858000"/>
              <a:gd name="connsiteX743" fmla="*/ 560414 w 7467600"/>
              <a:gd name="connsiteY743" fmla="*/ 2421457 h 6858000"/>
              <a:gd name="connsiteX744" fmla="*/ 1359703 w 7467600"/>
              <a:gd name="connsiteY744" fmla="*/ 2578554 h 6858000"/>
              <a:gd name="connsiteX745" fmla="*/ 1359422 w 7467600"/>
              <a:gd name="connsiteY745" fmla="*/ 2577994 h 6858000"/>
              <a:gd name="connsiteX746" fmla="*/ 828701 w 7467600"/>
              <a:gd name="connsiteY746" fmla="*/ 1839520 h 6858000"/>
              <a:gd name="connsiteX747" fmla="*/ 494427 w 7467600"/>
              <a:gd name="connsiteY747" fmla="*/ 1092333 h 6858000"/>
              <a:gd name="connsiteX748" fmla="*/ 506322 w 7467600"/>
              <a:gd name="connsiteY748" fmla="*/ 1020997 h 6858000"/>
              <a:gd name="connsiteX749" fmla="*/ 4570198 w 7467600"/>
              <a:gd name="connsiteY749" fmla="*/ 978081 h 6858000"/>
              <a:gd name="connsiteX750" fmla="*/ 4523691 w 7467600"/>
              <a:gd name="connsiteY750" fmla="*/ 1127776 h 6858000"/>
              <a:gd name="connsiteX751" fmla="*/ 4509875 w 7467600"/>
              <a:gd name="connsiteY751" fmla="*/ 1167552 h 6858000"/>
              <a:gd name="connsiteX752" fmla="*/ 4478168 w 7467600"/>
              <a:gd name="connsiteY752" fmla="*/ 1260735 h 6858000"/>
              <a:gd name="connsiteX753" fmla="*/ 4409309 w 7467600"/>
              <a:gd name="connsiteY753" fmla="*/ 1666996 h 6858000"/>
              <a:gd name="connsiteX754" fmla="*/ 4370031 w 7467600"/>
              <a:gd name="connsiteY754" fmla="*/ 1955666 h 6858000"/>
              <a:gd name="connsiteX755" fmla="*/ 4570198 w 7467600"/>
              <a:gd name="connsiteY755" fmla="*/ 978081 h 6858000"/>
              <a:gd name="connsiteX756" fmla="*/ 4557898 w 7467600"/>
              <a:gd name="connsiteY756" fmla="*/ 900011 h 6858000"/>
              <a:gd name="connsiteX757" fmla="*/ 4344840 w 7467600"/>
              <a:gd name="connsiteY757" fmla="*/ 1922038 h 6858000"/>
              <a:gd name="connsiteX758" fmla="*/ 4378710 w 7467600"/>
              <a:gd name="connsiteY758" fmla="*/ 1665516 h 6858000"/>
              <a:gd name="connsiteX759" fmla="*/ 4448798 w 7467600"/>
              <a:gd name="connsiteY759" fmla="*/ 1253024 h 6858000"/>
              <a:gd name="connsiteX760" fmla="*/ 4480315 w 7467600"/>
              <a:gd name="connsiteY760" fmla="*/ 1158454 h 6858000"/>
              <a:gd name="connsiteX761" fmla="*/ 4494133 w 7467600"/>
              <a:gd name="connsiteY761" fmla="*/ 1118676 h 6858000"/>
              <a:gd name="connsiteX762" fmla="*/ 4557898 w 7467600"/>
              <a:gd name="connsiteY762" fmla="*/ 900011 h 6858000"/>
              <a:gd name="connsiteX763" fmla="*/ 5870151 w 7467600"/>
              <a:gd name="connsiteY763" fmla="*/ 898890 h 6858000"/>
              <a:gd name="connsiteX764" fmla="*/ 5861335 w 7467600"/>
              <a:gd name="connsiteY764" fmla="*/ 899177 h 6858000"/>
              <a:gd name="connsiteX765" fmla="*/ 5843702 w 7467600"/>
              <a:gd name="connsiteY765" fmla="*/ 899748 h 6858000"/>
              <a:gd name="connsiteX766" fmla="*/ 5651107 w 7467600"/>
              <a:gd name="connsiteY766" fmla="*/ 920306 h 6858000"/>
              <a:gd name="connsiteX767" fmla="*/ 5459407 w 7467600"/>
              <a:gd name="connsiteY767" fmla="*/ 940975 h 6858000"/>
              <a:gd name="connsiteX768" fmla="*/ 5374846 w 7467600"/>
              <a:gd name="connsiteY768" fmla="*/ 941988 h 6858000"/>
              <a:gd name="connsiteX769" fmla="*/ 5256105 w 7467600"/>
              <a:gd name="connsiteY769" fmla="*/ 945632 h 6858000"/>
              <a:gd name="connsiteX770" fmla="*/ 5107071 w 7467600"/>
              <a:gd name="connsiteY770" fmla="*/ 969720 h 6858000"/>
              <a:gd name="connsiteX771" fmla="*/ 4998681 w 7467600"/>
              <a:gd name="connsiteY771" fmla="*/ 988771 h 6858000"/>
              <a:gd name="connsiteX772" fmla="*/ 5870151 w 7467600"/>
              <a:gd name="connsiteY772" fmla="*/ 898890 h 6858000"/>
              <a:gd name="connsiteX773" fmla="*/ 5504425 w 7467600"/>
              <a:gd name="connsiteY773" fmla="*/ 848067 h 6858000"/>
              <a:gd name="connsiteX774" fmla="*/ 4968849 w 7467600"/>
              <a:gd name="connsiteY774" fmla="*/ 962318 h 6858000"/>
              <a:gd name="connsiteX775" fmla="*/ 5104039 w 7467600"/>
              <a:gd name="connsiteY775" fmla="*/ 940634 h 6858000"/>
              <a:gd name="connsiteX776" fmla="*/ 5256311 w 7467600"/>
              <a:gd name="connsiteY776" fmla="*/ 916490 h 6858000"/>
              <a:gd name="connsiteX777" fmla="*/ 5377381 w 7467600"/>
              <a:gd name="connsiteY777" fmla="*/ 912671 h 6858000"/>
              <a:gd name="connsiteX778" fmla="*/ 5460148 w 7467600"/>
              <a:gd name="connsiteY778" fmla="*/ 911442 h 6858000"/>
              <a:gd name="connsiteX779" fmla="*/ 5648971 w 7467600"/>
              <a:gd name="connsiteY779" fmla="*/ 891331 h 6858000"/>
              <a:gd name="connsiteX780" fmla="*/ 5844807 w 7467600"/>
              <a:gd name="connsiteY780" fmla="*/ 870718 h 6858000"/>
              <a:gd name="connsiteX781" fmla="*/ 5862975 w 7467600"/>
              <a:gd name="connsiteY781" fmla="*/ 869756 h 6858000"/>
              <a:gd name="connsiteX782" fmla="*/ 5920887 w 7467600"/>
              <a:gd name="connsiteY782" fmla="*/ 865929 h 6858000"/>
              <a:gd name="connsiteX783" fmla="*/ 5504425 w 7467600"/>
              <a:gd name="connsiteY783" fmla="*/ 848067 h 6858000"/>
              <a:gd name="connsiteX784" fmla="*/ 3607114 w 7467600"/>
              <a:gd name="connsiteY784" fmla="*/ 467441 h 6858000"/>
              <a:gd name="connsiteX785" fmla="*/ 3296242 w 7467600"/>
              <a:gd name="connsiteY785" fmla="*/ 807991 h 6858000"/>
              <a:gd name="connsiteX786" fmla="*/ 3174674 w 7467600"/>
              <a:gd name="connsiteY786" fmla="*/ 919759 h 6858000"/>
              <a:gd name="connsiteX787" fmla="*/ 3042978 w 7467600"/>
              <a:gd name="connsiteY787" fmla="*/ 1054894 h 6858000"/>
              <a:gd name="connsiteX788" fmla="*/ 2968914 w 7467600"/>
              <a:gd name="connsiteY788" fmla="*/ 1133756 h 6858000"/>
              <a:gd name="connsiteX789" fmla="*/ 3103823 w 7467600"/>
              <a:gd name="connsiteY789" fmla="*/ 1026814 h 6858000"/>
              <a:gd name="connsiteX790" fmla="*/ 3607114 w 7467600"/>
              <a:gd name="connsiteY790" fmla="*/ 467441 h 6858000"/>
              <a:gd name="connsiteX791" fmla="*/ 3744487 w 7467600"/>
              <a:gd name="connsiteY791" fmla="*/ 383136 h 6858000"/>
              <a:gd name="connsiteX792" fmla="*/ 3970213 w 7467600"/>
              <a:gd name="connsiteY792" fmla="*/ 995559 h 6858000"/>
              <a:gd name="connsiteX793" fmla="*/ 3744487 w 7467600"/>
              <a:gd name="connsiteY793" fmla="*/ 383136 h 6858000"/>
              <a:gd name="connsiteX794" fmla="*/ 3624562 w 7467600"/>
              <a:gd name="connsiteY794" fmla="*/ 367041 h 6858000"/>
              <a:gd name="connsiteX795" fmla="*/ 3489712 w 7467600"/>
              <a:gd name="connsiteY795" fmla="*/ 485386 h 6858000"/>
              <a:gd name="connsiteX796" fmla="*/ 3182994 w 7467600"/>
              <a:gd name="connsiteY796" fmla="*/ 828265 h 6858000"/>
              <a:gd name="connsiteX797" fmla="*/ 2892114 w 7467600"/>
              <a:gd name="connsiteY797" fmla="*/ 1172635 h 6858000"/>
              <a:gd name="connsiteX798" fmla="*/ 3021459 w 7467600"/>
              <a:gd name="connsiteY798" fmla="*/ 1035385 h 6858000"/>
              <a:gd name="connsiteX799" fmla="*/ 3153873 w 7467600"/>
              <a:gd name="connsiteY799" fmla="*/ 898971 h 6858000"/>
              <a:gd name="connsiteX800" fmla="*/ 3276511 w 7467600"/>
              <a:gd name="connsiteY800" fmla="*/ 786423 h 6858000"/>
              <a:gd name="connsiteX801" fmla="*/ 3584154 w 7467600"/>
              <a:gd name="connsiteY801" fmla="*/ 448218 h 6858000"/>
              <a:gd name="connsiteX802" fmla="*/ 3624562 w 7467600"/>
              <a:gd name="connsiteY802" fmla="*/ 367041 h 6858000"/>
              <a:gd name="connsiteX803" fmla="*/ 3766672 w 7467600"/>
              <a:gd name="connsiteY803" fmla="*/ 359429 h 6858000"/>
              <a:gd name="connsiteX804" fmla="*/ 3996338 w 7467600"/>
              <a:gd name="connsiteY804" fmla="*/ 968237 h 6858000"/>
              <a:gd name="connsiteX805" fmla="*/ 3766672 w 7467600"/>
              <a:gd name="connsiteY805" fmla="*/ 359429 h 6858000"/>
              <a:gd name="connsiteX806" fmla="*/ 5805386 w 7467600"/>
              <a:gd name="connsiteY806" fmla="*/ 239240 h 6858000"/>
              <a:gd name="connsiteX807" fmla="*/ 5736947 w 7467600"/>
              <a:gd name="connsiteY807" fmla="*/ 261367 h 6858000"/>
              <a:gd name="connsiteX808" fmla="*/ 5427012 w 7467600"/>
              <a:gd name="connsiteY808" fmla="*/ 311272 h 6858000"/>
              <a:gd name="connsiteX809" fmla="*/ 5147818 w 7467600"/>
              <a:gd name="connsiteY809" fmla="*/ 322112 h 6858000"/>
              <a:gd name="connsiteX810" fmla="*/ 5060854 w 7467600"/>
              <a:gd name="connsiteY810" fmla="*/ 311882 h 6858000"/>
              <a:gd name="connsiteX811" fmla="*/ 4945989 w 7467600"/>
              <a:gd name="connsiteY811" fmla="*/ 300516 h 6858000"/>
              <a:gd name="connsiteX812" fmla="*/ 5410479 w 7467600"/>
              <a:gd name="connsiteY812" fmla="*/ 348434 h 6858000"/>
              <a:gd name="connsiteX813" fmla="*/ 5805386 w 7467600"/>
              <a:gd name="connsiteY813" fmla="*/ 239240 h 6858000"/>
              <a:gd name="connsiteX814" fmla="*/ 5905192 w 7467600"/>
              <a:gd name="connsiteY814" fmla="*/ 163079 h 6858000"/>
              <a:gd name="connsiteX815" fmla="*/ 5865655 w 7467600"/>
              <a:gd name="connsiteY815" fmla="*/ 171901 h 6858000"/>
              <a:gd name="connsiteX816" fmla="*/ 5259740 w 7467600"/>
              <a:gd name="connsiteY816" fmla="*/ 257013 h 6858000"/>
              <a:gd name="connsiteX817" fmla="*/ 5208466 w 7467600"/>
              <a:gd name="connsiteY817" fmla="*/ 257550 h 6858000"/>
              <a:gd name="connsiteX818" fmla="*/ 4980204 w 7467600"/>
              <a:gd name="connsiteY818" fmla="*/ 271903 h 6858000"/>
              <a:gd name="connsiteX819" fmla="*/ 5068068 w 7467600"/>
              <a:gd name="connsiteY819" fmla="*/ 282244 h 6858000"/>
              <a:gd name="connsiteX820" fmla="*/ 5153231 w 7467600"/>
              <a:gd name="connsiteY820" fmla="*/ 292240 h 6858000"/>
              <a:gd name="connsiteX821" fmla="*/ 5426491 w 7467600"/>
              <a:gd name="connsiteY821" fmla="*/ 281128 h 6858000"/>
              <a:gd name="connsiteX822" fmla="*/ 5731212 w 7467600"/>
              <a:gd name="connsiteY822" fmla="*/ 231951 h 6858000"/>
              <a:gd name="connsiteX823" fmla="*/ 5905192 w 7467600"/>
              <a:gd name="connsiteY823" fmla="*/ 163079 h 6858000"/>
              <a:gd name="connsiteX824" fmla="*/ 5944437 w 7467600"/>
              <a:gd name="connsiteY824" fmla="*/ 113829 h 6858000"/>
              <a:gd name="connsiteX825" fmla="*/ 5825032 w 7467600"/>
              <a:gd name="connsiteY825" fmla="*/ 146405 h 6858000"/>
              <a:gd name="connsiteX826" fmla="*/ 4955599 w 7467600"/>
              <a:gd name="connsiteY826" fmla="*/ 247008 h 6858000"/>
              <a:gd name="connsiteX827" fmla="*/ 5210104 w 7467600"/>
              <a:gd name="connsiteY827" fmla="*/ 228123 h 6858000"/>
              <a:gd name="connsiteX828" fmla="*/ 5261015 w 7467600"/>
              <a:gd name="connsiteY828" fmla="*/ 227087 h 6858000"/>
              <a:gd name="connsiteX829" fmla="*/ 5861181 w 7467600"/>
              <a:gd name="connsiteY829" fmla="*/ 143093 h 6858000"/>
              <a:gd name="connsiteX830" fmla="*/ 5961252 w 7467600"/>
              <a:gd name="connsiteY830" fmla="*/ 114820 h 6858000"/>
              <a:gd name="connsiteX831" fmla="*/ 5944437 w 7467600"/>
              <a:gd name="connsiteY831" fmla="*/ 113829 h 6858000"/>
              <a:gd name="connsiteX832" fmla="*/ 3882765 w 7467600"/>
              <a:gd name="connsiteY832" fmla="*/ 0 h 6858000"/>
              <a:gd name="connsiteX833" fmla="*/ 3995099 w 7467600"/>
              <a:gd name="connsiteY833" fmla="*/ 0 h 6858000"/>
              <a:gd name="connsiteX834" fmla="*/ 4163818 w 7467600"/>
              <a:gd name="connsiteY834" fmla="*/ 234104 h 6858000"/>
              <a:gd name="connsiteX835" fmla="*/ 4172099 w 7467600"/>
              <a:gd name="connsiteY835" fmla="*/ 234207 h 6858000"/>
              <a:gd name="connsiteX836" fmla="*/ 4784282 w 7467600"/>
              <a:gd name="connsiteY836" fmla="*/ 276561 h 6858000"/>
              <a:gd name="connsiteX837" fmla="*/ 4801687 w 7467600"/>
              <a:gd name="connsiteY837" fmla="*/ 267764 h 6858000"/>
              <a:gd name="connsiteX838" fmla="*/ 6082788 w 7467600"/>
              <a:gd name="connsiteY838" fmla="*/ 64119 h 6858000"/>
              <a:gd name="connsiteX839" fmla="*/ 6099442 w 7467600"/>
              <a:gd name="connsiteY839" fmla="*/ 82568 h 6858000"/>
              <a:gd name="connsiteX840" fmla="*/ 4804137 w 7467600"/>
              <a:gd name="connsiteY840" fmla="*/ 320931 h 6858000"/>
              <a:gd name="connsiteX841" fmla="*/ 4227047 w 7467600"/>
              <a:gd name="connsiteY841" fmla="*/ 313415 h 6858000"/>
              <a:gd name="connsiteX842" fmla="*/ 4346041 w 7467600"/>
              <a:gd name="connsiteY842" fmla="*/ 456086 h 6858000"/>
              <a:gd name="connsiteX843" fmla="*/ 4870967 w 7467600"/>
              <a:gd name="connsiteY843" fmla="*/ 963061 h 6858000"/>
              <a:gd name="connsiteX844" fmla="*/ 4889647 w 7467600"/>
              <a:gd name="connsiteY844" fmla="*/ 957147 h 6858000"/>
              <a:gd name="connsiteX845" fmla="*/ 5422504 w 7467600"/>
              <a:gd name="connsiteY845" fmla="*/ 805191 h 6858000"/>
              <a:gd name="connsiteX846" fmla="*/ 6087656 w 7467600"/>
              <a:gd name="connsiteY846" fmla="*/ 826703 h 6858000"/>
              <a:gd name="connsiteX847" fmla="*/ 6058717 w 7467600"/>
              <a:gd name="connsiteY847" fmla="*/ 865992 h 6858000"/>
              <a:gd name="connsiteX848" fmla="*/ 4974153 w 7467600"/>
              <a:gd name="connsiteY848" fmla="*/ 1045456 h 6858000"/>
              <a:gd name="connsiteX849" fmla="*/ 5627835 w 7467600"/>
              <a:gd name="connsiteY849" fmla="*/ 1472077 h 6858000"/>
              <a:gd name="connsiteX850" fmla="*/ 5629817 w 7467600"/>
              <a:gd name="connsiteY850" fmla="*/ 1471412 h 6858000"/>
              <a:gd name="connsiteX851" fmla="*/ 5634124 w 7467600"/>
              <a:gd name="connsiteY851" fmla="*/ 1470572 h 6858000"/>
              <a:gd name="connsiteX852" fmla="*/ 5755832 w 7467600"/>
              <a:gd name="connsiteY852" fmla="*/ 1383886 h 6858000"/>
              <a:gd name="connsiteX853" fmla="*/ 6014186 w 7467600"/>
              <a:gd name="connsiteY853" fmla="*/ 1279799 h 6858000"/>
              <a:gd name="connsiteX854" fmla="*/ 6901619 w 7467600"/>
              <a:gd name="connsiteY854" fmla="*/ 1047874 h 6858000"/>
              <a:gd name="connsiteX855" fmla="*/ 6931566 w 7467600"/>
              <a:gd name="connsiteY855" fmla="*/ 1062034 h 6858000"/>
              <a:gd name="connsiteX856" fmla="*/ 5790982 w 7467600"/>
              <a:gd name="connsiteY856" fmla="*/ 1561380 h 6858000"/>
              <a:gd name="connsiteX857" fmla="*/ 6188971 w 7467600"/>
              <a:gd name="connsiteY857" fmla="*/ 1755168 h 6858000"/>
              <a:gd name="connsiteX858" fmla="*/ 6202446 w 7467600"/>
              <a:gd name="connsiteY858" fmla="*/ 1752268 h 6858000"/>
              <a:gd name="connsiteX859" fmla="*/ 7179560 w 7467600"/>
              <a:gd name="connsiteY859" fmla="*/ 1467551 h 6858000"/>
              <a:gd name="connsiteX860" fmla="*/ 7158730 w 7467600"/>
              <a:gd name="connsiteY860" fmla="*/ 1507835 h 6858000"/>
              <a:gd name="connsiteX861" fmla="*/ 6326959 w 7467600"/>
              <a:gd name="connsiteY861" fmla="*/ 1817686 h 6858000"/>
              <a:gd name="connsiteX862" fmla="*/ 6537433 w 7467600"/>
              <a:gd name="connsiteY862" fmla="*/ 1907790 h 6858000"/>
              <a:gd name="connsiteX863" fmla="*/ 6550221 w 7467600"/>
              <a:gd name="connsiteY863" fmla="*/ 1910729 h 6858000"/>
              <a:gd name="connsiteX864" fmla="*/ 6964438 w 7467600"/>
              <a:gd name="connsiteY864" fmla="*/ 2209505 h 6858000"/>
              <a:gd name="connsiteX865" fmla="*/ 7367862 w 7467600"/>
              <a:gd name="connsiteY865" fmla="*/ 2806833 h 6858000"/>
              <a:gd name="connsiteX866" fmla="*/ 7364329 w 7467600"/>
              <a:gd name="connsiteY866" fmla="*/ 2826907 h 6858000"/>
              <a:gd name="connsiteX867" fmla="*/ 7290545 w 7467600"/>
              <a:gd name="connsiteY867" fmla="*/ 2850663 h 6858000"/>
              <a:gd name="connsiteX868" fmla="*/ 6472036 w 7467600"/>
              <a:gd name="connsiteY868" fmla="*/ 1959003 h 6858000"/>
              <a:gd name="connsiteX869" fmla="*/ 5792897 w 7467600"/>
              <a:gd name="connsiteY869" fmla="*/ 1647747 h 6858000"/>
              <a:gd name="connsiteX870" fmla="*/ 5842751 w 7467600"/>
              <a:gd name="connsiteY870" fmla="*/ 1816112 h 6858000"/>
              <a:gd name="connsiteX871" fmla="*/ 5847424 w 7467600"/>
              <a:gd name="connsiteY871" fmla="*/ 1815776 h 6858000"/>
              <a:gd name="connsiteX872" fmla="*/ 6399821 w 7467600"/>
              <a:gd name="connsiteY872" fmla="*/ 2344799 h 6858000"/>
              <a:gd name="connsiteX873" fmla="*/ 6323232 w 7467600"/>
              <a:gd name="connsiteY873" fmla="*/ 2389634 h 6858000"/>
              <a:gd name="connsiteX874" fmla="*/ 5942958 w 7467600"/>
              <a:gd name="connsiteY874" fmla="*/ 2077708 h 6858000"/>
              <a:gd name="connsiteX875" fmla="*/ 5921559 w 7467600"/>
              <a:gd name="connsiteY875" fmla="*/ 2378596 h 6858000"/>
              <a:gd name="connsiteX876" fmla="*/ 5817651 w 7467600"/>
              <a:gd name="connsiteY876" fmla="*/ 3023919 h 6858000"/>
              <a:gd name="connsiteX877" fmla="*/ 5729634 w 7467600"/>
              <a:gd name="connsiteY877" fmla="*/ 3051849 h 6858000"/>
              <a:gd name="connsiteX878" fmla="*/ 5611018 w 7467600"/>
              <a:gd name="connsiteY878" fmla="*/ 2316769 h 6858000"/>
              <a:gd name="connsiteX879" fmla="*/ 5687608 w 7467600"/>
              <a:gd name="connsiteY879" fmla="*/ 2039972 h 6858000"/>
              <a:gd name="connsiteX880" fmla="*/ 5657554 w 7467600"/>
              <a:gd name="connsiteY880" fmla="*/ 1576445 h 6858000"/>
              <a:gd name="connsiteX881" fmla="*/ 5150475 w 7467600"/>
              <a:gd name="connsiteY881" fmla="*/ 1274012 h 6858000"/>
              <a:gd name="connsiteX882" fmla="*/ 5349142 w 7467600"/>
              <a:gd name="connsiteY882" fmla="*/ 2204405 h 6858000"/>
              <a:gd name="connsiteX883" fmla="*/ 5262214 w 7467600"/>
              <a:gd name="connsiteY883" fmla="*/ 2233836 h 6858000"/>
              <a:gd name="connsiteX884" fmla="*/ 4981539 w 7467600"/>
              <a:gd name="connsiteY884" fmla="*/ 1542201 h 6858000"/>
              <a:gd name="connsiteX885" fmla="*/ 4958461 w 7467600"/>
              <a:gd name="connsiteY885" fmla="*/ 1136957 h 6858000"/>
              <a:gd name="connsiteX886" fmla="*/ 4655015 w 7467600"/>
              <a:gd name="connsiteY886" fmla="*/ 891426 h 6858000"/>
              <a:gd name="connsiteX887" fmla="*/ 4348002 w 7467600"/>
              <a:gd name="connsiteY887" fmla="*/ 2205895 h 6858000"/>
              <a:gd name="connsiteX888" fmla="*/ 4262250 w 7467600"/>
              <a:gd name="connsiteY888" fmla="*/ 2219972 h 6858000"/>
              <a:gd name="connsiteX889" fmla="*/ 4550611 w 7467600"/>
              <a:gd name="connsiteY889" fmla="*/ 817540 h 6858000"/>
              <a:gd name="connsiteX890" fmla="*/ 4564418 w 7467600"/>
              <a:gd name="connsiteY890" fmla="*/ 808293 h 6858000"/>
              <a:gd name="connsiteX891" fmla="*/ 4266388 w 7467600"/>
              <a:gd name="connsiteY891" fmla="*/ 500083 h 6858000"/>
              <a:gd name="connsiteX892" fmla="*/ 4032842 w 7467600"/>
              <a:gd name="connsiteY892" fmla="*/ 211809 h 6858000"/>
              <a:gd name="connsiteX893" fmla="*/ 3882765 w 7467600"/>
              <a:gd name="connsiteY893" fmla="*/ 0 h 6858000"/>
              <a:gd name="connsiteX894" fmla="*/ 3721337 w 7467600"/>
              <a:gd name="connsiteY894" fmla="*/ 0 h 6858000"/>
              <a:gd name="connsiteX895" fmla="*/ 3797544 w 7467600"/>
              <a:gd name="connsiteY895" fmla="*/ 0 h 6858000"/>
              <a:gd name="connsiteX896" fmla="*/ 3775734 w 7467600"/>
              <a:gd name="connsiteY896" fmla="*/ 95131 h 6858000"/>
              <a:gd name="connsiteX897" fmla="*/ 3724807 w 7467600"/>
              <a:gd name="connsiteY897" fmla="*/ 272257 h 6858000"/>
              <a:gd name="connsiteX898" fmla="*/ 3726844 w 7467600"/>
              <a:gd name="connsiteY898" fmla="*/ 282988 h 6858000"/>
              <a:gd name="connsiteX899" fmla="*/ 3742664 w 7467600"/>
              <a:gd name="connsiteY899" fmla="*/ 279918 h 6858000"/>
              <a:gd name="connsiteX900" fmla="*/ 4103910 w 7467600"/>
              <a:gd name="connsiteY900" fmla="*/ 1161917 h 6858000"/>
              <a:gd name="connsiteX901" fmla="*/ 4020269 w 7467600"/>
              <a:gd name="connsiteY901" fmla="*/ 1200406 h 6858000"/>
              <a:gd name="connsiteX902" fmla="*/ 3674882 w 7467600"/>
              <a:gd name="connsiteY902" fmla="*/ 488524 h 6858000"/>
              <a:gd name="connsiteX903" fmla="*/ 3132682 w 7467600"/>
              <a:gd name="connsiteY903" fmla="*/ 1072284 h 6858000"/>
              <a:gd name="connsiteX904" fmla="*/ 2716346 w 7467600"/>
              <a:gd name="connsiteY904" fmla="*/ 1276376 h 6858000"/>
              <a:gd name="connsiteX905" fmla="*/ 2716772 w 7467600"/>
              <a:gd name="connsiteY905" fmla="*/ 1255462 h 6858000"/>
              <a:gd name="connsiteX906" fmla="*/ 3471096 w 7467600"/>
              <a:gd name="connsiteY906" fmla="*/ 437072 h 6858000"/>
              <a:gd name="connsiteX907" fmla="*/ 3639057 w 7467600"/>
              <a:gd name="connsiteY907" fmla="*/ 286334 h 6858000"/>
              <a:gd name="connsiteX908" fmla="*/ 3640309 w 7467600"/>
              <a:gd name="connsiteY908" fmla="*/ 284664 h 6858000"/>
              <a:gd name="connsiteX909" fmla="*/ 3646022 w 7467600"/>
              <a:gd name="connsiteY909" fmla="*/ 276711 h 6858000"/>
              <a:gd name="connsiteX910" fmla="*/ 3707943 w 7467600"/>
              <a:gd name="connsiteY910" fmla="*/ 65958 h 6858000"/>
              <a:gd name="connsiteX911" fmla="*/ 3721337 w 7467600"/>
              <a:gd name="connsiteY911" fmla="*/ 0 h 6858000"/>
              <a:gd name="connsiteX912" fmla="*/ 2867960 w 7467600"/>
              <a:gd name="connsiteY912" fmla="*/ 0 h 6858000"/>
              <a:gd name="connsiteX913" fmla="*/ 2926351 w 7467600"/>
              <a:gd name="connsiteY913" fmla="*/ 0 h 6858000"/>
              <a:gd name="connsiteX914" fmla="*/ 2902823 w 7467600"/>
              <a:gd name="connsiteY914" fmla="*/ 262929 h 6858000"/>
              <a:gd name="connsiteX915" fmla="*/ 2940663 w 7467600"/>
              <a:gd name="connsiteY915" fmla="*/ 140884 h 6858000"/>
              <a:gd name="connsiteX916" fmla="*/ 2947039 w 7467600"/>
              <a:gd name="connsiteY916" fmla="*/ 122524 h 6858000"/>
              <a:gd name="connsiteX917" fmla="*/ 2984316 w 7467600"/>
              <a:gd name="connsiteY917" fmla="*/ 0 h 6858000"/>
              <a:gd name="connsiteX918" fmla="*/ 3016114 w 7467600"/>
              <a:gd name="connsiteY918" fmla="*/ 0 h 6858000"/>
              <a:gd name="connsiteX919" fmla="*/ 2979949 w 7467600"/>
              <a:gd name="connsiteY919" fmla="*/ 119274 h 6858000"/>
              <a:gd name="connsiteX920" fmla="*/ 3023879 w 7467600"/>
              <a:gd name="connsiteY920" fmla="*/ 0 h 6858000"/>
              <a:gd name="connsiteX921" fmla="*/ 3105400 w 7467600"/>
              <a:gd name="connsiteY921" fmla="*/ 0 h 6858000"/>
              <a:gd name="connsiteX922" fmla="*/ 3094669 w 7467600"/>
              <a:gd name="connsiteY922" fmla="*/ 30308 h 6858000"/>
              <a:gd name="connsiteX923" fmla="*/ 2901945 w 7467600"/>
              <a:gd name="connsiteY923" fmla="*/ 466538 h 6858000"/>
              <a:gd name="connsiteX924" fmla="*/ 2815209 w 7467600"/>
              <a:gd name="connsiteY924" fmla="*/ 497361 h 6858000"/>
              <a:gd name="connsiteX925" fmla="*/ 2844845 w 7467600"/>
              <a:gd name="connsiteY925" fmla="*/ 127638 h 6858000"/>
              <a:gd name="connsiteX926" fmla="*/ 2867960 w 7467600"/>
              <a:gd name="connsiteY926" fmla="*/ 0 h 6858000"/>
              <a:gd name="connsiteX927" fmla="*/ 1057230 w 7467600"/>
              <a:gd name="connsiteY927" fmla="*/ 0 h 6858000"/>
              <a:gd name="connsiteX928" fmla="*/ 1111003 w 7467600"/>
              <a:gd name="connsiteY928" fmla="*/ 0 h 6858000"/>
              <a:gd name="connsiteX929" fmla="*/ 1125553 w 7467600"/>
              <a:gd name="connsiteY929" fmla="*/ 52588 h 6858000"/>
              <a:gd name="connsiteX930" fmla="*/ 1304276 w 7467600"/>
              <a:gd name="connsiteY930" fmla="*/ 476275 h 6858000"/>
              <a:gd name="connsiteX931" fmla="*/ 1492066 w 7467600"/>
              <a:gd name="connsiteY931" fmla="*/ 886333 h 6858000"/>
              <a:gd name="connsiteX932" fmla="*/ 1423698 w 7467600"/>
              <a:gd name="connsiteY932" fmla="*/ 710817 h 6858000"/>
              <a:gd name="connsiteX933" fmla="*/ 1357609 w 7467600"/>
              <a:gd name="connsiteY933" fmla="*/ 532892 h 6858000"/>
              <a:gd name="connsiteX934" fmla="*/ 1309550 w 7467600"/>
              <a:gd name="connsiteY934" fmla="*/ 374031 h 6858000"/>
              <a:gd name="connsiteX935" fmla="*/ 1193673 w 7467600"/>
              <a:gd name="connsiteY935" fmla="*/ 49533 h 6858000"/>
              <a:gd name="connsiteX936" fmla="*/ 1164391 w 7467600"/>
              <a:gd name="connsiteY936" fmla="*/ 0 h 6858000"/>
              <a:gd name="connsiteX937" fmla="*/ 1200666 w 7467600"/>
              <a:gd name="connsiteY937" fmla="*/ 0 h 6858000"/>
              <a:gd name="connsiteX938" fmla="*/ 1223408 w 7467600"/>
              <a:gd name="connsiteY938" fmla="*/ 38996 h 6858000"/>
              <a:gd name="connsiteX939" fmla="*/ 1339635 w 7467600"/>
              <a:gd name="connsiteY939" fmla="*/ 365517 h 6858000"/>
              <a:gd name="connsiteX940" fmla="*/ 1387469 w 7467600"/>
              <a:gd name="connsiteY940" fmla="*/ 523079 h 6858000"/>
              <a:gd name="connsiteX941" fmla="*/ 1452685 w 7467600"/>
              <a:gd name="connsiteY941" fmla="*/ 699806 h 6858000"/>
              <a:gd name="connsiteX942" fmla="*/ 1492092 w 7467600"/>
              <a:gd name="connsiteY942" fmla="*/ 800424 h 6858000"/>
              <a:gd name="connsiteX943" fmla="*/ 1455302 w 7467600"/>
              <a:gd name="connsiteY943" fmla="*/ 632913 h 6858000"/>
              <a:gd name="connsiteX944" fmla="*/ 1222336 w 7467600"/>
              <a:gd name="connsiteY944" fmla="*/ 9480 h 6858000"/>
              <a:gd name="connsiteX945" fmla="*/ 1214634 w 7467600"/>
              <a:gd name="connsiteY945" fmla="*/ 0 h 6858000"/>
              <a:gd name="connsiteX946" fmla="*/ 1289827 w 7467600"/>
              <a:gd name="connsiteY946" fmla="*/ 0 h 6858000"/>
              <a:gd name="connsiteX947" fmla="*/ 1321076 w 7467600"/>
              <a:gd name="connsiteY947" fmla="*/ 59722 h 6858000"/>
              <a:gd name="connsiteX948" fmla="*/ 1512579 w 7467600"/>
              <a:gd name="connsiteY948" fmla="*/ 626441 h 6858000"/>
              <a:gd name="connsiteX949" fmla="*/ 1506076 w 7467600"/>
              <a:gd name="connsiteY949" fmla="*/ 1089289 h 6858000"/>
              <a:gd name="connsiteX950" fmla="*/ 1486346 w 7467600"/>
              <a:gd name="connsiteY950" fmla="*/ 1079919 h 6858000"/>
              <a:gd name="connsiteX951" fmla="*/ 1070511 w 7467600"/>
              <a:gd name="connsiteY951" fmla="*/ 48609 h 6858000"/>
              <a:gd name="connsiteX952" fmla="*/ 1057230 w 7467600"/>
              <a:gd name="connsiteY952" fmla="*/ 0 h 6858000"/>
              <a:gd name="connsiteX953" fmla="*/ 43151 w 7467600"/>
              <a:gd name="connsiteY953" fmla="*/ 0 h 6858000"/>
              <a:gd name="connsiteX954" fmla="*/ 95283 w 7467600"/>
              <a:gd name="connsiteY954" fmla="*/ 0 h 6858000"/>
              <a:gd name="connsiteX955" fmla="*/ 300708 w 7467600"/>
              <a:gd name="connsiteY955" fmla="*/ 154571 h 6858000"/>
              <a:gd name="connsiteX956" fmla="*/ 530414 w 7467600"/>
              <a:gd name="connsiteY956" fmla="*/ 354673 h 6858000"/>
              <a:gd name="connsiteX957" fmla="*/ 333785 w 7467600"/>
              <a:gd name="connsiteY957" fmla="*/ 161564 h 6858000"/>
              <a:gd name="connsiteX958" fmla="*/ 147005 w 7467600"/>
              <a:gd name="connsiteY958" fmla="*/ 0 h 6858000"/>
              <a:gd name="connsiteX959" fmla="*/ 272509 w 7467600"/>
              <a:gd name="connsiteY959" fmla="*/ 0 h 6858000"/>
              <a:gd name="connsiteX960" fmla="*/ 326276 w 7467600"/>
              <a:gd name="connsiteY960" fmla="*/ 45847 h 6858000"/>
              <a:gd name="connsiteX961" fmla="*/ 823759 w 7467600"/>
              <a:gd name="connsiteY961" fmla="*/ 574145 h 6858000"/>
              <a:gd name="connsiteX962" fmla="*/ 811254 w 7467600"/>
              <a:gd name="connsiteY962" fmla="*/ 665546 h 6858000"/>
              <a:gd name="connsiteX963" fmla="*/ 154042 w 7467600"/>
              <a:gd name="connsiteY963" fmla="*/ 261522 h 6858000"/>
              <a:gd name="connsiteX964" fmla="*/ 13550 w 7467600"/>
              <a:gd name="connsiteY964" fmla="*/ 158423 h 6858000"/>
              <a:gd name="connsiteX965" fmla="*/ 0 w 7467600"/>
              <a:gd name="connsiteY965" fmla="*/ 146618 h 6858000"/>
              <a:gd name="connsiteX966" fmla="*/ 0 w 7467600"/>
              <a:gd name="connsiteY966" fmla="*/ 59161 h 6858000"/>
              <a:gd name="connsiteX967" fmla="*/ 45427 w 7467600"/>
              <a:gd name="connsiteY967" fmla="*/ 101078 h 6858000"/>
              <a:gd name="connsiteX968" fmla="*/ 630103 w 7467600"/>
              <a:gd name="connsiteY968" fmla="*/ 485885 h 6858000"/>
              <a:gd name="connsiteX969" fmla="*/ 532040 w 7467600"/>
              <a:gd name="connsiteY969" fmla="*/ 399359 h 6858000"/>
              <a:gd name="connsiteX970" fmla="*/ 517618 w 7467600"/>
              <a:gd name="connsiteY970" fmla="*/ 385726 h 6858000"/>
              <a:gd name="connsiteX971" fmla="*/ 285074 w 7467600"/>
              <a:gd name="connsiteY971" fmla="*/ 182755 h 6858000"/>
              <a:gd name="connsiteX972" fmla="*/ 43151 w 7467600"/>
              <a:gd name="connsiteY97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7105827 w 7467600"/>
              <a:gd name="connsiteY81" fmla="*/ 5718700 h 6858000"/>
              <a:gd name="connsiteX82" fmla="*/ 7356878 w 7467600"/>
              <a:gd name="connsiteY82" fmla="*/ 5981332 h 6858000"/>
              <a:gd name="connsiteX83" fmla="*/ 7467600 w 7467600"/>
              <a:gd name="connsiteY83" fmla="*/ 6117703 h 6858000"/>
              <a:gd name="connsiteX84" fmla="*/ 7467600 w 7467600"/>
              <a:gd name="connsiteY84" fmla="*/ 6163634 h 6858000"/>
              <a:gd name="connsiteX85" fmla="*/ 7403637 w 7467600"/>
              <a:gd name="connsiteY85" fmla="*/ 6083957 h 6858000"/>
              <a:gd name="connsiteX86" fmla="*/ 7254615 w 7467600"/>
              <a:gd name="connsiteY86" fmla="*/ 5911918 h 6858000"/>
              <a:gd name="connsiteX87" fmla="*/ 7312589 w 7467600"/>
              <a:gd name="connsiteY87" fmla="*/ 5982309 h 6858000"/>
              <a:gd name="connsiteX88" fmla="*/ 7448321 w 7467600"/>
              <a:gd name="connsiteY88" fmla="*/ 6190991 h 6858000"/>
              <a:gd name="connsiteX89" fmla="*/ 7467600 w 7467600"/>
              <a:gd name="connsiteY89" fmla="*/ 6221686 h 6858000"/>
              <a:gd name="connsiteX90" fmla="*/ 7467600 w 7467600"/>
              <a:gd name="connsiteY90" fmla="*/ 6334256 h 6858000"/>
              <a:gd name="connsiteX91" fmla="*/ 7454976 w 7467600"/>
              <a:gd name="connsiteY91" fmla="*/ 6318297 h 6858000"/>
              <a:gd name="connsiteX92" fmla="*/ 7042773 w 7467600"/>
              <a:gd name="connsiteY92" fmla="*/ 5734011 h 6858000"/>
              <a:gd name="connsiteX93" fmla="*/ 1456157 w 7467600"/>
              <a:gd name="connsiteY93" fmla="*/ 5371404 h 6858000"/>
              <a:gd name="connsiteX94" fmla="*/ 1244432 w 7467600"/>
              <a:gd name="connsiteY94" fmla="*/ 5385601 h 6858000"/>
              <a:gd name="connsiteX95" fmla="*/ 973990 w 7467600"/>
              <a:gd name="connsiteY95" fmla="*/ 5424940 h 6858000"/>
              <a:gd name="connsiteX96" fmla="*/ 1103809 w 7467600"/>
              <a:gd name="connsiteY96" fmla="*/ 5433720 h 6858000"/>
              <a:gd name="connsiteX97" fmla="*/ 1123454 w 7467600"/>
              <a:gd name="connsiteY97" fmla="*/ 5435727 h 6858000"/>
              <a:gd name="connsiteX98" fmla="*/ 1737017 w 7467600"/>
              <a:gd name="connsiteY98" fmla="*/ 5452183 h 6858000"/>
              <a:gd name="connsiteX99" fmla="*/ 1824397 w 7467600"/>
              <a:gd name="connsiteY99" fmla="*/ 5447757 h 6858000"/>
              <a:gd name="connsiteX100" fmla="*/ 2070059 w 7467600"/>
              <a:gd name="connsiteY100" fmla="*/ 5441660 h 6858000"/>
              <a:gd name="connsiteX101" fmla="*/ 1456157 w 7467600"/>
              <a:gd name="connsiteY101" fmla="*/ 5371404 h 6858000"/>
              <a:gd name="connsiteX102" fmla="*/ 4988186 w 7467600"/>
              <a:gd name="connsiteY102" fmla="*/ 5216467 h 6858000"/>
              <a:gd name="connsiteX103" fmla="*/ 4777334 w 7467600"/>
              <a:gd name="connsiteY103" fmla="*/ 5406072 h 6858000"/>
              <a:gd name="connsiteX104" fmla="*/ 4718341 w 7467600"/>
              <a:gd name="connsiteY104" fmla="*/ 5468043 h 6858000"/>
              <a:gd name="connsiteX105" fmla="*/ 4604655 w 7467600"/>
              <a:gd name="connsiteY105" fmla="*/ 5583434 h 6858000"/>
              <a:gd name="connsiteX106" fmla="*/ 4565074 w 7467600"/>
              <a:gd name="connsiteY106" fmla="*/ 5618550 h 6858000"/>
              <a:gd name="connsiteX107" fmla="*/ 4988186 w 7467600"/>
              <a:gd name="connsiteY107" fmla="*/ 5216467 h 6858000"/>
              <a:gd name="connsiteX108" fmla="*/ 4978032 w 7467600"/>
              <a:gd name="connsiteY108" fmla="*/ 5183809 h 6858000"/>
              <a:gd name="connsiteX109" fmla="*/ 4463413 w 7467600"/>
              <a:gd name="connsiteY109" fmla="*/ 5615162 h 6858000"/>
              <a:gd name="connsiteX110" fmla="*/ 4358134 w 7467600"/>
              <a:gd name="connsiteY110" fmla="*/ 5742791 h 6858000"/>
              <a:gd name="connsiteX111" fmla="*/ 4376219 w 7467600"/>
              <a:gd name="connsiteY111" fmla="*/ 5729027 h 6858000"/>
              <a:gd name="connsiteX112" fmla="*/ 4582340 w 7467600"/>
              <a:gd name="connsiteY112" fmla="*/ 5561037 h 6858000"/>
              <a:gd name="connsiteX113" fmla="*/ 4694684 w 7467600"/>
              <a:gd name="connsiteY113" fmla="*/ 5447098 h 6858000"/>
              <a:gd name="connsiteX114" fmla="*/ 4754123 w 7467600"/>
              <a:gd name="connsiteY114" fmla="*/ 5384643 h 6858000"/>
              <a:gd name="connsiteX115" fmla="*/ 4978032 w 7467600"/>
              <a:gd name="connsiteY115" fmla="*/ 5183809 h 6858000"/>
              <a:gd name="connsiteX116" fmla="*/ 1903353 w 7467600"/>
              <a:gd name="connsiteY116" fmla="*/ 5044827 h 6858000"/>
              <a:gd name="connsiteX117" fmla="*/ 1936931 w 7467600"/>
              <a:gd name="connsiteY117" fmla="*/ 5093954 h 6858000"/>
              <a:gd name="connsiteX118" fmla="*/ 2195868 w 7467600"/>
              <a:gd name="connsiteY118" fmla="*/ 5396574 h 6858000"/>
              <a:gd name="connsiteX119" fmla="*/ 2088852 w 7467600"/>
              <a:gd name="connsiteY119" fmla="*/ 5166123 h 6858000"/>
              <a:gd name="connsiteX120" fmla="*/ 1958241 w 7467600"/>
              <a:gd name="connsiteY120" fmla="*/ 5067955 h 6858000"/>
              <a:gd name="connsiteX121" fmla="*/ 1903353 w 7467600"/>
              <a:gd name="connsiteY121" fmla="*/ 5044827 h 6858000"/>
              <a:gd name="connsiteX122" fmla="*/ 1979378 w 7467600"/>
              <a:gd name="connsiteY122" fmla="*/ 4769504 h 6858000"/>
              <a:gd name="connsiteX123" fmla="*/ 2882120 w 7467600"/>
              <a:gd name="connsiteY123" fmla="*/ 5064547 h 6858000"/>
              <a:gd name="connsiteX124" fmla="*/ 2793103 w 7467600"/>
              <a:gd name="connsiteY124" fmla="*/ 5039699 h 6858000"/>
              <a:gd name="connsiteX125" fmla="*/ 2770041 w 7467600"/>
              <a:gd name="connsiteY125" fmla="*/ 5033634 h 6858000"/>
              <a:gd name="connsiteX126" fmla="*/ 1979378 w 7467600"/>
              <a:gd name="connsiteY126" fmla="*/ 4769504 h 6858000"/>
              <a:gd name="connsiteX127" fmla="*/ 1927410 w 7467600"/>
              <a:gd name="connsiteY127" fmla="*/ 4716164 h 6858000"/>
              <a:gd name="connsiteX128" fmla="*/ 1959587 w 7467600"/>
              <a:gd name="connsiteY128" fmla="*/ 4728849 h 6858000"/>
              <a:gd name="connsiteX129" fmla="*/ 2777707 w 7467600"/>
              <a:gd name="connsiteY129" fmla="*/ 5003991 h 6858000"/>
              <a:gd name="connsiteX130" fmla="*/ 2800768 w 7467600"/>
              <a:gd name="connsiteY130" fmla="*/ 5010056 h 6858000"/>
              <a:gd name="connsiteX131" fmla="*/ 2879408 w 7467600"/>
              <a:gd name="connsiteY131" fmla="*/ 5031590 h 6858000"/>
              <a:gd name="connsiteX132" fmla="*/ 2862295 w 7467600"/>
              <a:gd name="connsiteY132" fmla="*/ 5022958 h 6858000"/>
              <a:gd name="connsiteX133" fmla="*/ 2813343 w 7467600"/>
              <a:gd name="connsiteY133" fmla="*/ 4998369 h 6858000"/>
              <a:gd name="connsiteX134" fmla="*/ 2646245 w 7467600"/>
              <a:gd name="connsiteY134" fmla="*/ 4930999 h 6858000"/>
              <a:gd name="connsiteX135" fmla="*/ 1999243 w 7467600"/>
              <a:gd name="connsiteY135" fmla="*/ 4730524 h 6858000"/>
              <a:gd name="connsiteX136" fmla="*/ 1979527 w 7467600"/>
              <a:gd name="connsiteY136" fmla="*/ 4726651 h 6858000"/>
              <a:gd name="connsiteX137" fmla="*/ 1927410 w 7467600"/>
              <a:gd name="connsiteY137" fmla="*/ 4716164 h 6858000"/>
              <a:gd name="connsiteX138" fmla="*/ 1997014 w 7467600"/>
              <a:gd name="connsiteY138" fmla="*/ 4698007 h 6858000"/>
              <a:gd name="connsiteX139" fmla="*/ 2005458 w 7467600"/>
              <a:gd name="connsiteY139" fmla="*/ 4699540 h 6858000"/>
              <a:gd name="connsiteX140" fmla="*/ 2657186 w 7467600"/>
              <a:gd name="connsiteY140" fmla="*/ 4901687 h 6858000"/>
              <a:gd name="connsiteX141" fmla="*/ 2826662 w 7467600"/>
              <a:gd name="connsiteY141" fmla="*/ 4970362 h 6858000"/>
              <a:gd name="connsiteX142" fmla="*/ 2876100 w 7467600"/>
              <a:gd name="connsiteY142" fmla="*/ 4995397 h 6858000"/>
              <a:gd name="connsiteX143" fmla="*/ 3042600 w 7467600"/>
              <a:gd name="connsiteY143" fmla="*/ 5059532 h 6858000"/>
              <a:gd name="connsiteX144" fmla="*/ 1997014 w 7467600"/>
              <a:gd name="connsiteY144" fmla="*/ 4698007 h 6858000"/>
              <a:gd name="connsiteX145" fmla="*/ 2305292 w 7467600"/>
              <a:gd name="connsiteY145" fmla="*/ 4219492 h 6858000"/>
              <a:gd name="connsiteX146" fmla="*/ 3360922 w 7467600"/>
              <a:gd name="connsiteY146" fmla="*/ 4529373 h 6858000"/>
              <a:gd name="connsiteX147" fmla="*/ 3492420 w 7467600"/>
              <a:gd name="connsiteY147" fmla="*/ 4510145 h 6858000"/>
              <a:gd name="connsiteX148" fmla="*/ 3364086 w 7467600"/>
              <a:gd name="connsiteY148" fmla="*/ 4480340 h 6858000"/>
              <a:gd name="connsiteX149" fmla="*/ 3225818 w 7467600"/>
              <a:gd name="connsiteY149" fmla="*/ 4411822 h 6858000"/>
              <a:gd name="connsiteX150" fmla="*/ 3129696 w 7467600"/>
              <a:gd name="connsiteY150" fmla="*/ 4360704 h 6858000"/>
              <a:gd name="connsiteX151" fmla="*/ 2814545 w 7467600"/>
              <a:gd name="connsiteY151" fmla="*/ 4282955 h 6858000"/>
              <a:gd name="connsiteX152" fmla="*/ 2305292 w 7467600"/>
              <a:gd name="connsiteY152" fmla="*/ 4219492 h 6858000"/>
              <a:gd name="connsiteX153" fmla="*/ 2626982 w 7467600"/>
              <a:gd name="connsiteY153" fmla="*/ 4206450 h 6858000"/>
              <a:gd name="connsiteX154" fmla="*/ 2490617 w 7467600"/>
              <a:gd name="connsiteY154" fmla="*/ 4206951 h 6858000"/>
              <a:gd name="connsiteX155" fmla="*/ 2819869 w 7467600"/>
              <a:gd name="connsiteY155" fmla="*/ 4252936 h 6858000"/>
              <a:gd name="connsiteX156" fmla="*/ 3143018 w 7467600"/>
              <a:gd name="connsiteY156" fmla="*/ 4332698 h 6858000"/>
              <a:gd name="connsiteX157" fmla="*/ 3241520 w 7467600"/>
              <a:gd name="connsiteY157" fmla="*/ 4385112 h 6858000"/>
              <a:gd name="connsiteX158" fmla="*/ 3374575 w 7467600"/>
              <a:gd name="connsiteY158" fmla="*/ 4451517 h 6858000"/>
              <a:gd name="connsiteX159" fmla="*/ 3505221 w 7467600"/>
              <a:gd name="connsiteY159" fmla="*/ 4480757 h 6858000"/>
              <a:gd name="connsiteX160" fmla="*/ 2626982 w 7467600"/>
              <a:gd name="connsiteY160" fmla="*/ 4206450 h 6858000"/>
              <a:gd name="connsiteX161" fmla="*/ 1310106 w 7467600"/>
              <a:gd name="connsiteY161" fmla="*/ 3943217 h 6858000"/>
              <a:gd name="connsiteX162" fmla="*/ 854994 w 7467600"/>
              <a:gd name="connsiteY162" fmla="*/ 4399136 h 6858000"/>
              <a:gd name="connsiteX163" fmla="*/ 742462 w 7467600"/>
              <a:gd name="connsiteY163" fmla="*/ 4594648 h 6858000"/>
              <a:gd name="connsiteX164" fmla="*/ 820602 w 7467600"/>
              <a:gd name="connsiteY164" fmla="*/ 4485915 h 6858000"/>
              <a:gd name="connsiteX165" fmla="*/ 878295 w 7467600"/>
              <a:gd name="connsiteY165" fmla="*/ 4403594 h 6858000"/>
              <a:gd name="connsiteX166" fmla="*/ 1240607 w 7467600"/>
              <a:gd name="connsiteY166" fmla="*/ 4010401 h 6858000"/>
              <a:gd name="connsiteX167" fmla="*/ 1310106 w 7467600"/>
              <a:gd name="connsiteY167" fmla="*/ 3943217 h 6858000"/>
              <a:gd name="connsiteX168" fmla="*/ 1423113 w 7467600"/>
              <a:gd name="connsiteY168" fmla="*/ 3874565 h 6858000"/>
              <a:gd name="connsiteX169" fmla="*/ 1260565 w 7467600"/>
              <a:gd name="connsiteY169" fmla="*/ 4031982 h 6858000"/>
              <a:gd name="connsiteX170" fmla="*/ 901900 w 7467600"/>
              <a:gd name="connsiteY170" fmla="*/ 4421236 h 6858000"/>
              <a:gd name="connsiteX171" fmla="*/ 845044 w 7467600"/>
              <a:gd name="connsiteY171" fmla="*/ 4502436 h 6858000"/>
              <a:gd name="connsiteX172" fmla="*/ 685926 w 7467600"/>
              <a:gd name="connsiteY172" fmla="*/ 4703069 h 6858000"/>
              <a:gd name="connsiteX173" fmla="*/ 684248 w 7467600"/>
              <a:gd name="connsiteY173" fmla="*/ 4706721 h 6858000"/>
              <a:gd name="connsiteX174" fmla="*/ 1423113 w 7467600"/>
              <a:gd name="connsiteY174" fmla="*/ 3874565 h 6858000"/>
              <a:gd name="connsiteX175" fmla="*/ 3316479 w 7467600"/>
              <a:gd name="connsiteY175" fmla="*/ 3872136 h 6858000"/>
              <a:gd name="connsiteX176" fmla="*/ 3546806 w 7467600"/>
              <a:gd name="connsiteY176" fmla="*/ 4356139 h 6858000"/>
              <a:gd name="connsiteX177" fmla="*/ 3364433 w 7467600"/>
              <a:gd name="connsiteY177" fmla="*/ 3953121 h 6858000"/>
              <a:gd name="connsiteX178" fmla="*/ 3316479 w 7467600"/>
              <a:gd name="connsiteY178" fmla="*/ 3872136 h 6858000"/>
              <a:gd name="connsiteX179" fmla="*/ 3291335 w 7467600"/>
              <a:gd name="connsiteY179" fmla="*/ 3767420 h 6858000"/>
              <a:gd name="connsiteX180" fmla="*/ 3390805 w 7467600"/>
              <a:gd name="connsiteY180" fmla="*/ 3937163 h 6858000"/>
              <a:gd name="connsiteX181" fmla="*/ 3579062 w 7467600"/>
              <a:gd name="connsiteY181" fmla="*/ 4359040 h 6858000"/>
              <a:gd name="connsiteX182" fmla="*/ 3467355 w 7467600"/>
              <a:gd name="connsiteY182" fmla="*/ 3988130 h 6858000"/>
              <a:gd name="connsiteX183" fmla="*/ 3310753 w 7467600"/>
              <a:gd name="connsiteY183" fmla="*/ 3787140 h 6858000"/>
              <a:gd name="connsiteX184" fmla="*/ 3291335 w 7467600"/>
              <a:gd name="connsiteY184" fmla="*/ 3767420 h 6858000"/>
              <a:gd name="connsiteX185" fmla="*/ 1635889 w 7467600"/>
              <a:gd name="connsiteY185" fmla="*/ 3709494 h 6858000"/>
              <a:gd name="connsiteX186" fmla="*/ 1634800 w 7467600"/>
              <a:gd name="connsiteY186" fmla="*/ 3731111 h 6858000"/>
              <a:gd name="connsiteX187" fmla="*/ 1635889 w 7467600"/>
              <a:gd name="connsiteY187" fmla="*/ 3709494 h 6858000"/>
              <a:gd name="connsiteX188" fmla="*/ 1510397 w 7467600"/>
              <a:gd name="connsiteY188" fmla="*/ 3684705 h 6858000"/>
              <a:gd name="connsiteX189" fmla="*/ 1146550 w 7467600"/>
              <a:gd name="connsiteY189" fmla="*/ 3802012 h 6858000"/>
              <a:gd name="connsiteX190" fmla="*/ 698834 w 7467600"/>
              <a:gd name="connsiteY190" fmla="*/ 3952272 h 6858000"/>
              <a:gd name="connsiteX191" fmla="*/ 34256 w 7467600"/>
              <a:gd name="connsiteY191" fmla="*/ 4347603 h 6858000"/>
              <a:gd name="connsiteX192" fmla="*/ 527241 w 7467600"/>
              <a:gd name="connsiteY192" fmla="*/ 4065078 h 6858000"/>
              <a:gd name="connsiteX193" fmla="*/ 1510397 w 7467600"/>
              <a:gd name="connsiteY193" fmla="*/ 3684705 h 6858000"/>
              <a:gd name="connsiteX194" fmla="*/ 1313114 w 7467600"/>
              <a:gd name="connsiteY194" fmla="*/ 3655216 h 6858000"/>
              <a:gd name="connsiteX195" fmla="*/ 1109304 w 7467600"/>
              <a:gd name="connsiteY195" fmla="*/ 3669030 h 6858000"/>
              <a:gd name="connsiteX196" fmla="*/ 8129 w 7467600"/>
              <a:gd name="connsiteY196" fmla="*/ 4330519 h 6858000"/>
              <a:gd name="connsiteX197" fmla="*/ 687572 w 7467600"/>
              <a:gd name="connsiteY197" fmla="*/ 3925629 h 6858000"/>
              <a:gd name="connsiteX198" fmla="*/ 1138365 w 7467600"/>
              <a:gd name="connsiteY198" fmla="*/ 3774515 h 6858000"/>
              <a:gd name="connsiteX199" fmla="*/ 1505579 w 7467600"/>
              <a:gd name="connsiteY199" fmla="*/ 3655526 h 6858000"/>
              <a:gd name="connsiteX200" fmla="*/ 1313114 w 7467600"/>
              <a:gd name="connsiteY200" fmla="*/ 3655216 h 6858000"/>
              <a:gd name="connsiteX201" fmla="*/ 3655073 w 7467600"/>
              <a:gd name="connsiteY201" fmla="*/ 3650884 h 6858000"/>
              <a:gd name="connsiteX202" fmla="*/ 3989938 w 7467600"/>
              <a:gd name="connsiteY202" fmla="*/ 3991685 h 6858000"/>
              <a:gd name="connsiteX203" fmla="*/ 4393907 w 7467600"/>
              <a:gd name="connsiteY203" fmla="*/ 4261258 h 6858000"/>
              <a:gd name="connsiteX204" fmla="*/ 4648051 w 7467600"/>
              <a:gd name="connsiteY204" fmla="*/ 4374051 h 6858000"/>
              <a:gd name="connsiteX205" fmla="*/ 4383389 w 7467600"/>
              <a:gd name="connsiteY205" fmla="*/ 4184369 h 6858000"/>
              <a:gd name="connsiteX206" fmla="*/ 4165508 w 7467600"/>
              <a:gd name="connsiteY206" fmla="*/ 4035196 h 6858000"/>
              <a:gd name="connsiteX207" fmla="*/ 4068162 w 7467600"/>
              <a:gd name="connsiteY207" fmla="*/ 3953394 h 6858000"/>
              <a:gd name="connsiteX208" fmla="*/ 3981416 w 7467600"/>
              <a:gd name="connsiteY208" fmla="*/ 3880482 h 6858000"/>
              <a:gd name="connsiteX209" fmla="*/ 3800147 w 7467600"/>
              <a:gd name="connsiteY209" fmla="*/ 3749872 h 6858000"/>
              <a:gd name="connsiteX210" fmla="*/ 3655073 w 7467600"/>
              <a:gd name="connsiteY210" fmla="*/ 3650884 h 6858000"/>
              <a:gd name="connsiteX211" fmla="*/ 3670252 w 7467600"/>
              <a:gd name="connsiteY211" fmla="*/ 3622798 h 6858000"/>
              <a:gd name="connsiteX212" fmla="*/ 3817258 w 7467600"/>
              <a:gd name="connsiteY212" fmla="*/ 3723577 h 6858000"/>
              <a:gd name="connsiteX213" fmla="*/ 4000461 w 7467600"/>
              <a:gd name="connsiteY213" fmla="*/ 3855966 h 6858000"/>
              <a:gd name="connsiteX214" fmla="*/ 4088180 w 7467600"/>
              <a:gd name="connsiteY214" fmla="*/ 3929774 h 6858000"/>
              <a:gd name="connsiteX215" fmla="*/ 4184555 w 7467600"/>
              <a:gd name="connsiteY215" fmla="*/ 4010683 h 6858000"/>
              <a:gd name="connsiteX216" fmla="*/ 4399563 w 7467600"/>
              <a:gd name="connsiteY216" fmla="*/ 4158106 h 6858000"/>
              <a:gd name="connsiteX217" fmla="*/ 4684469 w 7467600"/>
              <a:gd name="connsiteY217" fmla="*/ 4364680 h 6858000"/>
              <a:gd name="connsiteX218" fmla="*/ 4690271 w 7467600"/>
              <a:gd name="connsiteY218" fmla="*/ 4370034 h 6858000"/>
              <a:gd name="connsiteX219" fmla="*/ 4136093 w 7467600"/>
              <a:gd name="connsiteY219" fmla="*/ 3858466 h 6858000"/>
              <a:gd name="connsiteX220" fmla="*/ 3670252 w 7467600"/>
              <a:gd name="connsiteY220" fmla="*/ 3622798 h 6858000"/>
              <a:gd name="connsiteX221" fmla="*/ 4440129 w 7467600"/>
              <a:gd name="connsiteY221" fmla="*/ 3448571 h 6858000"/>
              <a:gd name="connsiteX222" fmla="*/ 4856525 w 7467600"/>
              <a:gd name="connsiteY222" fmla="*/ 3915351 h 6858000"/>
              <a:gd name="connsiteX223" fmla="*/ 5059055 w 7467600"/>
              <a:gd name="connsiteY223" fmla="*/ 4108918 h 6858000"/>
              <a:gd name="connsiteX224" fmla="*/ 5290070 w 7467600"/>
              <a:gd name="connsiteY224" fmla="*/ 4263619 h 6858000"/>
              <a:gd name="connsiteX225" fmla="*/ 4834991 w 7467600"/>
              <a:gd name="connsiteY225" fmla="*/ 3830985 h 6858000"/>
              <a:gd name="connsiteX226" fmla="*/ 4440129 w 7467600"/>
              <a:gd name="connsiteY226" fmla="*/ 3448571 h 6858000"/>
              <a:gd name="connsiteX227" fmla="*/ 4441737 w 7467600"/>
              <a:gd name="connsiteY227" fmla="*/ 3399734 h 6858000"/>
              <a:gd name="connsiteX228" fmla="*/ 4431236 w 7467600"/>
              <a:gd name="connsiteY228" fmla="*/ 3400954 h 6858000"/>
              <a:gd name="connsiteX229" fmla="*/ 4557150 w 7467600"/>
              <a:gd name="connsiteY229" fmla="*/ 3510023 h 6858000"/>
              <a:gd name="connsiteX230" fmla="*/ 4856936 w 7467600"/>
              <a:gd name="connsiteY230" fmla="*/ 3809146 h 6858000"/>
              <a:gd name="connsiteX231" fmla="*/ 5111996 w 7467600"/>
              <a:gd name="connsiteY231" fmla="*/ 4065759 h 6858000"/>
              <a:gd name="connsiteX232" fmla="*/ 5388878 w 7467600"/>
              <a:gd name="connsiteY232" fmla="*/ 4300185 h 6858000"/>
              <a:gd name="connsiteX233" fmla="*/ 5425556 w 7467600"/>
              <a:gd name="connsiteY233" fmla="*/ 4308967 h 6858000"/>
              <a:gd name="connsiteX234" fmla="*/ 4943646 w 7467600"/>
              <a:gd name="connsiteY234" fmla="*/ 3822916 h 6858000"/>
              <a:gd name="connsiteX235" fmla="*/ 4594837 w 7467600"/>
              <a:gd name="connsiteY235" fmla="*/ 3532274 h 6858000"/>
              <a:gd name="connsiteX236" fmla="*/ 4441737 w 7467600"/>
              <a:gd name="connsiteY236" fmla="*/ 3399734 h 6858000"/>
              <a:gd name="connsiteX237" fmla="*/ 5425834 w 7467600"/>
              <a:gd name="connsiteY237" fmla="*/ 3162785 h 6858000"/>
              <a:gd name="connsiteX238" fmla="*/ 5401644 w 7467600"/>
              <a:gd name="connsiteY238" fmla="*/ 3617847 h 6858000"/>
              <a:gd name="connsiteX239" fmla="*/ 5467256 w 7467600"/>
              <a:gd name="connsiteY239" fmla="*/ 4175494 h 6858000"/>
              <a:gd name="connsiteX240" fmla="*/ 5448069 w 7467600"/>
              <a:gd name="connsiteY240" fmla="*/ 3567554 h 6858000"/>
              <a:gd name="connsiteX241" fmla="*/ 5425834 w 7467600"/>
              <a:gd name="connsiteY241" fmla="*/ 3162785 h 6858000"/>
              <a:gd name="connsiteX242" fmla="*/ 1318687 w 7467600"/>
              <a:gd name="connsiteY242" fmla="*/ 3113840 h 6858000"/>
              <a:gd name="connsiteX243" fmla="*/ 1066793 w 7467600"/>
              <a:gd name="connsiteY243" fmla="*/ 3212171 h 6858000"/>
              <a:gd name="connsiteX244" fmla="*/ 993319 w 7467600"/>
              <a:gd name="connsiteY244" fmla="*/ 3247648 h 6858000"/>
              <a:gd name="connsiteX245" fmla="*/ 853081 w 7467600"/>
              <a:gd name="connsiteY245" fmla="*/ 3312410 h 6858000"/>
              <a:gd name="connsiteX246" fmla="*/ 805957 w 7467600"/>
              <a:gd name="connsiteY246" fmla="*/ 3330443 h 6858000"/>
              <a:gd name="connsiteX247" fmla="*/ 1318687 w 7467600"/>
              <a:gd name="connsiteY247" fmla="*/ 3113840 h 6858000"/>
              <a:gd name="connsiteX248" fmla="*/ 5453702 w 7467600"/>
              <a:gd name="connsiteY248" fmla="*/ 3090882 h 6858000"/>
              <a:gd name="connsiteX249" fmla="*/ 5480135 w 7467600"/>
              <a:gd name="connsiteY249" fmla="*/ 3565802 h 6858000"/>
              <a:gd name="connsiteX250" fmla="*/ 5499023 w 7467600"/>
              <a:gd name="connsiteY250" fmla="*/ 4166310 h 6858000"/>
              <a:gd name="connsiteX251" fmla="*/ 5547022 w 7467600"/>
              <a:gd name="connsiteY251" fmla="*/ 3607838 h 6858000"/>
              <a:gd name="connsiteX252" fmla="*/ 5515964 w 7467600"/>
              <a:gd name="connsiteY252" fmla="*/ 3378541 h 6858000"/>
              <a:gd name="connsiteX253" fmla="*/ 5453702 w 7467600"/>
              <a:gd name="connsiteY253" fmla="*/ 3090882 h 6858000"/>
              <a:gd name="connsiteX254" fmla="*/ 1238695 w 7467600"/>
              <a:gd name="connsiteY254" fmla="*/ 3076820 h 6858000"/>
              <a:gd name="connsiteX255" fmla="*/ 716371 w 7467600"/>
              <a:gd name="connsiteY255" fmla="*/ 3293249 h 6858000"/>
              <a:gd name="connsiteX256" fmla="*/ 579522 w 7467600"/>
              <a:gd name="connsiteY256" fmla="*/ 3371759 h 6858000"/>
              <a:gd name="connsiteX257" fmla="*/ 600288 w 7467600"/>
              <a:gd name="connsiteY257" fmla="*/ 3365555 h 6858000"/>
              <a:gd name="connsiteX258" fmla="*/ 840692 w 7467600"/>
              <a:gd name="connsiteY258" fmla="*/ 3284921 h 6858000"/>
              <a:gd name="connsiteX259" fmla="*/ 979248 w 7467600"/>
              <a:gd name="connsiteY259" fmla="*/ 3221003 h 6858000"/>
              <a:gd name="connsiteX260" fmla="*/ 1053282 w 7467600"/>
              <a:gd name="connsiteY260" fmla="*/ 3185247 h 6858000"/>
              <a:gd name="connsiteX261" fmla="*/ 1320603 w 7467600"/>
              <a:gd name="connsiteY261" fmla="*/ 3081281 h 6858000"/>
              <a:gd name="connsiteX262" fmla="*/ 1238695 w 7467600"/>
              <a:gd name="connsiteY262" fmla="*/ 3076820 h 6858000"/>
              <a:gd name="connsiteX263" fmla="*/ 5425627 w 7467600"/>
              <a:gd name="connsiteY263" fmla="*/ 2954192 h 6858000"/>
              <a:gd name="connsiteX264" fmla="*/ 5470770 w 7467600"/>
              <a:gd name="connsiteY264" fmla="*/ 3005435 h 6858000"/>
              <a:gd name="connsiteX265" fmla="*/ 5519779 w 7467600"/>
              <a:gd name="connsiteY265" fmla="*/ 4359223 h 6858000"/>
              <a:gd name="connsiteX266" fmla="*/ 5520293 w 7467600"/>
              <a:gd name="connsiteY266" fmla="*/ 4360602 h 6858000"/>
              <a:gd name="connsiteX267" fmla="*/ 5767221 w 7467600"/>
              <a:gd name="connsiteY267" fmla="*/ 4665564 h 6858000"/>
              <a:gd name="connsiteX268" fmla="*/ 6937169 w 7467600"/>
              <a:gd name="connsiteY268" fmla="*/ 4815941 h 6858000"/>
              <a:gd name="connsiteX269" fmla="*/ 6953922 w 7467600"/>
              <a:gd name="connsiteY269" fmla="*/ 4890068 h 6858000"/>
              <a:gd name="connsiteX270" fmla="*/ 6071359 w 7467600"/>
              <a:gd name="connsiteY270" fmla="*/ 4770770 h 6858000"/>
              <a:gd name="connsiteX271" fmla="*/ 6038839 w 7467600"/>
              <a:gd name="connsiteY271" fmla="*/ 4764474 h 6858000"/>
              <a:gd name="connsiteX272" fmla="*/ 6038706 w 7467600"/>
              <a:gd name="connsiteY272" fmla="*/ 4763847 h 6858000"/>
              <a:gd name="connsiteX273" fmla="*/ 6037784 w 7467600"/>
              <a:gd name="connsiteY273" fmla="*/ 4764270 h 6858000"/>
              <a:gd name="connsiteX274" fmla="*/ 6038839 w 7467600"/>
              <a:gd name="connsiteY274" fmla="*/ 4764474 h 6858000"/>
              <a:gd name="connsiteX275" fmla="*/ 6040338 w 7467600"/>
              <a:gd name="connsiteY275" fmla="*/ 4771418 h 6858000"/>
              <a:gd name="connsiteX276" fmla="*/ 6024488 w 7467600"/>
              <a:gd name="connsiteY276" fmla="*/ 4809903 h 6858000"/>
              <a:gd name="connsiteX277" fmla="*/ 5599771 w 7467600"/>
              <a:gd name="connsiteY277" fmla="*/ 5509652 h 6858000"/>
              <a:gd name="connsiteX278" fmla="*/ 5548843 w 7467600"/>
              <a:gd name="connsiteY278" fmla="*/ 5563845 h 6858000"/>
              <a:gd name="connsiteX279" fmla="*/ 5940952 w 7467600"/>
              <a:gd name="connsiteY279" fmla="*/ 6250028 h 6858000"/>
              <a:gd name="connsiteX280" fmla="*/ 6043441 w 7467600"/>
              <a:gd name="connsiteY280" fmla="*/ 6665847 h 6858000"/>
              <a:gd name="connsiteX281" fmla="*/ 6093432 w 7467600"/>
              <a:gd name="connsiteY281" fmla="*/ 6858000 h 6858000"/>
              <a:gd name="connsiteX282" fmla="*/ 6034344 w 7467600"/>
              <a:gd name="connsiteY282" fmla="*/ 6858000 h 6858000"/>
              <a:gd name="connsiteX283" fmla="*/ 6026679 w 7467600"/>
              <a:gd name="connsiteY283" fmla="*/ 6836959 h 6858000"/>
              <a:gd name="connsiteX284" fmla="*/ 5800441 w 7467600"/>
              <a:gd name="connsiteY284" fmla="*/ 6335286 h 6858000"/>
              <a:gd name="connsiteX285" fmla="*/ 5526562 w 7467600"/>
              <a:gd name="connsiteY285" fmla="*/ 5705388 h 6858000"/>
              <a:gd name="connsiteX286" fmla="*/ 5519640 w 7467600"/>
              <a:gd name="connsiteY286" fmla="*/ 5683774 h 6858000"/>
              <a:gd name="connsiteX287" fmla="*/ 5844559 w 7467600"/>
              <a:gd name="connsiteY287" fmla="*/ 6553349 h 6858000"/>
              <a:gd name="connsiteX288" fmla="*/ 5975994 w 7467600"/>
              <a:gd name="connsiteY288" fmla="*/ 6858000 h 6858000"/>
              <a:gd name="connsiteX289" fmla="*/ 5898547 w 7467600"/>
              <a:gd name="connsiteY289" fmla="*/ 6858000 h 6858000"/>
              <a:gd name="connsiteX290" fmla="*/ 5682041 w 7467600"/>
              <a:gd name="connsiteY290" fmla="*/ 6355860 h 6858000"/>
              <a:gd name="connsiteX291" fmla="*/ 5461758 w 7467600"/>
              <a:gd name="connsiteY291" fmla="*/ 5820220 h 6858000"/>
              <a:gd name="connsiteX292" fmla="*/ 5237282 w 7467600"/>
              <a:gd name="connsiteY292" fmla="*/ 6579086 h 6858000"/>
              <a:gd name="connsiteX293" fmla="*/ 5115009 w 7467600"/>
              <a:gd name="connsiteY293" fmla="*/ 6858000 h 6858000"/>
              <a:gd name="connsiteX294" fmla="*/ 5028074 w 7467600"/>
              <a:gd name="connsiteY294" fmla="*/ 6858000 h 6858000"/>
              <a:gd name="connsiteX295" fmla="*/ 5079508 w 7467600"/>
              <a:gd name="connsiteY295" fmla="*/ 6749074 h 6858000"/>
              <a:gd name="connsiteX296" fmla="*/ 5371846 w 7467600"/>
              <a:gd name="connsiteY296" fmla="*/ 5924413 h 6858000"/>
              <a:gd name="connsiteX297" fmla="*/ 5270512 w 7467600"/>
              <a:gd name="connsiteY297" fmla="*/ 6138975 h 6858000"/>
              <a:gd name="connsiteX298" fmla="*/ 5062409 w 7467600"/>
              <a:gd name="connsiteY298" fmla="*/ 6653544 h 6858000"/>
              <a:gd name="connsiteX299" fmla="*/ 5036628 w 7467600"/>
              <a:gd name="connsiteY299" fmla="*/ 6754247 h 6858000"/>
              <a:gd name="connsiteX300" fmla="*/ 5009112 w 7467600"/>
              <a:gd name="connsiteY300" fmla="*/ 6858000 h 6858000"/>
              <a:gd name="connsiteX301" fmla="*/ 4976679 w 7467600"/>
              <a:gd name="connsiteY301" fmla="*/ 6858000 h 6858000"/>
              <a:gd name="connsiteX302" fmla="*/ 5006537 w 7467600"/>
              <a:gd name="connsiteY302" fmla="*/ 6747068 h 6858000"/>
              <a:gd name="connsiteX303" fmla="*/ 5032723 w 7467600"/>
              <a:gd name="connsiteY303" fmla="*/ 6644957 h 6858000"/>
              <a:gd name="connsiteX304" fmla="*/ 5242949 w 7467600"/>
              <a:gd name="connsiteY304" fmla="*/ 6125175 h 6858000"/>
              <a:gd name="connsiteX305" fmla="*/ 5286321 w 7467600"/>
              <a:gd name="connsiteY305" fmla="*/ 6033555 h 6858000"/>
              <a:gd name="connsiteX306" fmla="*/ 5008210 w 7467600"/>
              <a:gd name="connsiteY306" fmla="*/ 6649194 h 6858000"/>
              <a:gd name="connsiteX307" fmla="*/ 4986321 w 7467600"/>
              <a:gd name="connsiteY307" fmla="*/ 6765687 h 6858000"/>
              <a:gd name="connsiteX308" fmla="*/ 4973474 w 7467600"/>
              <a:gd name="connsiteY308" fmla="*/ 6858000 h 6858000"/>
              <a:gd name="connsiteX309" fmla="*/ 4907178 w 7467600"/>
              <a:gd name="connsiteY309" fmla="*/ 6858000 h 6858000"/>
              <a:gd name="connsiteX310" fmla="*/ 4910810 w 7467600"/>
              <a:gd name="connsiteY310" fmla="*/ 6829660 h 6858000"/>
              <a:gd name="connsiteX311" fmla="*/ 4987461 w 7467600"/>
              <a:gd name="connsiteY311" fmla="*/ 6432994 h 6858000"/>
              <a:gd name="connsiteX312" fmla="*/ 5179262 w 7467600"/>
              <a:gd name="connsiteY312" fmla="*/ 6035044 h 6858000"/>
              <a:gd name="connsiteX313" fmla="*/ 4689678 w 7467600"/>
              <a:gd name="connsiteY313" fmla="*/ 6440241 h 6858000"/>
              <a:gd name="connsiteX314" fmla="*/ 4477543 w 7467600"/>
              <a:gd name="connsiteY314" fmla="*/ 6674836 h 6858000"/>
              <a:gd name="connsiteX315" fmla="*/ 4329957 w 7467600"/>
              <a:gd name="connsiteY315" fmla="*/ 6858000 h 6858000"/>
              <a:gd name="connsiteX316" fmla="*/ 4218595 w 7467600"/>
              <a:gd name="connsiteY316" fmla="*/ 6858000 h 6858000"/>
              <a:gd name="connsiteX317" fmla="*/ 4368888 w 7467600"/>
              <a:gd name="connsiteY317" fmla="*/ 6668412 h 6858000"/>
              <a:gd name="connsiteX318" fmla="*/ 4563091 w 7467600"/>
              <a:gd name="connsiteY318" fmla="*/ 6442508 h 6858000"/>
              <a:gd name="connsiteX319" fmla="*/ 5387324 w 7467600"/>
              <a:gd name="connsiteY319" fmla="*/ 5705830 h 6858000"/>
              <a:gd name="connsiteX320" fmla="*/ 5073620 w 7467600"/>
              <a:gd name="connsiteY320" fmla="*/ 5955437 h 6858000"/>
              <a:gd name="connsiteX321" fmla="*/ 4689789 w 7467600"/>
              <a:gd name="connsiteY321" fmla="*/ 6268382 h 6858000"/>
              <a:gd name="connsiteX322" fmla="*/ 4418722 w 7467600"/>
              <a:gd name="connsiteY322" fmla="*/ 6570886 h 6858000"/>
              <a:gd name="connsiteX323" fmla="*/ 4214944 w 7467600"/>
              <a:gd name="connsiteY323" fmla="*/ 6858000 h 6858000"/>
              <a:gd name="connsiteX324" fmla="*/ 4177898 w 7467600"/>
              <a:gd name="connsiteY324" fmla="*/ 6858000 h 6858000"/>
              <a:gd name="connsiteX325" fmla="*/ 4391597 w 7467600"/>
              <a:gd name="connsiteY325" fmla="*/ 6556370 h 6858000"/>
              <a:gd name="connsiteX326" fmla="*/ 4668889 w 7467600"/>
              <a:gd name="connsiteY326" fmla="*/ 6246399 h 6858000"/>
              <a:gd name="connsiteX327" fmla="*/ 5055427 w 7467600"/>
              <a:gd name="connsiteY327" fmla="*/ 5931476 h 6858000"/>
              <a:gd name="connsiteX328" fmla="*/ 5371814 w 7467600"/>
              <a:gd name="connsiteY328" fmla="*/ 5678975 h 6858000"/>
              <a:gd name="connsiteX329" fmla="*/ 4987918 w 7467600"/>
              <a:gd name="connsiteY329" fmla="*/ 5838701 h 6858000"/>
              <a:gd name="connsiteX330" fmla="*/ 4317146 w 7467600"/>
              <a:gd name="connsiteY330" fmla="*/ 6587716 h 6858000"/>
              <a:gd name="connsiteX331" fmla="*/ 4171627 w 7467600"/>
              <a:gd name="connsiteY331" fmla="*/ 6858000 h 6858000"/>
              <a:gd name="connsiteX332" fmla="*/ 4081585 w 7467600"/>
              <a:gd name="connsiteY332" fmla="*/ 6858000 h 6858000"/>
              <a:gd name="connsiteX333" fmla="*/ 4238603 w 7467600"/>
              <a:gd name="connsiteY333" fmla="*/ 6559341 h 6858000"/>
              <a:gd name="connsiteX334" fmla="*/ 4778333 w 7467600"/>
              <a:gd name="connsiteY334" fmla="*/ 5873626 h 6858000"/>
              <a:gd name="connsiteX335" fmla="*/ 5414185 w 7467600"/>
              <a:gd name="connsiteY335" fmla="*/ 5573882 h 6858000"/>
              <a:gd name="connsiteX336" fmla="*/ 5959648 w 7467600"/>
              <a:gd name="connsiteY336" fmla="*/ 4760797 h 6858000"/>
              <a:gd name="connsiteX337" fmla="*/ 5355019 w 7467600"/>
              <a:gd name="connsiteY337" fmla="*/ 4734672 h 6858000"/>
              <a:gd name="connsiteX338" fmla="*/ 5083565 w 7467600"/>
              <a:gd name="connsiteY338" fmla="*/ 5179121 h 6858000"/>
              <a:gd name="connsiteX339" fmla="*/ 4713577 w 7467600"/>
              <a:gd name="connsiteY339" fmla="*/ 5616803 h 6858000"/>
              <a:gd name="connsiteX340" fmla="*/ 3989559 w 7467600"/>
              <a:gd name="connsiteY340" fmla="*/ 6145945 h 6858000"/>
              <a:gd name="connsiteX341" fmla="*/ 3939824 w 7467600"/>
              <a:gd name="connsiteY341" fmla="*/ 6066900 h 6858000"/>
              <a:gd name="connsiteX342" fmla="*/ 4584537 w 7467600"/>
              <a:gd name="connsiteY342" fmla="*/ 5324826 h 6858000"/>
              <a:gd name="connsiteX343" fmla="*/ 5037105 w 7467600"/>
              <a:gd name="connsiteY343" fmla="*/ 5088765 h 6858000"/>
              <a:gd name="connsiteX344" fmla="*/ 5039930 w 7467600"/>
              <a:gd name="connsiteY344" fmla="*/ 5089585 h 6858000"/>
              <a:gd name="connsiteX345" fmla="*/ 5263764 w 7467600"/>
              <a:gd name="connsiteY345" fmla="*/ 4735525 h 6858000"/>
              <a:gd name="connsiteX346" fmla="*/ 4086300 w 7467600"/>
              <a:gd name="connsiteY346" fmla="*/ 4884599 h 6858000"/>
              <a:gd name="connsiteX347" fmla="*/ 4085485 w 7467600"/>
              <a:gd name="connsiteY347" fmla="*/ 4899070 h 6858000"/>
              <a:gd name="connsiteX348" fmla="*/ 3871915 w 7467600"/>
              <a:gd name="connsiteY348" fmla="*/ 5253645 h 6858000"/>
              <a:gd name="connsiteX349" fmla="*/ 3799374 w 7467600"/>
              <a:gd name="connsiteY349" fmla="*/ 5466127 h 6858000"/>
              <a:gd name="connsiteX350" fmla="*/ 3498850 w 7467600"/>
              <a:gd name="connsiteY350" fmla="*/ 6661888 h 6858000"/>
              <a:gd name="connsiteX351" fmla="*/ 3399216 w 7467600"/>
              <a:gd name="connsiteY351" fmla="*/ 6858000 h 6858000"/>
              <a:gd name="connsiteX352" fmla="*/ 3303688 w 7467600"/>
              <a:gd name="connsiteY352" fmla="*/ 6858000 h 6858000"/>
              <a:gd name="connsiteX353" fmla="*/ 3391774 w 7467600"/>
              <a:gd name="connsiteY353" fmla="*/ 6697181 h 6858000"/>
              <a:gd name="connsiteX354" fmla="*/ 3735540 w 7467600"/>
              <a:gd name="connsiteY354" fmla="*/ 5546923 h 6858000"/>
              <a:gd name="connsiteX355" fmla="*/ 3729438 w 7467600"/>
              <a:gd name="connsiteY355" fmla="*/ 5569058 h 6858000"/>
              <a:gd name="connsiteX356" fmla="*/ 3707782 w 7467600"/>
              <a:gd name="connsiteY356" fmla="*/ 5644908 h 6858000"/>
              <a:gd name="connsiteX357" fmla="*/ 3583827 w 7467600"/>
              <a:gd name="connsiteY357" fmla="*/ 6039215 h 6858000"/>
              <a:gd name="connsiteX358" fmla="*/ 3547861 w 7467600"/>
              <a:gd name="connsiteY358" fmla="*/ 6129609 h 6858000"/>
              <a:gd name="connsiteX359" fmla="*/ 3490905 w 7467600"/>
              <a:gd name="connsiteY359" fmla="*/ 6277660 h 6858000"/>
              <a:gd name="connsiteX360" fmla="*/ 3455859 w 7467600"/>
              <a:gd name="connsiteY360" fmla="*/ 6391301 h 6858000"/>
              <a:gd name="connsiteX361" fmla="*/ 3429112 w 7467600"/>
              <a:gd name="connsiteY361" fmla="*/ 6479469 h 6858000"/>
              <a:gd name="connsiteX362" fmla="*/ 3304862 w 7467600"/>
              <a:gd name="connsiteY362" fmla="*/ 6796476 h 6858000"/>
              <a:gd name="connsiteX363" fmla="*/ 3276071 w 7467600"/>
              <a:gd name="connsiteY363" fmla="*/ 6858000 h 6858000"/>
              <a:gd name="connsiteX364" fmla="*/ 3240805 w 7467600"/>
              <a:gd name="connsiteY364" fmla="*/ 6858000 h 6858000"/>
              <a:gd name="connsiteX365" fmla="*/ 3275917 w 7467600"/>
              <a:gd name="connsiteY365" fmla="*/ 6783192 h 6858000"/>
              <a:gd name="connsiteX366" fmla="*/ 3399358 w 7467600"/>
              <a:gd name="connsiteY366" fmla="*/ 6469011 h 6858000"/>
              <a:gd name="connsiteX367" fmla="*/ 3425650 w 7467600"/>
              <a:gd name="connsiteY367" fmla="*/ 6381333 h 6858000"/>
              <a:gd name="connsiteX368" fmla="*/ 3460661 w 7467600"/>
              <a:gd name="connsiteY368" fmla="*/ 6266763 h 6858000"/>
              <a:gd name="connsiteX369" fmla="*/ 3518021 w 7467600"/>
              <a:gd name="connsiteY369" fmla="*/ 6117298 h 6858000"/>
              <a:gd name="connsiteX370" fmla="*/ 3554035 w 7467600"/>
              <a:gd name="connsiteY370" fmla="*/ 6027832 h 6858000"/>
              <a:gd name="connsiteX371" fmla="*/ 3677174 w 7467600"/>
              <a:gd name="connsiteY371" fmla="*/ 5636351 h 6858000"/>
              <a:gd name="connsiteX372" fmla="*/ 3698819 w 7467600"/>
              <a:gd name="connsiteY372" fmla="*/ 5560503 h 6858000"/>
              <a:gd name="connsiteX373" fmla="*/ 3702094 w 7467600"/>
              <a:gd name="connsiteY373" fmla="*/ 5549194 h 6858000"/>
              <a:gd name="connsiteX374" fmla="*/ 3398355 w 7467600"/>
              <a:gd name="connsiteY374" fmla="*/ 6094603 h 6858000"/>
              <a:gd name="connsiteX375" fmla="*/ 3193941 w 7467600"/>
              <a:gd name="connsiteY375" fmla="*/ 6798775 h 6858000"/>
              <a:gd name="connsiteX376" fmla="*/ 3184140 w 7467600"/>
              <a:gd name="connsiteY376" fmla="*/ 6858000 h 6858000"/>
              <a:gd name="connsiteX377" fmla="*/ 3099978 w 7467600"/>
              <a:gd name="connsiteY377" fmla="*/ 6858000 h 6858000"/>
              <a:gd name="connsiteX378" fmla="*/ 3101556 w 7467600"/>
              <a:gd name="connsiteY378" fmla="*/ 6843337 h 6858000"/>
              <a:gd name="connsiteX379" fmla="*/ 3370162 w 7467600"/>
              <a:gd name="connsiteY379" fmla="*/ 5785550 h 6858000"/>
              <a:gd name="connsiteX380" fmla="*/ 3746477 w 7467600"/>
              <a:gd name="connsiteY380" fmla="*/ 5377889 h 6858000"/>
              <a:gd name="connsiteX381" fmla="*/ 3863399 w 7467600"/>
              <a:gd name="connsiteY381" fmla="*/ 5087257 h 6858000"/>
              <a:gd name="connsiteX382" fmla="*/ 3968712 w 7467600"/>
              <a:gd name="connsiteY382" fmla="*/ 4913989 h 6858000"/>
              <a:gd name="connsiteX383" fmla="*/ 2792390 w 7467600"/>
              <a:gd name="connsiteY383" fmla="*/ 5382974 h 6858000"/>
              <a:gd name="connsiteX384" fmla="*/ 2714982 w 7467600"/>
              <a:gd name="connsiteY384" fmla="*/ 5427051 h 6858000"/>
              <a:gd name="connsiteX385" fmla="*/ 2813361 w 7467600"/>
              <a:gd name="connsiteY385" fmla="*/ 6023912 h 6858000"/>
              <a:gd name="connsiteX386" fmla="*/ 2688430 w 7467600"/>
              <a:gd name="connsiteY386" fmla="*/ 6801564 h 6858000"/>
              <a:gd name="connsiteX387" fmla="*/ 2629626 w 7467600"/>
              <a:gd name="connsiteY387" fmla="*/ 6763394 h 6858000"/>
              <a:gd name="connsiteX388" fmla="*/ 2565328 w 7467600"/>
              <a:gd name="connsiteY388" fmla="*/ 5516399 h 6858000"/>
              <a:gd name="connsiteX389" fmla="*/ 1922999 w 7467600"/>
              <a:gd name="connsiteY389" fmla="*/ 5980343 h 6858000"/>
              <a:gd name="connsiteX390" fmla="*/ 1950261 w 7467600"/>
              <a:gd name="connsiteY390" fmla="*/ 6405858 h 6858000"/>
              <a:gd name="connsiteX391" fmla="*/ 2365554 w 7467600"/>
              <a:gd name="connsiteY391" fmla="*/ 6759107 h 6858000"/>
              <a:gd name="connsiteX392" fmla="*/ 2424142 w 7467600"/>
              <a:gd name="connsiteY392" fmla="*/ 6858000 h 6858000"/>
              <a:gd name="connsiteX393" fmla="*/ 2395994 w 7467600"/>
              <a:gd name="connsiteY393" fmla="*/ 6858000 h 6858000"/>
              <a:gd name="connsiteX394" fmla="*/ 2392863 w 7467600"/>
              <a:gd name="connsiteY394" fmla="*/ 6852964 h 6858000"/>
              <a:gd name="connsiteX395" fmla="*/ 2017589 w 7467600"/>
              <a:gd name="connsiteY395" fmla="*/ 6493982 h 6858000"/>
              <a:gd name="connsiteX396" fmla="*/ 2147336 w 7467600"/>
              <a:gd name="connsiteY396" fmla="*/ 6594052 h 6858000"/>
              <a:gd name="connsiteX397" fmla="*/ 2207047 w 7467600"/>
              <a:gd name="connsiteY397" fmla="*/ 6654540 h 6858000"/>
              <a:gd name="connsiteX398" fmla="*/ 2299106 w 7467600"/>
              <a:gd name="connsiteY398" fmla="*/ 6778931 h 6858000"/>
              <a:gd name="connsiteX399" fmla="*/ 2314430 w 7467600"/>
              <a:gd name="connsiteY399" fmla="*/ 6801144 h 6858000"/>
              <a:gd name="connsiteX400" fmla="*/ 2352406 w 7467600"/>
              <a:gd name="connsiteY400" fmla="*/ 6858000 h 6858000"/>
              <a:gd name="connsiteX401" fmla="*/ 2314492 w 7467600"/>
              <a:gd name="connsiteY401" fmla="*/ 6858000 h 6858000"/>
              <a:gd name="connsiteX402" fmla="*/ 2288095 w 7467600"/>
              <a:gd name="connsiteY402" fmla="*/ 6818030 h 6858000"/>
              <a:gd name="connsiteX403" fmla="*/ 2272768 w 7467600"/>
              <a:gd name="connsiteY403" fmla="*/ 6795822 h 6858000"/>
              <a:gd name="connsiteX404" fmla="*/ 2182715 w 7467600"/>
              <a:gd name="connsiteY404" fmla="*/ 6675071 h 6858000"/>
              <a:gd name="connsiteX405" fmla="*/ 2032061 w 7467600"/>
              <a:gd name="connsiteY405" fmla="*/ 6541380 h 6858000"/>
              <a:gd name="connsiteX406" fmla="*/ 2257220 w 7467600"/>
              <a:gd name="connsiteY406" fmla="*/ 6826257 h 6858000"/>
              <a:gd name="connsiteX407" fmla="*/ 2281324 w 7467600"/>
              <a:gd name="connsiteY407" fmla="*/ 6858000 h 6858000"/>
              <a:gd name="connsiteX408" fmla="*/ 2242860 w 7467600"/>
              <a:gd name="connsiteY408" fmla="*/ 6858000 h 6858000"/>
              <a:gd name="connsiteX409" fmla="*/ 2232818 w 7467600"/>
              <a:gd name="connsiteY409" fmla="*/ 6844926 h 6858000"/>
              <a:gd name="connsiteX410" fmla="*/ 1990172 w 7467600"/>
              <a:gd name="connsiteY410" fmla="*/ 6542121 h 6858000"/>
              <a:gd name="connsiteX411" fmla="*/ 2124090 w 7467600"/>
              <a:gd name="connsiteY411" fmla="*/ 6761017 h 6858000"/>
              <a:gd name="connsiteX412" fmla="*/ 2200380 w 7467600"/>
              <a:gd name="connsiteY412" fmla="*/ 6858000 h 6858000"/>
              <a:gd name="connsiteX413" fmla="*/ 2147507 w 7467600"/>
              <a:gd name="connsiteY413" fmla="*/ 6858000 h 6858000"/>
              <a:gd name="connsiteX414" fmla="*/ 2070668 w 7467600"/>
              <a:gd name="connsiteY414" fmla="*/ 6761520 h 6858000"/>
              <a:gd name="connsiteX415" fmla="*/ 1975142 w 7467600"/>
              <a:gd name="connsiteY415" fmla="*/ 6585570 h 6858000"/>
              <a:gd name="connsiteX416" fmla="*/ 2050035 w 7467600"/>
              <a:gd name="connsiteY416" fmla="*/ 6813345 h 6858000"/>
              <a:gd name="connsiteX417" fmla="*/ 2063025 w 7467600"/>
              <a:gd name="connsiteY417" fmla="*/ 6858000 h 6858000"/>
              <a:gd name="connsiteX418" fmla="*/ 2021675 w 7467600"/>
              <a:gd name="connsiteY418" fmla="*/ 6858000 h 6858000"/>
              <a:gd name="connsiteX419" fmla="*/ 2019308 w 7467600"/>
              <a:gd name="connsiteY419" fmla="*/ 6847118 h 6858000"/>
              <a:gd name="connsiteX420" fmla="*/ 1938835 w 7467600"/>
              <a:gd name="connsiteY420" fmla="*/ 6551160 h 6858000"/>
              <a:gd name="connsiteX421" fmla="*/ 1953230 w 7467600"/>
              <a:gd name="connsiteY421" fmla="*/ 6759699 h 6858000"/>
              <a:gd name="connsiteX422" fmla="*/ 1956763 w 7467600"/>
              <a:gd name="connsiteY422" fmla="*/ 6778191 h 6858000"/>
              <a:gd name="connsiteX423" fmla="*/ 1967925 w 7467600"/>
              <a:gd name="connsiteY423" fmla="*/ 6858000 h 6858000"/>
              <a:gd name="connsiteX424" fmla="*/ 1936622 w 7467600"/>
              <a:gd name="connsiteY424" fmla="*/ 6858000 h 6858000"/>
              <a:gd name="connsiteX425" fmla="*/ 1926261 w 7467600"/>
              <a:gd name="connsiteY425" fmla="*/ 6784064 h 6858000"/>
              <a:gd name="connsiteX426" fmla="*/ 1922724 w 7467600"/>
              <a:gd name="connsiteY426" fmla="*/ 6765577 h 6858000"/>
              <a:gd name="connsiteX427" fmla="*/ 1904650 w 7467600"/>
              <a:gd name="connsiteY427" fmla="*/ 6639616 h 6858000"/>
              <a:gd name="connsiteX428" fmla="*/ 1885273 w 7467600"/>
              <a:gd name="connsiteY428" fmla="*/ 6858000 h 6858000"/>
              <a:gd name="connsiteX429" fmla="*/ 1854363 w 7467600"/>
              <a:gd name="connsiteY429" fmla="*/ 6858000 h 6858000"/>
              <a:gd name="connsiteX430" fmla="*/ 1880391 w 7467600"/>
              <a:gd name="connsiteY430" fmla="*/ 6603796 h 6858000"/>
              <a:gd name="connsiteX431" fmla="*/ 1818273 w 7467600"/>
              <a:gd name="connsiteY431" fmla="*/ 6715729 h 6858000"/>
              <a:gd name="connsiteX432" fmla="*/ 1794691 w 7467600"/>
              <a:gd name="connsiteY432" fmla="*/ 6843239 h 6858000"/>
              <a:gd name="connsiteX433" fmla="*/ 1794914 w 7467600"/>
              <a:gd name="connsiteY433" fmla="*/ 6858000 h 6858000"/>
              <a:gd name="connsiteX434" fmla="*/ 1746128 w 7467600"/>
              <a:gd name="connsiteY434" fmla="*/ 6858000 h 6858000"/>
              <a:gd name="connsiteX435" fmla="*/ 1753934 w 7467600"/>
              <a:gd name="connsiteY435" fmla="*/ 6724796 h 6858000"/>
              <a:gd name="connsiteX436" fmla="*/ 1792053 w 7467600"/>
              <a:gd name="connsiteY436" fmla="*/ 6572396 h 6858000"/>
              <a:gd name="connsiteX437" fmla="*/ 1862248 w 7467600"/>
              <a:gd name="connsiteY437" fmla="*/ 6266397 h 6858000"/>
              <a:gd name="connsiteX438" fmla="*/ 1862250 w 7467600"/>
              <a:gd name="connsiteY438" fmla="*/ 6033531 h 6858000"/>
              <a:gd name="connsiteX439" fmla="*/ 1211999 w 7467600"/>
              <a:gd name="connsiteY439" fmla="*/ 6683610 h 6858000"/>
              <a:gd name="connsiteX440" fmla="*/ 1213266 w 7467600"/>
              <a:gd name="connsiteY440" fmla="*/ 6691947 h 6858000"/>
              <a:gd name="connsiteX441" fmla="*/ 1203370 w 7467600"/>
              <a:gd name="connsiteY441" fmla="*/ 6850676 h 6858000"/>
              <a:gd name="connsiteX442" fmla="*/ 1203671 w 7467600"/>
              <a:gd name="connsiteY442" fmla="*/ 6858000 h 6858000"/>
              <a:gd name="connsiteX443" fmla="*/ 1143180 w 7467600"/>
              <a:gd name="connsiteY443" fmla="*/ 6858000 h 6858000"/>
              <a:gd name="connsiteX444" fmla="*/ 1142176 w 7467600"/>
              <a:gd name="connsiteY444" fmla="*/ 6766045 h 6858000"/>
              <a:gd name="connsiteX445" fmla="*/ 1067484 w 7467600"/>
              <a:gd name="connsiteY445" fmla="*/ 6858000 h 6858000"/>
              <a:gd name="connsiteX446" fmla="*/ 953928 w 7467600"/>
              <a:gd name="connsiteY446" fmla="*/ 6858000 h 6858000"/>
              <a:gd name="connsiteX447" fmla="*/ 959715 w 7467600"/>
              <a:gd name="connsiteY447" fmla="*/ 6850185 h 6858000"/>
              <a:gd name="connsiteX448" fmla="*/ 1483788 w 7467600"/>
              <a:gd name="connsiteY448" fmla="*/ 6259174 h 6858000"/>
              <a:gd name="connsiteX449" fmla="*/ 1100671 w 7467600"/>
              <a:gd name="connsiteY449" fmla="*/ 6252137 h 6858000"/>
              <a:gd name="connsiteX450" fmla="*/ 1090144 w 7467600"/>
              <a:gd name="connsiteY450" fmla="*/ 6256748 h 6858000"/>
              <a:gd name="connsiteX451" fmla="*/ 1095872 w 7467600"/>
              <a:gd name="connsiteY451" fmla="*/ 6271892 h 6858000"/>
              <a:gd name="connsiteX452" fmla="*/ 262785 w 7467600"/>
              <a:gd name="connsiteY452" fmla="*/ 6845450 h 6858000"/>
              <a:gd name="connsiteX453" fmla="*/ 209968 w 7467600"/>
              <a:gd name="connsiteY453" fmla="*/ 6770713 h 6858000"/>
              <a:gd name="connsiteX454" fmla="*/ 873460 w 7467600"/>
              <a:gd name="connsiteY454" fmla="*/ 6253768 h 6858000"/>
              <a:gd name="connsiteX455" fmla="*/ 192686 w 7467600"/>
              <a:gd name="connsiteY455" fmla="*/ 5849257 h 6858000"/>
              <a:gd name="connsiteX456" fmla="*/ 4696 w 7467600"/>
              <a:gd name="connsiteY456" fmla="*/ 5697668 h 6858000"/>
              <a:gd name="connsiteX457" fmla="*/ 0 w 7467600"/>
              <a:gd name="connsiteY457" fmla="*/ 5689984 h 6858000"/>
              <a:gd name="connsiteX458" fmla="*/ 0 w 7467600"/>
              <a:gd name="connsiteY458" fmla="*/ 5513472 h 6858000"/>
              <a:gd name="connsiteX459" fmla="*/ 174101 w 7467600"/>
              <a:gd name="connsiteY459" fmla="*/ 5620277 h 6858000"/>
              <a:gd name="connsiteX460" fmla="*/ 891800 w 7467600"/>
              <a:gd name="connsiteY460" fmla="*/ 6036935 h 6858000"/>
              <a:gd name="connsiteX461" fmla="*/ 1072219 w 7467600"/>
              <a:gd name="connsiteY461" fmla="*/ 6169443 h 6858000"/>
              <a:gd name="connsiteX462" fmla="*/ 1074117 w 7467600"/>
              <a:gd name="connsiteY462" fmla="*/ 6170301 h 6858000"/>
              <a:gd name="connsiteX463" fmla="*/ 1083114 w 7467600"/>
              <a:gd name="connsiteY463" fmla="*/ 6174131 h 6858000"/>
              <a:gd name="connsiteX464" fmla="*/ 1543010 w 7467600"/>
              <a:gd name="connsiteY464" fmla="*/ 6191140 h 6858000"/>
              <a:gd name="connsiteX465" fmla="*/ 1551080 w 7467600"/>
              <a:gd name="connsiteY465" fmla="*/ 6195006 h 6858000"/>
              <a:gd name="connsiteX466" fmla="*/ 2345443 w 7467600"/>
              <a:gd name="connsiteY466" fmla="*/ 5549882 h 6858000"/>
              <a:gd name="connsiteX467" fmla="*/ 1721499 w 7467600"/>
              <a:gd name="connsiteY467" fmla="*/ 5599969 h 6858000"/>
              <a:gd name="connsiteX468" fmla="*/ 767716 w 7467600"/>
              <a:gd name="connsiteY468" fmla="*/ 5472768 h 6858000"/>
              <a:gd name="connsiteX469" fmla="*/ 722147 w 7467600"/>
              <a:gd name="connsiteY469" fmla="*/ 5393091 h 6858000"/>
              <a:gd name="connsiteX470" fmla="*/ 1485552 w 7467600"/>
              <a:gd name="connsiteY470" fmla="*/ 5313202 h 6858000"/>
              <a:gd name="connsiteX471" fmla="*/ 2143004 w 7467600"/>
              <a:gd name="connsiteY471" fmla="*/ 5402420 h 6858000"/>
              <a:gd name="connsiteX472" fmla="*/ 1933391 w 7467600"/>
              <a:gd name="connsiteY472" fmla="*/ 5156971 h 6858000"/>
              <a:gd name="connsiteX473" fmla="*/ 1827118 w 7467600"/>
              <a:gd name="connsiteY473" fmla="*/ 4968410 h 6858000"/>
              <a:gd name="connsiteX474" fmla="*/ 1837349 w 7467600"/>
              <a:gd name="connsiteY474" fmla="*/ 4956357 h 6858000"/>
              <a:gd name="connsiteX475" fmla="*/ 2162835 w 7467600"/>
              <a:gd name="connsiteY475" fmla="*/ 5187853 h 6858000"/>
              <a:gd name="connsiteX476" fmla="*/ 2257167 w 7467600"/>
              <a:gd name="connsiteY476" fmla="*/ 5462123 h 6858000"/>
              <a:gd name="connsiteX477" fmla="*/ 2261598 w 7467600"/>
              <a:gd name="connsiteY477" fmla="*/ 5467998 h 6858000"/>
              <a:gd name="connsiteX478" fmla="*/ 2437177 w 7467600"/>
              <a:gd name="connsiteY478" fmla="*/ 5479608 h 6858000"/>
              <a:gd name="connsiteX479" fmla="*/ 2445247 w 7467600"/>
              <a:gd name="connsiteY479" fmla="*/ 5483476 h 6858000"/>
              <a:gd name="connsiteX480" fmla="*/ 2743626 w 7467600"/>
              <a:gd name="connsiteY480" fmla="*/ 5304819 h 6858000"/>
              <a:gd name="connsiteX481" fmla="*/ 3048102 w 7467600"/>
              <a:gd name="connsiteY481" fmla="*/ 5150595 h 6858000"/>
              <a:gd name="connsiteX482" fmla="*/ 1799414 w 7467600"/>
              <a:gd name="connsiteY482" fmla="*/ 4694732 h 6858000"/>
              <a:gd name="connsiteX483" fmla="*/ 1771735 w 7467600"/>
              <a:gd name="connsiteY483" fmla="*/ 4619929 h 6858000"/>
              <a:gd name="connsiteX484" fmla="*/ 3104273 w 7467600"/>
              <a:gd name="connsiteY484" fmla="*/ 5076159 h 6858000"/>
              <a:gd name="connsiteX485" fmla="*/ 3113245 w 7467600"/>
              <a:gd name="connsiteY485" fmla="*/ 5090705 h 6858000"/>
              <a:gd name="connsiteX486" fmla="*/ 3126294 w 7467600"/>
              <a:gd name="connsiteY486" fmla="*/ 5114400 h 6858000"/>
              <a:gd name="connsiteX487" fmla="*/ 3937433 w 7467600"/>
              <a:gd name="connsiteY487" fmla="*/ 4830473 h 6858000"/>
              <a:gd name="connsiteX488" fmla="*/ 3590475 w 7467600"/>
              <a:gd name="connsiteY488" fmla="*/ 4597974 h 6858000"/>
              <a:gd name="connsiteX489" fmla="*/ 3100264 w 7467600"/>
              <a:gd name="connsiteY489" fmla="*/ 4579845 h 6858000"/>
              <a:gd name="connsiteX490" fmla="*/ 2183576 w 7467600"/>
              <a:gd name="connsiteY490" fmla="*/ 4227150 h 6858000"/>
              <a:gd name="connsiteX491" fmla="*/ 2151029 w 7467600"/>
              <a:gd name="connsiteY491" fmla="*/ 4146947 h 6858000"/>
              <a:gd name="connsiteX492" fmla="*/ 3563434 w 7467600"/>
              <a:gd name="connsiteY492" fmla="*/ 4469115 h 6858000"/>
              <a:gd name="connsiteX493" fmla="*/ 3177952 w 7467600"/>
              <a:gd name="connsiteY493" fmla="*/ 3657386 h 6858000"/>
              <a:gd name="connsiteX494" fmla="*/ 3189263 w 7467600"/>
              <a:gd name="connsiteY494" fmla="*/ 3625726 h 6858000"/>
              <a:gd name="connsiteX495" fmla="*/ 3560912 w 7467600"/>
              <a:gd name="connsiteY495" fmla="*/ 4079863 h 6858000"/>
              <a:gd name="connsiteX496" fmla="*/ 3626636 w 7467600"/>
              <a:gd name="connsiteY496" fmla="*/ 4512230 h 6858000"/>
              <a:gd name="connsiteX497" fmla="*/ 3653088 w 7467600"/>
              <a:gd name="connsiteY497" fmla="*/ 4521417 h 6858000"/>
              <a:gd name="connsiteX498" fmla="*/ 3988128 w 7467600"/>
              <a:gd name="connsiteY498" fmla="*/ 4817267 h 6858000"/>
              <a:gd name="connsiteX499" fmla="*/ 4830582 w 7467600"/>
              <a:gd name="connsiteY499" fmla="*/ 4676000 h 6858000"/>
              <a:gd name="connsiteX500" fmla="*/ 4830100 w 7467600"/>
              <a:gd name="connsiteY500" fmla="*/ 4675554 h 6858000"/>
              <a:gd name="connsiteX501" fmla="*/ 4036318 w 7467600"/>
              <a:gd name="connsiteY501" fmla="*/ 4147013 h 6858000"/>
              <a:gd name="connsiteX502" fmla="*/ 3432098 w 7467600"/>
              <a:gd name="connsiteY502" fmla="*/ 3537312 h 6858000"/>
              <a:gd name="connsiteX503" fmla="*/ 3446761 w 7467600"/>
              <a:gd name="connsiteY503" fmla="*/ 3461278 h 6858000"/>
              <a:gd name="connsiteX504" fmla="*/ 4419733 w 7467600"/>
              <a:gd name="connsiteY504" fmla="*/ 3963555 h 6858000"/>
              <a:gd name="connsiteX505" fmla="*/ 4781371 w 7467600"/>
              <a:gd name="connsiteY505" fmla="*/ 4458604 h 6858000"/>
              <a:gd name="connsiteX506" fmla="*/ 4780440 w 7467600"/>
              <a:gd name="connsiteY506" fmla="*/ 4470290 h 6858000"/>
              <a:gd name="connsiteX507" fmla="*/ 4898954 w 7467600"/>
              <a:gd name="connsiteY507" fmla="*/ 4662092 h 6858000"/>
              <a:gd name="connsiteX508" fmla="*/ 4900699 w 7467600"/>
              <a:gd name="connsiteY508" fmla="*/ 4670867 h 6858000"/>
              <a:gd name="connsiteX509" fmla="*/ 5714511 w 7467600"/>
              <a:gd name="connsiteY509" fmla="*/ 4663483 h 6858000"/>
              <a:gd name="connsiteX510" fmla="*/ 5464793 w 7467600"/>
              <a:gd name="connsiteY510" fmla="*/ 4393556 h 6858000"/>
              <a:gd name="connsiteX511" fmla="*/ 5461897 w 7467600"/>
              <a:gd name="connsiteY511" fmla="*/ 4390879 h 6858000"/>
              <a:gd name="connsiteX512" fmla="*/ 4294126 w 7467600"/>
              <a:gd name="connsiteY512" fmla="*/ 3303048 h 6858000"/>
              <a:gd name="connsiteX513" fmla="*/ 4305321 w 7467600"/>
              <a:gd name="connsiteY513" fmla="*/ 3256953 h 6858000"/>
              <a:gd name="connsiteX514" fmla="*/ 4949299 w 7467600"/>
              <a:gd name="connsiteY514" fmla="*/ 3766336 h 6858000"/>
              <a:gd name="connsiteX515" fmla="*/ 5291452 w 7467600"/>
              <a:gd name="connsiteY515" fmla="*/ 4076801 h 6858000"/>
              <a:gd name="connsiteX516" fmla="*/ 5434998 w 7467600"/>
              <a:gd name="connsiteY516" fmla="*/ 4254100 h 6858000"/>
              <a:gd name="connsiteX517" fmla="*/ 5351015 w 7467600"/>
              <a:gd name="connsiteY517" fmla="*/ 3760989 h 6858000"/>
              <a:gd name="connsiteX518" fmla="*/ 5413780 w 7467600"/>
              <a:gd name="connsiteY518" fmla="*/ 2966265 h 6858000"/>
              <a:gd name="connsiteX519" fmla="*/ 5425627 w 7467600"/>
              <a:gd name="connsiteY519" fmla="*/ 2954192 h 6858000"/>
              <a:gd name="connsiteX520" fmla="*/ 6604735 w 7467600"/>
              <a:gd name="connsiteY520" fmla="*/ 2041381 h 6858000"/>
              <a:gd name="connsiteX521" fmla="*/ 7204487 w 7467600"/>
              <a:gd name="connsiteY521" fmla="*/ 2742112 h 6858000"/>
              <a:gd name="connsiteX522" fmla="*/ 7131592 w 7467600"/>
              <a:gd name="connsiteY522" fmla="*/ 2672096 h 6858000"/>
              <a:gd name="connsiteX523" fmla="*/ 6996344 w 7467600"/>
              <a:gd name="connsiteY523" fmla="*/ 2518310 h 6858000"/>
              <a:gd name="connsiteX524" fmla="*/ 6735495 w 7467600"/>
              <a:gd name="connsiteY524" fmla="*/ 2196890 h 6858000"/>
              <a:gd name="connsiteX525" fmla="*/ 6721901 w 7467600"/>
              <a:gd name="connsiteY525" fmla="*/ 2179274 h 6858000"/>
              <a:gd name="connsiteX526" fmla="*/ 6604735 w 7467600"/>
              <a:gd name="connsiteY526" fmla="*/ 2041381 h 6858000"/>
              <a:gd name="connsiteX527" fmla="*/ 6591670 w 7467600"/>
              <a:gd name="connsiteY527" fmla="*/ 1988277 h 6858000"/>
              <a:gd name="connsiteX528" fmla="*/ 6747349 w 7467600"/>
              <a:gd name="connsiteY528" fmla="*/ 2160069 h 6858000"/>
              <a:gd name="connsiteX529" fmla="*/ 6760943 w 7467600"/>
              <a:gd name="connsiteY529" fmla="*/ 2177686 h 6858000"/>
              <a:gd name="connsiteX530" fmla="*/ 7021065 w 7467600"/>
              <a:gd name="connsiteY530" fmla="*/ 2498102 h 6858000"/>
              <a:gd name="connsiteX531" fmla="*/ 7155223 w 7467600"/>
              <a:gd name="connsiteY531" fmla="*/ 2650386 h 6858000"/>
              <a:gd name="connsiteX532" fmla="*/ 7203167 w 7467600"/>
              <a:gd name="connsiteY532" fmla="*/ 2697288 h 6858000"/>
              <a:gd name="connsiteX533" fmla="*/ 6937703 w 7467600"/>
              <a:gd name="connsiteY533" fmla="*/ 2321981 h 6858000"/>
              <a:gd name="connsiteX534" fmla="*/ 6591670 w 7467600"/>
              <a:gd name="connsiteY534" fmla="*/ 1988277 h 6858000"/>
              <a:gd name="connsiteX535" fmla="*/ 5798671 w 7467600"/>
              <a:gd name="connsiteY535" fmla="*/ 1981601 h 6858000"/>
              <a:gd name="connsiteX536" fmla="*/ 5754709 w 7467600"/>
              <a:gd name="connsiteY536" fmla="*/ 2071454 h 6858000"/>
              <a:gd name="connsiteX537" fmla="*/ 5763044 w 7467600"/>
              <a:gd name="connsiteY537" fmla="*/ 2842206 h 6858000"/>
              <a:gd name="connsiteX538" fmla="*/ 5764974 w 7467600"/>
              <a:gd name="connsiteY538" fmla="*/ 2799609 h 6858000"/>
              <a:gd name="connsiteX539" fmla="*/ 5767665 w 7467600"/>
              <a:gd name="connsiteY539" fmla="*/ 2666409 h 6858000"/>
              <a:gd name="connsiteX540" fmla="*/ 5763055 w 7467600"/>
              <a:gd name="connsiteY540" fmla="*/ 2579705 h 6858000"/>
              <a:gd name="connsiteX541" fmla="*/ 5758079 w 7467600"/>
              <a:gd name="connsiteY541" fmla="*/ 2492508 h 6858000"/>
              <a:gd name="connsiteX542" fmla="*/ 5779325 w 7467600"/>
              <a:gd name="connsiteY542" fmla="*/ 2197069 h 6858000"/>
              <a:gd name="connsiteX543" fmla="*/ 5798671 w 7467600"/>
              <a:gd name="connsiteY543" fmla="*/ 1981601 h 6858000"/>
              <a:gd name="connsiteX544" fmla="*/ 5829202 w 7467600"/>
              <a:gd name="connsiteY544" fmla="*/ 1971679 h 6858000"/>
              <a:gd name="connsiteX545" fmla="*/ 5809558 w 7467600"/>
              <a:gd name="connsiteY545" fmla="*/ 2198043 h 6858000"/>
              <a:gd name="connsiteX546" fmla="*/ 5788653 w 7467600"/>
              <a:gd name="connsiteY546" fmla="*/ 2489430 h 6858000"/>
              <a:gd name="connsiteX547" fmla="*/ 5793439 w 7467600"/>
              <a:gd name="connsiteY547" fmla="*/ 2575235 h 6858000"/>
              <a:gd name="connsiteX548" fmla="*/ 5796837 w 7467600"/>
              <a:gd name="connsiteY548" fmla="*/ 2637633 h 6858000"/>
              <a:gd name="connsiteX549" fmla="*/ 5818614 w 7467600"/>
              <a:gd name="connsiteY549" fmla="*/ 2473055 h 6858000"/>
              <a:gd name="connsiteX550" fmla="*/ 5829202 w 7467600"/>
              <a:gd name="connsiteY550" fmla="*/ 1971679 h 6858000"/>
              <a:gd name="connsiteX551" fmla="*/ 5911389 w 7467600"/>
              <a:gd name="connsiteY551" fmla="*/ 1898371 h 6858000"/>
              <a:gd name="connsiteX552" fmla="*/ 6237627 w 7467600"/>
              <a:gd name="connsiteY552" fmla="*/ 2231921 h 6858000"/>
              <a:gd name="connsiteX553" fmla="*/ 5911389 w 7467600"/>
              <a:gd name="connsiteY553" fmla="*/ 1898371 h 6858000"/>
              <a:gd name="connsiteX554" fmla="*/ 6944437 w 7467600"/>
              <a:gd name="connsiteY554" fmla="*/ 1575402 h 6858000"/>
              <a:gd name="connsiteX555" fmla="*/ 6304730 w 7467600"/>
              <a:gd name="connsiteY555" fmla="*/ 1766654 h 6858000"/>
              <a:gd name="connsiteX556" fmla="*/ 6944437 w 7467600"/>
              <a:gd name="connsiteY556" fmla="*/ 1575402 h 6858000"/>
              <a:gd name="connsiteX557" fmla="*/ 7019523 w 7467600"/>
              <a:gd name="connsiteY557" fmla="*/ 1519450 h 6858000"/>
              <a:gd name="connsiteX558" fmla="*/ 6298091 w 7467600"/>
              <a:gd name="connsiteY558" fmla="*/ 1737122 h 6858000"/>
              <a:gd name="connsiteX559" fmla="*/ 7019523 w 7467600"/>
              <a:gd name="connsiteY559" fmla="*/ 1519450 h 6858000"/>
              <a:gd name="connsiteX560" fmla="*/ 2399523 w 7467600"/>
              <a:gd name="connsiteY560" fmla="*/ 1428234 h 6858000"/>
              <a:gd name="connsiteX561" fmla="*/ 2224982 w 7467600"/>
              <a:gd name="connsiteY561" fmla="*/ 1826201 h 6858000"/>
              <a:gd name="connsiteX562" fmla="*/ 2096099 w 7467600"/>
              <a:gd name="connsiteY562" fmla="*/ 2345900 h 6858000"/>
              <a:gd name="connsiteX563" fmla="*/ 2283317 w 7467600"/>
              <a:gd name="connsiteY563" fmla="*/ 1796925 h 6858000"/>
              <a:gd name="connsiteX564" fmla="*/ 2399523 w 7467600"/>
              <a:gd name="connsiteY564" fmla="*/ 1428234 h 6858000"/>
              <a:gd name="connsiteX565" fmla="*/ 2448558 w 7467600"/>
              <a:gd name="connsiteY565" fmla="*/ 1373435 h 6858000"/>
              <a:gd name="connsiteX566" fmla="*/ 2312521 w 7467600"/>
              <a:gd name="connsiteY566" fmla="*/ 1806140 h 6858000"/>
              <a:gd name="connsiteX567" fmla="*/ 2127533 w 7467600"/>
              <a:gd name="connsiteY567" fmla="*/ 2348380 h 6858000"/>
              <a:gd name="connsiteX568" fmla="*/ 2358080 w 7467600"/>
              <a:gd name="connsiteY568" fmla="*/ 1866134 h 6858000"/>
              <a:gd name="connsiteX569" fmla="*/ 2407436 w 7467600"/>
              <a:gd name="connsiteY569" fmla="*/ 1651070 h 6858000"/>
              <a:gd name="connsiteX570" fmla="*/ 2448558 w 7467600"/>
              <a:gd name="connsiteY570" fmla="*/ 1373435 h 6858000"/>
              <a:gd name="connsiteX571" fmla="*/ 278707 w 7467600"/>
              <a:gd name="connsiteY571" fmla="*/ 1352270 h 6858000"/>
              <a:gd name="connsiteX572" fmla="*/ 321570 w 7467600"/>
              <a:gd name="connsiteY572" fmla="*/ 1861610 h 6858000"/>
              <a:gd name="connsiteX573" fmla="*/ 294281 w 7467600"/>
              <a:gd name="connsiteY573" fmla="*/ 1440658 h 6858000"/>
              <a:gd name="connsiteX574" fmla="*/ 278707 w 7467600"/>
              <a:gd name="connsiteY574" fmla="*/ 1352270 h 6858000"/>
              <a:gd name="connsiteX575" fmla="*/ 1423821 w 7467600"/>
              <a:gd name="connsiteY575" fmla="*/ 1351958 h 6858000"/>
              <a:gd name="connsiteX576" fmla="*/ 1638521 w 7467600"/>
              <a:gd name="connsiteY576" fmla="*/ 1908470 h 6858000"/>
              <a:gd name="connsiteX577" fmla="*/ 1754199 w 7467600"/>
              <a:gd name="connsiteY577" fmla="*/ 2149284 h 6858000"/>
              <a:gd name="connsiteX578" fmla="*/ 1908359 w 7467600"/>
              <a:gd name="connsiteY578" fmla="*/ 2364988 h 6858000"/>
              <a:gd name="connsiteX579" fmla="*/ 1647661 w 7467600"/>
              <a:gd name="connsiteY579" fmla="*/ 1825945 h 6858000"/>
              <a:gd name="connsiteX580" fmla="*/ 1423821 w 7467600"/>
              <a:gd name="connsiteY580" fmla="*/ 1351958 h 6858000"/>
              <a:gd name="connsiteX581" fmla="*/ 1431890 w 7467600"/>
              <a:gd name="connsiteY581" fmla="*/ 1306475 h 6858000"/>
              <a:gd name="connsiteX582" fmla="*/ 1507597 w 7467600"/>
              <a:gd name="connsiteY582" fmla="*/ 1446132 h 6858000"/>
              <a:gd name="connsiteX583" fmla="*/ 1674586 w 7467600"/>
              <a:gd name="connsiteY583" fmla="*/ 1813832 h 6858000"/>
              <a:gd name="connsiteX584" fmla="*/ 1815950 w 7467600"/>
              <a:gd name="connsiteY584" fmla="*/ 2128564 h 6858000"/>
              <a:gd name="connsiteX585" fmla="*/ 1984242 w 7467600"/>
              <a:gd name="connsiteY585" fmla="*/ 2430829 h 6858000"/>
              <a:gd name="connsiteX586" fmla="*/ 2014023 w 7467600"/>
              <a:gd name="connsiteY586" fmla="*/ 2450995 h 6858000"/>
              <a:gd name="connsiteX587" fmla="*/ 1747337 w 7467600"/>
              <a:gd name="connsiteY587" fmla="*/ 1855264 h 6858000"/>
              <a:gd name="connsiteX588" fmla="*/ 1533749 w 7467600"/>
              <a:gd name="connsiteY588" fmla="*/ 1478656 h 6858000"/>
              <a:gd name="connsiteX589" fmla="*/ 1431890 w 7467600"/>
              <a:gd name="connsiteY589" fmla="*/ 1306475 h 6858000"/>
              <a:gd name="connsiteX590" fmla="*/ 5052692 w 7467600"/>
              <a:gd name="connsiteY590" fmla="*/ 1292994 h 6858000"/>
              <a:gd name="connsiteX591" fmla="*/ 5200661 w 7467600"/>
              <a:gd name="connsiteY591" fmla="*/ 1635186 h 6858000"/>
              <a:gd name="connsiteX592" fmla="*/ 5297138 w 7467600"/>
              <a:gd name="connsiteY592" fmla="*/ 1906351 h 6858000"/>
              <a:gd name="connsiteX593" fmla="*/ 5052692 w 7467600"/>
              <a:gd name="connsiteY593" fmla="*/ 1292994 h 6858000"/>
              <a:gd name="connsiteX594" fmla="*/ 5009948 w 7467600"/>
              <a:gd name="connsiteY594" fmla="*/ 1273619 h 6858000"/>
              <a:gd name="connsiteX595" fmla="*/ 5121777 w 7467600"/>
              <a:gd name="connsiteY595" fmla="*/ 1654213 h 6858000"/>
              <a:gd name="connsiteX596" fmla="*/ 5293545 w 7467600"/>
              <a:gd name="connsiteY596" fmla="*/ 2072247 h 6858000"/>
              <a:gd name="connsiteX597" fmla="*/ 5294042 w 7467600"/>
              <a:gd name="connsiteY597" fmla="*/ 2065019 h 6858000"/>
              <a:gd name="connsiteX598" fmla="*/ 5171936 w 7467600"/>
              <a:gd name="connsiteY598" fmla="*/ 1647613 h 6858000"/>
              <a:gd name="connsiteX599" fmla="*/ 5009948 w 7467600"/>
              <a:gd name="connsiteY599" fmla="*/ 1273619 h 6858000"/>
              <a:gd name="connsiteX600" fmla="*/ 655236 w 7467600"/>
              <a:gd name="connsiteY600" fmla="*/ 1268632 h 6858000"/>
              <a:gd name="connsiteX601" fmla="*/ 839521 w 7467600"/>
              <a:gd name="connsiteY601" fmla="*/ 1685315 h 6858000"/>
              <a:gd name="connsiteX602" fmla="*/ 1109416 w 7467600"/>
              <a:gd name="connsiteY602" fmla="*/ 2061663 h 6858000"/>
              <a:gd name="connsiteX603" fmla="*/ 1298300 w 7467600"/>
              <a:gd name="connsiteY603" fmla="*/ 2247742 h 6858000"/>
              <a:gd name="connsiteX604" fmla="*/ 1125871 w 7467600"/>
              <a:gd name="connsiteY604" fmla="*/ 1989513 h 6858000"/>
              <a:gd name="connsiteX605" fmla="*/ 981574 w 7467600"/>
              <a:gd name="connsiteY605" fmla="*/ 1783157 h 6858000"/>
              <a:gd name="connsiteX606" fmla="*/ 922198 w 7467600"/>
              <a:gd name="connsiteY606" fmla="*/ 1677437 h 6858000"/>
              <a:gd name="connsiteX607" fmla="*/ 869293 w 7467600"/>
              <a:gd name="connsiteY607" fmla="*/ 1583214 h 6858000"/>
              <a:gd name="connsiteX608" fmla="*/ 751431 w 7467600"/>
              <a:gd name="connsiteY608" fmla="*/ 1405731 h 6858000"/>
              <a:gd name="connsiteX609" fmla="*/ 655236 w 7467600"/>
              <a:gd name="connsiteY609" fmla="*/ 1268632 h 6858000"/>
              <a:gd name="connsiteX610" fmla="*/ 6516292 w 7467600"/>
              <a:gd name="connsiteY610" fmla="*/ 1263064 h 6858000"/>
              <a:gd name="connsiteX611" fmla="*/ 5736320 w 7467600"/>
              <a:gd name="connsiteY611" fmla="*/ 1501803 h 6858000"/>
              <a:gd name="connsiteX612" fmla="*/ 6516292 w 7467600"/>
              <a:gd name="connsiteY612" fmla="*/ 1263064 h 6858000"/>
              <a:gd name="connsiteX613" fmla="*/ 291466 w 7467600"/>
              <a:gd name="connsiteY613" fmla="*/ 1250369 h 6858000"/>
              <a:gd name="connsiteX614" fmla="*/ 323180 w 7467600"/>
              <a:gd name="connsiteY614" fmla="*/ 1435283 h 6858000"/>
              <a:gd name="connsiteX615" fmla="*/ 349381 w 7467600"/>
              <a:gd name="connsiteY615" fmla="*/ 1875041 h 6858000"/>
              <a:gd name="connsiteX616" fmla="*/ 374363 w 7467600"/>
              <a:gd name="connsiteY616" fmla="*/ 1506494 h 6858000"/>
              <a:gd name="connsiteX617" fmla="*/ 302168 w 7467600"/>
              <a:gd name="connsiteY617" fmla="*/ 1274495 h 6858000"/>
              <a:gd name="connsiteX618" fmla="*/ 291466 w 7467600"/>
              <a:gd name="connsiteY618" fmla="*/ 1250369 h 6858000"/>
              <a:gd name="connsiteX619" fmla="*/ 678222 w 7467600"/>
              <a:gd name="connsiteY619" fmla="*/ 1248670 h 6858000"/>
              <a:gd name="connsiteX620" fmla="*/ 775536 w 7467600"/>
              <a:gd name="connsiteY620" fmla="*/ 1388015 h 6858000"/>
              <a:gd name="connsiteX621" fmla="*/ 894529 w 7467600"/>
              <a:gd name="connsiteY621" fmla="*/ 1567739 h 6858000"/>
              <a:gd name="connsiteX622" fmla="*/ 948000 w 7467600"/>
              <a:gd name="connsiteY622" fmla="*/ 1663088 h 6858000"/>
              <a:gd name="connsiteX623" fmla="*/ 1006812 w 7467600"/>
              <a:gd name="connsiteY623" fmla="*/ 1767683 h 6858000"/>
              <a:gd name="connsiteX624" fmla="*/ 1149133 w 7467600"/>
              <a:gd name="connsiteY624" fmla="*/ 1971513 h 6858000"/>
              <a:gd name="connsiteX625" fmla="*/ 1333952 w 7467600"/>
              <a:gd name="connsiteY625" fmla="*/ 2251620 h 6858000"/>
              <a:gd name="connsiteX626" fmla="*/ 1337329 w 7467600"/>
              <a:gd name="connsiteY626" fmla="*/ 2258350 h 6858000"/>
              <a:gd name="connsiteX627" fmla="*/ 1014726 w 7467600"/>
              <a:gd name="connsiteY627" fmla="*/ 1615556 h 6858000"/>
              <a:gd name="connsiteX628" fmla="*/ 678222 w 7467600"/>
              <a:gd name="connsiteY628" fmla="*/ 1248670 h 6858000"/>
              <a:gd name="connsiteX629" fmla="*/ 6691602 w 7467600"/>
              <a:gd name="connsiteY629" fmla="*/ 1140573 h 6858000"/>
              <a:gd name="connsiteX630" fmla="*/ 6571100 w 7467600"/>
              <a:gd name="connsiteY630" fmla="*/ 1183662 h 6858000"/>
              <a:gd name="connsiteX631" fmla="*/ 6241687 w 7467600"/>
              <a:gd name="connsiteY631" fmla="*/ 1257600 h 6858000"/>
              <a:gd name="connsiteX632" fmla="*/ 5693009 w 7467600"/>
              <a:gd name="connsiteY632" fmla="*/ 1478256 h 6858000"/>
              <a:gd name="connsiteX633" fmla="*/ 6548420 w 7467600"/>
              <a:gd name="connsiteY633" fmla="*/ 1214599 h 6858000"/>
              <a:gd name="connsiteX634" fmla="*/ 6605473 w 7467600"/>
              <a:gd name="connsiteY634" fmla="*/ 1184686 h 6858000"/>
              <a:gd name="connsiteX635" fmla="*/ 6691602 w 7467600"/>
              <a:gd name="connsiteY635" fmla="*/ 1140573 h 6858000"/>
              <a:gd name="connsiteX636" fmla="*/ 4002475 w 7467600"/>
              <a:gd name="connsiteY636" fmla="*/ 1037802 h 6858000"/>
              <a:gd name="connsiteX637" fmla="*/ 4000324 w 7467600"/>
              <a:gd name="connsiteY637" fmla="*/ 1039362 h 6858000"/>
              <a:gd name="connsiteX638" fmla="*/ 4002862 w 7467600"/>
              <a:gd name="connsiteY638" fmla="*/ 1042866 h 6858000"/>
              <a:gd name="connsiteX639" fmla="*/ 4002475 w 7467600"/>
              <a:gd name="connsiteY639" fmla="*/ 1037802 h 6858000"/>
              <a:gd name="connsiteX640" fmla="*/ 506322 w 7467600"/>
              <a:gd name="connsiteY640" fmla="*/ 1020997 h 6858000"/>
              <a:gd name="connsiteX641" fmla="*/ 533068 w 7467600"/>
              <a:gd name="connsiteY641" fmla="*/ 1029409 h 6858000"/>
              <a:gd name="connsiteX642" fmla="*/ 1232525 w 7467600"/>
              <a:gd name="connsiteY642" fmla="*/ 1804675 h 6858000"/>
              <a:gd name="connsiteX643" fmla="*/ 1388858 w 7467600"/>
              <a:gd name="connsiteY643" fmla="*/ 2368011 h 6858000"/>
              <a:gd name="connsiteX644" fmla="*/ 1384098 w 7467600"/>
              <a:gd name="connsiteY644" fmla="*/ 2378125 h 6858000"/>
              <a:gd name="connsiteX645" fmla="*/ 1425393 w 7467600"/>
              <a:gd name="connsiteY645" fmla="*/ 2589124 h 6858000"/>
              <a:gd name="connsiteX646" fmla="*/ 1424001 w 7467600"/>
              <a:gd name="connsiteY646" fmla="*/ 2597541 h 6858000"/>
              <a:gd name="connsiteX647" fmla="*/ 2152729 w 7467600"/>
              <a:gd name="connsiteY647" fmla="*/ 2864487 h 6858000"/>
              <a:gd name="connsiteX648" fmla="*/ 2020609 w 7467600"/>
              <a:gd name="connsiteY648" fmla="*/ 2539671 h 6858000"/>
              <a:gd name="connsiteX649" fmla="*/ 2018920 w 7467600"/>
              <a:gd name="connsiteY649" fmla="*/ 2536309 h 6858000"/>
              <a:gd name="connsiteX650" fmla="*/ 1342441 w 7467600"/>
              <a:gd name="connsiteY650" fmla="*/ 1173017 h 6858000"/>
              <a:gd name="connsiteX651" fmla="*/ 1367925 w 7467600"/>
              <a:gd name="connsiteY651" fmla="*/ 1135648 h 6858000"/>
              <a:gd name="connsiteX652" fmla="*/ 1771401 w 7467600"/>
              <a:gd name="connsiteY652" fmla="*/ 1806673 h 6858000"/>
              <a:gd name="connsiteX653" fmla="*/ 1972385 w 7467600"/>
              <a:gd name="connsiteY653" fmla="*/ 2198735 h 6858000"/>
              <a:gd name="connsiteX654" fmla="*/ 2040892 w 7467600"/>
              <a:gd name="connsiteY654" fmla="*/ 2405205 h 6858000"/>
              <a:gd name="connsiteX655" fmla="*/ 2131689 w 7467600"/>
              <a:gd name="connsiteY655" fmla="*/ 1936926 h 6858000"/>
              <a:gd name="connsiteX656" fmla="*/ 2454820 w 7467600"/>
              <a:gd name="connsiteY656" fmla="*/ 1248808 h 6858000"/>
              <a:gd name="connsiteX657" fmla="*/ 2492512 w 7467600"/>
              <a:gd name="connsiteY657" fmla="*/ 1302920 h 6858000"/>
              <a:gd name="connsiteX658" fmla="*/ 2081216 w 7467600"/>
              <a:gd name="connsiteY658" fmla="*/ 2527513 h 6858000"/>
              <a:gd name="connsiteX659" fmla="*/ 2081211 w 7467600"/>
              <a:gd name="connsiteY659" fmla="*/ 2528916 h 6858000"/>
              <a:gd name="connsiteX660" fmla="*/ 2199067 w 7467600"/>
              <a:gd name="connsiteY660" fmla="*/ 2884061 h 6858000"/>
              <a:gd name="connsiteX661" fmla="*/ 3192586 w 7467600"/>
              <a:gd name="connsiteY661" fmla="*/ 3411496 h 6858000"/>
              <a:gd name="connsiteX662" fmla="*/ 3182620 w 7467600"/>
              <a:gd name="connsiteY662" fmla="*/ 3483279 h 6858000"/>
              <a:gd name="connsiteX663" fmla="*/ 2435119 w 7467600"/>
              <a:gd name="connsiteY663" fmla="*/ 3080173 h 6858000"/>
              <a:gd name="connsiteX664" fmla="*/ 2410152 w 7467600"/>
              <a:gd name="connsiteY664" fmla="*/ 3063751 h 6858000"/>
              <a:gd name="connsiteX665" fmla="*/ 2408099 w 7467600"/>
              <a:gd name="connsiteY665" fmla="*/ 3064403 h 6858000"/>
              <a:gd name="connsiteX666" fmla="*/ 2407218 w 7467600"/>
              <a:gd name="connsiteY666" fmla="*/ 3070324 h 6858000"/>
              <a:gd name="connsiteX667" fmla="*/ 2380138 w 7467600"/>
              <a:gd name="connsiteY667" fmla="*/ 3099341 h 6858000"/>
              <a:gd name="connsiteX668" fmla="*/ 1765923 w 7467600"/>
              <a:gd name="connsiteY668" fmla="*/ 3581043 h 6858000"/>
              <a:gd name="connsiteX669" fmla="*/ 1702258 w 7467600"/>
              <a:gd name="connsiteY669" fmla="*/ 3612286 h 6858000"/>
              <a:gd name="connsiteX670" fmla="*/ 1538370 w 7467600"/>
              <a:gd name="connsiteY670" fmla="*/ 3811804 h 6858000"/>
              <a:gd name="connsiteX671" fmla="*/ 542867 w 7467600"/>
              <a:gd name="connsiteY671" fmla="*/ 4944092 h 6858000"/>
              <a:gd name="connsiteX672" fmla="*/ 515800 w 7467600"/>
              <a:gd name="connsiteY672" fmla="*/ 4862180 h 6858000"/>
              <a:gd name="connsiteX673" fmla="*/ 909145 w 7467600"/>
              <a:gd name="connsiteY673" fmla="*/ 4199225 h 6858000"/>
              <a:gd name="connsiteX674" fmla="*/ 1214067 w 7467600"/>
              <a:gd name="connsiteY674" fmla="*/ 3908561 h 6858000"/>
              <a:gd name="connsiteX675" fmla="*/ 640967 w 7467600"/>
              <a:gd name="connsiteY675" fmla="*/ 4105601 h 6858000"/>
              <a:gd name="connsiteX676" fmla="*/ 112563 w 7467600"/>
              <a:gd name="connsiteY676" fmla="*/ 4396952 h 6858000"/>
              <a:gd name="connsiteX677" fmla="*/ 0 w 7467600"/>
              <a:gd name="connsiteY677" fmla="*/ 4466006 h 6858000"/>
              <a:gd name="connsiteX678" fmla="*/ 0 w 7467600"/>
              <a:gd name="connsiteY678" fmla="*/ 4233763 h 6858000"/>
              <a:gd name="connsiteX679" fmla="*/ 36881 w 7467600"/>
              <a:gd name="connsiteY679" fmla="*/ 4200118 h 6858000"/>
              <a:gd name="connsiteX680" fmla="*/ 910534 w 7467600"/>
              <a:gd name="connsiteY680" fmla="*/ 3629753 h 6858000"/>
              <a:gd name="connsiteX681" fmla="*/ 1578717 w 7467600"/>
              <a:gd name="connsiteY681" fmla="*/ 3575982 h 6858000"/>
              <a:gd name="connsiteX682" fmla="*/ 2338780 w 7467600"/>
              <a:gd name="connsiteY682" fmla="*/ 3033725 h 6858000"/>
              <a:gd name="connsiteX683" fmla="*/ 1807991 w 7467600"/>
              <a:gd name="connsiteY683" fmla="*/ 2807184 h 6858000"/>
              <a:gd name="connsiteX684" fmla="*/ 1416358 w 7467600"/>
              <a:gd name="connsiteY684" fmla="*/ 3112571 h 6858000"/>
              <a:gd name="connsiteX685" fmla="*/ 939066 w 7467600"/>
              <a:gd name="connsiteY685" fmla="*/ 3378798 h 6858000"/>
              <a:gd name="connsiteX686" fmla="*/ 115099 w 7467600"/>
              <a:gd name="connsiteY686" fmla="*/ 3607650 h 6858000"/>
              <a:gd name="connsiteX687" fmla="*/ 97284 w 7467600"/>
              <a:gd name="connsiteY687" fmla="*/ 3520393 h 6858000"/>
              <a:gd name="connsiteX688" fmla="*/ 922050 w 7467600"/>
              <a:gd name="connsiteY688" fmla="*/ 3074867 h 6858000"/>
              <a:gd name="connsiteX689" fmla="*/ 1405265 w 7467600"/>
              <a:gd name="connsiteY689" fmla="*/ 3016319 h 6858000"/>
              <a:gd name="connsiteX690" fmla="*/ 1407512 w 7467600"/>
              <a:gd name="connsiteY690" fmla="*/ 3018001 h 6858000"/>
              <a:gd name="connsiteX691" fmla="*/ 1726266 w 7467600"/>
              <a:gd name="connsiteY691" fmla="*/ 2777274 h 6858000"/>
              <a:gd name="connsiteX692" fmla="*/ 625390 w 7467600"/>
              <a:gd name="connsiteY692" fmla="*/ 2514541 h 6858000"/>
              <a:gd name="connsiteX693" fmla="*/ 619799 w 7467600"/>
              <a:gd name="connsiteY693" fmla="*/ 2527180 h 6858000"/>
              <a:gd name="connsiteX694" fmla="*/ 310030 w 7467600"/>
              <a:gd name="connsiteY694" fmla="*/ 2771818 h 6858000"/>
              <a:gd name="connsiteX695" fmla="*/ 173877 w 7467600"/>
              <a:gd name="connsiteY695" fmla="*/ 2937056 h 6858000"/>
              <a:gd name="connsiteX696" fmla="*/ 77889 w 7467600"/>
              <a:gd name="connsiteY696" fmla="*/ 3138440 h 6858000"/>
              <a:gd name="connsiteX697" fmla="*/ 0 w 7467600"/>
              <a:gd name="connsiteY697" fmla="*/ 3271395 h 6858000"/>
              <a:gd name="connsiteX698" fmla="*/ 0 w 7467600"/>
              <a:gd name="connsiteY698" fmla="*/ 3153002 h 6858000"/>
              <a:gd name="connsiteX699" fmla="*/ 2386 w 7467600"/>
              <a:gd name="connsiteY699" fmla="*/ 3149203 h 6858000"/>
              <a:gd name="connsiteX700" fmla="*/ 89753 w 7467600"/>
              <a:gd name="connsiteY700" fmla="*/ 2987702 h 6858000"/>
              <a:gd name="connsiteX701" fmla="*/ 76869 w 7467600"/>
              <a:gd name="connsiteY701" fmla="*/ 3005404 h 6858000"/>
              <a:gd name="connsiteX702" fmla="*/ 32049 w 7467600"/>
              <a:gd name="connsiteY702" fmla="*/ 3065814 h 6858000"/>
              <a:gd name="connsiteX703" fmla="*/ 0 w 7467600"/>
              <a:gd name="connsiteY703" fmla="*/ 3108744 h 6858000"/>
              <a:gd name="connsiteX704" fmla="*/ 0 w 7467600"/>
              <a:gd name="connsiteY704" fmla="*/ 3058059 h 6858000"/>
              <a:gd name="connsiteX705" fmla="*/ 7610 w 7467600"/>
              <a:gd name="connsiteY705" fmla="*/ 3047889 h 6858000"/>
              <a:gd name="connsiteX706" fmla="*/ 52419 w 7467600"/>
              <a:gd name="connsiteY706" fmla="*/ 2987479 h 6858000"/>
              <a:gd name="connsiteX707" fmla="*/ 59142 w 7467600"/>
              <a:gd name="connsiteY707" fmla="*/ 2978488 h 6858000"/>
              <a:gd name="connsiteX708" fmla="*/ 0 w 7467600"/>
              <a:gd name="connsiteY708" fmla="*/ 3015334 h 6858000"/>
              <a:gd name="connsiteX709" fmla="*/ 0 w 7467600"/>
              <a:gd name="connsiteY709" fmla="*/ 2914286 h 6858000"/>
              <a:gd name="connsiteX710" fmla="*/ 36383 w 7467600"/>
              <a:gd name="connsiteY710" fmla="*/ 2901128 h 6858000"/>
              <a:gd name="connsiteX711" fmla="*/ 156329 w 7467600"/>
              <a:gd name="connsiteY711" fmla="*/ 2840533 h 6858000"/>
              <a:gd name="connsiteX712" fmla="*/ 358355 w 7467600"/>
              <a:gd name="connsiteY712" fmla="*/ 2620471 h 6858000"/>
              <a:gd name="connsiteX713" fmla="*/ 510577 w 7467600"/>
              <a:gd name="connsiteY713" fmla="*/ 2501244 h 6858000"/>
              <a:gd name="connsiteX714" fmla="*/ 211967 w 7467600"/>
              <a:gd name="connsiteY714" fmla="*/ 2479171 h 6858000"/>
              <a:gd name="connsiteX715" fmla="*/ 0 w 7467600"/>
              <a:gd name="connsiteY715" fmla="*/ 2476398 h 6858000"/>
              <a:gd name="connsiteX716" fmla="*/ 0 w 7467600"/>
              <a:gd name="connsiteY716" fmla="*/ 2389189 h 6858000"/>
              <a:gd name="connsiteX717" fmla="*/ 103062 w 7467600"/>
              <a:gd name="connsiteY717" fmla="*/ 2389518 h 6858000"/>
              <a:gd name="connsiteX718" fmla="*/ 510734 w 7467600"/>
              <a:gd name="connsiteY718" fmla="*/ 2416201 h 6858000"/>
              <a:gd name="connsiteX719" fmla="*/ 279257 w 7467600"/>
              <a:gd name="connsiteY719" fmla="*/ 2092102 h 6858000"/>
              <a:gd name="connsiteX720" fmla="*/ 65265 w 7467600"/>
              <a:gd name="connsiteY720" fmla="*/ 2006049 h 6858000"/>
              <a:gd name="connsiteX721" fmla="*/ 0 w 7467600"/>
              <a:gd name="connsiteY721" fmla="*/ 1982532 h 6858000"/>
              <a:gd name="connsiteX722" fmla="*/ 0 w 7467600"/>
              <a:gd name="connsiteY722" fmla="*/ 1912789 h 6858000"/>
              <a:gd name="connsiteX723" fmla="*/ 97460 w 7467600"/>
              <a:gd name="connsiteY723" fmla="*/ 1953725 h 6858000"/>
              <a:gd name="connsiteX724" fmla="*/ 221272 w 7467600"/>
              <a:gd name="connsiteY724" fmla="*/ 1980766 h 6858000"/>
              <a:gd name="connsiteX725" fmla="*/ 116765 w 7467600"/>
              <a:gd name="connsiteY725" fmla="*/ 1911033 h 6858000"/>
              <a:gd name="connsiteX726" fmla="*/ 16405 w 7467600"/>
              <a:gd name="connsiteY726" fmla="*/ 1803412 h 6858000"/>
              <a:gd name="connsiteX727" fmla="*/ 0 w 7467600"/>
              <a:gd name="connsiteY727" fmla="*/ 1784777 h 6858000"/>
              <a:gd name="connsiteX728" fmla="*/ 0 w 7467600"/>
              <a:gd name="connsiteY728" fmla="*/ 1740082 h 6858000"/>
              <a:gd name="connsiteX729" fmla="*/ 39394 w 7467600"/>
              <a:gd name="connsiteY729" fmla="*/ 1784856 h 6858000"/>
              <a:gd name="connsiteX730" fmla="*/ 135813 w 7467600"/>
              <a:gd name="connsiteY730" fmla="*/ 1888838 h 6858000"/>
              <a:gd name="connsiteX731" fmla="*/ 242575 w 7467600"/>
              <a:gd name="connsiteY731" fmla="*/ 1958841 h 6858000"/>
              <a:gd name="connsiteX732" fmla="*/ 82197 w 7467600"/>
              <a:gd name="connsiteY732" fmla="*/ 1754826 h 6858000"/>
              <a:gd name="connsiteX733" fmla="*/ 0 w 7467600"/>
              <a:gd name="connsiteY733" fmla="*/ 1679650 h 6858000"/>
              <a:gd name="connsiteX734" fmla="*/ 0 w 7467600"/>
              <a:gd name="connsiteY734" fmla="*/ 1602463 h 6858000"/>
              <a:gd name="connsiteX735" fmla="*/ 84689 w 7467600"/>
              <a:gd name="connsiteY735" fmla="*/ 1677442 h 6858000"/>
              <a:gd name="connsiteX736" fmla="*/ 298437 w 7467600"/>
              <a:gd name="connsiteY736" fmla="*/ 1968019 h 6858000"/>
              <a:gd name="connsiteX737" fmla="*/ 227269 w 7467600"/>
              <a:gd name="connsiteY737" fmla="*/ 1114064 h 6858000"/>
              <a:gd name="connsiteX738" fmla="*/ 248003 w 7467600"/>
              <a:gd name="connsiteY738" fmla="*/ 1089613 h 6858000"/>
              <a:gd name="connsiteX739" fmla="*/ 427020 w 7467600"/>
              <a:gd name="connsiteY739" fmla="*/ 1619803 h 6858000"/>
              <a:gd name="connsiteX740" fmla="*/ 340345 w 7467600"/>
              <a:gd name="connsiteY740" fmla="*/ 2027739 h 6858000"/>
              <a:gd name="connsiteX741" fmla="*/ 360865 w 7467600"/>
              <a:gd name="connsiteY741" fmla="*/ 2044827 h 6858000"/>
              <a:gd name="connsiteX742" fmla="*/ 560414 w 7467600"/>
              <a:gd name="connsiteY742" fmla="*/ 2421457 h 6858000"/>
              <a:gd name="connsiteX743" fmla="*/ 1359703 w 7467600"/>
              <a:gd name="connsiteY743" fmla="*/ 2578554 h 6858000"/>
              <a:gd name="connsiteX744" fmla="*/ 1359422 w 7467600"/>
              <a:gd name="connsiteY744" fmla="*/ 2577994 h 6858000"/>
              <a:gd name="connsiteX745" fmla="*/ 828701 w 7467600"/>
              <a:gd name="connsiteY745" fmla="*/ 1839520 h 6858000"/>
              <a:gd name="connsiteX746" fmla="*/ 494427 w 7467600"/>
              <a:gd name="connsiteY746" fmla="*/ 1092333 h 6858000"/>
              <a:gd name="connsiteX747" fmla="*/ 506322 w 7467600"/>
              <a:gd name="connsiteY747" fmla="*/ 1020997 h 6858000"/>
              <a:gd name="connsiteX748" fmla="*/ 4570198 w 7467600"/>
              <a:gd name="connsiteY748" fmla="*/ 978081 h 6858000"/>
              <a:gd name="connsiteX749" fmla="*/ 4523691 w 7467600"/>
              <a:gd name="connsiteY749" fmla="*/ 1127776 h 6858000"/>
              <a:gd name="connsiteX750" fmla="*/ 4509875 w 7467600"/>
              <a:gd name="connsiteY750" fmla="*/ 1167552 h 6858000"/>
              <a:gd name="connsiteX751" fmla="*/ 4478168 w 7467600"/>
              <a:gd name="connsiteY751" fmla="*/ 1260735 h 6858000"/>
              <a:gd name="connsiteX752" fmla="*/ 4409309 w 7467600"/>
              <a:gd name="connsiteY752" fmla="*/ 1666996 h 6858000"/>
              <a:gd name="connsiteX753" fmla="*/ 4370031 w 7467600"/>
              <a:gd name="connsiteY753" fmla="*/ 1955666 h 6858000"/>
              <a:gd name="connsiteX754" fmla="*/ 4570198 w 7467600"/>
              <a:gd name="connsiteY754" fmla="*/ 978081 h 6858000"/>
              <a:gd name="connsiteX755" fmla="*/ 4557898 w 7467600"/>
              <a:gd name="connsiteY755" fmla="*/ 900011 h 6858000"/>
              <a:gd name="connsiteX756" fmla="*/ 4344840 w 7467600"/>
              <a:gd name="connsiteY756" fmla="*/ 1922038 h 6858000"/>
              <a:gd name="connsiteX757" fmla="*/ 4378710 w 7467600"/>
              <a:gd name="connsiteY757" fmla="*/ 1665516 h 6858000"/>
              <a:gd name="connsiteX758" fmla="*/ 4448798 w 7467600"/>
              <a:gd name="connsiteY758" fmla="*/ 1253024 h 6858000"/>
              <a:gd name="connsiteX759" fmla="*/ 4480315 w 7467600"/>
              <a:gd name="connsiteY759" fmla="*/ 1158454 h 6858000"/>
              <a:gd name="connsiteX760" fmla="*/ 4494133 w 7467600"/>
              <a:gd name="connsiteY760" fmla="*/ 1118676 h 6858000"/>
              <a:gd name="connsiteX761" fmla="*/ 4557898 w 7467600"/>
              <a:gd name="connsiteY761" fmla="*/ 900011 h 6858000"/>
              <a:gd name="connsiteX762" fmla="*/ 5870151 w 7467600"/>
              <a:gd name="connsiteY762" fmla="*/ 898890 h 6858000"/>
              <a:gd name="connsiteX763" fmla="*/ 5861335 w 7467600"/>
              <a:gd name="connsiteY763" fmla="*/ 899177 h 6858000"/>
              <a:gd name="connsiteX764" fmla="*/ 5843702 w 7467600"/>
              <a:gd name="connsiteY764" fmla="*/ 899748 h 6858000"/>
              <a:gd name="connsiteX765" fmla="*/ 5651107 w 7467600"/>
              <a:gd name="connsiteY765" fmla="*/ 920306 h 6858000"/>
              <a:gd name="connsiteX766" fmla="*/ 5459407 w 7467600"/>
              <a:gd name="connsiteY766" fmla="*/ 940975 h 6858000"/>
              <a:gd name="connsiteX767" fmla="*/ 5374846 w 7467600"/>
              <a:gd name="connsiteY767" fmla="*/ 941988 h 6858000"/>
              <a:gd name="connsiteX768" fmla="*/ 5256105 w 7467600"/>
              <a:gd name="connsiteY768" fmla="*/ 945632 h 6858000"/>
              <a:gd name="connsiteX769" fmla="*/ 5107071 w 7467600"/>
              <a:gd name="connsiteY769" fmla="*/ 969720 h 6858000"/>
              <a:gd name="connsiteX770" fmla="*/ 4998681 w 7467600"/>
              <a:gd name="connsiteY770" fmla="*/ 988771 h 6858000"/>
              <a:gd name="connsiteX771" fmla="*/ 5870151 w 7467600"/>
              <a:gd name="connsiteY771" fmla="*/ 898890 h 6858000"/>
              <a:gd name="connsiteX772" fmla="*/ 5504425 w 7467600"/>
              <a:gd name="connsiteY772" fmla="*/ 848067 h 6858000"/>
              <a:gd name="connsiteX773" fmla="*/ 4968849 w 7467600"/>
              <a:gd name="connsiteY773" fmla="*/ 962318 h 6858000"/>
              <a:gd name="connsiteX774" fmla="*/ 5104039 w 7467600"/>
              <a:gd name="connsiteY774" fmla="*/ 940634 h 6858000"/>
              <a:gd name="connsiteX775" fmla="*/ 5256311 w 7467600"/>
              <a:gd name="connsiteY775" fmla="*/ 916490 h 6858000"/>
              <a:gd name="connsiteX776" fmla="*/ 5377381 w 7467600"/>
              <a:gd name="connsiteY776" fmla="*/ 912671 h 6858000"/>
              <a:gd name="connsiteX777" fmla="*/ 5460148 w 7467600"/>
              <a:gd name="connsiteY777" fmla="*/ 911442 h 6858000"/>
              <a:gd name="connsiteX778" fmla="*/ 5648971 w 7467600"/>
              <a:gd name="connsiteY778" fmla="*/ 891331 h 6858000"/>
              <a:gd name="connsiteX779" fmla="*/ 5844807 w 7467600"/>
              <a:gd name="connsiteY779" fmla="*/ 870718 h 6858000"/>
              <a:gd name="connsiteX780" fmla="*/ 5862975 w 7467600"/>
              <a:gd name="connsiteY780" fmla="*/ 869756 h 6858000"/>
              <a:gd name="connsiteX781" fmla="*/ 5920887 w 7467600"/>
              <a:gd name="connsiteY781" fmla="*/ 865929 h 6858000"/>
              <a:gd name="connsiteX782" fmla="*/ 5504425 w 7467600"/>
              <a:gd name="connsiteY782" fmla="*/ 848067 h 6858000"/>
              <a:gd name="connsiteX783" fmla="*/ 3607114 w 7467600"/>
              <a:gd name="connsiteY783" fmla="*/ 467441 h 6858000"/>
              <a:gd name="connsiteX784" fmla="*/ 3296242 w 7467600"/>
              <a:gd name="connsiteY784" fmla="*/ 807991 h 6858000"/>
              <a:gd name="connsiteX785" fmla="*/ 3174674 w 7467600"/>
              <a:gd name="connsiteY785" fmla="*/ 919759 h 6858000"/>
              <a:gd name="connsiteX786" fmla="*/ 3042978 w 7467600"/>
              <a:gd name="connsiteY786" fmla="*/ 1054894 h 6858000"/>
              <a:gd name="connsiteX787" fmla="*/ 2968914 w 7467600"/>
              <a:gd name="connsiteY787" fmla="*/ 1133756 h 6858000"/>
              <a:gd name="connsiteX788" fmla="*/ 3103823 w 7467600"/>
              <a:gd name="connsiteY788" fmla="*/ 1026814 h 6858000"/>
              <a:gd name="connsiteX789" fmla="*/ 3607114 w 7467600"/>
              <a:gd name="connsiteY789" fmla="*/ 467441 h 6858000"/>
              <a:gd name="connsiteX790" fmla="*/ 3744487 w 7467600"/>
              <a:gd name="connsiteY790" fmla="*/ 383136 h 6858000"/>
              <a:gd name="connsiteX791" fmla="*/ 3970213 w 7467600"/>
              <a:gd name="connsiteY791" fmla="*/ 995559 h 6858000"/>
              <a:gd name="connsiteX792" fmla="*/ 3744487 w 7467600"/>
              <a:gd name="connsiteY792" fmla="*/ 383136 h 6858000"/>
              <a:gd name="connsiteX793" fmla="*/ 3624562 w 7467600"/>
              <a:gd name="connsiteY793" fmla="*/ 367041 h 6858000"/>
              <a:gd name="connsiteX794" fmla="*/ 3489712 w 7467600"/>
              <a:gd name="connsiteY794" fmla="*/ 485386 h 6858000"/>
              <a:gd name="connsiteX795" fmla="*/ 3182994 w 7467600"/>
              <a:gd name="connsiteY795" fmla="*/ 828265 h 6858000"/>
              <a:gd name="connsiteX796" fmla="*/ 2892114 w 7467600"/>
              <a:gd name="connsiteY796" fmla="*/ 1172635 h 6858000"/>
              <a:gd name="connsiteX797" fmla="*/ 3021459 w 7467600"/>
              <a:gd name="connsiteY797" fmla="*/ 1035385 h 6858000"/>
              <a:gd name="connsiteX798" fmla="*/ 3153873 w 7467600"/>
              <a:gd name="connsiteY798" fmla="*/ 898971 h 6858000"/>
              <a:gd name="connsiteX799" fmla="*/ 3276511 w 7467600"/>
              <a:gd name="connsiteY799" fmla="*/ 786423 h 6858000"/>
              <a:gd name="connsiteX800" fmla="*/ 3584154 w 7467600"/>
              <a:gd name="connsiteY800" fmla="*/ 448218 h 6858000"/>
              <a:gd name="connsiteX801" fmla="*/ 3624562 w 7467600"/>
              <a:gd name="connsiteY801" fmla="*/ 367041 h 6858000"/>
              <a:gd name="connsiteX802" fmla="*/ 3766672 w 7467600"/>
              <a:gd name="connsiteY802" fmla="*/ 359429 h 6858000"/>
              <a:gd name="connsiteX803" fmla="*/ 3996338 w 7467600"/>
              <a:gd name="connsiteY803" fmla="*/ 968237 h 6858000"/>
              <a:gd name="connsiteX804" fmla="*/ 3766672 w 7467600"/>
              <a:gd name="connsiteY804" fmla="*/ 359429 h 6858000"/>
              <a:gd name="connsiteX805" fmla="*/ 5805386 w 7467600"/>
              <a:gd name="connsiteY805" fmla="*/ 239240 h 6858000"/>
              <a:gd name="connsiteX806" fmla="*/ 5736947 w 7467600"/>
              <a:gd name="connsiteY806" fmla="*/ 261367 h 6858000"/>
              <a:gd name="connsiteX807" fmla="*/ 5427012 w 7467600"/>
              <a:gd name="connsiteY807" fmla="*/ 311272 h 6858000"/>
              <a:gd name="connsiteX808" fmla="*/ 5147818 w 7467600"/>
              <a:gd name="connsiteY808" fmla="*/ 322112 h 6858000"/>
              <a:gd name="connsiteX809" fmla="*/ 5060854 w 7467600"/>
              <a:gd name="connsiteY809" fmla="*/ 311882 h 6858000"/>
              <a:gd name="connsiteX810" fmla="*/ 4945989 w 7467600"/>
              <a:gd name="connsiteY810" fmla="*/ 300516 h 6858000"/>
              <a:gd name="connsiteX811" fmla="*/ 5410479 w 7467600"/>
              <a:gd name="connsiteY811" fmla="*/ 348434 h 6858000"/>
              <a:gd name="connsiteX812" fmla="*/ 5805386 w 7467600"/>
              <a:gd name="connsiteY812" fmla="*/ 239240 h 6858000"/>
              <a:gd name="connsiteX813" fmla="*/ 5905192 w 7467600"/>
              <a:gd name="connsiteY813" fmla="*/ 163079 h 6858000"/>
              <a:gd name="connsiteX814" fmla="*/ 5865655 w 7467600"/>
              <a:gd name="connsiteY814" fmla="*/ 171901 h 6858000"/>
              <a:gd name="connsiteX815" fmla="*/ 5259740 w 7467600"/>
              <a:gd name="connsiteY815" fmla="*/ 257013 h 6858000"/>
              <a:gd name="connsiteX816" fmla="*/ 5208466 w 7467600"/>
              <a:gd name="connsiteY816" fmla="*/ 257550 h 6858000"/>
              <a:gd name="connsiteX817" fmla="*/ 4980204 w 7467600"/>
              <a:gd name="connsiteY817" fmla="*/ 271903 h 6858000"/>
              <a:gd name="connsiteX818" fmla="*/ 5068068 w 7467600"/>
              <a:gd name="connsiteY818" fmla="*/ 282244 h 6858000"/>
              <a:gd name="connsiteX819" fmla="*/ 5153231 w 7467600"/>
              <a:gd name="connsiteY819" fmla="*/ 292240 h 6858000"/>
              <a:gd name="connsiteX820" fmla="*/ 5426491 w 7467600"/>
              <a:gd name="connsiteY820" fmla="*/ 281128 h 6858000"/>
              <a:gd name="connsiteX821" fmla="*/ 5731212 w 7467600"/>
              <a:gd name="connsiteY821" fmla="*/ 231951 h 6858000"/>
              <a:gd name="connsiteX822" fmla="*/ 5905192 w 7467600"/>
              <a:gd name="connsiteY822" fmla="*/ 163079 h 6858000"/>
              <a:gd name="connsiteX823" fmla="*/ 5944437 w 7467600"/>
              <a:gd name="connsiteY823" fmla="*/ 113829 h 6858000"/>
              <a:gd name="connsiteX824" fmla="*/ 5825032 w 7467600"/>
              <a:gd name="connsiteY824" fmla="*/ 146405 h 6858000"/>
              <a:gd name="connsiteX825" fmla="*/ 4955599 w 7467600"/>
              <a:gd name="connsiteY825" fmla="*/ 247008 h 6858000"/>
              <a:gd name="connsiteX826" fmla="*/ 5210104 w 7467600"/>
              <a:gd name="connsiteY826" fmla="*/ 228123 h 6858000"/>
              <a:gd name="connsiteX827" fmla="*/ 5261015 w 7467600"/>
              <a:gd name="connsiteY827" fmla="*/ 227087 h 6858000"/>
              <a:gd name="connsiteX828" fmla="*/ 5861181 w 7467600"/>
              <a:gd name="connsiteY828" fmla="*/ 143093 h 6858000"/>
              <a:gd name="connsiteX829" fmla="*/ 5961252 w 7467600"/>
              <a:gd name="connsiteY829" fmla="*/ 114820 h 6858000"/>
              <a:gd name="connsiteX830" fmla="*/ 5944437 w 7467600"/>
              <a:gd name="connsiteY830" fmla="*/ 113829 h 6858000"/>
              <a:gd name="connsiteX831" fmla="*/ 3882765 w 7467600"/>
              <a:gd name="connsiteY831" fmla="*/ 0 h 6858000"/>
              <a:gd name="connsiteX832" fmla="*/ 3995099 w 7467600"/>
              <a:gd name="connsiteY832" fmla="*/ 0 h 6858000"/>
              <a:gd name="connsiteX833" fmla="*/ 4163818 w 7467600"/>
              <a:gd name="connsiteY833" fmla="*/ 234104 h 6858000"/>
              <a:gd name="connsiteX834" fmla="*/ 4172099 w 7467600"/>
              <a:gd name="connsiteY834" fmla="*/ 234207 h 6858000"/>
              <a:gd name="connsiteX835" fmla="*/ 4784282 w 7467600"/>
              <a:gd name="connsiteY835" fmla="*/ 276561 h 6858000"/>
              <a:gd name="connsiteX836" fmla="*/ 4801687 w 7467600"/>
              <a:gd name="connsiteY836" fmla="*/ 267764 h 6858000"/>
              <a:gd name="connsiteX837" fmla="*/ 6082788 w 7467600"/>
              <a:gd name="connsiteY837" fmla="*/ 64119 h 6858000"/>
              <a:gd name="connsiteX838" fmla="*/ 6099442 w 7467600"/>
              <a:gd name="connsiteY838" fmla="*/ 82568 h 6858000"/>
              <a:gd name="connsiteX839" fmla="*/ 4804137 w 7467600"/>
              <a:gd name="connsiteY839" fmla="*/ 320931 h 6858000"/>
              <a:gd name="connsiteX840" fmla="*/ 4227047 w 7467600"/>
              <a:gd name="connsiteY840" fmla="*/ 313415 h 6858000"/>
              <a:gd name="connsiteX841" fmla="*/ 4346041 w 7467600"/>
              <a:gd name="connsiteY841" fmla="*/ 456086 h 6858000"/>
              <a:gd name="connsiteX842" fmla="*/ 4870967 w 7467600"/>
              <a:gd name="connsiteY842" fmla="*/ 963061 h 6858000"/>
              <a:gd name="connsiteX843" fmla="*/ 4889647 w 7467600"/>
              <a:gd name="connsiteY843" fmla="*/ 957147 h 6858000"/>
              <a:gd name="connsiteX844" fmla="*/ 5422504 w 7467600"/>
              <a:gd name="connsiteY844" fmla="*/ 805191 h 6858000"/>
              <a:gd name="connsiteX845" fmla="*/ 6087656 w 7467600"/>
              <a:gd name="connsiteY845" fmla="*/ 826703 h 6858000"/>
              <a:gd name="connsiteX846" fmla="*/ 6058717 w 7467600"/>
              <a:gd name="connsiteY846" fmla="*/ 865992 h 6858000"/>
              <a:gd name="connsiteX847" fmla="*/ 4974153 w 7467600"/>
              <a:gd name="connsiteY847" fmla="*/ 1045456 h 6858000"/>
              <a:gd name="connsiteX848" fmla="*/ 5627835 w 7467600"/>
              <a:gd name="connsiteY848" fmla="*/ 1472077 h 6858000"/>
              <a:gd name="connsiteX849" fmla="*/ 5629817 w 7467600"/>
              <a:gd name="connsiteY849" fmla="*/ 1471412 h 6858000"/>
              <a:gd name="connsiteX850" fmla="*/ 5634124 w 7467600"/>
              <a:gd name="connsiteY850" fmla="*/ 1470572 h 6858000"/>
              <a:gd name="connsiteX851" fmla="*/ 5755832 w 7467600"/>
              <a:gd name="connsiteY851" fmla="*/ 1383886 h 6858000"/>
              <a:gd name="connsiteX852" fmla="*/ 6014186 w 7467600"/>
              <a:gd name="connsiteY852" fmla="*/ 1279799 h 6858000"/>
              <a:gd name="connsiteX853" fmla="*/ 6901619 w 7467600"/>
              <a:gd name="connsiteY853" fmla="*/ 1047874 h 6858000"/>
              <a:gd name="connsiteX854" fmla="*/ 6931566 w 7467600"/>
              <a:gd name="connsiteY854" fmla="*/ 1062034 h 6858000"/>
              <a:gd name="connsiteX855" fmla="*/ 5790982 w 7467600"/>
              <a:gd name="connsiteY855" fmla="*/ 1561380 h 6858000"/>
              <a:gd name="connsiteX856" fmla="*/ 6188971 w 7467600"/>
              <a:gd name="connsiteY856" fmla="*/ 1755168 h 6858000"/>
              <a:gd name="connsiteX857" fmla="*/ 6202446 w 7467600"/>
              <a:gd name="connsiteY857" fmla="*/ 1752268 h 6858000"/>
              <a:gd name="connsiteX858" fmla="*/ 7179560 w 7467600"/>
              <a:gd name="connsiteY858" fmla="*/ 1467551 h 6858000"/>
              <a:gd name="connsiteX859" fmla="*/ 7158730 w 7467600"/>
              <a:gd name="connsiteY859" fmla="*/ 1507835 h 6858000"/>
              <a:gd name="connsiteX860" fmla="*/ 6326959 w 7467600"/>
              <a:gd name="connsiteY860" fmla="*/ 1817686 h 6858000"/>
              <a:gd name="connsiteX861" fmla="*/ 6537433 w 7467600"/>
              <a:gd name="connsiteY861" fmla="*/ 1907790 h 6858000"/>
              <a:gd name="connsiteX862" fmla="*/ 6550221 w 7467600"/>
              <a:gd name="connsiteY862" fmla="*/ 1910729 h 6858000"/>
              <a:gd name="connsiteX863" fmla="*/ 6964438 w 7467600"/>
              <a:gd name="connsiteY863" fmla="*/ 2209505 h 6858000"/>
              <a:gd name="connsiteX864" fmla="*/ 7367862 w 7467600"/>
              <a:gd name="connsiteY864" fmla="*/ 2806833 h 6858000"/>
              <a:gd name="connsiteX865" fmla="*/ 7364329 w 7467600"/>
              <a:gd name="connsiteY865" fmla="*/ 2826907 h 6858000"/>
              <a:gd name="connsiteX866" fmla="*/ 7290545 w 7467600"/>
              <a:gd name="connsiteY866" fmla="*/ 2850663 h 6858000"/>
              <a:gd name="connsiteX867" fmla="*/ 6472036 w 7467600"/>
              <a:gd name="connsiteY867" fmla="*/ 1959003 h 6858000"/>
              <a:gd name="connsiteX868" fmla="*/ 5792897 w 7467600"/>
              <a:gd name="connsiteY868" fmla="*/ 1647747 h 6858000"/>
              <a:gd name="connsiteX869" fmla="*/ 5842751 w 7467600"/>
              <a:gd name="connsiteY869" fmla="*/ 1816112 h 6858000"/>
              <a:gd name="connsiteX870" fmla="*/ 5847424 w 7467600"/>
              <a:gd name="connsiteY870" fmla="*/ 1815776 h 6858000"/>
              <a:gd name="connsiteX871" fmla="*/ 6399821 w 7467600"/>
              <a:gd name="connsiteY871" fmla="*/ 2344799 h 6858000"/>
              <a:gd name="connsiteX872" fmla="*/ 6323232 w 7467600"/>
              <a:gd name="connsiteY872" fmla="*/ 2389634 h 6858000"/>
              <a:gd name="connsiteX873" fmla="*/ 5942958 w 7467600"/>
              <a:gd name="connsiteY873" fmla="*/ 2077708 h 6858000"/>
              <a:gd name="connsiteX874" fmla="*/ 5921559 w 7467600"/>
              <a:gd name="connsiteY874" fmla="*/ 2378596 h 6858000"/>
              <a:gd name="connsiteX875" fmla="*/ 5817651 w 7467600"/>
              <a:gd name="connsiteY875" fmla="*/ 3023919 h 6858000"/>
              <a:gd name="connsiteX876" fmla="*/ 5729634 w 7467600"/>
              <a:gd name="connsiteY876" fmla="*/ 3051849 h 6858000"/>
              <a:gd name="connsiteX877" fmla="*/ 5611018 w 7467600"/>
              <a:gd name="connsiteY877" fmla="*/ 2316769 h 6858000"/>
              <a:gd name="connsiteX878" fmla="*/ 5687608 w 7467600"/>
              <a:gd name="connsiteY878" fmla="*/ 2039972 h 6858000"/>
              <a:gd name="connsiteX879" fmla="*/ 5657554 w 7467600"/>
              <a:gd name="connsiteY879" fmla="*/ 1576445 h 6858000"/>
              <a:gd name="connsiteX880" fmla="*/ 5150475 w 7467600"/>
              <a:gd name="connsiteY880" fmla="*/ 1274012 h 6858000"/>
              <a:gd name="connsiteX881" fmla="*/ 5349142 w 7467600"/>
              <a:gd name="connsiteY881" fmla="*/ 2204405 h 6858000"/>
              <a:gd name="connsiteX882" fmla="*/ 5262214 w 7467600"/>
              <a:gd name="connsiteY882" fmla="*/ 2233836 h 6858000"/>
              <a:gd name="connsiteX883" fmla="*/ 4981539 w 7467600"/>
              <a:gd name="connsiteY883" fmla="*/ 1542201 h 6858000"/>
              <a:gd name="connsiteX884" fmla="*/ 4958461 w 7467600"/>
              <a:gd name="connsiteY884" fmla="*/ 1136957 h 6858000"/>
              <a:gd name="connsiteX885" fmla="*/ 4655015 w 7467600"/>
              <a:gd name="connsiteY885" fmla="*/ 891426 h 6858000"/>
              <a:gd name="connsiteX886" fmla="*/ 4348002 w 7467600"/>
              <a:gd name="connsiteY886" fmla="*/ 2205895 h 6858000"/>
              <a:gd name="connsiteX887" fmla="*/ 4262250 w 7467600"/>
              <a:gd name="connsiteY887" fmla="*/ 2219972 h 6858000"/>
              <a:gd name="connsiteX888" fmla="*/ 4550611 w 7467600"/>
              <a:gd name="connsiteY888" fmla="*/ 817540 h 6858000"/>
              <a:gd name="connsiteX889" fmla="*/ 4564418 w 7467600"/>
              <a:gd name="connsiteY889" fmla="*/ 808293 h 6858000"/>
              <a:gd name="connsiteX890" fmla="*/ 4266388 w 7467600"/>
              <a:gd name="connsiteY890" fmla="*/ 500083 h 6858000"/>
              <a:gd name="connsiteX891" fmla="*/ 4032842 w 7467600"/>
              <a:gd name="connsiteY891" fmla="*/ 211809 h 6858000"/>
              <a:gd name="connsiteX892" fmla="*/ 3882765 w 7467600"/>
              <a:gd name="connsiteY892" fmla="*/ 0 h 6858000"/>
              <a:gd name="connsiteX893" fmla="*/ 3721337 w 7467600"/>
              <a:gd name="connsiteY893" fmla="*/ 0 h 6858000"/>
              <a:gd name="connsiteX894" fmla="*/ 3797544 w 7467600"/>
              <a:gd name="connsiteY894" fmla="*/ 0 h 6858000"/>
              <a:gd name="connsiteX895" fmla="*/ 3775734 w 7467600"/>
              <a:gd name="connsiteY895" fmla="*/ 95131 h 6858000"/>
              <a:gd name="connsiteX896" fmla="*/ 3724807 w 7467600"/>
              <a:gd name="connsiteY896" fmla="*/ 272257 h 6858000"/>
              <a:gd name="connsiteX897" fmla="*/ 3726844 w 7467600"/>
              <a:gd name="connsiteY897" fmla="*/ 282988 h 6858000"/>
              <a:gd name="connsiteX898" fmla="*/ 3742664 w 7467600"/>
              <a:gd name="connsiteY898" fmla="*/ 279918 h 6858000"/>
              <a:gd name="connsiteX899" fmla="*/ 4103910 w 7467600"/>
              <a:gd name="connsiteY899" fmla="*/ 1161917 h 6858000"/>
              <a:gd name="connsiteX900" fmla="*/ 4020269 w 7467600"/>
              <a:gd name="connsiteY900" fmla="*/ 1200406 h 6858000"/>
              <a:gd name="connsiteX901" fmla="*/ 3674882 w 7467600"/>
              <a:gd name="connsiteY901" fmla="*/ 488524 h 6858000"/>
              <a:gd name="connsiteX902" fmla="*/ 3132682 w 7467600"/>
              <a:gd name="connsiteY902" fmla="*/ 1072284 h 6858000"/>
              <a:gd name="connsiteX903" fmla="*/ 2716346 w 7467600"/>
              <a:gd name="connsiteY903" fmla="*/ 1276376 h 6858000"/>
              <a:gd name="connsiteX904" fmla="*/ 2716772 w 7467600"/>
              <a:gd name="connsiteY904" fmla="*/ 1255462 h 6858000"/>
              <a:gd name="connsiteX905" fmla="*/ 3471096 w 7467600"/>
              <a:gd name="connsiteY905" fmla="*/ 437072 h 6858000"/>
              <a:gd name="connsiteX906" fmla="*/ 3639057 w 7467600"/>
              <a:gd name="connsiteY906" fmla="*/ 286334 h 6858000"/>
              <a:gd name="connsiteX907" fmla="*/ 3640309 w 7467600"/>
              <a:gd name="connsiteY907" fmla="*/ 284664 h 6858000"/>
              <a:gd name="connsiteX908" fmla="*/ 3646022 w 7467600"/>
              <a:gd name="connsiteY908" fmla="*/ 276711 h 6858000"/>
              <a:gd name="connsiteX909" fmla="*/ 3707943 w 7467600"/>
              <a:gd name="connsiteY909" fmla="*/ 65958 h 6858000"/>
              <a:gd name="connsiteX910" fmla="*/ 3721337 w 7467600"/>
              <a:gd name="connsiteY910" fmla="*/ 0 h 6858000"/>
              <a:gd name="connsiteX911" fmla="*/ 2867960 w 7467600"/>
              <a:gd name="connsiteY911" fmla="*/ 0 h 6858000"/>
              <a:gd name="connsiteX912" fmla="*/ 2926351 w 7467600"/>
              <a:gd name="connsiteY912" fmla="*/ 0 h 6858000"/>
              <a:gd name="connsiteX913" fmla="*/ 2902823 w 7467600"/>
              <a:gd name="connsiteY913" fmla="*/ 262929 h 6858000"/>
              <a:gd name="connsiteX914" fmla="*/ 2940663 w 7467600"/>
              <a:gd name="connsiteY914" fmla="*/ 140884 h 6858000"/>
              <a:gd name="connsiteX915" fmla="*/ 2947039 w 7467600"/>
              <a:gd name="connsiteY915" fmla="*/ 122524 h 6858000"/>
              <a:gd name="connsiteX916" fmla="*/ 2984316 w 7467600"/>
              <a:gd name="connsiteY916" fmla="*/ 0 h 6858000"/>
              <a:gd name="connsiteX917" fmla="*/ 3016114 w 7467600"/>
              <a:gd name="connsiteY917" fmla="*/ 0 h 6858000"/>
              <a:gd name="connsiteX918" fmla="*/ 2979949 w 7467600"/>
              <a:gd name="connsiteY918" fmla="*/ 119274 h 6858000"/>
              <a:gd name="connsiteX919" fmla="*/ 3023879 w 7467600"/>
              <a:gd name="connsiteY919" fmla="*/ 0 h 6858000"/>
              <a:gd name="connsiteX920" fmla="*/ 3105400 w 7467600"/>
              <a:gd name="connsiteY920" fmla="*/ 0 h 6858000"/>
              <a:gd name="connsiteX921" fmla="*/ 3094669 w 7467600"/>
              <a:gd name="connsiteY921" fmla="*/ 30308 h 6858000"/>
              <a:gd name="connsiteX922" fmla="*/ 2901945 w 7467600"/>
              <a:gd name="connsiteY922" fmla="*/ 466538 h 6858000"/>
              <a:gd name="connsiteX923" fmla="*/ 2815209 w 7467600"/>
              <a:gd name="connsiteY923" fmla="*/ 497361 h 6858000"/>
              <a:gd name="connsiteX924" fmla="*/ 2844845 w 7467600"/>
              <a:gd name="connsiteY924" fmla="*/ 127638 h 6858000"/>
              <a:gd name="connsiteX925" fmla="*/ 2867960 w 7467600"/>
              <a:gd name="connsiteY925" fmla="*/ 0 h 6858000"/>
              <a:gd name="connsiteX926" fmla="*/ 1057230 w 7467600"/>
              <a:gd name="connsiteY926" fmla="*/ 0 h 6858000"/>
              <a:gd name="connsiteX927" fmla="*/ 1111003 w 7467600"/>
              <a:gd name="connsiteY927" fmla="*/ 0 h 6858000"/>
              <a:gd name="connsiteX928" fmla="*/ 1125553 w 7467600"/>
              <a:gd name="connsiteY928" fmla="*/ 52588 h 6858000"/>
              <a:gd name="connsiteX929" fmla="*/ 1304276 w 7467600"/>
              <a:gd name="connsiteY929" fmla="*/ 476275 h 6858000"/>
              <a:gd name="connsiteX930" fmla="*/ 1492066 w 7467600"/>
              <a:gd name="connsiteY930" fmla="*/ 886333 h 6858000"/>
              <a:gd name="connsiteX931" fmla="*/ 1423698 w 7467600"/>
              <a:gd name="connsiteY931" fmla="*/ 710817 h 6858000"/>
              <a:gd name="connsiteX932" fmla="*/ 1357609 w 7467600"/>
              <a:gd name="connsiteY932" fmla="*/ 532892 h 6858000"/>
              <a:gd name="connsiteX933" fmla="*/ 1309550 w 7467600"/>
              <a:gd name="connsiteY933" fmla="*/ 374031 h 6858000"/>
              <a:gd name="connsiteX934" fmla="*/ 1193673 w 7467600"/>
              <a:gd name="connsiteY934" fmla="*/ 49533 h 6858000"/>
              <a:gd name="connsiteX935" fmla="*/ 1164391 w 7467600"/>
              <a:gd name="connsiteY935" fmla="*/ 0 h 6858000"/>
              <a:gd name="connsiteX936" fmla="*/ 1200666 w 7467600"/>
              <a:gd name="connsiteY936" fmla="*/ 0 h 6858000"/>
              <a:gd name="connsiteX937" fmla="*/ 1223408 w 7467600"/>
              <a:gd name="connsiteY937" fmla="*/ 38996 h 6858000"/>
              <a:gd name="connsiteX938" fmla="*/ 1339635 w 7467600"/>
              <a:gd name="connsiteY938" fmla="*/ 365517 h 6858000"/>
              <a:gd name="connsiteX939" fmla="*/ 1387469 w 7467600"/>
              <a:gd name="connsiteY939" fmla="*/ 523079 h 6858000"/>
              <a:gd name="connsiteX940" fmla="*/ 1452685 w 7467600"/>
              <a:gd name="connsiteY940" fmla="*/ 699806 h 6858000"/>
              <a:gd name="connsiteX941" fmla="*/ 1492092 w 7467600"/>
              <a:gd name="connsiteY941" fmla="*/ 800424 h 6858000"/>
              <a:gd name="connsiteX942" fmla="*/ 1455302 w 7467600"/>
              <a:gd name="connsiteY942" fmla="*/ 632913 h 6858000"/>
              <a:gd name="connsiteX943" fmla="*/ 1222336 w 7467600"/>
              <a:gd name="connsiteY943" fmla="*/ 9480 h 6858000"/>
              <a:gd name="connsiteX944" fmla="*/ 1214634 w 7467600"/>
              <a:gd name="connsiteY944" fmla="*/ 0 h 6858000"/>
              <a:gd name="connsiteX945" fmla="*/ 1289827 w 7467600"/>
              <a:gd name="connsiteY945" fmla="*/ 0 h 6858000"/>
              <a:gd name="connsiteX946" fmla="*/ 1321076 w 7467600"/>
              <a:gd name="connsiteY946" fmla="*/ 59722 h 6858000"/>
              <a:gd name="connsiteX947" fmla="*/ 1512579 w 7467600"/>
              <a:gd name="connsiteY947" fmla="*/ 626441 h 6858000"/>
              <a:gd name="connsiteX948" fmla="*/ 1506076 w 7467600"/>
              <a:gd name="connsiteY948" fmla="*/ 1089289 h 6858000"/>
              <a:gd name="connsiteX949" fmla="*/ 1486346 w 7467600"/>
              <a:gd name="connsiteY949" fmla="*/ 1079919 h 6858000"/>
              <a:gd name="connsiteX950" fmla="*/ 1070511 w 7467600"/>
              <a:gd name="connsiteY950" fmla="*/ 48609 h 6858000"/>
              <a:gd name="connsiteX951" fmla="*/ 1057230 w 7467600"/>
              <a:gd name="connsiteY951" fmla="*/ 0 h 6858000"/>
              <a:gd name="connsiteX952" fmla="*/ 43151 w 7467600"/>
              <a:gd name="connsiteY952" fmla="*/ 0 h 6858000"/>
              <a:gd name="connsiteX953" fmla="*/ 95283 w 7467600"/>
              <a:gd name="connsiteY953" fmla="*/ 0 h 6858000"/>
              <a:gd name="connsiteX954" fmla="*/ 300708 w 7467600"/>
              <a:gd name="connsiteY954" fmla="*/ 154571 h 6858000"/>
              <a:gd name="connsiteX955" fmla="*/ 530414 w 7467600"/>
              <a:gd name="connsiteY955" fmla="*/ 354673 h 6858000"/>
              <a:gd name="connsiteX956" fmla="*/ 333785 w 7467600"/>
              <a:gd name="connsiteY956" fmla="*/ 161564 h 6858000"/>
              <a:gd name="connsiteX957" fmla="*/ 147005 w 7467600"/>
              <a:gd name="connsiteY957" fmla="*/ 0 h 6858000"/>
              <a:gd name="connsiteX958" fmla="*/ 272509 w 7467600"/>
              <a:gd name="connsiteY958" fmla="*/ 0 h 6858000"/>
              <a:gd name="connsiteX959" fmla="*/ 326276 w 7467600"/>
              <a:gd name="connsiteY959" fmla="*/ 45847 h 6858000"/>
              <a:gd name="connsiteX960" fmla="*/ 823759 w 7467600"/>
              <a:gd name="connsiteY960" fmla="*/ 574145 h 6858000"/>
              <a:gd name="connsiteX961" fmla="*/ 811254 w 7467600"/>
              <a:gd name="connsiteY961" fmla="*/ 665546 h 6858000"/>
              <a:gd name="connsiteX962" fmla="*/ 154042 w 7467600"/>
              <a:gd name="connsiteY962" fmla="*/ 261522 h 6858000"/>
              <a:gd name="connsiteX963" fmla="*/ 13550 w 7467600"/>
              <a:gd name="connsiteY963" fmla="*/ 158423 h 6858000"/>
              <a:gd name="connsiteX964" fmla="*/ 0 w 7467600"/>
              <a:gd name="connsiteY964" fmla="*/ 146618 h 6858000"/>
              <a:gd name="connsiteX965" fmla="*/ 0 w 7467600"/>
              <a:gd name="connsiteY965" fmla="*/ 59161 h 6858000"/>
              <a:gd name="connsiteX966" fmla="*/ 45427 w 7467600"/>
              <a:gd name="connsiteY966" fmla="*/ 101078 h 6858000"/>
              <a:gd name="connsiteX967" fmla="*/ 630103 w 7467600"/>
              <a:gd name="connsiteY967" fmla="*/ 485885 h 6858000"/>
              <a:gd name="connsiteX968" fmla="*/ 532040 w 7467600"/>
              <a:gd name="connsiteY968" fmla="*/ 399359 h 6858000"/>
              <a:gd name="connsiteX969" fmla="*/ 517618 w 7467600"/>
              <a:gd name="connsiteY969" fmla="*/ 385726 h 6858000"/>
              <a:gd name="connsiteX970" fmla="*/ 285074 w 7467600"/>
              <a:gd name="connsiteY970" fmla="*/ 182755 h 6858000"/>
              <a:gd name="connsiteX971" fmla="*/ 43151 w 7467600"/>
              <a:gd name="connsiteY97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7042773 w 7467600"/>
              <a:gd name="connsiteY91" fmla="*/ 5734011 h 6858000"/>
              <a:gd name="connsiteX92" fmla="*/ 1456157 w 7467600"/>
              <a:gd name="connsiteY92" fmla="*/ 5371404 h 6858000"/>
              <a:gd name="connsiteX93" fmla="*/ 1244432 w 7467600"/>
              <a:gd name="connsiteY93" fmla="*/ 5385601 h 6858000"/>
              <a:gd name="connsiteX94" fmla="*/ 973990 w 7467600"/>
              <a:gd name="connsiteY94" fmla="*/ 5424940 h 6858000"/>
              <a:gd name="connsiteX95" fmla="*/ 1103809 w 7467600"/>
              <a:gd name="connsiteY95" fmla="*/ 5433720 h 6858000"/>
              <a:gd name="connsiteX96" fmla="*/ 1123454 w 7467600"/>
              <a:gd name="connsiteY96" fmla="*/ 5435727 h 6858000"/>
              <a:gd name="connsiteX97" fmla="*/ 1737017 w 7467600"/>
              <a:gd name="connsiteY97" fmla="*/ 5452183 h 6858000"/>
              <a:gd name="connsiteX98" fmla="*/ 1824397 w 7467600"/>
              <a:gd name="connsiteY98" fmla="*/ 5447757 h 6858000"/>
              <a:gd name="connsiteX99" fmla="*/ 2070059 w 7467600"/>
              <a:gd name="connsiteY99" fmla="*/ 5441660 h 6858000"/>
              <a:gd name="connsiteX100" fmla="*/ 1456157 w 7467600"/>
              <a:gd name="connsiteY100" fmla="*/ 5371404 h 6858000"/>
              <a:gd name="connsiteX101" fmla="*/ 4988186 w 7467600"/>
              <a:gd name="connsiteY101" fmla="*/ 5216467 h 6858000"/>
              <a:gd name="connsiteX102" fmla="*/ 4777334 w 7467600"/>
              <a:gd name="connsiteY102" fmla="*/ 5406072 h 6858000"/>
              <a:gd name="connsiteX103" fmla="*/ 4718341 w 7467600"/>
              <a:gd name="connsiteY103" fmla="*/ 5468043 h 6858000"/>
              <a:gd name="connsiteX104" fmla="*/ 4604655 w 7467600"/>
              <a:gd name="connsiteY104" fmla="*/ 5583434 h 6858000"/>
              <a:gd name="connsiteX105" fmla="*/ 4565074 w 7467600"/>
              <a:gd name="connsiteY105" fmla="*/ 5618550 h 6858000"/>
              <a:gd name="connsiteX106" fmla="*/ 4988186 w 7467600"/>
              <a:gd name="connsiteY106" fmla="*/ 5216467 h 6858000"/>
              <a:gd name="connsiteX107" fmla="*/ 4978032 w 7467600"/>
              <a:gd name="connsiteY107" fmla="*/ 5183809 h 6858000"/>
              <a:gd name="connsiteX108" fmla="*/ 4463413 w 7467600"/>
              <a:gd name="connsiteY108" fmla="*/ 5615162 h 6858000"/>
              <a:gd name="connsiteX109" fmla="*/ 4358134 w 7467600"/>
              <a:gd name="connsiteY109" fmla="*/ 5742791 h 6858000"/>
              <a:gd name="connsiteX110" fmla="*/ 4376219 w 7467600"/>
              <a:gd name="connsiteY110" fmla="*/ 5729027 h 6858000"/>
              <a:gd name="connsiteX111" fmla="*/ 4582340 w 7467600"/>
              <a:gd name="connsiteY111" fmla="*/ 5561037 h 6858000"/>
              <a:gd name="connsiteX112" fmla="*/ 4694684 w 7467600"/>
              <a:gd name="connsiteY112" fmla="*/ 5447098 h 6858000"/>
              <a:gd name="connsiteX113" fmla="*/ 4754123 w 7467600"/>
              <a:gd name="connsiteY113" fmla="*/ 5384643 h 6858000"/>
              <a:gd name="connsiteX114" fmla="*/ 4978032 w 7467600"/>
              <a:gd name="connsiteY114" fmla="*/ 5183809 h 6858000"/>
              <a:gd name="connsiteX115" fmla="*/ 1903353 w 7467600"/>
              <a:gd name="connsiteY115" fmla="*/ 5044827 h 6858000"/>
              <a:gd name="connsiteX116" fmla="*/ 1936931 w 7467600"/>
              <a:gd name="connsiteY116" fmla="*/ 5093954 h 6858000"/>
              <a:gd name="connsiteX117" fmla="*/ 2195868 w 7467600"/>
              <a:gd name="connsiteY117" fmla="*/ 5396574 h 6858000"/>
              <a:gd name="connsiteX118" fmla="*/ 2088852 w 7467600"/>
              <a:gd name="connsiteY118" fmla="*/ 5166123 h 6858000"/>
              <a:gd name="connsiteX119" fmla="*/ 1958241 w 7467600"/>
              <a:gd name="connsiteY119" fmla="*/ 5067955 h 6858000"/>
              <a:gd name="connsiteX120" fmla="*/ 1903353 w 7467600"/>
              <a:gd name="connsiteY120" fmla="*/ 5044827 h 6858000"/>
              <a:gd name="connsiteX121" fmla="*/ 1979378 w 7467600"/>
              <a:gd name="connsiteY121" fmla="*/ 4769504 h 6858000"/>
              <a:gd name="connsiteX122" fmla="*/ 2882120 w 7467600"/>
              <a:gd name="connsiteY122" fmla="*/ 5064547 h 6858000"/>
              <a:gd name="connsiteX123" fmla="*/ 2793103 w 7467600"/>
              <a:gd name="connsiteY123" fmla="*/ 5039699 h 6858000"/>
              <a:gd name="connsiteX124" fmla="*/ 2770041 w 7467600"/>
              <a:gd name="connsiteY124" fmla="*/ 5033634 h 6858000"/>
              <a:gd name="connsiteX125" fmla="*/ 1979378 w 7467600"/>
              <a:gd name="connsiteY125" fmla="*/ 4769504 h 6858000"/>
              <a:gd name="connsiteX126" fmla="*/ 1927410 w 7467600"/>
              <a:gd name="connsiteY126" fmla="*/ 4716164 h 6858000"/>
              <a:gd name="connsiteX127" fmla="*/ 1959587 w 7467600"/>
              <a:gd name="connsiteY127" fmla="*/ 4728849 h 6858000"/>
              <a:gd name="connsiteX128" fmla="*/ 2777707 w 7467600"/>
              <a:gd name="connsiteY128" fmla="*/ 5003991 h 6858000"/>
              <a:gd name="connsiteX129" fmla="*/ 2800768 w 7467600"/>
              <a:gd name="connsiteY129" fmla="*/ 5010056 h 6858000"/>
              <a:gd name="connsiteX130" fmla="*/ 2879408 w 7467600"/>
              <a:gd name="connsiteY130" fmla="*/ 5031590 h 6858000"/>
              <a:gd name="connsiteX131" fmla="*/ 2862295 w 7467600"/>
              <a:gd name="connsiteY131" fmla="*/ 5022958 h 6858000"/>
              <a:gd name="connsiteX132" fmla="*/ 2813343 w 7467600"/>
              <a:gd name="connsiteY132" fmla="*/ 4998369 h 6858000"/>
              <a:gd name="connsiteX133" fmla="*/ 2646245 w 7467600"/>
              <a:gd name="connsiteY133" fmla="*/ 4930999 h 6858000"/>
              <a:gd name="connsiteX134" fmla="*/ 1999243 w 7467600"/>
              <a:gd name="connsiteY134" fmla="*/ 4730524 h 6858000"/>
              <a:gd name="connsiteX135" fmla="*/ 1979527 w 7467600"/>
              <a:gd name="connsiteY135" fmla="*/ 4726651 h 6858000"/>
              <a:gd name="connsiteX136" fmla="*/ 1927410 w 7467600"/>
              <a:gd name="connsiteY136" fmla="*/ 4716164 h 6858000"/>
              <a:gd name="connsiteX137" fmla="*/ 1997014 w 7467600"/>
              <a:gd name="connsiteY137" fmla="*/ 4698007 h 6858000"/>
              <a:gd name="connsiteX138" fmla="*/ 2005458 w 7467600"/>
              <a:gd name="connsiteY138" fmla="*/ 4699540 h 6858000"/>
              <a:gd name="connsiteX139" fmla="*/ 2657186 w 7467600"/>
              <a:gd name="connsiteY139" fmla="*/ 4901687 h 6858000"/>
              <a:gd name="connsiteX140" fmla="*/ 2826662 w 7467600"/>
              <a:gd name="connsiteY140" fmla="*/ 4970362 h 6858000"/>
              <a:gd name="connsiteX141" fmla="*/ 2876100 w 7467600"/>
              <a:gd name="connsiteY141" fmla="*/ 4995397 h 6858000"/>
              <a:gd name="connsiteX142" fmla="*/ 3042600 w 7467600"/>
              <a:gd name="connsiteY142" fmla="*/ 5059532 h 6858000"/>
              <a:gd name="connsiteX143" fmla="*/ 1997014 w 7467600"/>
              <a:gd name="connsiteY143" fmla="*/ 4698007 h 6858000"/>
              <a:gd name="connsiteX144" fmla="*/ 2305292 w 7467600"/>
              <a:gd name="connsiteY144" fmla="*/ 4219492 h 6858000"/>
              <a:gd name="connsiteX145" fmla="*/ 3360922 w 7467600"/>
              <a:gd name="connsiteY145" fmla="*/ 4529373 h 6858000"/>
              <a:gd name="connsiteX146" fmla="*/ 3492420 w 7467600"/>
              <a:gd name="connsiteY146" fmla="*/ 4510145 h 6858000"/>
              <a:gd name="connsiteX147" fmla="*/ 3364086 w 7467600"/>
              <a:gd name="connsiteY147" fmla="*/ 4480340 h 6858000"/>
              <a:gd name="connsiteX148" fmla="*/ 3225818 w 7467600"/>
              <a:gd name="connsiteY148" fmla="*/ 4411822 h 6858000"/>
              <a:gd name="connsiteX149" fmla="*/ 3129696 w 7467600"/>
              <a:gd name="connsiteY149" fmla="*/ 4360704 h 6858000"/>
              <a:gd name="connsiteX150" fmla="*/ 2814545 w 7467600"/>
              <a:gd name="connsiteY150" fmla="*/ 4282955 h 6858000"/>
              <a:gd name="connsiteX151" fmla="*/ 2305292 w 7467600"/>
              <a:gd name="connsiteY151" fmla="*/ 4219492 h 6858000"/>
              <a:gd name="connsiteX152" fmla="*/ 2626982 w 7467600"/>
              <a:gd name="connsiteY152" fmla="*/ 4206450 h 6858000"/>
              <a:gd name="connsiteX153" fmla="*/ 2490617 w 7467600"/>
              <a:gd name="connsiteY153" fmla="*/ 4206951 h 6858000"/>
              <a:gd name="connsiteX154" fmla="*/ 2819869 w 7467600"/>
              <a:gd name="connsiteY154" fmla="*/ 4252936 h 6858000"/>
              <a:gd name="connsiteX155" fmla="*/ 3143018 w 7467600"/>
              <a:gd name="connsiteY155" fmla="*/ 4332698 h 6858000"/>
              <a:gd name="connsiteX156" fmla="*/ 3241520 w 7467600"/>
              <a:gd name="connsiteY156" fmla="*/ 4385112 h 6858000"/>
              <a:gd name="connsiteX157" fmla="*/ 3374575 w 7467600"/>
              <a:gd name="connsiteY157" fmla="*/ 4451517 h 6858000"/>
              <a:gd name="connsiteX158" fmla="*/ 3505221 w 7467600"/>
              <a:gd name="connsiteY158" fmla="*/ 4480757 h 6858000"/>
              <a:gd name="connsiteX159" fmla="*/ 2626982 w 7467600"/>
              <a:gd name="connsiteY159" fmla="*/ 4206450 h 6858000"/>
              <a:gd name="connsiteX160" fmla="*/ 1310106 w 7467600"/>
              <a:gd name="connsiteY160" fmla="*/ 3943217 h 6858000"/>
              <a:gd name="connsiteX161" fmla="*/ 854994 w 7467600"/>
              <a:gd name="connsiteY161" fmla="*/ 4399136 h 6858000"/>
              <a:gd name="connsiteX162" fmla="*/ 742462 w 7467600"/>
              <a:gd name="connsiteY162" fmla="*/ 4594648 h 6858000"/>
              <a:gd name="connsiteX163" fmla="*/ 820602 w 7467600"/>
              <a:gd name="connsiteY163" fmla="*/ 4485915 h 6858000"/>
              <a:gd name="connsiteX164" fmla="*/ 878295 w 7467600"/>
              <a:gd name="connsiteY164" fmla="*/ 4403594 h 6858000"/>
              <a:gd name="connsiteX165" fmla="*/ 1240607 w 7467600"/>
              <a:gd name="connsiteY165" fmla="*/ 4010401 h 6858000"/>
              <a:gd name="connsiteX166" fmla="*/ 1310106 w 7467600"/>
              <a:gd name="connsiteY166" fmla="*/ 3943217 h 6858000"/>
              <a:gd name="connsiteX167" fmla="*/ 1423113 w 7467600"/>
              <a:gd name="connsiteY167" fmla="*/ 3874565 h 6858000"/>
              <a:gd name="connsiteX168" fmla="*/ 1260565 w 7467600"/>
              <a:gd name="connsiteY168" fmla="*/ 4031982 h 6858000"/>
              <a:gd name="connsiteX169" fmla="*/ 901900 w 7467600"/>
              <a:gd name="connsiteY169" fmla="*/ 4421236 h 6858000"/>
              <a:gd name="connsiteX170" fmla="*/ 845044 w 7467600"/>
              <a:gd name="connsiteY170" fmla="*/ 4502436 h 6858000"/>
              <a:gd name="connsiteX171" fmla="*/ 685926 w 7467600"/>
              <a:gd name="connsiteY171" fmla="*/ 4703069 h 6858000"/>
              <a:gd name="connsiteX172" fmla="*/ 684248 w 7467600"/>
              <a:gd name="connsiteY172" fmla="*/ 4706721 h 6858000"/>
              <a:gd name="connsiteX173" fmla="*/ 1423113 w 7467600"/>
              <a:gd name="connsiteY173" fmla="*/ 3874565 h 6858000"/>
              <a:gd name="connsiteX174" fmla="*/ 3316479 w 7467600"/>
              <a:gd name="connsiteY174" fmla="*/ 3872136 h 6858000"/>
              <a:gd name="connsiteX175" fmla="*/ 3546806 w 7467600"/>
              <a:gd name="connsiteY175" fmla="*/ 4356139 h 6858000"/>
              <a:gd name="connsiteX176" fmla="*/ 3364433 w 7467600"/>
              <a:gd name="connsiteY176" fmla="*/ 3953121 h 6858000"/>
              <a:gd name="connsiteX177" fmla="*/ 3316479 w 7467600"/>
              <a:gd name="connsiteY177" fmla="*/ 3872136 h 6858000"/>
              <a:gd name="connsiteX178" fmla="*/ 3291335 w 7467600"/>
              <a:gd name="connsiteY178" fmla="*/ 3767420 h 6858000"/>
              <a:gd name="connsiteX179" fmla="*/ 3390805 w 7467600"/>
              <a:gd name="connsiteY179" fmla="*/ 3937163 h 6858000"/>
              <a:gd name="connsiteX180" fmla="*/ 3579062 w 7467600"/>
              <a:gd name="connsiteY180" fmla="*/ 4359040 h 6858000"/>
              <a:gd name="connsiteX181" fmla="*/ 3467355 w 7467600"/>
              <a:gd name="connsiteY181" fmla="*/ 3988130 h 6858000"/>
              <a:gd name="connsiteX182" fmla="*/ 3310753 w 7467600"/>
              <a:gd name="connsiteY182" fmla="*/ 3787140 h 6858000"/>
              <a:gd name="connsiteX183" fmla="*/ 3291335 w 7467600"/>
              <a:gd name="connsiteY183" fmla="*/ 3767420 h 6858000"/>
              <a:gd name="connsiteX184" fmla="*/ 1635889 w 7467600"/>
              <a:gd name="connsiteY184" fmla="*/ 3709494 h 6858000"/>
              <a:gd name="connsiteX185" fmla="*/ 1634800 w 7467600"/>
              <a:gd name="connsiteY185" fmla="*/ 3731111 h 6858000"/>
              <a:gd name="connsiteX186" fmla="*/ 1635889 w 7467600"/>
              <a:gd name="connsiteY186" fmla="*/ 3709494 h 6858000"/>
              <a:gd name="connsiteX187" fmla="*/ 1510397 w 7467600"/>
              <a:gd name="connsiteY187" fmla="*/ 3684705 h 6858000"/>
              <a:gd name="connsiteX188" fmla="*/ 1146550 w 7467600"/>
              <a:gd name="connsiteY188" fmla="*/ 3802012 h 6858000"/>
              <a:gd name="connsiteX189" fmla="*/ 698834 w 7467600"/>
              <a:gd name="connsiteY189" fmla="*/ 3952272 h 6858000"/>
              <a:gd name="connsiteX190" fmla="*/ 34256 w 7467600"/>
              <a:gd name="connsiteY190" fmla="*/ 4347603 h 6858000"/>
              <a:gd name="connsiteX191" fmla="*/ 527241 w 7467600"/>
              <a:gd name="connsiteY191" fmla="*/ 4065078 h 6858000"/>
              <a:gd name="connsiteX192" fmla="*/ 1510397 w 7467600"/>
              <a:gd name="connsiteY192" fmla="*/ 3684705 h 6858000"/>
              <a:gd name="connsiteX193" fmla="*/ 1313114 w 7467600"/>
              <a:gd name="connsiteY193" fmla="*/ 3655216 h 6858000"/>
              <a:gd name="connsiteX194" fmla="*/ 1109304 w 7467600"/>
              <a:gd name="connsiteY194" fmla="*/ 3669030 h 6858000"/>
              <a:gd name="connsiteX195" fmla="*/ 8129 w 7467600"/>
              <a:gd name="connsiteY195" fmla="*/ 4330519 h 6858000"/>
              <a:gd name="connsiteX196" fmla="*/ 687572 w 7467600"/>
              <a:gd name="connsiteY196" fmla="*/ 3925629 h 6858000"/>
              <a:gd name="connsiteX197" fmla="*/ 1138365 w 7467600"/>
              <a:gd name="connsiteY197" fmla="*/ 3774515 h 6858000"/>
              <a:gd name="connsiteX198" fmla="*/ 1505579 w 7467600"/>
              <a:gd name="connsiteY198" fmla="*/ 3655526 h 6858000"/>
              <a:gd name="connsiteX199" fmla="*/ 1313114 w 7467600"/>
              <a:gd name="connsiteY199" fmla="*/ 3655216 h 6858000"/>
              <a:gd name="connsiteX200" fmla="*/ 3655073 w 7467600"/>
              <a:gd name="connsiteY200" fmla="*/ 3650884 h 6858000"/>
              <a:gd name="connsiteX201" fmla="*/ 3989938 w 7467600"/>
              <a:gd name="connsiteY201" fmla="*/ 3991685 h 6858000"/>
              <a:gd name="connsiteX202" fmla="*/ 4393907 w 7467600"/>
              <a:gd name="connsiteY202" fmla="*/ 4261258 h 6858000"/>
              <a:gd name="connsiteX203" fmla="*/ 4648051 w 7467600"/>
              <a:gd name="connsiteY203" fmla="*/ 4374051 h 6858000"/>
              <a:gd name="connsiteX204" fmla="*/ 4383389 w 7467600"/>
              <a:gd name="connsiteY204" fmla="*/ 4184369 h 6858000"/>
              <a:gd name="connsiteX205" fmla="*/ 4165508 w 7467600"/>
              <a:gd name="connsiteY205" fmla="*/ 4035196 h 6858000"/>
              <a:gd name="connsiteX206" fmla="*/ 4068162 w 7467600"/>
              <a:gd name="connsiteY206" fmla="*/ 3953394 h 6858000"/>
              <a:gd name="connsiteX207" fmla="*/ 3981416 w 7467600"/>
              <a:gd name="connsiteY207" fmla="*/ 3880482 h 6858000"/>
              <a:gd name="connsiteX208" fmla="*/ 3800147 w 7467600"/>
              <a:gd name="connsiteY208" fmla="*/ 3749872 h 6858000"/>
              <a:gd name="connsiteX209" fmla="*/ 3655073 w 7467600"/>
              <a:gd name="connsiteY209" fmla="*/ 3650884 h 6858000"/>
              <a:gd name="connsiteX210" fmla="*/ 3670252 w 7467600"/>
              <a:gd name="connsiteY210" fmla="*/ 3622798 h 6858000"/>
              <a:gd name="connsiteX211" fmla="*/ 3817258 w 7467600"/>
              <a:gd name="connsiteY211" fmla="*/ 3723577 h 6858000"/>
              <a:gd name="connsiteX212" fmla="*/ 4000461 w 7467600"/>
              <a:gd name="connsiteY212" fmla="*/ 3855966 h 6858000"/>
              <a:gd name="connsiteX213" fmla="*/ 4088180 w 7467600"/>
              <a:gd name="connsiteY213" fmla="*/ 3929774 h 6858000"/>
              <a:gd name="connsiteX214" fmla="*/ 4184555 w 7467600"/>
              <a:gd name="connsiteY214" fmla="*/ 4010683 h 6858000"/>
              <a:gd name="connsiteX215" fmla="*/ 4399563 w 7467600"/>
              <a:gd name="connsiteY215" fmla="*/ 4158106 h 6858000"/>
              <a:gd name="connsiteX216" fmla="*/ 4684469 w 7467600"/>
              <a:gd name="connsiteY216" fmla="*/ 4364680 h 6858000"/>
              <a:gd name="connsiteX217" fmla="*/ 4690271 w 7467600"/>
              <a:gd name="connsiteY217" fmla="*/ 4370034 h 6858000"/>
              <a:gd name="connsiteX218" fmla="*/ 4136093 w 7467600"/>
              <a:gd name="connsiteY218" fmla="*/ 3858466 h 6858000"/>
              <a:gd name="connsiteX219" fmla="*/ 3670252 w 7467600"/>
              <a:gd name="connsiteY219" fmla="*/ 3622798 h 6858000"/>
              <a:gd name="connsiteX220" fmla="*/ 4440129 w 7467600"/>
              <a:gd name="connsiteY220" fmla="*/ 3448571 h 6858000"/>
              <a:gd name="connsiteX221" fmla="*/ 4856525 w 7467600"/>
              <a:gd name="connsiteY221" fmla="*/ 3915351 h 6858000"/>
              <a:gd name="connsiteX222" fmla="*/ 5059055 w 7467600"/>
              <a:gd name="connsiteY222" fmla="*/ 4108918 h 6858000"/>
              <a:gd name="connsiteX223" fmla="*/ 5290070 w 7467600"/>
              <a:gd name="connsiteY223" fmla="*/ 4263619 h 6858000"/>
              <a:gd name="connsiteX224" fmla="*/ 4834991 w 7467600"/>
              <a:gd name="connsiteY224" fmla="*/ 3830985 h 6858000"/>
              <a:gd name="connsiteX225" fmla="*/ 4440129 w 7467600"/>
              <a:gd name="connsiteY225" fmla="*/ 3448571 h 6858000"/>
              <a:gd name="connsiteX226" fmla="*/ 4441737 w 7467600"/>
              <a:gd name="connsiteY226" fmla="*/ 3399734 h 6858000"/>
              <a:gd name="connsiteX227" fmla="*/ 4431236 w 7467600"/>
              <a:gd name="connsiteY227" fmla="*/ 3400954 h 6858000"/>
              <a:gd name="connsiteX228" fmla="*/ 4557150 w 7467600"/>
              <a:gd name="connsiteY228" fmla="*/ 3510023 h 6858000"/>
              <a:gd name="connsiteX229" fmla="*/ 4856936 w 7467600"/>
              <a:gd name="connsiteY229" fmla="*/ 3809146 h 6858000"/>
              <a:gd name="connsiteX230" fmla="*/ 5111996 w 7467600"/>
              <a:gd name="connsiteY230" fmla="*/ 4065759 h 6858000"/>
              <a:gd name="connsiteX231" fmla="*/ 5388878 w 7467600"/>
              <a:gd name="connsiteY231" fmla="*/ 4300185 h 6858000"/>
              <a:gd name="connsiteX232" fmla="*/ 5425556 w 7467600"/>
              <a:gd name="connsiteY232" fmla="*/ 4308967 h 6858000"/>
              <a:gd name="connsiteX233" fmla="*/ 4943646 w 7467600"/>
              <a:gd name="connsiteY233" fmla="*/ 3822916 h 6858000"/>
              <a:gd name="connsiteX234" fmla="*/ 4594837 w 7467600"/>
              <a:gd name="connsiteY234" fmla="*/ 3532274 h 6858000"/>
              <a:gd name="connsiteX235" fmla="*/ 4441737 w 7467600"/>
              <a:gd name="connsiteY235" fmla="*/ 3399734 h 6858000"/>
              <a:gd name="connsiteX236" fmla="*/ 5425834 w 7467600"/>
              <a:gd name="connsiteY236" fmla="*/ 3162785 h 6858000"/>
              <a:gd name="connsiteX237" fmla="*/ 5401644 w 7467600"/>
              <a:gd name="connsiteY237" fmla="*/ 3617847 h 6858000"/>
              <a:gd name="connsiteX238" fmla="*/ 5467256 w 7467600"/>
              <a:gd name="connsiteY238" fmla="*/ 4175494 h 6858000"/>
              <a:gd name="connsiteX239" fmla="*/ 5448069 w 7467600"/>
              <a:gd name="connsiteY239" fmla="*/ 3567554 h 6858000"/>
              <a:gd name="connsiteX240" fmla="*/ 5425834 w 7467600"/>
              <a:gd name="connsiteY240" fmla="*/ 3162785 h 6858000"/>
              <a:gd name="connsiteX241" fmla="*/ 1318687 w 7467600"/>
              <a:gd name="connsiteY241" fmla="*/ 3113840 h 6858000"/>
              <a:gd name="connsiteX242" fmla="*/ 1066793 w 7467600"/>
              <a:gd name="connsiteY242" fmla="*/ 3212171 h 6858000"/>
              <a:gd name="connsiteX243" fmla="*/ 993319 w 7467600"/>
              <a:gd name="connsiteY243" fmla="*/ 3247648 h 6858000"/>
              <a:gd name="connsiteX244" fmla="*/ 853081 w 7467600"/>
              <a:gd name="connsiteY244" fmla="*/ 3312410 h 6858000"/>
              <a:gd name="connsiteX245" fmla="*/ 805957 w 7467600"/>
              <a:gd name="connsiteY245" fmla="*/ 3330443 h 6858000"/>
              <a:gd name="connsiteX246" fmla="*/ 1318687 w 7467600"/>
              <a:gd name="connsiteY246" fmla="*/ 3113840 h 6858000"/>
              <a:gd name="connsiteX247" fmla="*/ 5453702 w 7467600"/>
              <a:gd name="connsiteY247" fmla="*/ 3090882 h 6858000"/>
              <a:gd name="connsiteX248" fmla="*/ 5480135 w 7467600"/>
              <a:gd name="connsiteY248" fmla="*/ 3565802 h 6858000"/>
              <a:gd name="connsiteX249" fmla="*/ 5499023 w 7467600"/>
              <a:gd name="connsiteY249" fmla="*/ 4166310 h 6858000"/>
              <a:gd name="connsiteX250" fmla="*/ 5547022 w 7467600"/>
              <a:gd name="connsiteY250" fmla="*/ 3607838 h 6858000"/>
              <a:gd name="connsiteX251" fmla="*/ 5515964 w 7467600"/>
              <a:gd name="connsiteY251" fmla="*/ 3378541 h 6858000"/>
              <a:gd name="connsiteX252" fmla="*/ 5453702 w 7467600"/>
              <a:gd name="connsiteY252" fmla="*/ 3090882 h 6858000"/>
              <a:gd name="connsiteX253" fmla="*/ 1238695 w 7467600"/>
              <a:gd name="connsiteY253" fmla="*/ 3076820 h 6858000"/>
              <a:gd name="connsiteX254" fmla="*/ 716371 w 7467600"/>
              <a:gd name="connsiteY254" fmla="*/ 3293249 h 6858000"/>
              <a:gd name="connsiteX255" fmla="*/ 579522 w 7467600"/>
              <a:gd name="connsiteY255" fmla="*/ 3371759 h 6858000"/>
              <a:gd name="connsiteX256" fmla="*/ 600288 w 7467600"/>
              <a:gd name="connsiteY256" fmla="*/ 3365555 h 6858000"/>
              <a:gd name="connsiteX257" fmla="*/ 840692 w 7467600"/>
              <a:gd name="connsiteY257" fmla="*/ 3284921 h 6858000"/>
              <a:gd name="connsiteX258" fmla="*/ 979248 w 7467600"/>
              <a:gd name="connsiteY258" fmla="*/ 3221003 h 6858000"/>
              <a:gd name="connsiteX259" fmla="*/ 1053282 w 7467600"/>
              <a:gd name="connsiteY259" fmla="*/ 3185247 h 6858000"/>
              <a:gd name="connsiteX260" fmla="*/ 1320603 w 7467600"/>
              <a:gd name="connsiteY260" fmla="*/ 3081281 h 6858000"/>
              <a:gd name="connsiteX261" fmla="*/ 1238695 w 7467600"/>
              <a:gd name="connsiteY261" fmla="*/ 3076820 h 6858000"/>
              <a:gd name="connsiteX262" fmla="*/ 5425627 w 7467600"/>
              <a:gd name="connsiteY262" fmla="*/ 2954192 h 6858000"/>
              <a:gd name="connsiteX263" fmla="*/ 5470770 w 7467600"/>
              <a:gd name="connsiteY263" fmla="*/ 3005435 h 6858000"/>
              <a:gd name="connsiteX264" fmla="*/ 5519779 w 7467600"/>
              <a:gd name="connsiteY264" fmla="*/ 4359223 h 6858000"/>
              <a:gd name="connsiteX265" fmla="*/ 5520293 w 7467600"/>
              <a:gd name="connsiteY265" fmla="*/ 4360602 h 6858000"/>
              <a:gd name="connsiteX266" fmla="*/ 5767221 w 7467600"/>
              <a:gd name="connsiteY266" fmla="*/ 4665564 h 6858000"/>
              <a:gd name="connsiteX267" fmla="*/ 6937169 w 7467600"/>
              <a:gd name="connsiteY267" fmla="*/ 4815941 h 6858000"/>
              <a:gd name="connsiteX268" fmla="*/ 6953922 w 7467600"/>
              <a:gd name="connsiteY268" fmla="*/ 4890068 h 6858000"/>
              <a:gd name="connsiteX269" fmla="*/ 6071359 w 7467600"/>
              <a:gd name="connsiteY269" fmla="*/ 4770770 h 6858000"/>
              <a:gd name="connsiteX270" fmla="*/ 6038839 w 7467600"/>
              <a:gd name="connsiteY270" fmla="*/ 4764474 h 6858000"/>
              <a:gd name="connsiteX271" fmla="*/ 6038706 w 7467600"/>
              <a:gd name="connsiteY271" fmla="*/ 4763847 h 6858000"/>
              <a:gd name="connsiteX272" fmla="*/ 6037784 w 7467600"/>
              <a:gd name="connsiteY272" fmla="*/ 4764270 h 6858000"/>
              <a:gd name="connsiteX273" fmla="*/ 6038839 w 7467600"/>
              <a:gd name="connsiteY273" fmla="*/ 4764474 h 6858000"/>
              <a:gd name="connsiteX274" fmla="*/ 6040338 w 7467600"/>
              <a:gd name="connsiteY274" fmla="*/ 4771418 h 6858000"/>
              <a:gd name="connsiteX275" fmla="*/ 6024488 w 7467600"/>
              <a:gd name="connsiteY275" fmla="*/ 4809903 h 6858000"/>
              <a:gd name="connsiteX276" fmla="*/ 5599771 w 7467600"/>
              <a:gd name="connsiteY276" fmla="*/ 5509652 h 6858000"/>
              <a:gd name="connsiteX277" fmla="*/ 5548843 w 7467600"/>
              <a:gd name="connsiteY277" fmla="*/ 5563845 h 6858000"/>
              <a:gd name="connsiteX278" fmla="*/ 5940952 w 7467600"/>
              <a:gd name="connsiteY278" fmla="*/ 6250028 h 6858000"/>
              <a:gd name="connsiteX279" fmla="*/ 6043441 w 7467600"/>
              <a:gd name="connsiteY279" fmla="*/ 6665847 h 6858000"/>
              <a:gd name="connsiteX280" fmla="*/ 6093432 w 7467600"/>
              <a:gd name="connsiteY280" fmla="*/ 6858000 h 6858000"/>
              <a:gd name="connsiteX281" fmla="*/ 6034344 w 7467600"/>
              <a:gd name="connsiteY281" fmla="*/ 6858000 h 6858000"/>
              <a:gd name="connsiteX282" fmla="*/ 6026679 w 7467600"/>
              <a:gd name="connsiteY282" fmla="*/ 6836959 h 6858000"/>
              <a:gd name="connsiteX283" fmla="*/ 5800441 w 7467600"/>
              <a:gd name="connsiteY283" fmla="*/ 6335286 h 6858000"/>
              <a:gd name="connsiteX284" fmla="*/ 5526562 w 7467600"/>
              <a:gd name="connsiteY284" fmla="*/ 5705388 h 6858000"/>
              <a:gd name="connsiteX285" fmla="*/ 5519640 w 7467600"/>
              <a:gd name="connsiteY285" fmla="*/ 5683774 h 6858000"/>
              <a:gd name="connsiteX286" fmla="*/ 5844559 w 7467600"/>
              <a:gd name="connsiteY286" fmla="*/ 6553349 h 6858000"/>
              <a:gd name="connsiteX287" fmla="*/ 5975994 w 7467600"/>
              <a:gd name="connsiteY287" fmla="*/ 6858000 h 6858000"/>
              <a:gd name="connsiteX288" fmla="*/ 5898547 w 7467600"/>
              <a:gd name="connsiteY288" fmla="*/ 6858000 h 6858000"/>
              <a:gd name="connsiteX289" fmla="*/ 5682041 w 7467600"/>
              <a:gd name="connsiteY289" fmla="*/ 6355860 h 6858000"/>
              <a:gd name="connsiteX290" fmla="*/ 5461758 w 7467600"/>
              <a:gd name="connsiteY290" fmla="*/ 5820220 h 6858000"/>
              <a:gd name="connsiteX291" fmla="*/ 5237282 w 7467600"/>
              <a:gd name="connsiteY291" fmla="*/ 6579086 h 6858000"/>
              <a:gd name="connsiteX292" fmla="*/ 5115009 w 7467600"/>
              <a:gd name="connsiteY292" fmla="*/ 6858000 h 6858000"/>
              <a:gd name="connsiteX293" fmla="*/ 5028074 w 7467600"/>
              <a:gd name="connsiteY293" fmla="*/ 6858000 h 6858000"/>
              <a:gd name="connsiteX294" fmla="*/ 5079508 w 7467600"/>
              <a:gd name="connsiteY294" fmla="*/ 6749074 h 6858000"/>
              <a:gd name="connsiteX295" fmla="*/ 5371846 w 7467600"/>
              <a:gd name="connsiteY295" fmla="*/ 5924413 h 6858000"/>
              <a:gd name="connsiteX296" fmla="*/ 5270512 w 7467600"/>
              <a:gd name="connsiteY296" fmla="*/ 6138975 h 6858000"/>
              <a:gd name="connsiteX297" fmla="*/ 5062409 w 7467600"/>
              <a:gd name="connsiteY297" fmla="*/ 6653544 h 6858000"/>
              <a:gd name="connsiteX298" fmla="*/ 5036628 w 7467600"/>
              <a:gd name="connsiteY298" fmla="*/ 6754247 h 6858000"/>
              <a:gd name="connsiteX299" fmla="*/ 5009112 w 7467600"/>
              <a:gd name="connsiteY299" fmla="*/ 6858000 h 6858000"/>
              <a:gd name="connsiteX300" fmla="*/ 4976679 w 7467600"/>
              <a:gd name="connsiteY300" fmla="*/ 6858000 h 6858000"/>
              <a:gd name="connsiteX301" fmla="*/ 5006537 w 7467600"/>
              <a:gd name="connsiteY301" fmla="*/ 6747068 h 6858000"/>
              <a:gd name="connsiteX302" fmla="*/ 5032723 w 7467600"/>
              <a:gd name="connsiteY302" fmla="*/ 6644957 h 6858000"/>
              <a:gd name="connsiteX303" fmla="*/ 5242949 w 7467600"/>
              <a:gd name="connsiteY303" fmla="*/ 6125175 h 6858000"/>
              <a:gd name="connsiteX304" fmla="*/ 5286321 w 7467600"/>
              <a:gd name="connsiteY304" fmla="*/ 6033555 h 6858000"/>
              <a:gd name="connsiteX305" fmla="*/ 5008210 w 7467600"/>
              <a:gd name="connsiteY305" fmla="*/ 6649194 h 6858000"/>
              <a:gd name="connsiteX306" fmla="*/ 4986321 w 7467600"/>
              <a:gd name="connsiteY306" fmla="*/ 6765687 h 6858000"/>
              <a:gd name="connsiteX307" fmla="*/ 4973474 w 7467600"/>
              <a:gd name="connsiteY307" fmla="*/ 6858000 h 6858000"/>
              <a:gd name="connsiteX308" fmla="*/ 4907178 w 7467600"/>
              <a:gd name="connsiteY308" fmla="*/ 6858000 h 6858000"/>
              <a:gd name="connsiteX309" fmla="*/ 4910810 w 7467600"/>
              <a:gd name="connsiteY309" fmla="*/ 6829660 h 6858000"/>
              <a:gd name="connsiteX310" fmla="*/ 4987461 w 7467600"/>
              <a:gd name="connsiteY310" fmla="*/ 6432994 h 6858000"/>
              <a:gd name="connsiteX311" fmla="*/ 5179262 w 7467600"/>
              <a:gd name="connsiteY311" fmla="*/ 6035044 h 6858000"/>
              <a:gd name="connsiteX312" fmla="*/ 4689678 w 7467600"/>
              <a:gd name="connsiteY312" fmla="*/ 6440241 h 6858000"/>
              <a:gd name="connsiteX313" fmla="*/ 4477543 w 7467600"/>
              <a:gd name="connsiteY313" fmla="*/ 6674836 h 6858000"/>
              <a:gd name="connsiteX314" fmla="*/ 4329957 w 7467600"/>
              <a:gd name="connsiteY314" fmla="*/ 6858000 h 6858000"/>
              <a:gd name="connsiteX315" fmla="*/ 4218595 w 7467600"/>
              <a:gd name="connsiteY315" fmla="*/ 6858000 h 6858000"/>
              <a:gd name="connsiteX316" fmla="*/ 4368888 w 7467600"/>
              <a:gd name="connsiteY316" fmla="*/ 6668412 h 6858000"/>
              <a:gd name="connsiteX317" fmla="*/ 4563091 w 7467600"/>
              <a:gd name="connsiteY317" fmla="*/ 6442508 h 6858000"/>
              <a:gd name="connsiteX318" fmla="*/ 5387324 w 7467600"/>
              <a:gd name="connsiteY318" fmla="*/ 5705830 h 6858000"/>
              <a:gd name="connsiteX319" fmla="*/ 5073620 w 7467600"/>
              <a:gd name="connsiteY319" fmla="*/ 5955437 h 6858000"/>
              <a:gd name="connsiteX320" fmla="*/ 4689789 w 7467600"/>
              <a:gd name="connsiteY320" fmla="*/ 6268382 h 6858000"/>
              <a:gd name="connsiteX321" fmla="*/ 4418722 w 7467600"/>
              <a:gd name="connsiteY321" fmla="*/ 6570886 h 6858000"/>
              <a:gd name="connsiteX322" fmla="*/ 4214944 w 7467600"/>
              <a:gd name="connsiteY322" fmla="*/ 6858000 h 6858000"/>
              <a:gd name="connsiteX323" fmla="*/ 4177898 w 7467600"/>
              <a:gd name="connsiteY323" fmla="*/ 6858000 h 6858000"/>
              <a:gd name="connsiteX324" fmla="*/ 4391597 w 7467600"/>
              <a:gd name="connsiteY324" fmla="*/ 6556370 h 6858000"/>
              <a:gd name="connsiteX325" fmla="*/ 4668889 w 7467600"/>
              <a:gd name="connsiteY325" fmla="*/ 6246399 h 6858000"/>
              <a:gd name="connsiteX326" fmla="*/ 5055427 w 7467600"/>
              <a:gd name="connsiteY326" fmla="*/ 5931476 h 6858000"/>
              <a:gd name="connsiteX327" fmla="*/ 5371814 w 7467600"/>
              <a:gd name="connsiteY327" fmla="*/ 5678975 h 6858000"/>
              <a:gd name="connsiteX328" fmla="*/ 4987918 w 7467600"/>
              <a:gd name="connsiteY328" fmla="*/ 5838701 h 6858000"/>
              <a:gd name="connsiteX329" fmla="*/ 4317146 w 7467600"/>
              <a:gd name="connsiteY329" fmla="*/ 6587716 h 6858000"/>
              <a:gd name="connsiteX330" fmla="*/ 4171627 w 7467600"/>
              <a:gd name="connsiteY330" fmla="*/ 6858000 h 6858000"/>
              <a:gd name="connsiteX331" fmla="*/ 4081585 w 7467600"/>
              <a:gd name="connsiteY331" fmla="*/ 6858000 h 6858000"/>
              <a:gd name="connsiteX332" fmla="*/ 4238603 w 7467600"/>
              <a:gd name="connsiteY332" fmla="*/ 6559341 h 6858000"/>
              <a:gd name="connsiteX333" fmla="*/ 4778333 w 7467600"/>
              <a:gd name="connsiteY333" fmla="*/ 5873626 h 6858000"/>
              <a:gd name="connsiteX334" fmla="*/ 5414185 w 7467600"/>
              <a:gd name="connsiteY334" fmla="*/ 5573882 h 6858000"/>
              <a:gd name="connsiteX335" fmla="*/ 5959648 w 7467600"/>
              <a:gd name="connsiteY335" fmla="*/ 4760797 h 6858000"/>
              <a:gd name="connsiteX336" fmla="*/ 5355019 w 7467600"/>
              <a:gd name="connsiteY336" fmla="*/ 4734672 h 6858000"/>
              <a:gd name="connsiteX337" fmla="*/ 5083565 w 7467600"/>
              <a:gd name="connsiteY337" fmla="*/ 5179121 h 6858000"/>
              <a:gd name="connsiteX338" fmla="*/ 4713577 w 7467600"/>
              <a:gd name="connsiteY338" fmla="*/ 5616803 h 6858000"/>
              <a:gd name="connsiteX339" fmla="*/ 3989559 w 7467600"/>
              <a:gd name="connsiteY339" fmla="*/ 6145945 h 6858000"/>
              <a:gd name="connsiteX340" fmla="*/ 3939824 w 7467600"/>
              <a:gd name="connsiteY340" fmla="*/ 6066900 h 6858000"/>
              <a:gd name="connsiteX341" fmla="*/ 4584537 w 7467600"/>
              <a:gd name="connsiteY341" fmla="*/ 5324826 h 6858000"/>
              <a:gd name="connsiteX342" fmla="*/ 5037105 w 7467600"/>
              <a:gd name="connsiteY342" fmla="*/ 5088765 h 6858000"/>
              <a:gd name="connsiteX343" fmla="*/ 5039930 w 7467600"/>
              <a:gd name="connsiteY343" fmla="*/ 5089585 h 6858000"/>
              <a:gd name="connsiteX344" fmla="*/ 5263764 w 7467600"/>
              <a:gd name="connsiteY344" fmla="*/ 4735525 h 6858000"/>
              <a:gd name="connsiteX345" fmla="*/ 4086300 w 7467600"/>
              <a:gd name="connsiteY345" fmla="*/ 4884599 h 6858000"/>
              <a:gd name="connsiteX346" fmla="*/ 4085485 w 7467600"/>
              <a:gd name="connsiteY346" fmla="*/ 4899070 h 6858000"/>
              <a:gd name="connsiteX347" fmla="*/ 3871915 w 7467600"/>
              <a:gd name="connsiteY347" fmla="*/ 5253645 h 6858000"/>
              <a:gd name="connsiteX348" fmla="*/ 3799374 w 7467600"/>
              <a:gd name="connsiteY348" fmla="*/ 5466127 h 6858000"/>
              <a:gd name="connsiteX349" fmla="*/ 3498850 w 7467600"/>
              <a:gd name="connsiteY349" fmla="*/ 6661888 h 6858000"/>
              <a:gd name="connsiteX350" fmla="*/ 3399216 w 7467600"/>
              <a:gd name="connsiteY350" fmla="*/ 6858000 h 6858000"/>
              <a:gd name="connsiteX351" fmla="*/ 3303688 w 7467600"/>
              <a:gd name="connsiteY351" fmla="*/ 6858000 h 6858000"/>
              <a:gd name="connsiteX352" fmla="*/ 3391774 w 7467600"/>
              <a:gd name="connsiteY352" fmla="*/ 6697181 h 6858000"/>
              <a:gd name="connsiteX353" fmla="*/ 3735540 w 7467600"/>
              <a:gd name="connsiteY353" fmla="*/ 5546923 h 6858000"/>
              <a:gd name="connsiteX354" fmla="*/ 3729438 w 7467600"/>
              <a:gd name="connsiteY354" fmla="*/ 5569058 h 6858000"/>
              <a:gd name="connsiteX355" fmla="*/ 3707782 w 7467600"/>
              <a:gd name="connsiteY355" fmla="*/ 5644908 h 6858000"/>
              <a:gd name="connsiteX356" fmla="*/ 3583827 w 7467600"/>
              <a:gd name="connsiteY356" fmla="*/ 6039215 h 6858000"/>
              <a:gd name="connsiteX357" fmla="*/ 3547861 w 7467600"/>
              <a:gd name="connsiteY357" fmla="*/ 6129609 h 6858000"/>
              <a:gd name="connsiteX358" fmla="*/ 3490905 w 7467600"/>
              <a:gd name="connsiteY358" fmla="*/ 6277660 h 6858000"/>
              <a:gd name="connsiteX359" fmla="*/ 3455859 w 7467600"/>
              <a:gd name="connsiteY359" fmla="*/ 6391301 h 6858000"/>
              <a:gd name="connsiteX360" fmla="*/ 3429112 w 7467600"/>
              <a:gd name="connsiteY360" fmla="*/ 6479469 h 6858000"/>
              <a:gd name="connsiteX361" fmla="*/ 3304862 w 7467600"/>
              <a:gd name="connsiteY361" fmla="*/ 6796476 h 6858000"/>
              <a:gd name="connsiteX362" fmla="*/ 3276071 w 7467600"/>
              <a:gd name="connsiteY362" fmla="*/ 6858000 h 6858000"/>
              <a:gd name="connsiteX363" fmla="*/ 3240805 w 7467600"/>
              <a:gd name="connsiteY363" fmla="*/ 6858000 h 6858000"/>
              <a:gd name="connsiteX364" fmla="*/ 3275917 w 7467600"/>
              <a:gd name="connsiteY364" fmla="*/ 6783192 h 6858000"/>
              <a:gd name="connsiteX365" fmla="*/ 3399358 w 7467600"/>
              <a:gd name="connsiteY365" fmla="*/ 6469011 h 6858000"/>
              <a:gd name="connsiteX366" fmla="*/ 3425650 w 7467600"/>
              <a:gd name="connsiteY366" fmla="*/ 6381333 h 6858000"/>
              <a:gd name="connsiteX367" fmla="*/ 3460661 w 7467600"/>
              <a:gd name="connsiteY367" fmla="*/ 6266763 h 6858000"/>
              <a:gd name="connsiteX368" fmla="*/ 3518021 w 7467600"/>
              <a:gd name="connsiteY368" fmla="*/ 6117298 h 6858000"/>
              <a:gd name="connsiteX369" fmla="*/ 3554035 w 7467600"/>
              <a:gd name="connsiteY369" fmla="*/ 6027832 h 6858000"/>
              <a:gd name="connsiteX370" fmla="*/ 3677174 w 7467600"/>
              <a:gd name="connsiteY370" fmla="*/ 5636351 h 6858000"/>
              <a:gd name="connsiteX371" fmla="*/ 3698819 w 7467600"/>
              <a:gd name="connsiteY371" fmla="*/ 5560503 h 6858000"/>
              <a:gd name="connsiteX372" fmla="*/ 3702094 w 7467600"/>
              <a:gd name="connsiteY372" fmla="*/ 5549194 h 6858000"/>
              <a:gd name="connsiteX373" fmla="*/ 3398355 w 7467600"/>
              <a:gd name="connsiteY373" fmla="*/ 6094603 h 6858000"/>
              <a:gd name="connsiteX374" fmla="*/ 3193941 w 7467600"/>
              <a:gd name="connsiteY374" fmla="*/ 6798775 h 6858000"/>
              <a:gd name="connsiteX375" fmla="*/ 3184140 w 7467600"/>
              <a:gd name="connsiteY375" fmla="*/ 6858000 h 6858000"/>
              <a:gd name="connsiteX376" fmla="*/ 3099978 w 7467600"/>
              <a:gd name="connsiteY376" fmla="*/ 6858000 h 6858000"/>
              <a:gd name="connsiteX377" fmla="*/ 3101556 w 7467600"/>
              <a:gd name="connsiteY377" fmla="*/ 6843337 h 6858000"/>
              <a:gd name="connsiteX378" fmla="*/ 3370162 w 7467600"/>
              <a:gd name="connsiteY378" fmla="*/ 5785550 h 6858000"/>
              <a:gd name="connsiteX379" fmla="*/ 3746477 w 7467600"/>
              <a:gd name="connsiteY379" fmla="*/ 5377889 h 6858000"/>
              <a:gd name="connsiteX380" fmla="*/ 3863399 w 7467600"/>
              <a:gd name="connsiteY380" fmla="*/ 5087257 h 6858000"/>
              <a:gd name="connsiteX381" fmla="*/ 3968712 w 7467600"/>
              <a:gd name="connsiteY381" fmla="*/ 4913989 h 6858000"/>
              <a:gd name="connsiteX382" fmla="*/ 2792390 w 7467600"/>
              <a:gd name="connsiteY382" fmla="*/ 5382974 h 6858000"/>
              <a:gd name="connsiteX383" fmla="*/ 2714982 w 7467600"/>
              <a:gd name="connsiteY383" fmla="*/ 5427051 h 6858000"/>
              <a:gd name="connsiteX384" fmla="*/ 2813361 w 7467600"/>
              <a:gd name="connsiteY384" fmla="*/ 6023912 h 6858000"/>
              <a:gd name="connsiteX385" fmla="*/ 2688430 w 7467600"/>
              <a:gd name="connsiteY385" fmla="*/ 6801564 h 6858000"/>
              <a:gd name="connsiteX386" fmla="*/ 2629626 w 7467600"/>
              <a:gd name="connsiteY386" fmla="*/ 6763394 h 6858000"/>
              <a:gd name="connsiteX387" fmla="*/ 2565328 w 7467600"/>
              <a:gd name="connsiteY387" fmla="*/ 5516399 h 6858000"/>
              <a:gd name="connsiteX388" fmla="*/ 1922999 w 7467600"/>
              <a:gd name="connsiteY388" fmla="*/ 5980343 h 6858000"/>
              <a:gd name="connsiteX389" fmla="*/ 1950261 w 7467600"/>
              <a:gd name="connsiteY389" fmla="*/ 6405858 h 6858000"/>
              <a:gd name="connsiteX390" fmla="*/ 2365554 w 7467600"/>
              <a:gd name="connsiteY390" fmla="*/ 6759107 h 6858000"/>
              <a:gd name="connsiteX391" fmla="*/ 2424142 w 7467600"/>
              <a:gd name="connsiteY391" fmla="*/ 6858000 h 6858000"/>
              <a:gd name="connsiteX392" fmla="*/ 2395994 w 7467600"/>
              <a:gd name="connsiteY392" fmla="*/ 6858000 h 6858000"/>
              <a:gd name="connsiteX393" fmla="*/ 2392863 w 7467600"/>
              <a:gd name="connsiteY393" fmla="*/ 6852964 h 6858000"/>
              <a:gd name="connsiteX394" fmla="*/ 2017589 w 7467600"/>
              <a:gd name="connsiteY394" fmla="*/ 6493982 h 6858000"/>
              <a:gd name="connsiteX395" fmla="*/ 2147336 w 7467600"/>
              <a:gd name="connsiteY395" fmla="*/ 6594052 h 6858000"/>
              <a:gd name="connsiteX396" fmla="*/ 2207047 w 7467600"/>
              <a:gd name="connsiteY396" fmla="*/ 6654540 h 6858000"/>
              <a:gd name="connsiteX397" fmla="*/ 2299106 w 7467600"/>
              <a:gd name="connsiteY397" fmla="*/ 6778931 h 6858000"/>
              <a:gd name="connsiteX398" fmla="*/ 2314430 w 7467600"/>
              <a:gd name="connsiteY398" fmla="*/ 6801144 h 6858000"/>
              <a:gd name="connsiteX399" fmla="*/ 2352406 w 7467600"/>
              <a:gd name="connsiteY399" fmla="*/ 6858000 h 6858000"/>
              <a:gd name="connsiteX400" fmla="*/ 2314492 w 7467600"/>
              <a:gd name="connsiteY400" fmla="*/ 6858000 h 6858000"/>
              <a:gd name="connsiteX401" fmla="*/ 2288095 w 7467600"/>
              <a:gd name="connsiteY401" fmla="*/ 6818030 h 6858000"/>
              <a:gd name="connsiteX402" fmla="*/ 2272768 w 7467600"/>
              <a:gd name="connsiteY402" fmla="*/ 6795822 h 6858000"/>
              <a:gd name="connsiteX403" fmla="*/ 2182715 w 7467600"/>
              <a:gd name="connsiteY403" fmla="*/ 6675071 h 6858000"/>
              <a:gd name="connsiteX404" fmla="*/ 2032061 w 7467600"/>
              <a:gd name="connsiteY404" fmla="*/ 6541380 h 6858000"/>
              <a:gd name="connsiteX405" fmla="*/ 2257220 w 7467600"/>
              <a:gd name="connsiteY405" fmla="*/ 6826257 h 6858000"/>
              <a:gd name="connsiteX406" fmla="*/ 2281324 w 7467600"/>
              <a:gd name="connsiteY406" fmla="*/ 6858000 h 6858000"/>
              <a:gd name="connsiteX407" fmla="*/ 2242860 w 7467600"/>
              <a:gd name="connsiteY407" fmla="*/ 6858000 h 6858000"/>
              <a:gd name="connsiteX408" fmla="*/ 2232818 w 7467600"/>
              <a:gd name="connsiteY408" fmla="*/ 6844926 h 6858000"/>
              <a:gd name="connsiteX409" fmla="*/ 1990172 w 7467600"/>
              <a:gd name="connsiteY409" fmla="*/ 6542121 h 6858000"/>
              <a:gd name="connsiteX410" fmla="*/ 2124090 w 7467600"/>
              <a:gd name="connsiteY410" fmla="*/ 6761017 h 6858000"/>
              <a:gd name="connsiteX411" fmla="*/ 2200380 w 7467600"/>
              <a:gd name="connsiteY411" fmla="*/ 6858000 h 6858000"/>
              <a:gd name="connsiteX412" fmla="*/ 2147507 w 7467600"/>
              <a:gd name="connsiteY412" fmla="*/ 6858000 h 6858000"/>
              <a:gd name="connsiteX413" fmla="*/ 2070668 w 7467600"/>
              <a:gd name="connsiteY413" fmla="*/ 6761520 h 6858000"/>
              <a:gd name="connsiteX414" fmla="*/ 1975142 w 7467600"/>
              <a:gd name="connsiteY414" fmla="*/ 6585570 h 6858000"/>
              <a:gd name="connsiteX415" fmla="*/ 2050035 w 7467600"/>
              <a:gd name="connsiteY415" fmla="*/ 6813345 h 6858000"/>
              <a:gd name="connsiteX416" fmla="*/ 2063025 w 7467600"/>
              <a:gd name="connsiteY416" fmla="*/ 6858000 h 6858000"/>
              <a:gd name="connsiteX417" fmla="*/ 2021675 w 7467600"/>
              <a:gd name="connsiteY417" fmla="*/ 6858000 h 6858000"/>
              <a:gd name="connsiteX418" fmla="*/ 2019308 w 7467600"/>
              <a:gd name="connsiteY418" fmla="*/ 6847118 h 6858000"/>
              <a:gd name="connsiteX419" fmla="*/ 1938835 w 7467600"/>
              <a:gd name="connsiteY419" fmla="*/ 6551160 h 6858000"/>
              <a:gd name="connsiteX420" fmla="*/ 1953230 w 7467600"/>
              <a:gd name="connsiteY420" fmla="*/ 6759699 h 6858000"/>
              <a:gd name="connsiteX421" fmla="*/ 1956763 w 7467600"/>
              <a:gd name="connsiteY421" fmla="*/ 6778191 h 6858000"/>
              <a:gd name="connsiteX422" fmla="*/ 1967925 w 7467600"/>
              <a:gd name="connsiteY422" fmla="*/ 6858000 h 6858000"/>
              <a:gd name="connsiteX423" fmla="*/ 1936622 w 7467600"/>
              <a:gd name="connsiteY423" fmla="*/ 6858000 h 6858000"/>
              <a:gd name="connsiteX424" fmla="*/ 1926261 w 7467600"/>
              <a:gd name="connsiteY424" fmla="*/ 6784064 h 6858000"/>
              <a:gd name="connsiteX425" fmla="*/ 1922724 w 7467600"/>
              <a:gd name="connsiteY425" fmla="*/ 6765577 h 6858000"/>
              <a:gd name="connsiteX426" fmla="*/ 1904650 w 7467600"/>
              <a:gd name="connsiteY426" fmla="*/ 6639616 h 6858000"/>
              <a:gd name="connsiteX427" fmla="*/ 1885273 w 7467600"/>
              <a:gd name="connsiteY427" fmla="*/ 6858000 h 6858000"/>
              <a:gd name="connsiteX428" fmla="*/ 1854363 w 7467600"/>
              <a:gd name="connsiteY428" fmla="*/ 6858000 h 6858000"/>
              <a:gd name="connsiteX429" fmla="*/ 1880391 w 7467600"/>
              <a:gd name="connsiteY429" fmla="*/ 6603796 h 6858000"/>
              <a:gd name="connsiteX430" fmla="*/ 1818273 w 7467600"/>
              <a:gd name="connsiteY430" fmla="*/ 6715729 h 6858000"/>
              <a:gd name="connsiteX431" fmla="*/ 1794691 w 7467600"/>
              <a:gd name="connsiteY431" fmla="*/ 6843239 h 6858000"/>
              <a:gd name="connsiteX432" fmla="*/ 1794914 w 7467600"/>
              <a:gd name="connsiteY432" fmla="*/ 6858000 h 6858000"/>
              <a:gd name="connsiteX433" fmla="*/ 1746128 w 7467600"/>
              <a:gd name="connsiteY433" fmla="*/ 6858000 h 6858000"/>
              <a:gd name="connsiteX434" fmla="*/ 1753934 w 7467600"/>
              <a:gd name="connsiteY434" fmla="*/ 6724796 h 6858000"/>
              <a:gd name="connsiteX435" fmla="*/ 1792053 w 7467600"/>
              <a:gd name="connsiteY435" fmla="*/ 6572396 h 6858000"/>
              <a:gd name="connsiteX436" fmla="*/ 1862248 w 7467600"/>
              <a:gd name="connsiteY436" fmla="*/ 6266397 h 6858000"/>
              <a:gd name="connsiteX437" fmla="*/ 1862250 w 7467600"/>
              <a:gd name="connsiteY437" fmla="*/ 6033531 h 6858000"/>
              <a:gd name="connsiteX438" fmla="*/ 1211999 w 7467600"/>
              <a:gd name="connsiteY438" fmla="*/ 6683610 h 6858000"/>
              <a:gd name="connsiteX439" fmla="*/ 1213266 w 7467600"/>
              <a:gd name="connsiteY439" fmla="*/ 6691947 h 6858000"/>
              <a:gd name="connsiteX440" fmla="*/ 1203370 w 7467600"/>
              <a:gd name="connsiteY440" fmla="*/ 6850676 h 6858000"/>
              <a:gd name="connsiteX441" fmla="*/ 1203671 w 7467600"/>
              <a:gd name="connsiteY441" fmla="*/ 6858000 h 6858000"/>
              <a:gd name="connsiteX442" fmla="*/ 1143180 w 7467600"/>
              <a:gd name="connsiteY442" fmla="*/ 6858000 h 6858000"/>
              <a:gd name="connsiteX443" fmla="*/ 1142176 w 7467600"/>
              <a:gd name="connsiteY443" fmla="*/ 6766045 h 6858000"/>
              <a:gd name="connsiteX444" fmla="*/ 1067484 w 7467600"/>
              <a:gd name="connsiteY444" fmla="*/ 6858000 h 6858000"/>
              <a:gd name="connsiteX445" fmla="*/ 953928 w 7467600"/>
              <a:gd name="connsiteY445" fmla="*/ 6858000 h 6858000"/>
              <a:gd name="connsiteX446" fmla="*/ 959715 w 7467600"/>
              <a:gd name="connsiteY446" fmla="*/ 6850185 h 6858000"/>
              <a:gd name="connsiteX447" fmla="*/ 1483788 w 7467600"/>
              <a:gd name="connsiteY447" fmla="*/ 6259174 h 6858000"/>
              <a:gd name="connsiteX448" fmla="*/ 1100671 w 7467600"/>
              <a:gd name="connsiteY448" fmla="*/ 6252137 h 6858000"/>
              <a:gd name="connsiteX449" fmla="*/ 1090144 w 7467600"/>
              <a:gd name="connsiteY449" fmla="*/ 6256748 h 6858000"/>
              <a:gd name="connsiteX450" fmla="*/ 1095872 w 7467600"/>
              <a:gd name="connsiteY450" fmla="*/ 6271892 h 6858000"/>
              <a:gd name="connsiteX451" fmla="*/ 262785 w 7467600"/>
              <a:gd name="connsiteY451" fmla="*/ 6845450 h 6858000"/>
              <a:gd name="connsiteX452" fmla="*/ 209968 w 7467600"/>
              <a:gd name="connsiteY452" fmla="*/ 6770713 h 6858000"/>
              <a:gd name="connsiteX453" fmla="*/ 873460 w 7467600"/>
              <a:gd name="connsiteY453" fmla="*/ 6253768 h 6858000"/>
              <a:gd name="connsiteX454" fmla="*/ 192686 w 7467600"/>
              <a:gd name="connsiteY454" fmla="*/ 5849257 h 6858000"/>
              <a:gd name="connsiteX455" fmla="*/ 4696 w 7467600"/>
              <a:gd name="connsiteY455" fmla="*/ 5697668 h 6858000"/>
              <a:gd name="connsiteX456" fmla="*/ 0 w 7467600"/>
              <a:gd name="connsiteY456" fmla="*/ 5689984 h 6858000"/>
              <a:gd name="connsiteX457" fmla="*/ 0 w 7467600"/>
              <a:gd name="connsiteY457" fmla="*/ 5513472 h 6858000"/>
              <a:gd name="connsiteX458" fmla="*/ 174101 w 7467600"/>
              <a:gd name="connsiteY458" fmla="*/ 5620277 h 6858000"/>
              <a:gd name="connsiteX459" fmla="*/ 891800 w 7467600"/>
              <a:gd name="connsiteY459" fmla="*/ 6036935 h 6858000"/>
              <a:gd name="connsiteX460" fmla="*/ 1072219 w 7467600"/>
              <a:gd name="connsiteY460" fmla="*/ 6169443 h 6858000"/>
              <a:gd name="connsiteX461" fmla="*/ 1074117 w 7467600"/>
              <a:gd name="connsiteY461" fmla="*/ 6170301 h 6858000"/>
              <a:gd name="connsiteX462" fmla="*/ 1083114 w 7467600"/>
              <a:gd name="connsiteY462" fmla="*/ 6174131 h 6858000"/>
              <a:gd name="connsiteX463" fmla="*/ 1543010 w 7467600"/>
              <a:gd name="connsiteY463" fmla="*/ 6191140 h 6858000"/>
              <a:gd name="connsiteX464" fmla="*/ 1551080 w 7467600"/>
              <a:gd name="connsiteY464" fmla="*/ 6195006 h 6858000"/>
              <a:gd name="connsiteX465" fmla="*/ 2345443 w 7467600"/>
              <a:gd name="connsiteY465" fmla="*/ 5549882 h 6858000"/>
              <a:gd name="connsiteX466" fmla="*/ 1721499 w 7467600"/>
              <a:gd name="connsiteY466" fmla="*/ 5599969 h 6858000"/>
              <a:gd name="connsiteX467" fmla="*/ 767716 w 7467600"/>
              <a:gd name="connsiteY467" fmla="*/ 5472768 h 6858000"/>
              <a:gd name="connsiteX468" fmla="*/ 722147 w 7467600"/>
              <a:gd name="connsiteY468" fmla="*/ 5393091 h 6858000"/>
              <a:gd name="connsiteX469" fmla="*/ 1485552 w 7467600"/>
              <a:gd name="connsiteY469" fmla="*/ 5313202 h 6858000"/>
              <a:gd name="connsiteX470" fmla="*/ 2143004 w 7467600"/>
              <a:gd name="connsiteY470" fmla="*/ 5402420 h 6858000"/>
              <a:gd name="connsiteX471" fmla="*/ 1933391 w 7467600"/>
              <a:gd name="connsiteY471" fmla="*/ 5156971 h 6858000"/>
              <a:gd name="connsiteX472" fmla="*/ 1827118 w 7467600"/>
              <a:gd name="connsiteY472" fmla="*/ 4968410 h 6858000"/>
              <a:gd name="connsiteX473" fmla="*/ 1837349 w 7467600"/>
              <a:gd name="connsiteY473" fmla="*/ 4956357 h 6858000"/>
              <a:gd name="connsiteX474" fmla="*/ 2162835 w 7467600"/>
              <a:gd name="connsiteY474" fmla="*/ 5187853 h 6858000"/>
              <a:gd name="connsiteX475" fmla="*/ 2257167 w 7467600"/>
              <a:gd name="connsiteY475" fmla="*/ 5462123 h 6858000"/>
              <a:gd name="connsiteX476" fmla="*/ 2261598 w 7467600"/>
              <a:gd name="connsiteY476" fmla="*/ 5467998 h 6858000"/>
              <a:gd name="connsiteX477" fmla="*/ 2437177 w 7467600"/>
              <a:gd name="connsiteY477" fmla="*/ 5479608 h 6858000"/>
              <a:gd name="connsiteX478" fmla="*/ 2445247 w 7467600"/>
              <a:gd name="connsiteY478" fmla="*/ 5483476 h 6858000"/>
              <a:gd name="connsiteX479" fmla="*/ 2743626 w 7467600"/>
              <a:gd name="connsiteY479" fmla="*/ 5304819 h 6858000"/>
              <a:gd name="connsiteX480" fmla="*/ 3048102 w 7467600"/>
              <a:gd name="connsiteY480" fmla="*/ 5150595 h 6858000"/>
              <a:gd name="connsiteX481" fmla="*/ 1799414 w 7467600"/>
              <a:gd name="connsiteY481" fmla="*/ 4694732 h 6858000"/>
              <a:gd name="connsiteX482" fmla="*/ 1771735 w 7467600"/>
              <a:gd name="connsiteY482" fmla="*/ 4619929 h 6858000"/>
              <a:gd name="connsiteX483" fmla="*/ 3104273 w 7467600"/>
              <a:gd name="connsiteY483" fmla="*/ 5076159 h 6858000"/>
              <a:gd name="connsiteX484" fmla="*/ 3113245 w 7467600"/>
              <a:gd name="connsiteY484" fmla="*/ 5090705 h 6858000"/>
              <a:gd name="connsiteX485" fmla="*/ 3126294 w 7467600"/>
              <a:gd name="connsiteY485" fmla="*/ 5114400 h 6858000"/>
              <a:gd name="connsiteX486" fmla="*/ 3937433 w 7467600"/>
              <a:gd name="connsiteY486" fmla="*/ 4830473 h 6858000"/>
              <a:gd name="connsiteX487" fmla="*/ 3590475 w 7467600"/>
              <a:gd name="connsiteY487" fmla="*/ 4597974 h 6858000"/>
              <a:gd name="connsiteX488" fmla="*/ 3100264 w 7467600"/>
              <a:gd name="connsiteY488" fmla="*/ 4579845 h 6858000"/>
              <a:gd name="connsiteX489" fmla="*/ 2183576 w 7467600"/>
              <a:gd name="connsiteY489" fmla="*/ 4227150 h 6858000"/>
              <a:gd name="connsiteX490" fmla="*/ 2151029 w 7467600"/>
              <a:gd name="connsiteY490" fmla="*/ 4146947 h 6858000"/>
              <a:gd name="connsiteX491" fmla="*/ 3563434 w 7467600"/>
              <a:gd name="connsiteY491" fmla="*/ 4469115 h 6858000"/>
              <a:gd name="connsiteX492" fmla="*/ 3177952 w 7467600"/>
              <a:gd name="connsiteY492" fmla="*/ 3657386 h 6858000"/>
              <a:gd name="connsiteX493" fmla="*/ 3189263 w 7467600"/>
              <a:gd name="connsiteY493" fmla="*/ 3625726 h 6858000"/>
              <a:gd name="connsiteX494" fmla="*/ 3560912 w 7467600"/>
              <a:gd name="connsiteY494" fmla="*/ 4079863 h 6858000"/>
              <a:gd name="connsiteX495" fmla="*/ 3626636 w 7467600"/>
              <a:gd name="connsiteY495" fmla="*/ 4512230 h 6858000"/>
              <a:gd name="connsiteX496" fmla="*/ 3653088 w 7467600"/>
              <a:gd name="connsiteY496" fmla="*/ 4521417 h 6858000"/>
              <a:gd name="connsiteX497" fmla="*/ 3988128 w 7467600"/>
              <a:gd name="connsiteY497" fmla="*/ 4817267 h 6858000"/>
              <a:gd name="connsiteX498" fmla="*/ 4830582 w 7467600"/>
              <a:gd name="connsiteY498" fmla="*/ 4676000 h 6858000"/>
              <a:gd name="connsiteX499" fmla="*/ 4830100 w 7467600"/>
              <a:gd name="connsiteY499" fmla="*/ 4675554 h 6858000"/>
              <a:gd name="connsiteX500" fmla="*/ 4036318 w 7467600"/>
              <a:gd name="connsiteY500" fmla="*/ 4147013 h 6858000"/>
              <a:gd name="connsiteX501" fmla="*/ 3432098 w 7467600"/>
              <a:gd name="connsiteY501" fmla="*/ 3537312 h 6858000"/>
              <a:gd name="connsiteX502" fmla="*/ 3446761 w 7467600"/>
              <a:gd name="connsiteY502" fmla="*/ 3461278 h 6858000"/>
              <a:gd name="connsiteX503" fmla="*/ 4419733 w 7467600"/>
              <a:gd name="connsiteY503" fmla="*/ 3963555 h 6858000"/>
              <a:gd name="connsiteX504" fmla="*/ 4781371 w 7467600"/>
              <a:gd name="connsiteY504" fmla="*/ 4458604 h 6858000"/>
              <a:gd name="connsiteX505" fmla="*/ 4780440 w 7467600"/>
              <a:gd name="connsiteY505" fmla="*/ 4470290 h 6858000"/>
              <a:gd name="connsiteX506" fmla="*/ 4898954 w 7467600"/>
              <a:gd name="connsiteY506" fmla="*/ 4662092 h 6858000"/>
              <a:gd name="connsiteX507" fmla="*/ 4900699 w 7467600"/>
              <a:gd name="connsiteY507" fmla="*/ 4670867 h 6858000"/>
              <a:gd name="connsiteX508" fmla="*/ 5714511 w 7467600"/>
              <a:gd name="connsiteY508" fmla="*/ 4663483 h 6858000"/>
              <a:gd name="connsiteX509" fmla="*/ 5464793 w 7467600"/>
              <a:gd name="connsiteY509" fmla="*/ 4393556 h 6858000"/>
              <a:gd name="connsiteX510" fmla="*/ 5461897 w 7467600"/>
              <a:gd name="connsiteY510" fmla="*/ 4390879 h 6858000"/>
              <a:gd name="connsiteX511" fmla="*/ 4294126 w 7467600"/>
              <a:gd name="connsiteY511" fmla="*/ 3303048 h 6858000"/>
              <a:gd name="connsiteX512" fmla="*/ 4305321 w 7467600"/>
              <a:gd name="connsiteY512" fmla="*/ 3256953 h 6858000"/>
              <a:gd name="connsiteX513" fmla="*/ 4949299 w 7467600"/>
              <a:gd name="connsiteY513" fmla="*/ 3766336 h 6858000"/>
              <a:gd name="connsiteX514" fmla="*/ 5291452 w 7467600"/>
              <a:gd name="connsiteY514" fmla="*/ 4076801 h 6858000"/>
              <a:gd name="connsiteX515" fmla="*/ 5434998 w 7467600"/>
              <a:gd name="connsiteY515" fmla="*/ 4254100 h 6858000"/>
              <a:gd name="connsiteX516" fmla="*/ 5351015 w 7467600"/>
              <a:gd name="connsiteY516" fmla="*/ 3760989 h 6858000"/>
              <a:gd name="connsiteX517" fmla="*/ 5413780 w 7467600"/>
              <a:gd name="connsiteY517" fmla="*/ 2966265 h 6858000"/>
              <a:gd name="connsiteX518" fmla="*/ 5425627 w 7467600"/>
              <a:gd name="connsiteY518" fmla="*/ 2954192 h 6858000"/>
              <a:gd name="connsiteX519" fmla="*/ 6604735 w 7467600"/>
              <a:gd name="connsiteY519" fmla="*/ 2041381 h 6858000"/>
              <a:gd name="connsiteX520" fmla="*/ 7204487 w 7467600"/>
              <a:gd name="connsiteY520" fmla="*/ 2742112 h 6858000"/>
              <a:gd name="connsiteX521" fmla="*/ 7131592 w 7467600"/>
              <a:gd name="connsiteY521" fmla="*/ 2672096 h 6858000"/>
              <a:gd name="connsiteX522" fmla="*/ 6996344 w 7467600"/>
              <a:gd name="connsiteY522" fmla="*/ 2518310 h 6858000"/>
              <a:gd name="connsiteX523" fmla="*/ 6735495 w 7467600"/>
              <a:gd name="connsiteY523" fmla="*/ 2196890 h 6858000"/>
              <a:gd name="connsiteX524" fmla="*/ 6721901 w 7467600"/>
              <a:gd name="connsiteY524" fmla="*/ 2179274 h 6858000"/>
              <a:gd name="connsiteX525" fmla="*/ 6604735 w 7467600"/>
              <a:gd name="connsiteY525" fmla="*/ 2041381 h 6858000"/>
              <a:gd name="connsiteX526" fmla="*/ 6591670 w 7467600"/>
              <a:gd name="connsiteY526" fmla="*/ 1988277 h 6858000"/>
              <a:gd name="connsiteX527" fmla="*/ 6747349 w 7467600"/>
              <a:gd name="connsiteY527" fmla="*/ 2160069 h 6858000"/>
              <a:gd name="connsiteX528" fmla="*/ 6760943 w 7467600"/>
              <a:gd name="connsiteY528" fmla="*/ 2177686 h 6858000"/>
              <a:gd name="connsiteX529" fmla="*/ 7021065 w 7467600"/>
              <a:gd name="connsiteY529" fmla="*/ 2498102 h 6858000"/>
              <a:gd name="connsiteX530" fmla="*/ 7155223 w 7467600"/>
              <a:gd name="connsiteY530" fmla="*/ 2650386 h 6858000"/>
              <a:gd name="connsiteX531" fmla="*/ 7203167 w 7467600"/>
              <a:gd name="connsiteY531" fmla="*/ 2697288 h 6858000"/>
              <a:gd name="connsiteX532" fmla="*/ 6937703 w 7467600"/>
              <a:gd name="connsiteY532" fmla="*/ 2321981 h 6858000"/>
              <a:gd name="connsiteX533" fmla="*/ 6591670 w 7467600"/>
              <a:gd name="connsiteY533" fmla="*/ 1988277 h 6858000"/>
              <a:gd name="connsiteX534" fmla="*/ 5798671 w 7467600"/>
              <a:gd name="connsiteY534" fmla="*/ 1981601 h 6858000"/>
              <a:gd name="connsiteX535" fmla="*/ 5754709 w 7467600"/>
              <a:gd name="connsiteY535" fmla="*/ 2071454 h 6858000"/>
              <a:gd name="connsiteX536" fmla="*/ 5763044 w 7467600"/>
              <a:gd name="connsiteY536" fmla="*/ 2842206 h 6858000"/>
              <a:gd name="connsiteX537" fmla="*/ 5764974 w 7467600"/>
              <a:gd name="connsiteY537" fmla="*/ 2799609 h 6858000"/>
              <a:gd name="connsiteX538" fmla="*/ 5767665 w 7467600"/>
              <a:gd name="connsiteY538" fmla="*/ 2666409 h 6858000"/>
              <a:gd name="connsiteX539" fmla="*/ 5763055 w 7467600"/>
              <a:gd name="connsiteY539" fmla="*/ 2579705 h 6858000"/>
              <a:gd name="connsiteX540" fmla="*/ 5758079 w 7467600"/>
              <a:gd name="connsiteY540" fmla="*/ 2492508 h 6858000"/>
              <a:gd name="connsiteX541" fmla="*/ 5779325 w 7467600"/>
              <a:gd name="connsiteY541" fmla="*/ 2197069 h 6858000"/>
              <a:gd name="connsiteX542" fmla="*/ 5798671 w 7467600"/>
              <a:gd name="connsiteY542" fmla="*/ 1981601 h 6858000"/>
              <a:gd name="connsiteX543" fmla="*/ 5829202 w 7467600"/>
              <a:gd name="connsiteY543" fmla="*/ 1971679 h 6858000"/>
              <a:gd name="connsiteX544" fmla="*/ 5809558 w 7467600"/>
              <a:gd name="connsiteY544" fmla="*/ 2198043 h 6858000"/>
              <a:gd name="connsiteX545" fmla="*/ 5788653 w 7467600"/>
              <a:gd name="connsiteY545" fmla="*/ 2489430 h 6858000"/>
              <a:gd name="connsiteX546" fmla="*/ 5793439 w 7467600"/>
              <a:gd name="connsiteY546" fmla="*/ 2575235 h 6858000"/>
              <a:gd name="connsiteX547" fmla="*/ 5796837 w 7467600"/>
              <a:gd name="connsiteY547" fmla="*/ 2637633 h 6858000"/>
              <a:gd name="connsiteX548" fmla="*/ 5818614 w 7467600"/>
              <a:gd name="connsiteY548" fmla="*/ 2473055 h 6858000"/>
              <a:gd name="connsiteX549" fmla="*/ 5829202 w 7467600"/>
              <a:gd name="connsiteY549" fmla="*/ 1971679 h 6858000"/>
              <a:gd name="connsiteX550" fmla="*/ 5911389 w 7467600"/>
              <a:gd name="connsiteY550" fmla="*/ 1898371 h 6858000"/>
              <a:gd name="connsiteX551" fmla="*/ 6237627 w 7467600"/>
              <a:gd name="connsiteY551" fmla="*/ 2231921 h 6858000"/>
              <a:gd name="connsiteX552" fmla="*/ 5911389 w 7467600"/>
              <a:gd name="connsiteY552" fmla="*/ 1898371 h 6858000"/>
              <a:gd name="connsiteX553" fmla="*/ 6944437 w 7467600"/>
              <a:gd name="connsiteY553" fmla="*/ 1575402 h 6858000"/>
              <a:gd name="connsiteX554" fmla="*/ 6304730 w 7467600"/>
              <a:gd name="connsiteY554" fmla="*/ 1766654 h 6858000"/>
              <a:gd name="connsiteX555" fmla="*/ 6944437 w 7467600"/>
              <a:gd name="connsiteY555" fmla="*/ 1575402 h 6858000"/>
              <a:gd name="connsiteX556" fmla="*/ 7019523 w 7467600"/>
              <a:gd name="connsiteY556" fmla="*/ 1519450 h 6858000"/>
              <a:gd name="connsiteX557" fmla="*/ 6298091 w 7467600"/>
              <a:gd name="connsiteY557" fmla="*/ 1737122 h 6858000"/>
              <a:gd name="connsiteX558" fmla="*/ 7019523 w 7467600"/>
              <a:gd name="connsiteY558" fmla="*/ 1519450 h 6858000"/>
              <a:gd name="connsiteX559" fmla="*/ 2399523 w 7467600"/>
              <a:gd name="connsiteY559" fmla="*/ 1428234 h 6858000"/>
              <a:gd name="connsiteX560" fmla="*/ 2224982 w 7467600"/>
              <a:gd name="connsiteY560" fmla="*/ 1826201 h 6858000"/>
              <a:gd name="connsiteX561" fmla="*/ 2096099 w 7467600"/>
              <a:gd name="connsiteY561" fmla="*/ 2345900 h 6858000"/>
              <a:gd name="connsiteX562" fmla="*/ 2283317 w 7467600"/>
              <a:gd name="connsiteY562" fmla="*/ 1796925 h 6858000"/>
              <a:gd name="connsiteX563" fmla="*/ 2399523 w 7467600"/>
              <a:gd name="connsiteY563" fmla="*/ 1428234 h 6858000"/>
              <a:gd name="connsiteX564" fmla="*/ 2448558 w 7467600"/>
              <a:gd name="connsiteY564" fmla="*/ 1373435 h 6858000"/>
              <a:gd name="connsiteX565" fmla="*/ 2312521 w 7467600"/>
              <a:gd name="connsiteY565" fmla="*/ 1806140 h 6858000"/>
              <a:gd name="connsiteX566" fmla="*/ 2127533 w 7467600"/>
              <a:gd name="connsiteY566" fmla="*/ 2348380 h 6858000"/>
              <a:gd name="connsiteX567" fmla="*/ 2358080 w 7467600"/>
              <a:gd name="connsiteY567" fmla="*/ 1866134 h 6858000"/>
              <a:gd name="connsiteX568" fmla="*/ 2407436 w 7467600"/>
              <a:gd name="connsiteY568" fmla="*/ 1651070 h 6858000"/>
              <a:gd name="connsiteX569" fmla="*/ 2448558 w 7467600"/>
              <a:gd name="connsiteY569" fmla="*/ 1373435 h 6858000"/>
              <a:gd name="connsiteX570" fmla="*/ 278707 w 7467600"/>
              <a:gd name="connsiteY570" fmla="*/ 1352270 h 6858000"/>
              <a:gd name="connsiteX571" fmla="*/ 321570 w 7467600"/>
              <a:gd name="connsiteY571" fmla="*/ 1861610 h 6858000"/>
              <a:gd name="connsiteX572" fmla="*/ 294281 w 7467600"/>
              <a:gd name="connsiteY572" fmla="*/ 1440658 h 6858000"/>
              <a:gd name="connsiteX573" fmla="*/ 278707 w 7467600"/>
              <a:gd name="connsiteY573" fmla="*/ 1352270 h 6858000"/>
              <a:gd name="connsiteX574" fmla="*/ 1423821 w 7467600"/>
              <a:gd name="connsiteY574" fmla="*/ 1351958 h 6858000"/>
              <a:gd name="connsiteX575" fmla="*/ 1638521 w 7467600"/>
              <a:gd name="connsiteY575" fmla="*/ 1908470 h 6858000"/>
              <a:gd name="connsiteX576" fmla="*/ 1754199 w 7467600"/>
              <a:gd name="connsiteY576" fmla="*/ 2149284 h 6858000"/>
              <a:gd name="connsiteX577" fmla="*/ 1908359 w 7467600"/>
              <a:gd name="connsiteY577" fmla="*/ 2364988 h 6858000"/>
              <a:gd name="connsiteX578" fmla="*/ 1647661 w 7467600"/>
              <a:gd name="connsiteY578" fmla="*/ 1825945 h 6858000"/>
              <a:gd name="connsiteX579" fmla="*/ 1423821 w 7467600"/>
              <a:gd name="connsiteY579" fmla="*/ 1351958 h 6858000"/>
              <a:gd name="connsiteX580" fmla="*/ 1431890 w 7467600"/>
              <a:gd name="connsiteY580" fmla="*/ 1306475 h 6858000"/>
              <a:gd name="connsiteX581" fmla="*/ 1507597 w 7467600"/>
              <a:gd name="connsiteY581" fmla="*/ 1446132 h 6858000"/>
              <a:gd name="connsiteX582" fmla="*/ 1674586 w 7467600"/>
              <a:gd name="connsiteY582" fmla="*/ 1813832 h 6858000"/>
              <a:gd name="connsiteX583" fmla="*/ 1815950 w 7467600"/>
              <a:gd name="connsiteY583" fmla="*/ 2128564 h 6858000"/>
              <a:gd name="connsiteX584" fmla="*/ 1984242 w 7467600"/>
              <a:gd name="connsiteY584" fmla="*/ 2430829 h 6858000"/>
              <a:gd name="connsiteX585" fmla="*/ 2014023 w 7467600"/>
              <a:gd name="connsiteY585" fmla="*/ 2450995 h 6858000"/>
              <a:gd name="connsiteX586" fmla="*/ 1747337 w 7467600"/>
              <a:gd name="connsiteY586" fmla="*/ 1855264 h 6858000"/>
              <a:gd name="connsiteX587" fmla="*/ 1533749 w 7467600"/>
              <a:gd name="connsiteY587" fmla="*/ 1478656 h 6858000"/>
              <a:gd name="connsiteX588" fmla="*/ 1431890 w 7467600"/>
              <a:gd name="connsiteY588" fmla="*/ 1306475 h 6858000"/>
              <a:gd name="connsiteX589" fmla="*/ 5052692 w 7467600"/>
              <a:gd name="connsiteY589" fmla="*/ 1292994 h 6858000"/>
              <a:gd name="connsiteX590" fmla="*/ 5200661 w 7467600"/>
              <a:gd name="connsiteY590" fmla="*/ 1635186 h 6858000"/>
              <a:gd name="connsiteX591" fmla="*/ 5297138 w 7467600"/>
              <a:gd name="connsiteY591" fmla="*/ 1906351 h 6858000"/>
              <a:gd name="connsiteX592" fmla="*/ 5052692 w 7467600"/>
              <a:gd name="connsiteY592" fmla="*/ 1292994 h 6858000"/>
              <a:gd name="connsiteX593" fmla="*/ 5009948 w 7467600"/>
              <a:gd name="connsiteY593" fmla="*/ 1273619 h 6858000"/>
              <a:gd name="connsiteX594" fmla="*/ 5121777 w 7467600"/>
              <a:gd name="connsiteY594" fmla="*/ 1654213 h 6858000"/>
              <a:gd name="connsiteX595" fmla="*/ 5293545 w 7467600"/>
              <a:gd name="connsiteY595" fmla="*/ 2072247 h 6858000"/>
              <a:gd name="connsiteX596" fmla="*/ 5294042 w 7467600"/>
              <a:gd name="connsiteY596" fmla="*/ 2065019 h 6858000"/>
              <a:gd name="connsiteX597" fmla="*/ 5171936 w 7467600"/>
              <a:gd name="connsiteY597" fmla="*/ 1647613 h 6858000"/>
              <a:gd name="connsiteX598" fmla="*/ 5009948 w 7467600"/>
              <a:gd name="connsiteY598" fmla="*/ 1273619 h 6858000"/>
              <a:gd name="connsiteX599" fmla="*/ 655236 w 7467600"/>
              <a:gd name="connsiteY599" fmla="*/ 1268632 h 6858000"/>
              <a:gd name="connsiteX600" fmla="*/ 839521 w 7467600"/>
              <a:gd name="connsiteY600" fmla="*/ 1685315 h 6858000"/>
              <a:gd name="connsiteX601" fmla="*/ 1109416 w 7467600"/>
              <a:gd name="connsiteY601" fmla="*/ 2061663 h 6858000"/>
              <a:gd name="connsiteX602" fmla="*/ 1298300 w 7467600"/>
              <a:gd name="connsiteY602" fmla="*/ 2247742 h 6858000"/>
              <a:gd name="connsiteX603" fmla="*/ 1125871 w 7467600"/>
              <a:gd name="connsiteY603" fmla="*/ 1989513 h 6858000"/>
              <a:gd name="connsiteX604" fmla="*/ 981574 w 7467600"/>
              <a:gd name="connsiteY604" fmla="*/ 1783157 h 6858000"/>
              <a:gd name="connsiteX605" fmla="*/ 922198 w 7467600"/>
              <a:gd name="connsiteY605" fmla="*/ 1677437 h 6858000"/>
              <a:gd name="connsiteX606" fmla="*/ 869293 w 7467600"/>
              <a:gd name="connsiteY606" fmla="*/ 1583214 h 6858000"/>
              <a:gd name="connsiteX607" fmla="*/ 751431 w 7467600"/>
              <a:gd name="connsiteY607" fmla="*/ 1405731 h 6858000"/>
              <a:gd name="connsiteX608" fmla="*/ 655236 w 7467600"/>
              <a:gd name="connsiteY608" fmla="*/ 1268632 h 6858000"/>
              <a:gd name="connsiteX609" fmla="*/ 6516292 w 7467600"/>
              <a:gd name="connsiteY609" fmla="*/ 1263064 h 6858000"/>
              <a:gd name="connsiteX610" fmla="*/ 5736320 w 7467600"/>
              <a:gd name="connsiteY610" fmla="*/ 1501803 h 6858000"/>
              <a:gd name="connsiteX611" fmla="*/ 6516292 w 7467600"/>
              <a:gd name="connsiteY611" fmla="*/ 1263064 h 6858000"/>
              <a:gd name="connsiteX612" fmla="*/ 291466 w 7467600"/>
              <a:gd name="connsiteY612" fmla="*/ 1250369 h 6858000"/>
              <a:gd name="connsiteX613" fmla="*/ 323180 w 7467600"/>
              <a:gd name="connsiteY613" fmla="*/ 1435283 h 6858000"/>
              <a:gd name="connsiteX614" fmla="*/ 349381 w 7467600"/>
              <a:gd name="connsiteY614" fmla="*/ 1875041 h 6858000"/>
              <a:gd name="connsiteX615" fmla="*/ 374363 w 7467600"/>
              <a:gd name="connsiteY615" fmla="*/ 1506494 h 6858000"/>
              <a:gd name="connsiteX616" fmla="*/ 302168 w 7467600"/>
              <a:gd name="connsiteY616" fmla="*/ 1274495 h 6858000"/>
              <a:gd name="connsiteX617" fmla="*/ 291466 w 7467600"/>
              <a:gd name="connsiteY617" fmla="*/ 1250369 h 6858000"/>
              <a:gd name="connsiteX618" fmla="*/ 678222 w 7467600"/>
              <a:gd name="connsiteY618" fmla="*/ 1248670 h 6858000"/>
              <a:gd name="connsiteX619" fmla="*/ 775536 w 7467600"/>
              <a:gd name="connsiteY619" fmla="*/ 1388015 h 6858000"/>
              <a:gd name="connsiteX620" fmla="*/ 894529 w 7467600"/>
              <a:gd name="connsiteY620" fmla="*/ 1567739 h 6858000"/>
              <a:gd name="connsiteX621" fmla="*/ 948000 w 7467600"/>
              <a:gd name="connsiteY621" fmla="*/ 1663088 h 6858000"/>
              <a:gd name="connsiteX622" fmla="*/ 1006812 w 7467600"/>
              <a:gd name="connsiteY622" fmla="*/ 1767683 h 6858000"/>
              <a:gd name="connsiteX623" fmla="*/ 1149133 w 7467600"/>
              <a:gd name="connsiteY623" fmla="*/ 1971513 h 6858000"/>
              <a:gd name="connsiteX624" fmla="*/ 1333952 w 7467600"/>
              <a:gd name="connsiteY624" fmla="*/ 2251620 h 6858000"/>
              <a:gd name="connsiteX625" fmla="*/ 1337329 w 7467600"/>
              <a:gd name="connsiteY625" fmla="*/ 2258350 h 6858000"/>
              <a:gd name="connsiteX626" fmla="*/ 1014726 w 7467600"/>
              <a:gd name="connsiteY626" fmla="*/ 1615556 h 6858000"/>
              <a:gd name="connsiteX627" fmla="*/ 678222 w 7467600"/>
              <a:gd name="connsiteY627" fmla="*/ 1248670 h 6858000"/>
              <a:gd name="connsiteX628" fmla="*/ 6691602 w 7467600"/>
              <a:gd name="connsiteY628" fmla="*/ 1140573 h 6858000"/>
              <a:gd name="connsiteX629" fmla="*/ 6571100 w 7467600"/>
              <a:gd name="connsiteY629" fmla="*/ 1183662 h 6858000"/>
              <a:gd name="connsiteX630" fmla="*/ 6241687 w 7467600"/>
              <a:gd name="connsiteY630" fmla="*/ 1257600 h 6858000"/>
              <a:gd name="connsiteX631" fmla="*/ 5693009 w 7467600"/>
              <a:gd name="connsiteY631" fmla="*/ 1478256 h 6858000"/>
              <a:gd name="connsiteX632" fmla="*/ 6548420 w 7467600"/>
              <a:gd name="connsiteY632" fmla="*/ 1214599 h 6858000"/>
              <a:gd name="connsiteX633" fmla="*/ 6605473 w 7467600"/>
              <a:gd name="connsiteY633" fmla="*/ 1184686 h 6858000"/>
              <a:gd name="connsiteX634" fmla="*/ 6691602 w 7467600"/>
              <a:gd name="connsiteY634" fmla="*/ 1140573 h 6858000"/>
              <a:gd name="connsiteX635" fmla="*/ 4002475 w 7467600"/>
              <a:gd name="connsiteY635" fmla="*/ 1037802 h 6858000"/>
              <a:gd name="connsiteX636" fmla="*/ 4000324 w 7467600"/>
              <a:gd name="connsiteY636" fmla="*/ 1039362 h 6858000"/>
              <a:gd name="connsiteX637" fmla="*/ 4002862 w 7467600"/>
              <a:gd name="connsiteY637" fmla="*/ 1042866 h 6858000"/>
              <a:gd name="connsiteX638" fmla="*/ 4002475 w 7467600"/>
              <a:gd name="connsiteY638" fmla="*/ 1037802 h 6858000"/>
              <a:gd name="connsiteX639" fmla="*/ 506322 w 7467600"/>
              <a:gd name="connsiteY639" fmla="*/ 1020997 h 6858000"/>
              <a:gd name="connsiteX640" fmla="*/ 533068 w 7467600"/>
              <a:gd name="connsiteY640" fmla="*/ 1029409 h 6858000"/>
              <a:gd name="connsiteX641" fmla="*/ 1232525 w 7467600"/>
              <a:gd name="connsiteY641" fmla="*/ 1804675 h 6858000"/>
              <a:gd name="connsiteX642" fmla="*/ 1388858 w 7467600"/>
              <a:gd name="connsiteY642" fmla="*/ 2368011 h 6858000"/>
              <a:gd name="connsiteX643" fmla="*/ 1384098 w 7467600"/>
              <a:gd name="connsiteY643" fmla="*/ 2378125 h 6858000"/>
              <a:gd name="connsiteX644" fmla="*/ 1425393 w 7467600"/>
              <a:gd name="connsiteY644" fmla="*/ 2589124 h 6858000"/>
              <a:gd name="connsiteX645" fmla="*/ 1424001 w 7467600"/>
              <a:gd name="connsiteY645" fmla="*/ 2597541 h 6858000"/>
              <a:gd name="connsiteX646" fmla="*/ 2152729 w 7467600"/>
              <a:gd name="connsiteY646" fmla="*/ 2864487 h 6858000"/>
              <a:gd name="connsiteX647" fmla="*/ 2020609 w 7467600"/>
              <a:gd name="connsiteY647" fmla="*/ 2539671 h 6858000"/>
              <a:gd name="connsiteX648" fmla="*/ 2018920 w 7467600"/>
              <a:gd name="connsiteY648" fmla="*/ 2536309 h 6858000"/>
              <a:gd name="connsiteX649" fmla="*/ 1342441 w 7467600"/>
              <a:gd name="connsiteY649" fmla="*/ 1173017 h 6858000"/>
              <a:gd name="connsiteX650" fmla="*/ 1367925 w 7467600"/>
              <a:gd name="connsiteY650" fmla="*/ 1135648 h 6858000"/>
              <a:gd name="connsiteX651" fmla="*/ 1771401 w 7467600"/>
              <a:gd name="connsiteY651" fmla="*/ 1806673 h 6858000"/>
              <a:gd name="connsiteX652" fmla="*/ 1972385 w 7467600"/>
              <a:gd name="connsiteY652" fmla="*/ 2198735 h 6858000"/>
              <a:gd name="connsiteX653" fmla="*/ 2040892 w 7467600"/>
              <a:gd name="connsiteY653" fmla="*/ 2405205 h 6858000"/>
              <a:gd name="connsiteX654" fmla="*/ 2131689 w 7467600"/>
              <a:gd name="connsiteY654" fmla="*/ 1936926 h 6858000"/>
              <a:gd name="connsiteX655" fmla="*/ 2454820 w 7467600"/>
              <a:gd name="connsiteY655" fmla="*/ 1248808 h 6858000"/>
              <a:gd name="connsiteX656" fmla="*/ 2492512 w 7467600"/>
              <a:gd name="connsiteY656" fmla="*/ 1302920 h 6858000"/>
              <a:gd name="connsiteX657" fmla="*/ 2081216 w 7467600"/>
              <a:gd name="connsiteY657" fmla="*/ 2527513 h 6858000"/>
              <a:gd name="connsiteX658" fmla="*/ 2081211 w 7467600"/>
              <a:gd name="connsiteY658" fmla="*/ 2528916 h 6858000"/>
              <a:gd name="connsiteX659" fmla="*/ 2199067 w 7467600"/>
              <a:gd name="connsiteY659" fmla="*/ 2884061 h 6858000"/>
              <a:gd name="connsiteX660" fmla="*/ 3192586 w 7467600"/>
              <a:gd name="connsiteY660" fmla="*/ 3411496 h 6858000"/>
              <a:gd name="connsiteX661" fmla="*/ 3182620 w 7467600"/>
              <a:gd name="connsiteY661" fmla="*/ 3483279 h 6858000"/>
              <a:gd name="connsiteX662" fmla="*/ 2435119 w 7467600"/>
              <a:gd name="connsiteY662" fmla="*/ 3080173 h 6858000"/>
              <a:gd name="connsiteX663" fmla="*/ 2410152 w 7467600"/>
              <a:gd name="connsiteY663" fmla="*/ 3063751 h 6858000"/>
              <a:gd name="connsiteX664" fmla="*/ 2408099 w 7467600"/>
              <a:gd name="connsiteY664" fmla="*/ 3064403 h 6858000"/>
              <a:gd name="connsiteX665" fmla="*/ 2407218 w 7467600"/>
              <a:gd name="connsiteY665" fmla="*/ 3070324 h 6858000"/>
              <a:gd name="connsiteX666" fmla="*/ 2380138 w 7467600"/>
              <a:gd name="connsiteY666" fmla="*/ 3099341 h 6858000"/>
              <a:gd name="connsiteX667" fmla="*/ 1765923 w 7467600"/>
              <a:gd name="connsiteY667" fmla="*/ 3581043 h 6858000"/>
              <a:gd name="connsiteX668" fmla="*/ 1702258 w 7467600"/>
              <a:gd name="connsiteY668" fmla="*/ 3612286 h 6858000"/>
              <a:gd name="connsiteX669" fmla="*/ 1538370 w 7467600"/>
              <a:gd name="connsiteY669" fmla="*/ 3811804 h 6858000"/>
              <a:gd name="connsiteX670" fmla="*/ 542867 w 7467600"/>
              <a:gd name="connsiteY670" fmla="*/ 4944092 h 6858000"/>
              <a:gd name="connsiteX671" fmla="*/ 515800 w 7467600"/>
              <a:gd name="connsiteY671" fmla="*/ 4862180 h 6858000"/>
              <a:gd name="connsiteX672" fmla="*/ 909145 w 7467600"/>
              <a:gd name="connsiteY672" fmla="*/ 4199225 h 6858000"/>
              <a:gd name="connsiteX673" fmla="*/ 1214067 w 7467600"/>
              <a:gd name="connsiteY673" fmla="*/ 3908561 h 6858000"/>
              <a:gd name="connsiteX674" fmla="*/ 640967 w 7467600"/>
              <a:gd name="connsiteY674" fmla="*/ 4105601 h 6858000"/>
              <a:gd name="connsiteX675" fmla="*/ 112563 w 7467600"/>
              <a:gd name="connsiteY675" fmla="*/ 4396952 h 6858000"/>
              <a:gd name="connsiteX676" fmla="*/ 0 w 7467600"/>
              <a:gd name="connsiteY676" fmla="*/ 4466006 h 6858000"/>
              <a:gd name="connsiteX677" fmla="*/ 0 w 7467600"/>
              <a:gd name="connsiteY677" fmla="*/ 4233763 h 6858000"/>
              <a:gd name="connsiteX678" fmla="*/ 36881 w 7467600"/>
              <a:gd name="connsiteY678" fmla="*/ 4200118 h 6858000"/>
              <a:gd name="connsiteX679" fmla="*/ 910534 w 7467600"/>
              <a:gd name="connsiteY679" fmla="*/ 3629753 h 6858000"/>
              <a:gd name="connsiteX680" fmla="*/ 1578717 w 7467600"/>
              <a:gd name="connsiteY680" fmla="*/ 3575982 h 6858000"/>
              <a:gd name="connsiteX681" fmla="*/ 2338780 w 7467600"/>
              <a:gd name="connsiteY681" fmla="*/ 3033725 h 6858000"/>
              <a:gd name="connsiteX682" fmla="*/ 1807991 w 7467600"/>
              <a:gd name="connsiteY682" fmla="*/ 2807184 h 6858000"/>
              <a:gd name="connsiteX683" fmla="*/ 1416358 w 7467600"/>
              <a:gd name="connsiteY683" fmla="*/ 3112571 h 6858000"/>
              <a:gd name="connsiteX684" fmla="*/ 939066 w 7467600"/>
              <a:gd name="connsiteY684" fmla="*/ 3378798 h 6858000"/>
              <a:gd name="connsiteX685" fmla="*/ 115099 w 7467600"/>
              <a:gd name="connsiteY685" fmla="*/ 3607650 h 6858000"/>
              <a:gd name="connsiteX686" fmla="*/ 97284 w 7467600"/>
              <a:gd name="connsiteY686" fmla="*/ 3520393 h 6858000"/>
              <a:gd name="connsiteX687" fmla="*/ 922050 w 7467600"/>
              <a:gd name="connsiteY687" fmla="*/ 3074867 h 6858000"/>
              <a:gd name="connsiteX688" fmla="*/ 1405265 w 7467600"/>
              <a:gd name="connsiteY688" fmla="*/ 3016319 h 6858000"/>
              <a:gd name="connsiteX689" fmla="*/ 1407512 w 7467600"/>
              <a:gd name="connsiteY689" fmla="*/ 3018001 h 6858000"/>
              <a:gd name="connsiteX690" fmla="*/ 1726266 w 7467600"/>
              <a:gd name="connsiteY690" fmla="*/ 2777274 h 6858000"/>
              <a:gd name="connsiteX691" fmla="*/ 625390 w 7467600"/>
              <a:gd name="connsiteY691" fmla="*/ 2514541 h 6858000"/>
              <a:gd name="connsiteX692" fmla="*/ 619799 w 7467600"/>
              <a:gd name="connsiteY692" fmla="*/ 2527180 h 6858000"/>
              <a:gd name="connsiteX693" fmla="*/ 310030 w 7467600"/>
              <a:gd name="connsiteY693" fmla="*/ 2771818 h 6858000"/>
              <a:gd name="connsiteX694" fmla="*/ 173877 w 7467600"/>
              <a:gd name="connsiteY694" fmla="*/ 2937056 h 6858000"/>
              <a:gd name="connsiteX695" fmla="*/ 77889 w 7467600"/>
              <a:gd name="connsiteY695" fmla="*/ 3138440 h 6858000"/>
              <a:gd name="connsiteX696" fmla="*/ 0 w 7467600"/>
              <a:gd name="connsiteY696" fmla="*/ 3271395 h 6858000"/>
              <a:gd name="connsiteX697" fmla="*/ 0 w 7467600"/>
              <a:gd name="connsiteY697" fmla="*/ 3153002 h 6858000"/>
              <a:gd name="connsiteX698" fmla="*/ 2386 w 7467600"/>
              <a:gd name="connsiteY698" fmla="*/ 3149203 h 6858000"/>
              <a:gd name="connsiteX699" fmla="*/ 89753 w 7467600"/>
              <a:gd name="connsiteY699" fmla="*/ 2987702 h 6858000"/>
              <a:gd name="connsiteX700" fmla="*/ 76869 w 7467600"/>
              <a:gd name="connsiteY700" fmla="*/ 3005404 h 6858000"/>
              <a:gd name="connsiteX701" fmla="*/ 32049 w 7467600"/>
              <a:gd name="connsiteY701" fmla="*/ 3065814 h 6858000"/>
              <a:gd name="connsiteX702" fmla="*/ 0 w 7467600"/>
              <a:gd name="connsiteY702" fmla="*/ 3108744 h 6858000"/>
              <a:gd name="connsiteX703" fmla="*/ 0 w 7467600"/>
              <a:gd name="connsiteY703" fmla="*/ 3058059 h 6858000"/>
              <a:gd name="connsiteX704" fmla="*/ 7610 w 7467600"/>
              <a:gd name="connsiteY704" fmla="*/ 3047889 h 6858000"/>
              <a:gd name="connsiteX705" fmla="*/ 52419 w 7467600"/>
              <a:gd name="connsiteY705" fmla="*/ 2987479 h 6858000"/>
              <a:gd name="connsiteX706" fmla="*/ 59142 w 7467600"/>
              <a:gd name="connsiteY706" fmla="*/ 2978488 h 6858000"/>
              <a:gd name="connsiteX707" fmla="*/ 0 w 7467600"/>
              <a:gd name="connsiteY707" fmla="*/ 3015334 h 6858000"/>
              <a:gd name="connsiteX708" fmla="*/ 0 w 7467600"/>
              <a:gd name="connsiteY708" fmla="*/ 2914286 h 6858000"/>
              <a:gd name="connsiteX709" fmla="*/ 36383 w 7467600"/>
              <a:gd name="connsiteY709" fmla="*/ 2901128 h 6858000"/>
              <a:gd name="connsiteX710" fmla="*/ 156329 w 7467600"/>
              <a:gd name="connsiteY710" fmla="*/ 2840533 h 6858000"/>
              <a:gd name="connsiteX711" fmla="*/ 358355 w 7467600"/>
              <a:gd name="connsiteY711" fmla="*/ 2620471 h 6858000"/>
              <a:gd name="connsiteX712" fmla="*/ 510577 w 7467600"/>
              <a:gd name="connsiteY712" fmla="*/ 2501244 h 6858000"/>
              <a:gd name="connsiteX713" fmla="*/ 211967 w 7467600"/>
              <a:gd name="connsiteY713" fmla="*/ 2479171 h 6858000"/>
              <a:gd name="connsiteX714" fmla="*/ 0 w 7467600"/>
              <a:gd name="connsiteY714" fmla="*/ 2476398 h 6858000"/>
              <a:gd name="connsiteX715" fmla="*/ 0 w 7467600"/>
              <a:gd name="connsiteY715" fmla="*/ 2389189 h 6858000"/>
              <a:gd name="connsiteX716" fmla="*/ 103062 w 7467600"/>
              <a:gd name="connsiteY716" fmla="*/ 2389518 h 6858000"/>
              <a:gd name="connsiteX717" fmla="*/ 510734 w 7467600"/>
              <a:gd name="connsiteY717" fmla="*/ 2416201 h 6858000"/>
              <a:gd name="connsiteX718" fmla="*/ 279257 w 7467600"/>
              <a:gd name="connsiteY718" fmla="*/ 2092102 h 6858000"/>
              <a:gd name="connsiteX719" fmla="*/ 65265 w 7467600"/>
              <a:gd name="connsiteY719" fmla="*/ 2006049 h 6858000"/>
              <a:gd name="connsiteX720" fmla="*/ 0 w 7467600"/>
              <a:gd name="connsiteY720" fmla="*/ 1982532 h 6858000"/>
              <a:gd name="connsiteX721" fmla="*/ 0 w 7467600"/>
              <a:gd name="connsiteY721" fmla="*/ 1912789 h 6858000"/>
              <a:gd name="connsiteX722" fmla="*/ 97460 w 7467600"/>
              <a:gd name="connsiteY722" fmla="*/ 1953725 h 6858000"/>
              <a:gd name="connsiteX723" fmla="*/ 221272 w 7467600"/>
              <a:gd name="connsiteY723" fmla="*/ 1980766 h 6858000"/>
              <a:gd name="connsiteX724" fmla="*/ 116765 w 7467600"/>
              <a:gd name="connsiteY724" fmla="*/ 1911033 h 6858000"/>
              <a:gd name="connsiteX725" fmla="*/ 16405 w 7467600"/>
              <a:gd name="connsiteY725" fmla="*/ 1803412 h 6858000"/>
              <a:gd name="connsiteX726" fmla="*/ 0 w 7467600"/>
              <a:gd name="connsiteY726" fmla="*/ 1784777 h 6858000"/>
              <a:gd name="connsiteX727" fmla="*/ 0 w 7467600"/>
              <a:gd name="connsiteY727" fmla="*/ 1740082 h 6858000"/>
              <a:gd name="connsiteX728" fmla="*/ 39394 w 7467600"/>
              <a:gd name="connsiteY728" fmla="*/ 1784856 h 6858000"/>
              <a:gd name="connsiteX729" fmla="*/ 135813 w 7467600"/>
              <a:gd name="connsiteY729" fmla="*/ 1888838 h 6858000"/>
              <a:gd name="connsiteX730" fmla="*/ 242575 w 7467600"/>
              <a:gd name="connsiteY730" fmla="*/ 1958841 h 6858000"/>
              <a:gd name="connsiteX731" fmla="*/ 82197 w 7467600"/>
              <a:gd name="connsiteY731" fmla="*/ 1754826 h 6858000"/>
              <a:gd name="connsiteX732" fmla="*/ 0 w 7467600"/>
              <a:gd name="connsiteY732" fmla="*/ 1679650 h 6858000"/>
              <a:gd name="connsiteX733" fmla="*/ 0 w 7467600"/>
              <a:gd name="connsiteY733" fmla="*/ 1602463 h 6858000"/>
              <a:gd name="connsiteX734" fmla="*/ 84689 w 7467600"/>
              <a:gd name="connsiteY734" fmla="*/ 1677442 h 6858000"/>
              <a:gd name="connsiteX735" fmla="*/ 298437 w 7467600"/>
              <a:gd name="connsiteY735" fmla="*/ 1968019 h 6858000"/>
              <a:gd name="connsiteX736" fmla="*/ 227269 w 7467600"/>
              <a:gd name="connsiteY736" fmla="*/ 1114064 h 6858000"/>
              <a:gd name="connsiteX737" fmla="*/ 248003 w 7467600"/>
              <a:gd name="connsiteY737" fmla="*/ 1089613 h 6858000"/>
              <a:gd name="connsiteX738" fmla="*/ 427020 w 7467600"/>
              <a:gd name="connsiteY738" fmla="*/ 1619803 h 6858000"/>
              <a:gd name="connsiteX739" fmla="*/ 340345 w 7467600"/>
              <a:gd name="connsiteY739" fmla="*/ 2027739 h 6858000"/>
              <a:gd name="connsiteX740" fmla="*/ 360865 w 7467600"/>
              <a:gd name="connsiteY740" fmla="*/ 2044827 h 6858000"/>
              <a:gd name="connsiteX741" fmla="*/ 560414 w 7467600"/>
              <a:gd name="connsiteY741" fmla="*/ 2421457 h 6858000"/>
              <a:gd name="connsiteX742" fmla="*/ 1359703 w 7467600"/>
              <a:gd name="connsiteY742" fmla="*/ 2578554 h 6858000"/>
              <a:gd name="connsiteX743" fmla="*/ 1359422 w 7467600"/>
              <a:gd name="connsiteY743" fmla="*/ 2577994 h 6858000"/>
              <a:gd name="connsiteX744" fmla="*/ 828701 w 7467600"/>
              <a:gd name="connsiteY744" fmla="*/ 1839520 h 6858000"/>
              <a:gd name="connsiteX745" fmla="*/ 494427 w 7467600"/>
              <a:gd name="connsiteY745" fmla="*/ 1092333 h 6858000"/>
              <a:gd name="connsiteX746" fmla="*/ 506322 w 7467600"/>
              <a:gd name="connsiteY746" fmla="*/ 1020997 h 6858000"/>
              <a:gd name="connsiteX747" fmla="*/ 4570198 w 7467600"/>
              <a:gd name="connsiteY747" fmla="*/ 978081 h 6858000"/>
              <a:gd name="connsiteX748" fmla="*/ 4523691 w 7467600"/>
              <a:gd name="connsiteY748" fmla="*/ 1127776 h 6858000"/>
              <a:gd name="connsiteX749" fmla="*/ 4509875 w 7467600"/>
              <a:gd name="connsiteY749" fmla="*/ 1167552 h 6858000"/>
              <a:gd name="connsiteX750" fmla="*/ 4478168 w 7467600"/>
              <a:gd name="connsiteY750" fmla="*/ 1260735 h 6858000"/>
              <a:gd name="connsiteX751" fmla="*/ 4409309 w 7467600"/>
              <a:gd name="connsiteY751" fmla="*/ 1666996 h 6858000"/>
              <a:gd name="connsiteX752" fmla="*/ 4370031 w 7467600"/>
              <a:gd name="connsiteY752" fmla="*/ 1955666 h 6858000"/>
              <a:gd name="connsiteX753" fmla="*/ 4570198 w 7467600"/>
              <a:gd name="connsiteY753" fmla="*/ 978081 h 6858000"/>
              <a:gd name="connsiteX754" fmla="*/ 4557898 w 7467600"/>
              <a:gd name="connsiteY754" fmla="*/ 900011 h 6858000"/>
              <a:gd name="connsiteX755" fmla="*/ 4344840 w 7467600"/>
              <a:gd name="connsiteY755" fmla="*/ 1922038 h 6858000"/>
              <a:gd name="connsiteX756" fmla="*/ 4378710 w 7467600"/>
              <a:gd name="connsiteY756" fmla="*/ 1665516 h 6858000"/>
              <a:gd name="connsiteX757" fmla="*/ 4448798 w 7467600"/>
              <a:gd name="connsiteY757" fmla="*/ 1253024 h 6858000"/>
              <a:gd name="connsiteX758" fmla="*/ 4480315 w 7467600"/>
              <a:gd name="connsiteY758" fmla="*/ 1158454 h 6858000"/>
              <a:gd name="connsiteX759" fmla="*/ 4494133 w 7467600"/>
              <a:gd name="connsiteY759" fmla="*/ 1118676 h 6858000"/>
              <a:gd name="connsiteX760" fmla="*/ 4557898 w 7467600"/>
              <a:gd name="connsiteY760" fmla="*/ 900011 h 6858000"/>
              <a:gd name="connsiteX761" fmla="*/ 5870151 w 7467600"/>
              <a:gd name="connsiteY761" fmla="*/ 898890 h 6858000"/>
              <a:gd name="connsiteX762" fmla="*/ 5861335 w 7467600"/>
              <a:gd name="connsiteY762" fmla="*/ 899177 h 6858000"/>
              <a:gd name="connsiteX763" fmla="*/ 5843702 w 7467600"/>
              <a:gd name="connsiteY763" fmla="*/ 899748 h 6858000"/>
              <a:gd name="connsiteX764" fmla="*/ 5651107 w 7467600"/>
              <a:gd name="connsiteY764" fmla="*/ 920306 h 6858000"/>
              <a:gd name="connsiteX765" fmla="*/ 5459407 w 7467600"/>
              <a:gd name="connsiteY765" fmla="*/ 940975 h 6858000"/>
              <a:gd name="connsiteX766" fmla="*/ 5374846 w 7467600"/>
              <a:gd name="connsiteY766" fmla="*/ 941988 h 6858000"/>
              <a:gd name="connsiteX767" fmla="*/ 5256105 w 7467600"/>
              <a:gd name="connsiteY767" fmla="*/ 945632 h 6858000"/>
              <a:gd name="connsiteX768" fmla="*/ 5107071 w 7467600"/>
              <a:gd name="connsiteY768" fmla="*/ 969720 h 6858000"/>
              <a:gd name="connsiteX769" fmla="*/ 4998681 w 7467600"/>
              <a:gd name="connsiteY769" fmla="*/ 988771 h 6858000"/>
              <a:gd name="connsiteX770" fmla="*/ 5870151 w 7467600"/>
              <a:gd name="connsiteY770" fmla="*/ 898890 h 6858000"/>
              <a:gd name="connsiteX771" fmla="*/ 5504425 w 7467600"/>
              <a:gd name="connsiteY771" fmla="*/ 848067 h 6858000"/>
              <a:gd name="connsiteX772" fmla="*/ 4968849 w 7467600"/>
              <a:gd name="connsiteY772" fmla="*/ 962318 h 6858000"/>
              <a:gd name="connsiteX773" fmla="*/ 5104039 w 7467600"/>
              <a:gd name="connsiteY773" fmla="*/ 940634 h 6858000"/>
              <a:gd name="connsiteX774" fmla="*/ 5256311 w 7467600"/>
              <a:gd name="connsiteY774" fmla="*/ 916490 h 6858000"/>
              <a:gd name="connsiteX775" fmla="*/ 5377381 w 7467600"/>
              <a:gd name="connsiteY775" fmla="*/ 912671 h 6858000"/>
              <a:gd name="connsiteX776" fmla="*/ 5460148 w 7467600"/>
              <a:gd name="connsiteY776" fmla="*/ 911442 h 6858000"/>
              <a:gd name="connsiteX777" fmla="*/ 5648971 w 7467600"/>
              <a:gd name="connsiteY777" fmla="*/ 891331 h 6858000"/>
              <a:gd name="connsiteX778" fmla="*/ 5844807 w 7467600"/>
              <a:gd name="connsiteY778" fmla="*/ 870718 h 6858000"/>
              <a:gd name="connsiteX779" fmla="*/ 5862975 w 7467600"/>
              <a:gd name="connsiteY779" fmla="*/ 869756 h 6858000"/>
              <a:gd name="connsiteX780" fmla="*/ 5920887 w 7467600"/>
              <a:gd name="connsiteY780" fmla="*/ 865929 h 6858000"/>
              <a:gd name="connsiteX781" fmla="*/ 5504425 w 7467600"/>
              <a:gd name="connsiteY781" fmla="*/ 848067 h 6858000"/>
              <a:gd name="connsiteX782" fmla="*/ 3607114 w 7467600"/>
              <a:gd name="connsiteY782" fmla="*/ 467441 h 6858000"/>
              <a:gd name="connsiteX783" fmla="*/ 3296242 w 7467600"/>
              <a:gd name="connsiteY783" fmla="*/ 807991 h 6858000"/>
              <a:gd name="connsiteX784" fmla="*/ 3174674 w 7467600"/>
              <a:gd name="connsiteY784" fmla="*/ 919759 h 6858000"/>
              <a:gd name="connsiteX785" fmla="*/ 3042978 w 7467600"/>
              <a:gd name="connsiteY785" fmla="*/ 1054894 h 6858000"/>
              <a:gd name="connsiteX786" fmla="*/ 2968914 w 7467600"/>
              <a:gd name="connsiteY786" fmla="*/ 1133756 h 6858000"/>
              <a:gd name="connsiteX787" fmla="*/ 3103823 w 7467600"/>
              <a:gd name="connsiteY787" fmla="*/ 1026814 h 6858000"/>
              <a:gd name="connsiteX788" fmla="*/ 3607114 w 7467600"/>
              <a:gd name="connsiteY788" fmla="*/ 467441 h 6858000"/>
              <a:gd name="connsiteX789" fmla="*/ 3744487 w 7467600"/>
              <a:gd name="connsiteY789" fmla="*/ 383136 h 6858000"/>
              <a:gd name="connsiteX790" fmla="*/ 3970213 w 7467600"/>
              <a:gd name="connsiteY790" fmla="*/ 995559 h 6858000"/>
              <a:gd name="connsiteX791" fmla="*/ 3744487 w 7467600"/>
              <a:gd name="connsiteY791" fmla="*/ 383136 h 6858000"/>
              <a:gd name="connsiteX792" fmla="*/ 3624562 w 7467600"/>
              <a:gd name="connsiteY792" fmla="*/ 367041 h 6858000"/>
              <a:gd name="connsiteX793" fmla="*/ 3489712 w 7467600"/>
              <a:gd name="connsiteY793" fmla="*/ 485386 h 6858000"/>
              <a:gd name="connsiteX794" fmla="*/ 3182994 w 7467600"/>
              <a:gd name="connsiteY794" fmla="*/ 828265 h 6858000"/>
              <a:gd name="connsiteX795" fmla="*/ 2892114 w 7467600"/>
              <a:gd name="connsiteY795" fmla="*/ 1172635 h 6858000"/>
              <a:gd name="connsiteX796" fmla="*/ 3021459 w 7467600"/>
              <a:gd name="connsiteY796" fmla="*/ 1035385 h 6858000"/>
              <a:gd name="connsiteX797" fmla="*/ 3153873 w 7467600"/>
              <a:gd name="connsiteY797" fmla="*/ 898971 h 6858000"/>
              <a:gd name="connsiteX798" fmla="*/ 3276511 w 7467600"/>
              <a:gd name="connsiteY798" fmla="*/ 786423 h 6858000"/>
              <a:gd name="connsiteX799" fmla="*/ 3584154 w 7467600"/>
              <a:gd name="connsiteY799" fmla="*/ 448218 h 6858000"/>
              <a:gd name="connsiteX800" fmla="*/ 3624562 w 7467600"/>
              <a:gd name="connsiteY800" fmla="*/ 367041 h 6858000"/>
              <a:gd name="connsiteX801" fmla="*/ 3766672 w 7467600"/>
              <a:gd name="connsiteY801" fmla="*/ 359429 h 6858000"/>
              <a:gd name="connsiteX802" fmla="*/ 3996338 w 7467600"/>
              <a:gd name="connsiteY802" fmla="*/ 968237 h 6858000"/>
              <a:gd name="connsiteX803" fmla="*/ 3766672 w 7467600"/>
              <a:gd name="connsiteY803" fmla="*/ 359429 h 6858000"/>
              <a:gd name="connsiteX804" fmla="*/ 5805386 w 7467600"/>
              <a:gd name="connsiteY804" fmla="*/ 239240 h 6858000"/>
              <a:gd name="connsiteX805" fmla="*/ 5736947 w 7467600"/>
              <a:gd name="connsiteY805" fmla="*/ 261367 h 6858000"/>
              <a:gd name="connsiteX806" fmla="*/ 5427012 w 7467600"/>
              <a:gd name="connsiteY806" fmla="*/ 311272 h 6858000"/>
              <a:gd name="connsiteX807" fmla="*/ 5147818 w 7467600"/>
              <a:gd name="connsiteY807" fmla="*/ 322112 h 6858000"/>
              <a:gd name="connsiteX808" fmla="*/ 5060854 w 7467600"/>
              <a:gd name="connsiteY808" fmla="*/ 311882 h 6858000"/>
              <a:gd name="connsiteX809" fmla="*/ 4945989 w 7467600"/>
              <a:gd name="connsiteY809" fmla="*/ 300516 h 6858000"/>
              <a:gd name="connsiteX810" fmla="*/ 5410479 w 7467600"/>
              <a:gd name="connsiteY810" fmla="*/ 348434 h 6858000"/>
              <a:gd name="connsiteX811" fmla="*/ 5805386 w 7467600"/>
              <a:gd name="connsiteY811" fmla="*/ 239240 h 6858000"/>
              <a:gd name="connsiteX812" fmla="*/ 5905192 w 7467600"/>
              <a:gd name="connsiteY812" fmla="*/ 163079 h 6858000"/>
              <a:gd name="connsiteX813" fmla="*/ 5865655 w 7467600"/>
              <a:gd name="connsiteY813" fmla="*/ 171901 h 6858000"/>
              <a:gd name="connsiteX814" fmla="*/ 5259740 w 7467600"/>
              <a:gd name="connsiteY814" fmla="*/ 257013 h 6858000"/>
              <a:gd name="connsiteX815" fmla="*/ 5208466 w 7467600"/>
              <a:gd name="connsiteY815" fmla="*/ 257550 h 6858000"/>
              <a:gd name="connsiteX816" fmla="*/ 4980204 w 7467600"/>
              <a:gd name="connsiteY816" fmla="*/ 271903 h 6858000"/>
              <a:gd name="connsiteX817" fmla="*/ 5068068 w 7467600"/>
              <a:gd name="connsiteY817" fmla="*/ 282244 h 6858000"/>
              <a:gd name="connsiteX818" fmla="*/ 5153231 w 7467600"/>
              <a:gd name="connsiteY818" fmla="*/ 292240 h 6858000"/>
              <a:gd name="connsiteX819" fmla="*/ 5426491 w 7467600"/>
              <a:gd name="connsiteY819" fmla="*/ 281128 h 6858000"/>
              <a:gd name="connsiteX820" fmla="*/ 5731212 w 7467600"/>
              <a:gd name="connsiteY820" fmla="*/ 231951 h 6858000"/>
              <a:gd name="connsiteX821" fmla="*/ 5905192 w 7467600"/>
              <a:gd name="connsiteY821" fmla="*/ 163079 h 6858000"/>
              <a:gd name="connsiteX822" fmla="*/ 5944437 w 7467600"/>
              <a:gd name="connsiteY822" fmla="*/ 113829 h 6858000"/>
              <a:gd name="connsiteX823" fmla="*/ 5825032 w 7467600"/>
              <a:gd name="connsiteY823" fmla="*/ 146405 h 6858000"/>
              <a:gd name="connsiteX824" fmla="*/ 4955599 w 7467600"/>
              <a:gd name="connsiteY824" fmla="*/ 247008 h 6858000"/>
              <a:gd name="connsiteX825" fmla="*/ 5210104 w 7467600"/>
              <a:gd name="connsiteY825" fmla="*/ 228123 h 6858000"/>
              <a:gd name="connsiteX826" fmla="*/ 5261015 w 7467600"/>
              <a:gd name="connsiteY826" fmla="*/ 227087 h 6858000"/>
              <a:gd name="connsiteX827" fmla="*/ 5861181 w 7467600"/>
              <a:gd name="connsiteY827" fmla="*/ 143093 h 6858000"/>
              <a:gd name="connsiteX828" fmla="*/ 5961252 w 7467600"/>
              <a:gd name="connsiteY828" fmla="*/ 114820 h 6858000"/>
              <a:gd name="connsiteX829" fmla="*/ 5944437 w 7467600"/>
              <a:gd name="connsiteY829" fmla="*/ 113829 h 6858000"/>
              <a:gd name="connsiteX830" fmla="*/ 3882765 w 7467600"/>
              <a:gd name="connsiteY830" fmla="*/ 0 h 6858000"/>
              <a:gd name="connsiteX831" fmla="*/ 3995099 w 7467600"/>
              <a:gd name="connsiteY831" fmla="*/ 0 h 6858000"/>
              <a:gd name="connsiteX832" fmla="*/ 4163818 w 7467600"/>
              <a:gd name="connsiteY832" fmla="*/ 234104 h 6858000"/>
              <a:gd name="connsiteX833" fmla="*/ 4172099 w 7467600"/>
              <a:gd name="connsiteY833" fmla="*/ 234207 h 6858000"/>
              <a:gd name="connsiteX834" fmla="*/ 4784282 w 7467600"/>
              <a:gd name="connsiteY834" fmla="*/ 276561 h 6858000"/>
              <a:gd name="connsiteX835" fmla="*/ 4801687 w 7467600"/>
              <a:gd name="connsiteY835" fmla="*/ 267764 h 6858000"/>
              <a:gd name="connsiteX836" fmla="*/ 6082788 w 7467600"/>
              <a:gd name="connsiteY836" fmla="*/ 64119 h 6858000"/>
              <a:gd name="connsiteX837" fmla="*/ 6099442 w 7467600"/>
              <a:gd name="connsiteY837" fmla="*/ 82568 h 6858000"/>
              <a:gd name="connsiteX838" fmla="*/ 4804137 w 7467600"/>
              <a:gd name="connsiteY838" fmla="*/ 320931 h 6858000"/>
              <a:gd name="connsiteX839" fmla="*/ 4227047 w 7467600"/>
              <a:gd name="connsiteY839" fmla="*/ 313415 h 6858000"/>
              <a:gd name="connsiteX840" fmla="*/ 4346041 w 7467600"/>
              <a:gd name="connsiteY840" fmla="*/ 456086 h 6858000"/>
              <a:gd name="connsiteX841" fmla="*/ 4870967 w 7467600"/>
              <a:gd name="connsiteY841" fmla="*/ 963061 h 6858000"/>
              <a:gd name="connsiteX842" fmla="*/ 4889647 w 7467600"/>
              <a:gd name="connsiteY842" fmla="*/ 957147 h 6858000"/>
              <a:gd name="connsiteX843" fmla="*/ 5422504 w 7467600"/>
              <a:gd name="connsiteY843" fmla="*/ 805191 h 6858000"/>
              <a:gd name="connsiteX844" fmla="*/ 6087656 w 7467600"/>
              <a:gd name="connsiteY844" fmla="*/ 826703 h 6858000"/>
              <a:gd name="connsiteX845" fmla="*/ 6058717 w 7467600"/>
              <a:gd name="connsiteY845" fmla="*/ 865992 h 6858000"/>
              <a:gd name="connsiteX846" fmla="*/ 4974153 w 7467600"/>
              <a:gd name="connsiteY846" fmla="*/ 1045456 h 6858000"/>
              <a:gd name="connsiteX847" fmla="*/ 5627835 w 7467600"/>
              <a:gd name="connsiteY847" fmla="*/ 1472077 h 6858000"/>
              <a:gd name="connsiteX848" fmla="*/ 5629817 w 7467600"/>
              <a:gd name="connsiteY848" fmla="*/ 1471412 h 6858000"/>
              <a:gd name="connsiteX849" fmla="*/ 5634124 w 7467600"/>
              <a:gd name="connsiteY849" fmla="*/ 1470572 h 6858000"/>
              <a:gd name="connsiteX850" fmla="*/ 5755832 w 7467600"/>
              <a:gd name="connsiteY850" fmla="*/ 1383886 h 6858000"/>
              <a:gd name="connsiteX851" fmla="*/ 6014186 w 7467600"/>
              <a:gd name="connsiteY851" fmla="*/ 1279799 h 6858000"/>
              <a:gd name="connsiteX852" fmla="*/ 6901619 w 7467600"/>
              <a:gd name="connsiteY852" fmla="*/ 1047874 h 6858000"/>
              <a:gd name="connsiteX853" fmla="*/ 6931566 w 7467600"/>
              <a:gd name="connsiteY853" fmla="*/ 1062034 h 6858000"/>
              <a:gd name="connsiteX854" fmla="*/ 5790982 w 7467600"/>
              <a:gd name="connsiteY854" fmla="*/ 1561380 h 6858000"/>
              <a:gd name="connsiteX855" fmla="*/ 6188971 w 7467600"/>
              <a:gd name="connsiteY855" fmla="*/ 1755168 h 6858000"/>
              <a:gd name="connsiteX856" fmla="*/ 6202446 w 7467600"/>
              <a:gd name="connsiteY856" fmla="*/ 1752268 h 6858000"/>
              <a:gd name="connsiteX857" fmla="*/ 7179560 w 7467600"/>
              <a:gd name="connsiteY857" fmla="*/ 1467551 h 6858000"/>
              <a:gd name="connsiteX858" fmla="*/ 7158730 w 7467600"/>
              <a:gd name="connsiteY858" fmla="*/ 1507835 h 6858000"/>
              <a:gd name="connsiteX859" fmla="*/ 6326959 w 7467600"/>
              <a:gd name="connsiteY859" fmla="*/ 1817686 h 6858000"/>
              <a:gd name="connsiteX860" fmla="*/ 6537433 w 7467600"/>
              <a:gd name="connsiteY860" fmla="*/ 1907790 h 6858000"/>
              <a:gd name="connsiteX861" fmla="*/ 6550221 w 7467600"/>
              <a:gd name="connsiteY861" fmla="*/ 1910729 h 6858000"/>
              <a:gd name="connsiteX862" fmla="*/ 6964438 w 7467600"/>
              <a:gd name="connsiteY862" fmla="*/ 2209505 h 6858000"/>
              <a:gd name="connsiteX863" fmla="*/ 7367862 w 7467600"/>
              <a:gd name="connsiteY863" fmla="*/ 2806833 h 6858000"/>
              <a:gd name="connsiteX864" fmla="*/ 7364329 w 7467600"/>
              <a:gd name="connsiteY864" fmla="*/ 2826907 h 6858000"/>
              <a:gd name="connsiteX865" fmla="*/ 7290545 w 7467600"/>
              <a:gd name="connsiteY865" fmla="*/ 2850663 h 6858000"/>
              <a:gd name="connsiteX866" fmla="*/ 6472036 w 7467600"/>
              <a:gd name="connsiteY866" fmla="*/ 1959003 h 6858000"/>
              <a:gd name="connsiteX867" fmla="*/ 5792897 w 7467600"/>
              <a:gd name="connsiteY867" fmla="*/ 1647747 h 6858000"/>
              <a:gd name="connsiteX868" fmla="*/ 5842751 w 7467600"/>
              <a:gd name="connsiteY868" fmla="*/ 1816112 h 6858000"/>
              <a:gd name="connsiteX869" fmla="*/ 5847424 w 7467600"/>
              <a:gd name="connsiteY869" fmla="*/ 1815776 h 6858000"/>
              <a:gd name="connsiteX870" fmla="*/ 6399821 w 7467600"/>
              <a:gd name="connsiteY870" fmla="*/ 2344799 h 6858000"/>
              <a:gd name="connsiteX871" fmla="*/ 6323232 w 7467600"/>
              <a:gd name="connsiteY871" fmla="*/ 2389634 h 6858000"/>
              <a:gd name="connsiteX872" fmla="*/ 5942958 w 7467600"/>
              <a:gd name="connsiteY872" fmla="*/ 2077708 h 6858000"/>
              <a:gd name="connsiteX873" fmla="*/ 5921559 w 7467600"/>
              <a:gd name="connsiteY873" fmla="*/ 2378596 h 6858000"/>
              <a:gd name="connsiteX874" fmla="*/ 5817651 w 7467600"/>
              <a:gd name="connsiteY874" fmla="*/ 3023919 h 6858000"/>
              <a:gd name="connsiteX875" fmla="*/ 5729634 w 7467600"/>
              <a:gd name="connsiteY875" fmla="*/ 3051849 h 6858000"/>
              <a:gd name="connsiteX876" fmla="*/ 5611018 w 7467600"/>
              <a:gd name="connsiteY876" fmla="*/ 2316769 h 6858000"/>
              <a:gd name="connsiteX877" fmla="*/ 5687608 w 7467600"/>
              <a:gd name="connsiteY877" fmla="*/ 2039972 h 6858000"/>
              <a:gd name="connsiteX878" fmla="*/ 5657554 w 7467600"/>
              <a:gd name="connsiteY878" fmla="*/ 1576445 h 6858000"/>
              <a:gd name="connsiteX879" fmla="*/ 5150475 w 7467600"/>
              <a:gd name="connsiteY879" fmla="*/ 1274012 h 6858000"/>
              <a:gd name="connsiteX880" fmla="*/ 5349142 w 7467600"/>
              <a:gd name="connsiteY880" fmla="*/ 2204405 h 6858000"/>
              <a:gd name="connsiteX881" fmla="*/ 5262214 w 7467600"/>
              <a:gd name="connsiteY881" fmla="*/ 2233836 h 6858000"/>
              <a:gd name="connsiteX882" fmla="*/ 4981539 w 7467600"/>
              <a:gd name="connsiteY882" fmla="*/ 1542201 h 6858000"/>
              <a:gd name="connsiteX883" fmla="*/ 4958461 w 7467600"/>
              <a:gd name="connsiteY883" fmla="*/ 1136957 h 6858000"/>
              <a:gd name="connsiteX884" fmla="*/ 4655015 w 7467600"/>
              <a:gd name="connsiteY884" fmla="*/ 891426 h 6858000"/>
              <a:gd name="connsiteX885" fmla="*/ 4348002 w 7467600"/>
              <a:gd name="connsiteY885" fmla="*/ 2205895 h 6858000"/>
              <a:gd name="connsiteX886" fmla="*/ 4262250 w 7467600"/>
              <a:gd name="connsiteY886" fmla="*/ 2219972 h 6858000"/>
              <a:gd name="connsiteX887" fmla="*/ 4550611 w 7467600"/>
              <a:gd name="connsiteY887" fmla="*/ 817540 h 6858000"/>
              <a:gd name="connsiteX888" fmla="*/ 4564418 w 7467600"/>
              <a:gd name="connsiteY888" fmla="*/ 808293 h 6858000"/>
              <a:gd name="connsiteX889" fmla="*/ 4266388 w 7467600"/>
              <a:gd name="connsiteY889" fmla="*/ 500083 h 6858000"/>
              <a:gd name="connsiteX890" fmla="*/ 4032842 w 7467600"/>
              <a:gd name="connsiteY890" fmla="*/ 211809 h 6858000"/>
              <a:gd name="connsiteX891" fmla="*/ 3882765 w 7467600"/>
              <a:gd name="connsiteY891" fmla="*/ 0 h 6858000"/>
              <a:gd name="connsiteX892" fmla="*/ 3721337 w 7467600"/>
              <a:gd name="connsiteY892" fmla="*/ 0 h 6858000"/>
              <a:gd name="connsiteX893" fmla="*/ 3797544 w 7467600"/>
              <a:gd name="connsiteY893" fmla="*/ 0 h 6858000"/>
              <a:gd name="connsiteX894" fmla="*/ 3775734 w 7467600"/>
              <a:gd name="connsiteY894" fmla="*/ 95131 h 6858000"/>
              <a:gd name="connsiteX895" fmla="*/ 3724807 w 7467600"/>
              <a:gd name="connsiteY895" fmla="*/ 272257 h 6858000"/>
              <a:gd name="connsiteX896" fmla="*/ 3726844 w 7467600"/>
              <a:gd name="connsiteY896" fmla="*/ 282988 h 6858000"/>
              <a:gd name="connsiteX897" fmla="*/ 3742664 w 7467600"/>
              <a:gd name="connsiteY897" fmla="*/ 279918 h 6858000"/>
              <a:gd name="connsiteX898" fmla="*/ 4103910 w 7467600"/>
              <a:gd name="connsiteY898" fmla="*/ 1161917 h 6858000"/>
              <a:gd name="connsiteX899" fmla="*/ 4020269 w 7467600"/>
              <a:gd name="connsiteY899" fmla="*/ 1200406 h 6858000"/>
              <a:gd name="connsiteX900" fmla="*/ 3674882 w 7467600"/>
              <a:gd name="connsiteY900" fmla="*/ 488524 h 6858000"/>
              <a:gd name="connsiteX901" fmla="*/ 3132682 w 7467600"/>
              <a:gd name="connsiteY901" fmla="*/ 1072284 h 6858000"/>
              <a:gd name="connsiteX902" fmla="*/ 2716346 w 7467600"/>
              <a:gd name="connsiteY902" fmla="*/ 1276376 h 6858000"/>
              <a:gd name="connsiteX903" fmla="*/ 2716772 w 7467600"/>
              <a:gd name="connsiteY903" fmla="*/ 1255462 h 6858000"/>
              <a:gd name="connsiteX904" fmla="*/ 3471096 w 7467600"/>
              <a:gd name="connsiteY904" fmla="*/ 437072 h 6858000"/>
              <a:gd name="connsiteX905" fmla="*/ 3639057 w 7467600"/>
              <a:gd name="connsiteY905" fmla="*/ 286334 h 6858000"/>
              <a:gd name="connsiteX906" fmla="*/ 3640309 w 7467600"/>
              <a:gd name="connsiteY906" fmla="*/ 284664 h 6858000"/>
              <a:gd name="connsiteX907" fmla="*/ 3646022 w 7467600"/>
              <a:gd name="connsiteY907" fmla="*/ 276711 h 6858000"/>
              <a:gd name="connsiteX908" fmla="*/ 3707943 w 7467600"/>
              <a:gd name="connsiteY908" fmla="*/ 65958 h 6858000"/>
              <a:gd name="connsiteX909" fmla="*/ 3721337 w 7467600"/>
              <a:gd name="connsiteY909" fmla="*/ 0 h 6858000"/>
              <a:gd name="connsiteX910" fmla="*/ 2867960 w 7467600"/>
              <a:gd name="connsiteY910" fmla="*/ 0 h 6858000"/>
              <a:gd name="connsiteX911" fmla="*/ 2926351 w 7467600"/>
              <a:gd name="connsiteY911" fmla="*/ 0 h 6858000"/>
              <a:gd name="connsiteX912" fmla="*/ 2902823 w 7467600"/>
              <a:gd name="connsiteY912" fmla="*/ 262929 h 6858000"/>
              <a:gd name="connsiteX913" fmla="*/ 2940663 w 7467600"/>
              <a:gd name="connsiteY913" fmla="*/ 140884 h 6858000"/>
              <a:gd name="connsiteX914" fmla="*/ 2947039 w 7467600"/>
              <a:gd name="connsiteY914" fmla="*/ 122524 h 6858000"/>
              <a:gd name="connsiteX915" fmla="*/ 2984316 w 7467600"/>
              <a:gd name="connsiteY915" fmla="*/ 0 h 6858000"/>
              <a:gd name="connsiteX916" fmla="*/ 3016114 w 7467600"/>
              <a:gd name="connsiteY916" fmla="*/ 0 h 6858000"/>
              <a:gd name="connsiteX917" fmla="*/ 2979949 w 7467600"/>
              <a:gd name="connsiteY917" fmla="*/ 119274 h 6858000"/>
              <a:gd name="connsiteX918" fmla="*/ 3023879 w 7467600"/>
              <a:gd name="connsiteY918" fmla="*/ 0 h 6858000"/>
              <a:gd name="connsiteX919" fmla="*/ 3105400 w 7467600"/>
              <a:gd name="connsiteY919" fmla="*/ 0 h 6858000"/>
              <a:gd name="connsiteX920" fmla="*/ 3094669 w 7467600"/>
              <a:gd name="connsiteY920" fmla="*/ 30308 h 6858000"/>
              <a:gd name="connsiteX921" fmla="*/ 2901945 w 7467600"/>
              <a:gd name="connsiteY921" fmla="*/ 466538 h 6858000"/>
              <a:gd name="connsiteX922" fmla="*/ 2815209 w 7467600"/>
              <a:gd name="connsiteY922" fmla="*/ 497361 h 6858000"/>
              <a:gd name="connsiteX923" fmla="*/ 2844845 w 7467600"/>
              <a:gd name="connsiteY923" fmla="*/ 127638 h 6858000"/>
              <a:gd name="connsiteX924" fmla="*/ 2867960 w 7467600"/>
              <a:gd name="connsiteY924" fmla="*/ 0 h 6858000"/>
              <a:gd name="connsiteX925" fmla="*/ 1057230 w 7467600"/>
              <a:gd name="connsiteY925" fmla="*/ 0 h 6858000"/>
              <a:gd name="connsiteX926" fmla="*/ 1111003 w 7467600"/>
              <a:gd name="connsiteY926" fmla="*/ 0 h 6858000"/>
              <a:gd name="connsiteX927" fmla="*/ 1125553 w 7467600"/>
              <a:gd name="connsiteY927" fmla="*/ 52588 h 6858000"/>
              <a:gd name="connsiteX928" fmla="*/ 1304276 w 7467600"/>
              <a:gd name="connsiteY928" fmla="*/ 476275 h 6858000"/>
              <a:gd name="connsiteX929" fmla="*/ 1492066 w 7467600"/>
              <a:gd name="connsiteY929" fmla="*/ 886333 h 6858000"/>
              <a:gd name="connsiteX930" fmla="*/ 1423698 w 7467600"/>
              <a:gd name="connsiteY930" fmla="*/ 710817 h 6858000"/>
              <a:gd name="connsiteX931" fmla="*/ 1357609 w 7467600"/>
              <a:gd name="connsiteY931" fmla="*/ 532892 h 6858000"/>
              <a:gd name="connsiteX932" fmla="*/ 1309550 w 7467600"/>
              <a:gd name="connsiteY932" fmla="*/ 374031 h 6858000"/>
              <a:gd name="connsiteX933" fmla="*/ 1193673 w 7467600"/>
              <a:gd name="connsiteY933" fmla="*/ 49533 h 6858000"/>
              <a:gd name="connsiteX934" fmla="*/ 1164391 w 7467600"/>
              <a:gd name="connsiteY934" fmla="*/ 0 h 6858000"/>
              <a:gd name="connsiteX935" fmla="*/ 1200666 w 7467600"/>
              <a:gd name="connsiteY935" fmla="*/ 0 h 6858000"/>
              <a:gd name="connsiteX936" fmla="*/ 1223408 w 7467600"/>
              <a:gd name="connsiteY936" fmla="*/ 38996 h 6858000"/>
              <a:gd name="connsiteX937" fmla="*/ 1339635 w 7467600"/>
              <a:gd name="connsiteY937" fmla="*/ 365517 h 6858000"/>
              <a:gd name="connsiteX938" fmla="*/ 1387469 w 7467600"/>
              <a:gd name="connsiteY938" fmla="*/ 523079 h 6858000"/>
              <a:gd name="connsiteX939" fmla="*/ 1452685 w 7467600"/>
              <a:gd name="connsiteY939" fmla="*/ 699806 h 6858000"/>
              <a:gd name="connsiteX940" fmla="*/ 1492092 w 7467600"/>
              <a:gd name="connsiteY940" fmla="*/ 800424 h 6858000"/>
              <a:gd name="connsiteX941" fmla="*/ 1455302 w 7467600"/>
              <a:gd name="connsiteY941" fmla="*/ 632913 h 6858000"/>
              <a:gd name="connsiteX942" fmla="*/ 1222336 w 7467600"/>
              <a:gd name="connsiteY942" fmla="*/ 9480 h 6858000"/>
              <a:gd name="connsiteX943" fmla="*/ 1214634 w 7467600"/>
              <a:gd name="connsiteY943" fmla="*/ 0 h 6858000"/>
              <a:gd name="connsiteX944" fmla="*/ 1289827 w 7467600"/>
              <a:gd name="connsiteY944" fmla="*/ 0 h 6858000"/>
              <a:gd name="connsiteX945" fmla="*/ 1321076 w 7467600"/>
              <a:gd name="connsiteY945" fmla="*/ 59722 h 6858000"/>
              <a:gd name="connsiteX946" fmla="*/ 1512579 w 7467600"/>
              <a:gd name="connsiteY946" fmla="*/ 626441 h 6858000"/>
              <a:gd name="connsiteX947" fmla="*/ 1506076 w 7467600"/>
              <a:gd name="connsiteY947" fmla="*/ 1089289 h 6858000"/>
              <a:gd name="connsiteX948" fmla="*/ 1486346 w 7467600"/>
              <a:gd name="connsiteY948" fmla="*/ 1079919 h 6858000"/>
              <a:gd name="connsiteX949" fmla="*/ 1070511 w 7467600"/>
              <a:gd name="connsiteY949" fmla="*/ 48609 h 6858000"/>
              <a:gd name="connsiteX950" fmla="*/ 1057230 w 7467600"/>
              <a:gd name="connsiteY950" fmla="*/ 0 h 6858000"/>
              <a:gd name="connsiteX951" fmla="*/ 43151 w 7467600"/>
              <a:gd name="connsiteY951" fmla="*/ 0 h 6858000"/>
              <a:gd name="connsiteX952" fmla="*/ 95283 w 7467600"/>
              <a:gd name="connsiteY952" fmla="*/ 0 h 6858000"/>
              <a:gd name="connsiteX953" fmla="*/ 300708 w 7467600"/>
              <a:gd name="connsiteY953" fmla="*/ 154571 h 6858000"/>
              <a:gd name="connsiteX954" fmla="*/ 530414 w 7467600"/>
              <a:gd name="connsiteY954" fmla="*/ 354673 h 6858000"/>
              <a:gd name="connsiteX955" fmla="*/ 333785 w 7467600"/>
              <a:gd name="connsiteY955" fmla="*/ 161564 h 6858000"/>
              <a:gd name="connsiteX956" fmla="*/ 147005 w 7467600"/>
              <a:gd name="connsiteY956" fmla="*/ 0 h 6858000"/>
              <a:gd name="connsiteX957" fmla="*/ 272509 w 7467600"/>
              <a:gd name="connsiteY957" fmla="*/ 0 h 6858000"/>
              <a:gd name="connsiteX958" fmla="*/ 326276 w 7467600"/>
              <a:gd name="connsiteY958" fmla="*/ 45847 h 6858000"/>
              <a:gd name="connsiteX959" fmla="*/ 823759 w 7467600"/>
              <a:gd name="connsiteY959" fmla="*/ 574145 h 6858000"/>
              <a:gd name="connsiteX960" fmla="*/ 811254 w 7467600"/>
              <a:gd name="connsiteY960" fmla="*/ 665546 h 6858000"/>
              <a:gd name="connsiteX961" fmla="*/ 154042 w 7467600"/>
              <a:gd name="connsiteY961" fmla="*/ 261522 h 6858000"/>
              <a:gd name="connsiteX962" fmla="*/ 13550 w 7467600"/>
              <a:gd name="connsiteY962" fmla="*/ 158423 h 6858000"/>
              <a:gd name="connsiteX963" fmla="*/ 0 w 7467600"/>
              <a:gd name="connsiteY963" fmla="*/ 146618 h 6858000"/>
              <a:gd name="connsiteX964" fmla="*/ 0 w 7467600"/>
              <a:gd name="connsiteY964" fmla="*/ 59161 h 6858000"/>
              <a:gd name="connsiteX965" fmla="*/ 45427 w 7467600"/>
              <a:gd name="connsiteY965" fmla="*/ 101078 h 6858000"/>
              <a:gd name="connsiteX966" fmla="*/ 630103 w 7467600"/>
              <a:gd name="connsiteY966" fmla="*/ 485885 h 6858000"/>
              <a:gd name="connsiteX967" fmla="*/ 532040 w 7467600"/>
              <a:gd name="connsiteY967" fmla="*/ 399359 h 6858000"/>
              <a:gd name="connsiteX968" fmla="*/ 517618 w 7467600"/>
              <a:gd name="connsiteY968" fmla="*/ 385726 h 6858000"/>
              <a:gd name="connsiteX969" fmla="*/ 285074 w 7467600"/>
              <a:gd name="connsiteY969" fmla="*/ 182755 h 6858000"/>
              <a:gd name="connsiteX970" fmla="*/ 43151 w 7467600"/>
              <a:gd name="connsiteY97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1456157 w 7467600"/>
              <a:gd name="connsiteY91" fmla="*/ 5371404 h 6858000"/>
              <a:gd name="connsiteX92" fmla="*/ 1244432 w 7467600"/>
              <a:gd name="connsiteY92" fmla="*/ 5385601 h 6858000"/>
              <a:gd name="connsiteX93" fmla="*/ 973990 w 7467600"/>
              <a:gd name="connsiteY93" fmla="*/ 5424940 h 6858000"/>
              <a:gd name="connsiteX94" fmla="*/ 1103809 w 7467600"/>
              <a:gd name="connsiteY94" fmla="*/ 5433720 h 6858000"/>
              <a:gd name="connsiteX95" fmla="*/ 1123454 w 7467600"/>
              <a:gd name="connsiteY95" fmla="*/ 5435727 h 6858000"/>
              <a:gd name="connsiteX96" fmla="*/ 1737017 w 7467600"/>
              <a:gd name="connsiteY96" fmla="*/ 5452183 h 6858000"/>
              <a:gd name="connsiteX97" fmla="*/ 1824397 w 7467600"/>
              <a:gd name="connsiteY97" fmla="*/ 5447757 h 6858000"/>
              <a:gd name="connsiteX98" fmla="*/ 2070059 w 7467600"/>
              <a:gd name="connsiteY98" fmla="*/ 5441660 h 6858000"/>
              <a:gd name="connsiteX99" fmla="*/ 1456157 w 7467600"/>
              <a:gd name="connsiteY99" fmla="*/ 5371404 h 6858000"/>
              <a:gd name="connsiteX100" fmla="*/ 4988186 w 7467600"/>
              <a:gd name="connsiteY100" fmla="*/ 5216467 h 6858000"/>
              <a:gd name="connsiteX101" fmla="*/ 4777334 w 7467600"/>
              <a:gd name="connsiteY101" fmla="*/ 5406072 h 6858000"/>
              <a:gd name="connsiteX102" fmla="*/ 4718341 w 7467600"/>
              <a:gd name="connsiteY102" fmla="*/ 5468043 h 6858000"/>
              <a:gd name="connsiteX103" fmla="*/ 4604655 w 7467600"/>
              <a:gd name="connsiteY103" fmla="*/ 5583434 h 6858000"/>
              <a:gd name="connsiteX104" fmla="*/ 4565074 w 7467600"/>
              <a:gd name="connsiteY104" fmla="*/ 5618550 h 6858000"/>
              <a:gd name="connsiteX105" fmla="*/ 4988186 w 7467600"/>
              <a:gd name="connsiteY105" fmla="*/ 5216467 h 6858000"/>
              <a:gd name="connsiteX106" fmla="*/ 4978032 w 7467600"/>
              <a:gd name="connsiteY106" fmla="*/ 5183809 h 6858000"/>
              <a:gd name="connsiteX107" fmla="*/ 4463413 w 7467600"/>
              <a:gd name="connsiteY107" fmla="*/ 5615162 h 6858000"/>
              <a:gd name="connsiteX108" fmla="*/ 4358134 w 7467600"/>
              <a:gd name="connsiteY108" fmla="*/ 5742791 h 6858000"/>
              <a:gd name="connsiteX109" fmla="*/ 4376219 w 7467600"/>
              <a:gd name="connsiteY109" fmla="*/ 5729027 h 6858000"/>
              <a:gd name="connsiteX110" fmla="*/ 4582340 w 7467600"/>
              <a:gd name="connsiteY110" fmla="*/ 5561037 h 6858000"/>
              <a:gd name="connsiteX111" fmla="*/ 4694684 w 7467600"/>
              <a:gd name="connsiteY111" fmla="*/ 5447098 h 6858000"/>
              <a:gd name="connsiteX112" fmla="*/ 4754123 w 7467600"/>
              <a:gd name="connsiteY112" fmla="*/ 5384643 h 6858000"/>
              <a:gd name="connsiteX113" fmla="*/ 4978032 w 7467600"/>
              <a:gd name="connsiteY113" fmla="*/ 5183809 h 6858000"/>
              <a:gd name="connsiteX114" fmla="*/ 1903353 w 7467600"/>
              <a:gd name="connsiteY114" fmla="*/ 5044827 h 6858000"/>
              <a:gd name="connsiteX115" fmla="*/ 1936931 w 7467600"/>
              <a:gd name="connsiteY115" fmla="*/ 5093954 h 6858000"/>
              <a:gd name="connsiteX116" fmla="*/ 2195868 w 7467600"/>
              <a:gd name="connsiteY116" fmla="*/ 5396574 h 6858000"/>
              <a:gd name="connsiteX117" fmla="*/ 2088852 w 7467600"/>
              <a:gd name="connsiteY117" fmla="*/ 5166123 h 6858000"/>
              <a:gd name="connsiteX118" fmla="*/ 1958241 w 7467600"/>
              <a:gd name="connsiteY118" fmla="*/ 5067955 h 6858000"/>
              <a:gd name="connsiteX119" fmla="*/ 1903353 w 7467600"/>
              <a:gd name="connsiteY119" fmla="*/ 5044827 h 6858000"/>
              <a:gd name="connsiteX120" fmla="*/ 1979378 w 7467600"/>
              <a:gd name="connsiteY120" fmla="*/ 4769504 h 6858000"/>
              <a:gd name="connsiteX121" fmla="*/ 2882120 w 7467600"/>
              <a:gd name="connsiteY121" fmla="*/ 5064547 h 6858000"/>
              <a:gd name="connsiteX122" fmla="*/ 2793103 w 7467600"/>
              <a:gd name="connsiteY122" fmla="*/ 5039699 h 6858000"/>
              <a:gd name="connsiteX123" fmla="*/ 2770041 w 7467600"/>
              <a:gd name="connsiteY123" fmla="*/ 5033634 h 6858000"/>
              <a:gd name="connsiteX124" fmla="*/ 1979378 w 7467600"/>
              <a:gd name="connsiteY124" fmla="*/ 4769504 h 6858000"/>
              <a:gd name="connsiteX125" fmla="*/ 1927410 w 7467600"/>
              <a:gd name="connsiteY125" fmla="*/ 4716164 h 6858000"/>
              <a:gd name="connsiteX126" fmla="*/ 1959587 w 7467600"/>
              <a:gd name="connsiteY126" fmla="*/ 4728849 h 6858000"/>
              <a:gd name="connsiteX127" fmla="*/ 2777707 w 7467600"/>
              <a:gd name="connsiteY127" fmla="*/ 5003991 h 6858000"/>
              <a:gd name="connsiteX128" fmla="*/ 2800768 w 7467600"/>
              <a:gd name="connsiteY128" fmla="*/ 5010056 h 6858000"/>
              <a:gd name="connsiteX129" fmla="*/ 2879408 w 7467600"/>
              <a:gd name="connsiteY129" fmla="*/ 5031590 h 6858000"/>
              <a:gd name="connsiteX130" fmla="*/ 2862295 w 7467600"/>
              <a:gd name="connsiteY130" fmla="*/ 5022958 h 6858000"/>
              <a:gd name="connsiteX131" fmla="*/ 2813343 w 7467600"/>
              <a:gd name="connsiteY131" fmla="*/ 4998369 h 6858000"/>
              <a:gd name="connsiteX132" fmla="*/ 2646245 w 7467600"/>
              <a:gd name="connsiteY132" fmla="*/ 4930999 h 6858000"/>
              <a:gd name="connsiteX133" fmla="*/ 1999243 w 7467600"/>
              <a:gd name="connsiteY133" fmla="*/ 4730524 h 6858000"/>
              <a:gd name="connsiteX134" fmla="*/ 1979527 w 7467600"/>
              <a:gd name="connsiteY134" fmla="*/ 4726651 h 6858000"/>
              <a:gd name="connsiteX135" fmla="*/ 1927410 w 7467600"/>
              <a:gd name="connsiteY135" fmla="*/ 4716164 h 6858000"/>
              <a:gd name="connsiteX136" fmla="*/ 1997014 w 7467600"/>
              <a:gd name="connsiteY136" fmla="*/ 4698007 h 6858000"/>
              <a:gd name="connsiteX137" fmla="*/ 2005458 w 7467600"/>
              <a:gd name="connsiteY137" fmla="*/ 4699540 h 6858000"/>
              <a:gd name="connsiteX138" fmla="*/ 2657186 w 7467600"/>
              <a:gd name="connsiteY138" fmla="*/ 4901687 h 6858000"/>
              <a:gd name="connsiteX139" fmla="*/ 2826662 w 7467600"/>
              <a:gd name="connsiteY139" fmla="*/ 4970362 h 6858000"/>
              <a:gd name="connsiteX140" fmla="*/ 2876100 w 7467600"/>
              <a:gd name="connsiteY140" fmla="*/ 4995397 h 6858000"/>
              <a:gd name="connsiteX141" fmla="*/ 3042600 w 7467600"/>
              <a:gd name="connsiteY141" fmla="*/ 5059532 h 6858000"/>
              <a:gd name="connsiteX142" fmla="*/ 1997014 w 7467600"/>
              <a:gd name="connsiteY142" fmla="*/ 4698007 h 6858000"/>
              <a:gd name="connsiteX143" fmla="*/ 2305292 w 7467600"/>
              <a:gd name="connsiteY143" fmla="*/ 4219492 h 6858000"/>
              <a:gd name="connsiteX144" fmla="*/ 3360922 w 7467600"/>
              <a:gd name="connsiteY144" fmla="*/ 4529373 h 6858000"/>
              <a:gd name="connsiteX145" fmla="*/ 3492420 w 7467600"/>
              <a:gd name="connsiteY145" fmla="*/ 4510145 h 6858000"/>
              <a:gd name="connsiteX146" fmla="*/ 3364086 w 7467600"/>
              <a:gd name="connsiteY146" fmla="*/ 4480340 h 6858000"/>
              <a:gd name="connsiteX147" fmla="*/ 3225818 w 7467600"/>
              <a:gd name="connsiteY147" fmla="*/ 4411822 h 6858000"/>
              <a:gd name="connsiteX148" fmla="*/ 3129696 w 7467600"/>
              <a:gd name="connsiteY148" fmla="*/ 4360704 h 6858000"/>
              <a:gd name="connsiteX149" fmla="*/ 2814545 w 7467600"/>
              <a:gd name="connsiteY149" fmla="*/ 4282955 h 6858000"/>
              <a:gd name="connsiteX150" fmla="*/ 2305292 w 7467600"/>
              <a:gd name="connsiteY150" fmla="*/ 4219492 h 6858000"/>
              <a:gd name="connsiteX151" fmla="*/ 2626982 w 7467600"/>
              <a:gd name="connsiteY151" fmla="*/ 4206450 h 6858000"/>
              <a:gd name="connsiteX152" fmla="*/ 2490617 w 7467600"/>
              <a:gd name="connsiteY152" fmla="*/ 4206951 h 6858000"/>
              <a:gd name="connsiteX153" fmla="*/ 2819869 w 7467600"/>
              <a:gd name="connsiteY153" fmla="*/ 4252936 h 6858000"/>
              <a:gd name="connsiteX154" fmla="*/ 3143018 w 7467600"/>
              <a:gd name="connsiteY154" fmla="*/ 4332698 h 6858000"/>
              <a:gd name="connsiteX155" fmla="*/ 3241520 w 7467600"/>
              <a:gd name="connsiteY155" fmla="*/ 4385112 h 6858000"/>
              <a:gd name="connsiteX156" fmla="*/ 3374575 w 7467600"/>
              <a:gd name="connsiteY156" fmla="*/ 4451517 h 6858000"/>
              <a:gd name="connsiteX157" fmla="*/ 3505221 w 7467600"/>
              <a:gd name="connsiteY157" fmla="*/ 4480757 h 6858000"/>
              <a:gd name="connsiteX158" fmla="*/ 2626982 w 7467600"/>
              <a:gd name="connsiteY158" fmla="*/ 4206450 h 6858000"/>
              <a:gd name="connsiteX159" fmla="*/ 1310106 w 7467600"/>
              <a:gd name="connsiteY159" fmla="*/ 3943217 h 6858000"/>
              <a:gd name="connsiteX160" fmla="*/ 854994 w 7467600"/>
              <a:gd name="connsiteY160" fmla="*/ 4399136 h 6858000"/>
              <a:gd name="connsiteX161" fmla="*/ 742462 w 7467600"/>
              <a:gd name="connsiteY161" fmla="*/ 4594648 h 6858000"/>
              <a:gd name="connsiteX162" fmla="*/ 820602 w 7467600"/>
              <a:gd name="connsiteY162" fmla="*/ 4485915 h 6858000"/>
              <a:gd name="connsiteX163" fmla="*/ 878295 w 7467600"/>
              <a:gd name="connsiteY163" fmla="*/ 4403594 h 6858000"/>
              <a:gd name="connsiteX164" fmla="*/ 1240607 w 7467600"/>
              <a:gd name="connsiteY164" fmla="*/ 4010401 h 6858000"/>
              <a:gd name="connsiteX165" fmla="*/ 1310106 w 7467600"/>
              <a:gd name="connsiteY165" fmla="*/ 3943217 h 6858000"/>
              <a:gd name="connsiteX166" fmla="*/ 1423113 w 7467600"/>
              <a:gd name="connsiteY166" fmla="*/ 3874565 h 6858000"/>
              <a:gd name="connsiteX167" fmla="*/ 1260565 w 7467600"/>
              <a:gd name="connsiteY167" fmla="*/ 4031982 h 6858000"/>
              <a:gd name="connsiteX168" fmla="*/ 901900 w 7467600"/>
              <a:gd name="connsiteY168" fmla="*/ 4421236 h 6858000"/>
              <a:gd name="connsiteX169" fmla="*/ 845044 w 7467600"/>
              <a:gd name="connsiteY169" fmla="*/ 4502436 h 6858000"/>
              <a:gd name="connsiteX170" fmla="*/ 685926 w 7467600"/>
              <a:gd name="connsiteY170" fmla="*/ 4703069 h 6858000"/>
              <a:gd name="connsiteX171" fmla="*/ 684248 w 7467600"/>
              <a:gd name="connsiteY171" fmla="*/ 4706721 h 6858000"/>
              <a:gd name="connsiteX172" fmla="*/ 1423113 w 7467600"/>
              <a:gd name="connsiteY172" fmla="*/ 3874565 h 6858000"/>
              <a:gd name="connsiteX173" fmla="*/ 3316479 w 7467600"/>
              <a:gd name="connsiteY173" fmla="*/ 3872136 h 6858000"/>
              <a:gd name="connsiteX174" fmla="*/ 3546806 w 7467600"/>
              <a:gd name="connsiteY174" fmla="*/ 4356139 h 6858000"/>
              <a:gd name="connsiteX175" fmla="*/ 3364433 w 7467600"/>
              <a:gd name="connsiteY175" fmla="*/ 3953121 h 6858000"/>
              <a:gd name="connsiteX176" fmla="*/ 3316479 w 7467600"/>
              <a:gd name="connsiteY176" fmla="*/ 3872136 h 6858000"/>
              <a:gd name="connsiteX177" fmla="*/ 3291335 w 7467600"/>
              <a:gd name="connsiteY177" fmla="*/ 3767420 h 6858000"/>
              <a:gd name="connsiteX178" fmla="*/ 3390805 w 7467600"/>
              <a:gd name="connsiteY178" fmla="*/ 3937163 h 6858000"/>
              <a:gd name="connsiteX179" fmla="*/ 3579062 w 7467600"/>
              <a:gd name="connsiteY179" fmla="*/ 4359040 h 6858000"/>
              <a:gd name="connsiteX180" fmla="*/ 3467355 w 7467600"/>
              <a:gd name="connsiteY180" fmla="*/ 3988130 h 6858000"/>
              <a:gd name="connsiteX181" fmla="*/ 3310753 w 7467600"/>
              <a:gd name="connsiteY181" fmla="*/ 3787140 h 6858000"/>
              <a:gd name="connsiteX182" fmla="*/ 3291335 w 7467600"/>
              <a:gd name="connsiteY182" fmla="*/ 3767420 h 6858000"/>
              <a:gd name="connsiteX183" fmla="*/ 1635889 w 7467600"/>
              <a:gd name="connsiteY183" fmla="*/ 3709494 h 6858000"/>
              <a:gd name="connsiteX184" fmla="*/ 1634800 w 7467600"/>
              <a:gd name="connsiteY184" fmla="*/ 3731111 h 6858000"/>
              <a:gd name="connsiteX185" fmla="*/ 1635889 w 7467600"/>
              <a:gd name="connsiteY185" fmla="*/ 3709494 h 6858000"/>
              <a:gd name="connsiteX186" fmla="*/ 1510397 w 7467600"/>
              <a:gd name="connsiteY186" fmla="*/ 3684705 h 6858000"/>
              <a:gd name="connsiteX187" fmla="*/ 1146550 w 7467600"/>
              <a:gd name="connsiteY187" fmla="*/ 3802012 h 6858000"/>
              <a:gd name="connsiteX188" fmla="*/ 698834 w 7467600"/>
              <a:gd name="connsiteY188" fmla="*/ 3952272 h 6858000"/>
              <a:gd name="connsiteX189" fmla="*/ 34256 w 7467600"/>
              <a:gd name="connsiteY189" fmla="*/ 4347603 h 6858000"/>
              <a:gd name="connsiteX190" fmla="*/ 527241 w 7467600"/>
              <a:gd name="connsiteY190" fmla="*/ 4065078 h 6858000"/>
              <a:gd name="connsiteX191" fmla="*/ 1510397 w 7467600"/>
              <a:gd name="connsiteY191" fmla="*/ 3684705 h 6858000"/>
              <a:gd name="connsiteX192" fmla="*/ 1313114 w 7467600"/>
              <a:gd name="connsiteY192" fmla="*/ 3655216 h 6858000"/>
              <a:gd name="connsiteX193" fmla="*/ 1109304 w 7467600"/>
              <a:gd name="connsiteY193" fmla="*/ 3669030 h 6858000"/>
              <a:gd name="connsiteX194" fmla="*/ 8129 w 7467600"/>
              <a:gd name="connsiteY194" fmla="*/ 4330519 h 6858000"/>
              <a:gd name="connsiteX195" fmla="*/ 687572 w 7467600"/>
              <a:gd name="connsiteY195" fmla="*/ 3925629 h 6858000"/>
              <a:gd name="connsiteX196" fmla="*/ 1138365 w 7467600"/>
              <a:gd name="connsiteY196" fmla="*/ 3774515 h 6858000"/>
              <a:gd name="connsiteX197" fmla="*/ 1505579 w 7467600"/>
              <a:gd name="connsiteY197" fmla="*/ 3655526 h 6858000"/>
              <a:gd name="connsiteX198" fmla="*/ 1313114 w 7467600"/>
              <a:gd name="connsiteY198" fmla="*/ 3655216 h 6858000"/>
              <a:gd name="connsiteX199" fmla="*/ 3655073 w 7467600"/>
              <a:gd name="connsiteY199" fmla="*/ 3650884 h 6858000"/>
              <a:gd name="connsiteX200" fmla="*/ 3989938 w 7467600"/>
              <a:gd name="connsiteY200" fmla="*/ 3991685 h 6858000"/>
              <a:gd name="connsiteX201" fmla="*/ 4393907 w 7467600"/>
              <a:gd name="connsiteY201" fmla="*/ 4261258 h 6858000"/>
              <a:gd name="connsiteX202" fmla="*/ 4648051 w 7467600"/>
              <a:gd name="connsiteY202" fmla="*/ 4374051 h 6858000"/>
              <a:gd name="connsiteX203" fmla="*/ 4383389 w 7467600"/>
              <a:gd name="connsiteY203" fmla="*/ 4184369 h 6858000"/>
              <a:gd name="connsiteX204" fmla="*/ 4165508 w 7467600"/>
              <a:gd name="connsiteY204" fmla="*/ 4035196 h 6858000"/>
              <a:gd name="connsiteX205" fmla="*/ 4068162 w 7467600"/>
              <a:gd name="connsiteY205" fmla="*/ 3953394 h 6858000"/>
              <a:gd name="connsiteX206" fmla="*/ 3981416 w 7467600"/>
              <a:gd name="connsiteY206" fmla="*/ 3880482 h 6858000"/>
              <a:gd name="connsiteX207" fmla="*/ 3800147 w 7467600"/>
              <a:gd name="connsiteY207" fmla="*/ 3749872 h 6858000"/>
              <a:gd name="connsiteX208" fmla="*/ 3655073 w 7467600"/>
              <a:gd name="connsiteY208" fmla="*/ 3650884 h 6858000"/>
              <a:gd name="connsiteX209" fmla="*/ 3670252 w 7467600"/>
              <a:gd name="connsiteY209" fmla="*/ 3622798 h 6858000"/>
              <a:gd name="connsiteX210" fmla="*/ 3817258 w 7467600"/>
              <a:gd name="connsiteY210" fmla="*/ 3723577 h 6858000"/>
              <a:gd name="connsiteX211" fmla="*/ 4000461 w 7467600"/>
              <a:gd name="connsiteY211" fmla="*/ 3855966 h 6858000"/>
              <a:gd name="connsiteX212" fmla="*/ 4088180 w 7467600"/>
              <a:gd name="connsiteY212" fmla="*/ 3929774 h 6858000"/>
              <a:gd name="connsiteX213" fmla="*/ 4184555 w 7467600"/>
              <a:gd name="connsiteY213" fmla="*/ 4010683 h 6858000"/>
              <a:gd name="connsiteX214" fmla="*/ 4399563 w 7467600"/>
              <a:gd name="connsiteY214" fmla="*/ 4158106 h 6858000"/>
              <a:gd name="connsiteX215" fmla="*/ 4684469 w 7467600"/>
              <a:gd name="connsiteY215" fmla="*/ 4364680 h 6858000"/>
              <a:gd name="connsiteX216" fmla="*/ 4690271 w 7467600"/>
              <a:gd name="connsiteY216" fmla="*/ 4370034 h 6858000"/>
              <a:gd name="connsiteX217" fmla="*/ 4136093 w 7467600"/>
              <a:gd name="connsiteY217" fmla="*/ 3858466 h 6858000"/>
              <a:gd name="connsiteX218" fmla="*/ 3670252 w 7467600"/>
              <a:gd name="connsiteY218" fmla="*/ 3622798 h 6858000"/>
              <a:gd name="connsiteX219" fmla="*/ 4440129 w 7467600"/>
              <a:gd name="connsiteY219" fmla="*/ 3448571 h 6858000"/>
              <a:gd name="connsiteX220" fmla="*/ 4856525 w 7467600"/>
              <a:gd name="connsiteY220" fmla="*/ 3915351 h 6858000"/>
              <a:gd name="connsiteX221" fmla="*/ 5059055 w 7467600"/>
              <a:gd name="connsiteY221" fmla="*/ 4108918 h 6858000"/>
              <a:gd name="connsiteX222" fmla="*/ 5290070 w 7467600"/>
              <a:gd name="connsiteY222" fmla="*/ 4263619 h 6858000"/>
              <a:gd name="connsiteX223" fmla="*/ 4834991 w 7467600"/>
              <a:gd name="connsiteY223" fmla="*/ 3830985 h 6858000"/>
              <a:gd name="connsiteX224" fmla="*/ 4440129 w 7467600"/>
              <a:gd name="connsiteY224" fmla="*/ 3448571 h 6858000"/>
              <a:gd name="connsiteX225" fmla="*/ 4441737 w 7467600"/>
              <a:gd name="connsiteY225" fmla="*/ 3399734 h 6858000"/>
              <a:gd name="connsiteX226" fmla="*/ 4431236 w 7467600"/>
              <a:gd name="connsiteY226" fmla="*/ 3400954 h 6858000"/>
              <a:gd name="connsiteX227" fmla="*/ 4557150 w 7467600"/>
              <a:gd name="connsiteY227" fmla="*/ 3510023 h 6858000"/>
              <a:gd name="connsiteX228" fmla="*/ 4856936 w 7467600"/>
              <a:gd name="connsiteY228" fmla="*/ 3809146 h 6858000"/>
              <a:gd name="connsiteX229" fmla="*/ 5111996 w 7467600"/>
              <a:gd name="connsiteY229" fmla="*/ 4065759 h 6858000"/>
              <a:gd name="connsiteX230" fmla="*/ 5388878 w 7467600"/>
              <a:gd name="connsiteY230" fmla="*/ 4300185 h 6858000"/>
              <a:gd name="connsiteX231" fmla="*/ 5425556 w 7467600"/>
              <a:gd name="connsiteY231" fmla="*/ 4308967 h 6858000"/>
              <a:gd name="connsiteX232" fmla="*/ 4943646 w 7467600"/>
              <a:gd name="connsiteY232" fmla="*/ 3822916 h 6858000"/>
              <a:gd name="connsiteX233" fmla="*/ 4594837 w 7467600"/>
              <a:gd name="connsiteY233" fmla="*/ 3532274 h 6858000"/>
              <a:gd name="connsiteX234" fmla="*/ 4441737 w 7467600"/>
              <a:gd name="connsiteY234" fmla="*/ 3399734 h 6858000"/>
              <a:gd name="connsiteX235" fmla="*/ 5425834 w 7467600"/>
              <a:gd name="connsiteY235" fmla="*/ 3162785 h 6858000"/>
              <a:gd name="connsiteX236" fmla="*/ 5401644 w 7467600"/>
              <a:gd name="connsiteY236" fmla="*/ 3617847 h 6858000"/>
              <a:gd name="connsiteX237" fmla="*/ 5467256 w 7467600"/>
              <a:gd name="connsiteY237" fmla="*/ 4175494 h 6858000"/>
              <a:gd name="connsiteX238" fmla="*/ 5448069 w 7467600"/>
              <a:gd name="connsiteY238" fmla="*/ 3567554 h 6858000"/>
              <a:gd name="connsiteX239" fmla="*/ 5425834 w 7467600"/>
              <a:gd name="connsiteY239" fmla="*/ 3162785 h 6858000"/>
              <a:gd name="connsiteX240" fmla="*/ 1318687 w 7467600"/>
              <a:gd name="connsiteY240" fmla="*/ 3113840 h 6858000"/>
              <a:gd name="connsiteX241" fmla="*/ 1066793 w 7467600"/>
              <a:gd name="connsiteY241" fmla="*/ 3212171 h 6858000"/>
              <a:gd name="connsiteX242" fmla="*/ 993319 w 7467600"/>
              <a:gd name="connsiteY242" fmla="*/ 3247648 h 6858000"/>
              <a:gd name="connsiteX243" fmla="*/ 853081 w 7467600"/>
              <a:gd name="connsiteY243" fmla="*/ 3312410 h 6858000"/>
              <a:gd name="connsiteX244" fmla="*/ 805957 w 7467600"/>
              <a:gd name="connsiteY244" fmla="*/ 3330443 h 6858000"/>
              <a:gd name="connsiteX245" fmla="*/ 1318687 w 7467600"/>
              <a:gd name="connsiteY245" fmla="*/ 3113840 h 6858000"/>
              <a:gd name="connsiteX246" fmla="*/ 5453702 w 7467600"/>
              <a:gd name="connsiteY246" fmla="*/ 3090882 h 6858000"/>
              <a:gd name="connsiteX247" fmla="*/ 5480135 w 7467600"/>
              <a:gd name="connsiteY247" fmla="*/ 3565802 h 6858000"/>
              <a:gd name="connsiteX248" fmla="*/ 5499023 w 7467600"/>
              <a:gd name="connsiteY248" fmla="*/ 4166310 h 6858000"/>
              <a:gd name="connsiteX249" fmla="*/ 5547022 w 7467600"/>
              <a:gd name="connsiteY249" fmla="*/ 3607838 h 6858000"/>
              <a:gd name="connsiteX250" fmla="*/ 5515964 w 7467600"/>
              <a:gd name="connsiteY250" fmla="*/ 3378541 h 6858000"/>
              <a:gd name="connsiteX251" fmla="*/ 5453702 w 7467600"/>
              <a:gd name="connsiteY251" fmla="*/ 3090882 h 6858000"/>
              <a:gd name="connsiteX252" fmla="*/ 1238695 w 7467600"/>
              <a:gd name="connsiteY252" fmla="*/ 3076820 h 6858000"/>
              <a:gd name="connsiteX253" fmla="*/ 716371 w 7467600"/>
              <a:gd name="connsiteY253" fmla="*/ 3293249 h 6858000"/>
              <a:gd name="connsiteX254" fmla="*/ 579522 w 7467600"/>
              <a:gd name="connsiteY254" fmla="*/ 3371759 h 6858000"/>
              <a:gd name="connsiteX255" fmla="*/ 600288 w 7467600"/>
              <a:gd name="connsiteY255" fmla="*/ 3365555 h 6858000"/>
              <a:gd name="connsiteX256" fmla="*/ 840692 w 7467600"/>
              <a:gd name="connsiteY256" fmla="*/ 3284921 h 6858000"/>
              <a:gd name="connsiteX257" fmla="*/ 979248 w 7467600"/>
              <a:gd name="connsiteY257" fmla="*/ 3221003 h 6858000"/>
              <a:gd name="connsiteX258" fmla="*/ 1053282 w 7467600"/>
              <a:gd name="connsiteY258" fmla="*/ 3185247 h 6858000"/>
              <a:gd name="connsiteX259" fmla="*/ 1320603 w 7467600"/>
              <a:gd name="connsiteY259" fmla="*/ 3081281 h 6858000"/>
              <a:gd name="connsiteX260" fmla="*/ 1238695 w 7467600"/>
              <a:gd name="connsiteY260" fmla="*/ 3076820 h 6858000"/>
              <a:gd name="connsiteX261" fmla="*/ 5425627 w 7467600"/>
              <a:gd name="connsiteY261" fmla="*/ 2954192 h 6858000"/>
              <a:gd name="connsiteX262" fmla="*/ 5470770 w 7467600"/>
              <a:gd name="connsiteY262" fmla="*/ 3005435 h 6858000"/>
              <a:gd name="connsiteX263" fmla="*/ 5519779 w 7467600"/>
              <a:gd name="connsiteY263" fmla="*/ 4359223 h 6858000"/>
              <a:gd name="connsiteX264" fmla="*/ 5520293 w 7467600"/>
              <a:gd name="connsiteY264" fmla="*/ 4360602 h 6858000"/>
              <a:gd name="connsiteX265" fmla="*/ 5767221 w 7467600"/>
              <a:gd name="connsiteY265" fmla="*/ 4665564 h 6858000"/>
              <a:gd name="connsiteX266" fmla="*/ 6937169 w 7467600"/>
              <a:gd name="connsiteY266" fmla="*/ 4815941 h 6858000"/>
              <a:gd name="connsiteX267" fmla="*/ 6953922 w 7467600"/>
              <a:gd name="connsiteY267" fmla="*/ 4890068 h 6858000"/>
              <a:gd name="connsiteX268" fmla="*/ 6071359 w 7467600"/>
              <a:gd name="connsiteY268" fmla="*/ 4770770 h 6858000"/>
              <a:gd name="connsiteX269" fmla="*/ 6038839 w 7467600"/>
              <a:gd name="connsiteY269" fmla="*/ 4764474 h 6858000"/>
              <a:gd name="connsiteX270" fmla="*/ 6038706 w 7467600"/>
              <a:gd name="connsiteY270" fmla="*/ 4763847 h 6858000"/>
              <a:gd name="connsiteX271" fmla="*/ 6037784 w 7467600"/>
              <a:gd name="connsiteY271" fmla="*/ 4764270 h 6858000"/>
              <a:gd name="connsiteX272" fmla="*/ 6038839 w 7467600"/>
              <a:gd name="connsiteY272" fmla="*/ 4764474 h 6858000"/>
              <a:gd name="connsiteX273" fmla="*/ 6040338 w 7467600"/>
              <a:gd name="connsiteY273" fmla="*/ 4771418 h 6858000"/>
              <a:gd name="connsiteX274" fmla="*/ 6024488 w 7467600"/>
              <a:gd name="connsiteY274" fmla="*/ 4809903 h 6858000"/>
              <a:gd name="connsiteX275" fmla="*/ 5599771 w 7467600"/>
              <a:gd name="connsiteY275" fmla="*/ 5509652 h 6858000"/>
              <a:gd name="connsiteX276" fmla="*/ 5548843 w 7467600"/>
              <a:gd name="connsiteY276" fmla="*/ 5563845 h 6858000"/>
              <a:gd name="connsiteX277" fmla="*/ 5940952 w 7467600"/>
              <a:gd name="connsiteY277" fmla="*/ 6250028 h 6858000"/>
              <a:gd name="connsiteX278" fmla="*/ 6043441 w 7467600"/>
              <a:gd name="connsiteY278" fmla="*/ 6665847 h 6858000"/>
              <a:gd name="connsiteX279" fmla="*/ 6093432 w 7467600"/>
              <a:gd name="connsiteY279" fmla="*/ 6858000 h 6858000"/>
              <a:gd name="connsiteX280" fmla="*/ 6034344 w 7467600"/>
              <a:gd name="connsiteY280" fmla="*/ 6858000 h 6858000"/>
              <a:gd name="connsiteX281" fmla="*/ 6026679 w 7467600"/>
              <a:gd name="connsiteY281" fmla="*/ 6836959 h 6858000"/>
              <a:gd name="connsiteX282" fmla="*/ 5800441 w 7467600"/>
              <a:gd name="connsiteY282" fmla="*/ 6335286 h 6858000"/>
              <a:gd name="connsiteX283" fmla="*/ 5526562 w 7467600"/>
              <a:gd name="connsiteY283" fmla="*/ 5705388 h 6858000"/>
              <a:gd name="connsiteX284" fmla="*/ 5519640 w 7467600"/>
              <a:gd name="connsiteY284" fmla="*/ 5683774 h 6858000"/>
              <a:gd name="connsiteX285" fmla="*/ 5844559 w 7467600"/>
              <a:gd name="connsiteY285" fmla="*/ 6553349 h 6858000"/>
              <a:gd name="connsiteX286" fmla="*/ 5975994 w 7467600"/>
              <a:gd name="connsiteY286" fmla="*/ 6858000 h 6858000"/>
              <a:gd name="connsiteX287" fmla="*/ 5898547 w 7467600"/>
              <a:gd name="connsiteY287" fmla="*/ 6858000 h 6858000"/>
              <a:gd name="connsiteX288" fmla="*/ 5682041 w 7467600"/>
              <a:gd name="connsiteY288" fmla="*/ 6355860 h 6858000"/>
              <a:gd name="connsiteX289" fmla="*/ 5461758 w 7467600"/>
              <a:gd name="connsiteY289" fmla="*/ 5820220 h 6858000"/>
              <a:gd name="connsiteX290" fmla="*/ 5237282 w 7467600"/>
              <a:gd name="connsiteY290" fmla="*/ 6579086 h 6858000"/>
              <a:gd name="connsiteX291" fmla="*/ 5115009 w 7467600"/>
              <a:gd name="connsiteY291" fmla="*/ 6858000 h 6858000"/>
              <a:gd name="connsiteX292" fmla="*/ 5028074 w 7467600"/>
              <a:gd name="connsiteY292" fmla="*/ 6858000 h 6858000"/>
              <a:gd name="connsiteX293" fmla="*/ 5079508 w 7467600"/>
              <a:gd name="connsiteY293" fmla="*/ 6749074 h 6858000"/>
              <a:gd name="connsiteX294" fmla="*/ 5371846 w 7467600"/>
              <a:gd name="connsiteY294" fmla="*/ 5924413 h 6858000"/>
              <a:gd name="connsiteX295" fmla="*/ 5270512 w 7467600"/>
              <a:gd name="connsiteY295" fmla="*/ 6138975 h 6858000"/>
              <a:gd name="connsiteX296" fmla="*/ 5062409 w 7467600"/>
              <a:gd name="connsiteY296" fmla="*/ 6653544 h 6858000"/>
              <a:gd name="connsiteX297" fmla="*/ 5036628 w 7467600"/>
              <a:gd name="connsiteY297" fmla="*/ 6754247 h 6858000"/>
              <a:gd name="connsiteX298" fmla="*/ 5009112 w 7467600"/>
              <a:gd name="connsiteY298" fmla="*/ 6858000 h 6858000"/>
              <a:gd name="connsiteX299" fmla="*/ 4976679 w 7467600"/>
              <a:gd name="connsiteY299" fmla="*/ 6858000 h 6858000"/>
              <a:gd name="connsiteX300" fmla="*/ 5006537 w 7467600"/>
              <a:gd name="connsiteY300" fmla="*/ 6747068 h 6858000"/>
              <a:gd name="connsiteX301" fmla="*/ 5032723 w 7467600"/>
              <a:gd name="connsiteY301" fmla="*/ 6644957 h 6858000"/>
              <a:gd name="connsiteX302" fmla="*/ 5242949 w 7467600"/>
              <a:gd name="connsiteY302" fmla="*/ 6125175 h 6858000"/>
              <a:gd name="connsiteX303" fmla="*/ 5286321 w 7467600"/>
              <a:gd name="connsiteY303" fmla="*/ 6033555 h 6858000"/>
              <a:gd name="connsiteX304" fmla="*/ 5008210 w 7467600"/>
              <a:gd name="connsiteY304" fmla="*/ 6649194 h 6858000"/>
              <a:gd name="connsiteX305" fmla="*/ 4986321 w 7467600"/>
              <a:gd name="connsiteY305" fmla="*/ 6765687 h 6858000"/>
              <a:gd name="connsiteX306" fmla="*/ 4973474 w 7467600"/>
              <a:gd name="connsiteY306" fmla="*/ 6858000 h 6858000"/>
              <a:gd name="connsiteX307" fmla="*/ 4907178 w 7467600"/>
              <a:gd name="connsiteY307" fmla="*/ 6858000 h 6858000"/>
              <a:gd name="connsiteX308" fmla="*/ 4910810 w 7467600"/>
              <a:gd name="connsiteY308" fmla="*/ 6829660 h 6858000"/>
              <a:gd name="connsiteX309" fmla="*/ 4987461 w 7467600"/>
              <a:gd name="connsiteY309" fmla="*/ 6432994 h 6858000"/>
              <a:gd name="connsiteX310" fmla="*/ 5179262 w 7467600"/>
              <a:gd name="connsiteY310" fmla="*/ 6035044 h 6858000"/>
              <a:gd name="connsiteX311" fmla="*/ 4689678 w 7467600"/>
              <a:gd name="connsiteY311" fmla="*/ 6440241 h 6858000"/>
              <a:gd name="connsiteX312" fmla="*/ 4477543 w 7467600"/>
              <a:gd name="connsiteY312" fmla="*/ 6674836 h 6858000"/>
              <a:gd name="connsiteX313" fmla="*/ 4329957 w 7467600"/>
              <a:gd name="connsiteY313" fmla="*/ 6858000 h 6858000"/>
              <a:gd name="connsiteX314" fmla="*/ 4218595 w 7467600"/>
              <a:gd name="connsiteY314" fmla="*/ 6858000 h 6858000"/>
              <a:gd name="connsiteX315" fmla="*/ 4368888 w 7467600"/>
              <a:gd name="connsiteY315" fmla="*/ 6668412 h 6858000"/>
              <a:gd name="connsiteX316" fmla="*/ 4563091 w 7467600"/>
              <a:gd name="connsiteY316" fmla="*/ 6442508 h 6858000"/>
              <a:gd name="connsiteX317" fmla="*/ 5387324 w 7467600"/>
              <a:gd name="connsiteY317" fmla="*/ 5705830 h 6858000"/>
              <a:gd name="connsiteX318" fmla="*/ 5073620 w 7467600"/>
              <a:gd name="connsiteY318" fmla="*/ 5955437 h 6858000"/>
              <a:gd name="connsiteX319" fmla="*/ 4689789 w 7467600"/>
              <a:gd name="connsiteY319" fmla="*/ 6268382 h 6858000"/>
              <a:gd name="connsiteX320" fmla="*/ 4418722 w 7467600"/>
              <a:gd name="connsiteY320" fmla="*/ 6570886 h 6858000"/>
              <a:gd name="connsiteX321" fmla="*/ 4214944 w 7467600"/>
              <a:gd name="connsiteY321" fmla="*/ 6858000 h 6858000"/>
              <a:gd name="connsiteX322" fmla="*/ 4177898 w 7467600"/>
              <a:gd name="connsiteY322" fmla="*/ 6858000 h 6858000"/>
              <a:gd name="connsiteX323" fmla="*/ 4391597 w 7467600"/>
              <a:gd name="connsiteY323" fmla="*/ 6556370 h 6858000"/>
              <a:gd name="connsiteX324" fmla="*/ 4668889 w 7467600"/>
              <a:gd name="connsiteY324" fmla="*/ 6246399 h 6858000"/>
              <a:gd name="connsiteX325" fmla="*/ 5055427 w 7467600"/>
              <a:gd name="connsiteY325" fmla="*/ 5931476 h 6858000"/>
              <a:gd name="connsiteX326" fmla="*/ 5371814 w 7467600"/>
              <a:gd name="connsiteY326" fmla="*/ 5678975 h 6858000"/>
              <a:gd name="connsiteX327" fmla="*/ 4987918 w 7467600"/>
              <a:gd name="connsiteY327" fmla="*/ 5838701 h 6858000"/>
              <a:gd name="connsiteX328" fmla="*/ 4317146 w 7467600"/>
              <a:gd name="connsiteY328" fmla="*/ 6587716 h 6858000"/>
              <a:gd name="connsiteX329" fmla="*/ 4171627 w 7467600"/>
              <a:gd name="connsiteY329" fmla="*/ 6858000 h 6858000"/>
              <a:gd name="connsiteX330" fmla="*/ 4081585 w 7467600"/>
              <a:gd name="connsiteY330" fmla="*/ 6858000 h 6858000"/>
              <a:gd name="connsiteX331" fmla="*/ 4238603 w 7467600"/>
              <a:gd name="connsiteY331" fmla="*/ 6559341 h 6858000"/>
              <a:gd name="connsiteX332" fmla="*/ 4778333 w 7467600"/>
              <a:gd name="connsiteY332" fmla="*/ 5873626 h 6858000"/>
              <a:gd name="connsiteX333" fmla="*/ 5414185 w 7467600"/>
              <a:gd name="connsiteY333" fmla="*/ 5573882 h 6858000"/>
              <a:gd name="connsiteX334" fmla="*/ 5959648 w 7467600"/>
              <a:gd name="connsiteY334" fmla="*/ 4760797 h 6858000"/>
              <a:gd name="connsiteX335" fmla="*/ 5355019 w 7467600"/>
              <a:gd name="connsiteY335" fmla="*/ 4734672 h 6858000"/>
              <a:gd name="connsiteX336" fmla="*/ 5083565 w 7467600"/>
              <a:gd name="connsiteY336" fmla="*/ 5179121 h 6858000"/>
              <a:gd name="connsiteX337" fmla="*/ 4713577 w 7467600"/>
              <a:gd name="connsiteY337" fmla="*/ 5616803 h 6858000"/>
              <a:gd name="connsiteX338" fmla="*/ 3989559 w 7467600"/>
              <a:gd name="connsiteY338" fmla="*/ 6145945 h 6858000"/>
              <a:gd name="connsiteX339" fmla="*/ 3939824 w 7467600"/>
              <a:gd name="connsiteY339" fmla="*/ 6066900 h 6858000"/>
              <a:gd name="connsiteX340" fmla="*/ 4584537 w 7467600"/>
              <a:gd name="connsiteY340" fmla="*/ 5324826 h 6858000"/>
              <a:gd name="connsiteX341" fmla="*/ 5037105 w 7467600"/>
              <a:gd name="connsiteY341" fmla="*/ 5088765 h 6858000"/>
              <a:gd name="connsiteX342" fmla="*/ 5039930 w 7467600"/>
              <a:gd name="connsiteY342" fmla="*/ 5089585 h 6858000"/>
              <a:gd name="connsiteX343" fmla="*/ 5263764 w 7467600"/>
              <a:gd name="connsiteY343" fmla="*/ 4735525 h 6858000"/>
              <a:gd name="connsiteX344" fmla="*/ 4086300 w 7467600"/>
              <a:gd name="connsiteY344" fmla="*/ 4884599 h 6858000"/>
              <a:gd name="connsiteX345" fmla="*/ 4085485 w 7467600"/>
              <a:gd name="connsiteY345" fmla="*/ 4899070 h 6858000"/>
              <a:gd name="connsiteX346" fmla="*/ 3871915 w 7467600"/>
              <a:gd name="connsiteY346" fmla="*/ 5253645 h 6858000"/>
              <a:gd name="connsiteX347" fmla="*/ 3799374 w 7467600"/>
              <a:gd name="connsiteY347" fmla="*/ 5466127 h 6858000"/>
              <a:gd name="connsiteX348" fmla="*/ 3498850 w 7467600"/>
              <a:gd name="connsiteY348" fmla="*/ 6661888 h 6858000"/>
              <a:gd name="connsiteX349" fmla="*/ 3399216 w 7467600"/>
              <a:gd name="connsiteY349" fmla="*/ 6858000 h 6858000"/>
              <a:gd name="connsiteX350" fmla="*/ 3303688 w 7467600"/>
              <a:gd name="connsiteY350" fmla="*/ 6858000 h 6858000"/>
              <a:gd name="connsiteX351" fmla="*/ 3391774 w 7467600"/>
              <a:gd name="connsiteY351" fmla="*/ 6697181 h 6858000"/>
              <a:gd name="connsiteX352" fmla="*/ 3735540 w 7467600"/>
              <a:gd name="connsiteY352" fmla="*/ 5546923 h 6858000"/>
              <a:gd name="connsiteX353" fmla="*/ 3729438 w 7467600"/>
              <a:gd name="connsiteY353" fmla="*/ 5569058 h 6858000"/>
              <a:gd name="connsiteX354" fmla="*/ 3707782 w 7467600"/>
              <a:gd name="connsiteY354" fmla="*/ 5644908 h 6858000"/>
              <a:gd name="connsiteX355" fmla="*/ 3583827 w 7467600"/>
              <a:gd name="connsiteY355" fmla="*/ 6039215 h 6858000"/>
              <a:gd name="connsiteX356" fmla="*/ 3547861 w 7467600"/>
              <a:gd name="connsiteY356" fmla="*/ 6129609 h 6858000"/>
              <a:gd name="connsiteX357" fmla="*/ 3490905 w 7467600"/>
              <a:gd name="connsiteY357" fmla="*/ 6277660 h 6858000"/>
              <a:gd name="connsiteX358" fmla="*/ 3455859 w 7467600"/>
              <a:gd name="connsiteY358" fmla="*/ 6391301 h 6858000"/>
              <a:gd name="connsiteX359" fmla="*/ 3429112 w 7467600"/>
              <a:gd name="connsiteY359" fmla="*/ 6479469 h 6858000"/>
              <a:gd name="connsiteX360" fmla="*/ 3304862 w 7467600"/>
              <a:gd name="connsiteY360" fmla="*/ 6796476 h 6858000"/>
              <a:gd name="connsiteX361" fmla="*/ 3276071 w 7467600"/>
              <a:gd name="connsiteY361" fmla="*/ 6858000 h 6858000"/>
              <a:gd name="connsiteX362" fmla="*/ 3240805 w 7467600"/>
              <a:gd name="connsiteY362" fmla="*/ 6858000 h 6858000"/>
              <a:gd name="connsiteX363" fmla="*/ 3275917 w 7467600"/>
              <a:gd name="connsiteY363" fmla="*/ 6783192 h 6858000"/>
              <a:gd name="connsiteX364" fmla="*/ 3399358 w 7467600"/>
              <a:gd name="connsiteY364" fmla="*/ 6469011 h 6858000"/>
              <a:gd name="connsiteX365" fmla="*/ 3425650 w 7467600"/>
              <a:gd name="connsiteY365" fmla="*/ 6381333 h 6858000"/>
              <a:gd name="connsiteX366" fmla="*/ 3460661 w 7467600"/>
              <a:gd name="connsiteY366" fmla="*/ 6266763 h 6858000"/>
              <a:gd name="connsiteX367" fmla="*/ 3518021 w 7467600"/>
              <a:gd name="connsiteY367" fmla="*/ 6117298 h 6858000"/>
              <a:gd name="connsiteX368" fmla="*/ 3554035 w 7467600"/>
              <a:gd name="connsiteY368" fmla="*/ 6027832 h 6858000"/>
              <a:gd name="connsiteX369" fmla="*/ 3677174 w 7467600"/>
              <a:gd name="connsiteY369" fmla="*/ 5636351 h 6858000"/>
              <a:gd name="connsiteX370" fmla="*/ 3698819 w 7467600"/>
              <a:gd name="connsiteY370" fmla="*/ 5560503 h 6858000"/>
              <a:gd name="connsiteX371" fmla="*/ 3702094 w 7467600"/>
              <a:gd name="connsiteY371" fmla="*/ 5549194 h 6858000"/>
              <a:gd name="connsiteX372" fmla="*/ 3398355 w 7467600"/>
              <a:gd name="connsiteY372" fmla="*/ 6094603 h 6858000"/>
              <a:gd name="connsiteX373" fmla="*/ 3193941 w 7467600"/>
              <a:gd name="connsiteY373" fmla="*/ 6798775 h 6858000"/>
              <a:gd name="connsiteX374" fmla="*/ 3184140 w 7467600"/>
              <a:gd name="connsiteY374" fmla="*/ 6858000 h 6858000"/>
              <a:gd name="connsiteX375" fmla="*/ 3099978 w 7467600"/>
              <a:gd name="connsiteY375" fmla="*/ 6858000 h 6858000"/>
              <a:gd name="connsiteX376" fmla="*/ 3101556 w 7467600"/>
              <a:gd name="connsiteY376" fmla="*/ 6843337 h 6858000"/>
              <a:gd name="connsiteX377" fmla="*/ 3370162 w 7467600"/>
              <a:gd name="connsiteY377" fmla="*/ 5785550 h 6858000"/>
              <a:gd name="connsiteX378" fmla="*/ 3746477 w 7467600"/>
              <a:gd name="connsiteY378" fmla="*/ 5377889 h 6858000"/>
              <a:gd name="connsiteX379" fmla="*/ 3863399 w 7467600"/>
              <a:gd name="connsiteY379" fmla="*/ 5087257 h 6858000"/>
              <a:gd name="connsiteX380" fmla="*/ 3968712 w 7467600"/>
              <a:gd name="connsiteY380" fmla="*/ 4913989 h 6858000"/>
              <a:gd name="connsiteX381" fmla="*/ 2792390 w 7467600"/>
              <a:gd name="connsiteY381" fmla="*/ 5382974 h 6858000"/>
              <a:gd name="connsiteX382" fmla="*/ 2714982 w 7467600"/>
              <a:gd name="connsiteY382" fmla="*/ 5427051 h 6858000"/>
              <a:gd name="connsiteX383" fmla="*/ 2813361 w 7467600"/>
              <a:gd name="connsiteY383" fmla="*/ 6023912 h 6858000"/>
              <a:gd name="connsiteX384" fmla="*/ 2688430 w 7467600"/>
              <a:gd name="connsiteY384" fmla="*/ 6801564 h 6858000"/>
              <a:gd name="connsiteX385" fmla="*/ 2629626 w 7467600"/>
              <a:gd name="connsiteY385" fmla="*/ 6763394 h 6858000"/>
              <a:gd name="connsiteX386" fmla="*/ 2565328 w 7467600"/>
              <a:gd name="connsiteY386" fmla="*/ 5516399 h 6858000"/>
              <a:gd name="connsiteX387" fmla="*/ 1922999 w 7467600"/>
              <a:gd name="connsiteY387" fmla="*/ 5980343 h 6858000"/>
              <a:gd name="connsiteX388" fmla="*/ 1950261 w 7467600"/>
              <a:gd name="connsiteY388" fmla="*/ 6405858 h 6858000"/>
              <a:gd name="connsiteX389" fmla="*/ 2365554 w 7467600"/>
              <a:gd name="connsiteY389" fmla="*/ 6759107 h 6858000"/>
              <a:gd name="connsiteX390" fmla="*/ 2424142 w 7467600"/>
              <a:gd name="connsiteY390" fmla="*/ 6858000 h 6858000"/>
              <a:gd name="connsiteX391" fmla="*/ 2395994 w 7467600"/>
              <a:gd name="connsiteY391" fmla="*/ 6858000 h 6858000"/>
              <a:gd name="connsiteX392" fmla="*/ 2392863 w 7467600"/>
              <a:gd name="connsiteY392" fmla="*/ 6852964 h 6858000"/>
              <a:gd name="connsiteX393" fmla="*/ 2017589 w 7467600"/>
              <a:gd name="connsiteY393" fmla="*/ 6493982 h 6858000"/>
              <a:gd name="connsiteX394" fmla="*/ 2147336 w 7467600"/>
              <a:gd name="connsiteY394" fmla="*/ 6594052 h 6858000"/>
              <a:gd name="connsiteX395" fmla="*/ 2207047 w 7467600"/>
              <a:gd name="connsiteY395" fmla="*/ 6654540 h 6858000"/>
              <a:gd name="connsiteX396" fmla="*/ 2299106 w 7467600"/>
              <a:gd name="connsiteY396" fmla="*/ 6778931 h 6858000"/>
              <a:gd name="connsiteX397" fmla="*/ 2314430 w 7467600"/>
              <a:gd name="connsiteY397" fmla="*/ 6801144 h 6858000"/>
              <a:gd name="connsiteX398" fmla="*/ 2352406 w 7467600"/>
              <a:gd name="connsiteY398" fmla="*/ 6858000 h 6858000"/>
              <a:gd name="connsiteX399" fmla="*/ 2314492 w 7467600"/>
              <a:gd name="connsiteY399" fmla="*/ 6858000 h 6858000"/>
              <a:gd name="connsiteX400" fmla="*/ 2288095 w 7467600"/>
              <a:gd name="connsiteY400" fmla="*/ 6818030 h 6858000"/>
              <a:gd name="connsiteX401" fmla="*/ 2272768 w 7467600"/>
              <a:gd name="connsiteY401" fmla="*/ 6795822 h 6858000"/>
              <a:gd name="connsiteX402" fmla="*/ 2182715 w 7467600"/>
              <a:gd name="connsiteY402" fmla="*/ 6675071 h 6858000"/>
              <a:gd name="connsiteX403" fmla="*/ 2032061 w 7467600"/>
              <a:gd name="connsiteY403" fmla="*/ 6541380 h 6858000"/>
              <a:gd name="connsiteX404" fmla="*/ 2257220 w 7467600"/>
              <a:gd name="connsiteY404" fmla="*/ 6826257 h 6858000"/>
              <a:gd name="connsiteX405" fmla="*/ 2281324 w 7467600"/>
              <a:gd name="connsiteY405" fmla="*/ 6858000 h 6858000"/>
              <a:gd name="connsiteX406" fmla="*/ 2242860 w 7467600"/>
              <a:gd name="connsiteY406" fmla="*/ 6858000 h 6858000"/>
              <a:gd name="connsiteX407" fmla="*/ 2232818 w 7467600"/>
              <a:gd name="connsiteY407" fmla="*/ 6844926 h 6858000"/>
              <a:gd name="connsiteX408" fmla="*/ 1990172 w 7467600"/>
              <a:gd name="connsiteY408" fmla="*/ 6542121 h 6858000"/>
              <a:gd name="connsiteX409" fmla="*/ 2124090 w 7467600"/>
              <a:gd name="connsiteY409" fmla="*/ 6761017 h 6858000"/>
              <a:gd name="connsiteX410" fmla="*/ 2200380 w 7467600"/>
              <a:gd name="connsiteY410" fmla="*/ 6858000 h 6858000"/>
              <a:gd name="connsiteX411" fmla="*/ 2147507 w 7467600"/>
              <a:gd name="connsiteY411" fmla="*/ 6858000 h 6858000"/>
              <a:gd name="connsiteX412" fmla="*/ 2070668 w 7467600"/>
              <a:gd name="connsiteY412" fmla="*/ 6761520 h 6858000"/>
              <a:gd name="connsiteX413" fmla="*/ 1975142 w 7467600"/>
              <a:gd name="connsiteY413" fmla="*/ 6585570 h 6858000"/>
              <a:gd name="connsiteX414" fmla="*/ 2050035 w 7467600"/>
              <a:gd name="connsiteY414" fmla="*/ 6813345 h 6858000"/>
              <a:gd name="connsiteX415" fmla="*/ 2063025 w 7467600"/>
              <a:gd name="connsiteY415" fmla="*/ 6858000 h 6858000"/>
              <a:gd name="connsiteX416" fmla="*/ 2021675 w 7467600"/>
              <a:gd name="connsiteY416" fmla="*/ 6858000 h 6858000"/>
              <a:gd name="connsiteX417" fmla="*/ 2019308 w 7467600"/>
              <a:gd name="connsiteY417" fmla="*/ 6847118 h 6858000"/>
              <a:gd name="connsiteX418" fmla="*/ 1938835 w 7467600"/>
              <a:gd name="connsiteY418" fmla="*/ 6551160 h 6858000"/>
              <a:gd name="connsiteX419" fmla="*/ 1953230 w 7467600"/>
              <a:gd name="connsiteY419" fmla="*/ 6759699 h 6858000"/>
              <a:gd name="connsiteX420" fmla="*/ 1956763 w 7467600"/>
              <a:gd name="connsiteY420" fmla="*/ 6778191 h 6858000"/>
              <a:gd name="connsiteX421" fmla="*/ 1967925 w 7467600"/>
              <a:gd name="connsiteY421" fmla="*/ 6858000 h 6858000"/>
              <a:gd name="connsiteX422" fmla="*/ 1936622 w 7467600"/>
              <a:gd name="connsiteY422" fmla="*/ 6858000 h 6858000"/>
              <a:gd name="connsiteX423" fmla="*/ 1926261 w 7467600"/>
              <a:gd name="connsiteY423" fmla="*/ 6784064 h 6858000"/>
              <a:gd name="connsiteX424" fmla="*/ 1922724 w 7467600"/>
              <a:gd name="connsiteY424" fmla="*/ 6765577 h 6858000"/>
              <a:gd name="connsiteX425" fmla="*/ 1904650 w 7467600"/>
              <a:gd name="connsiteY425" fmla="*/ 6639616 h 6858000"/>
              <a:gd name="connsiteX426" fmla="*/ 1885273 w 7467600"/>
              <a:gd name="connsiteY426" fmla="*/ 6858000 h 6858000"/>
              <a:gd name="connsiteX427" fmla="*/ 1854363 w 7467600"/>
              <a:gd name="connsiteY427" fmla="*/ 6858000 h 6858000"/>
              <a:gd name="connsiteX428" fmla="*/ 1880391 w 7467600"/>
              <a:gd name="connsiteY428" fmla="*/ 6603796 h 6858000"/>
              <a:gd name="connsiteX429" fmla="*/ 1818273 w 7467600"/>
              <a:gd name="connsiteY429" fmla="*/ 6715729 h 6858000"/>
              <a:gd name="connsiteX430" fmla="*/ 1794691 w 7467600"/>
              <a:gd name="connsiteY430" fmla="*/ 6843239 h 6858000"/>
              <a:gd name="connsiteX431" fmla="*/ 1794914 w 7467600"/>
              <a:gd name="connsiteY431" fmla="*/ 6858000 h 6858000"/>
              <a:gd name="connsiteX432" fmla="*/ 1746128 w 7467600"/>
              <a:gd name="connsiteY432" fmla="*/ 6858000 h 6858000"/>
              <a:gd name="connsiteX433" fmla="*/ 1753934 w 7467600"/>
              <a:gd name="connsiteY433" fmla="*/ 6724796 h 6858000"/>
              <a:gd name="connsiteX434" fmla="*/ 1792053 w 7467600"/>
              <a:gd name="connsiteY434" fmla="*/ 6572396 h 6858000"/>
              <a:gd name="connsiteX435" fmla="*/ 1862248 w 7467600"/>
              <a:gd name="connsiteY435" fmla="*/ 6266397 h 6858000"/>
              <a:gd name="connsiteX436" fmla="*/ 1862250 w 7467600"/>
              <a:gd name="connsiteY436" fmla="*/ 6033531 h 6858000"/>
              <a:gd name="connsiteX437" fmla="*/ 1211999 w 7467600"/>
              <a:gd name="connsiteY437" fmla="*/ 6683610 h 6858000"/>
              <a:gd name="connsiteX438" fmla="*/ 1213266 w 7467600"/>
              <a:gd name="connsiteY438" fmla="*/ 6691947 h 6858000"/>
              <a:gd name="connsiteX439" fmla="*/ 1203370 w 7467600"/>
              <a:gd name="connsiteY439" fmla="*/ 6850676 h 6858000"/>
              <a:gd name="connsiteX440" fmla="*/ 1203671 w 7467600"/>
              <a:gd name="connsiteY440" fmla="*/ 6858000 h 6858000"/>
              <a:gd name="connsiteX441" fmla="*/ 1143180 w 7467600"/>
              <a:gd name="connsiteY441" fmla="*/ 6858000 h 6858000"/>
              <a:gd name="connsiteX442" fmla="*/ 1142176 w 7467600"/>
              <a:gd name="connsiteY442" fmla="*/ 6766045 h 6858000"/>
              <a:gd name="connsiteX443" fmla="*/ 1067484 w 7467600"/>
              <a:gd name="connsiteY443" fmla="*/ 6858000 h 6858000"/>
              <a:gd name="connsiteX444" fmla="*/ 953928 w 7467600"/>
              <a:gd name="connsiteY444" fmla="*/ 6858000 h 6858000"/>
              <a:gd name="connsiteX445" fmla="*/ 959715 w 7467600"/>
              <a:gd name="connsiteY445" fmla="*/ 6850185 h 6858000"/>
              <a:gd name="connsiteX446" fmla="*/ 1483788 w 7467600"/>
              <a:gd name="connsiteY446" fmla="*/ 6259174 h 6858000"/>
              <a:gd name="connsiteX447" fmla="*/ 1100671 w 7467600"/>
              <a:gd name="connsiteY447" fmla="*/ 6252137 h 6858000"/>
              <a:gd name="connsiteX448" fmla="*/ 1090144 w 7467600"/>
              <a:gd name="connsiteY448" fmla="*/ 6256748 h 6858000"/>
              <a:gd name="connsiteX449" fmla="*/ 1095872 w 7467600"/>
              <a:gd name="connsiteY449" fmla="*/ 6271892 h 6858000"/>
              <a:gd name="connsiteX450" fmla="*/ 262785 w 7467600"/>
              <a:gd name="connsiteY450" fmla="*/ 6845450 h 6858000"/>
              <a:gd name="connsiteX451" fmla="*/ 209968 w 7467600"/>
              <a:gd name="connsiteY451" fmla="*/ 6770713 h 6858000"/>
              <a:gd name="connsiteX452" fmla="*/ 873460 w 7467600"/>
              <a:gd name="connsiteY452" fmla="*/ 6253768 h 6858000"/>
              <a:gd name="connsiteX453" fmla="*/ 192686 w 7467600"/>
              <a:gd name="connsiteY453" fmla="*/ 5849257 h 6858000"/>
              <a:gd name="connsiteX454" fmla="*/ 4696 w 7467600"/>
              <a:gd name="connsiteY454" fmla="*/ 5697668 h 6858000"/>
              <a:gd name="connsiteX455" fmla="*/ 0 w 7467600"/>
              <a:gd name="connsiteY455" fmla="*/ 5689984 h 6858000"/>
              <a:gd name="connsiteX456" fmla="*/ 0 w 7467600"/>
              <a:gd name="connsiteY456" fmla="*/ 5513472 h 6858000"/>
              <a:gd name="connsiteX457" fmla="*/ 174101 w 7467600"/>
              <a:gd name="connsiteY457" fmla="*/ 5620277 h 6858000"/>
              <a:gd name="connsiteX458" fmla="*/ 891800 w 7467600"/>
              <a:gd name="connsiteY458" fmla="*/ 6036935 h 6858000"/>
              <a:gd name="connsiteX459" fmla="*/ 1072219 w 7467600"/>
              <a:gd name="connsiteY459" fmla="*/ 6169443 h 6858000"/>
              <a:gd name="connsiteX460" fmla="*/ 1074117 w 7467600"/>
              <a:gd name="connsiteY460" fmla="*/ 6170301 h 6858000"/>
              <a:gd name="connsiteX461" fmla="*/ 1083114 w 7467600"/>
              <a:gd name="connsiteY461" fmla="*/ 6174131 h 6858000"/>
              <a:gd name="connsiteX462" fmla="*/ 1543010 w 7467600"/>
              <a:gd name="connsiteY462" fmla="*/ 6191140 h 6858000"/>
              <a:gd name="connsiteX463" fmla="*/ 1551080 w 7467600"/>
              <a:gd name="connsiteY463" fmla="*/ 6195006 h 6858000"/>
              <a:gd name="connsiteX464" fmla="*/ 2345443 w 7467600"/>
              <a:gd name="connsiteY464" fmla="*/ 5549882 h 6858000"/>
              <a:gd name="connsiteX465" fmla="*/ 1721499 w 7467600"/>
              <a:gd name="connsiteY465" fmla="*/ 5599969 h 6858000"/>
              <a:gd name="connsiteX466" fmla="*/ 767716 w 7467600"/>
              <a:gd name="connsiteY466" fmla="*/ 5472768 h 6858000"/>
              <a:gd name="connsiteX467" fmla="*/ 722147 w 7467600"/>
              <a:gd name="connsiteY467" fmla="*/ 5393091 h 6858000"/>
              <a:gd name="connsiteX468" fmla="*/ 1485552 w 7467600"/>
              <a:gd name="connsiteY468" fmla="*/ 5313202 h 6858000"/>
              <a:gd name="connsiteX469" fmla="*/ 2143004 w 7467600"/>
              <a:gd name="connsiteY469" fmla="*/ 5402420 h 6858000"/>
              <a:gd name="connsiteX470" fmla="*/ 1933391 w 7467600"/>
              <a:gd name="connsiteY470" fmla="*/ 5156971 h 6858000"/>
              <a:gd name="connsiteX471" fmla="*/ 1827118 w 7467600"/>
              <a:gd name="connsiteY471" fmla="*/ 4968410 h 6858000"/>
              <a:gd name="connsiteX472" fmla="*/ 1837349 w 7467600"/>
              <a:gd name="connsiteY472" fmla="*/ 4956357 h 6858000"/>
              <a:gd name="connsiteX473" fmla="*/ 2162835 w 7467600"/>
              <a:gd name="connsiteY473" fmla="*/ 5187853 h 6858000"/>
              <a:gd name="connsiteX474" fmla="*/ 2257167 w 7467600"/>
              <a:gd name="connsiteY474" fmla="*/ 5462123 h 6858000"/>
              <a:gd name="connsiteX475" fmla="*/ 2261598 w 7467600"/>
              <a:gd name="connsiteY475" fmla="*/ 5467998 h 6858000"/>
              <a:gd name="connsiteX476" fmla="*/ 2437177 w 7467600"/>
              <a:gd name="connsiteY476" fmla="*/ 5479608 h 6858000"/>
              <a:gd name="connsiteX477" fmla="*/ 2445247 w 7467600"/>
              <a:gd name="connsiteY477" fmla="*/ 5483476 h 6858000"/>
              <a:gd name="connsiteX478" fmla="*/ 2743626 w 7467600"/>
              <a:gd name="connsiteY478" fmla="*/ 5304819 h 6858000"/>
              <a:gd name="connsiteX479" fmla="*/ 3048102 w 7467600"/>
              <a:gd name="connsiteY479" fmla="*/ 5150595 h 6858000"/>
              <a:gd name="connsiteX480" fmla="*/ 1799414 w 7467600"/>
              <a:gd name="connsiteY480" fmla="*/ 4694732 h 6858000"/>
              <a:gd name="connsiteX481" fmla="*/ 1771735 w 7467600"/>
              <a:gd name="connsiteY481" fmla="*/ 4619929 h 6858000"/>
              <a:gd name="connsiteX482" fmla="*/ 3104273 w 7467600"/>
              <a:gd name="connsiteY482" fmla="*/ 5076159 h 6858000"/>
              <a:gd name="connsiteX483" fmla="*/ 3113245 w 7467600"/>
              <a:gd name="connsiteY483" fmla="*/ 5090705 h 6858000"/>
              <a:gd name="connsiteX484" fmla="*/ 3126294 w 7467600"/>
              <a:gd name="connsiteY484" fmla="*/ 5114400 h 6858000"/>
              <a:gd name="connsiteX485" fmla="*/ 3937433 w 7467600"/>
              <a:gd name="connsiteY485" fmla="*/ 4830473 h 6858000"/>
              <a:gd name="connsiteX486" fmla="*/ 3590475 w 7467600"/>
              <a:gd name="connsiteY486" fmla="*/ 4597974 h 6858000"/>
              <a:gd name="connsiteX487" fmla="*/ 3100264 w 7467600"/>
              <a:gd name="connsiteY487" fmla="*/ 4579845 h 6858000"/>
              <a:gd name="connsiteX488" fmla="*/ 2183576 w 7467600"/>
              <a:gd name="connsiteY488" fmla="*/ 4227150 h 6858000"/>
              <a:gd name="connsiteX489" fmla="*/ 2151029 w 7467600"/>
              <a:gd name="connsiteY489" fmla="*/ 4146947 h 6858000"/>
              <a:gd name="connsiteX490" fmla="*/ 3563434 w 7467600"/>
              <a:gd name="connsiteY490" fmla="*/ 4469115 h 6858000"/>
              <a:gd name="connsiteX491" fmla="*/ 3177952 w 7467600"/>
              <a:gd name="connsiteY491" fmla="*/ 3657386 h 6858000"/>
              <a:gd name="connsiteX492" fmla="*/ 3189263 w 7467600"/>
              <a:gd name="connsiteY492" fmla="*/ 3625726 h 6858000"/>
              <a:gd name="connsiteX493" fmla="*/ 3560912 w 7467600"/>
              <a:gd name="connsiteY493" fmla="*/ 4079863 h 6858000"/>
              <a:gd name="connsiteX494" fmla="*/ 3626636 w 7467600"/>
              <a:gd name="connsiteY494" fmla="*/ 4512230 h 6858000"/>
              <a:gd name="connsiteX495" fmla="*/ 3653088 w 7467600"/>
              <a:gd name="connsiteY495" fmla="*/ 4521417 h 6858000"/>
              <a:gd name="connsiteX496" fmla="*/ 3988128 w 7467600"/>
              <a:gd name="connsiteY496" fmla="*/ 4817267 h 6858000"/>
              <a:gd name="connsiteX497" fmla="*/ 4830582 w 7467600"/>
              <a:gd name="connsiteY497" fmla="*/ 4676000 h 6858000"/>
              <a:gd name="connsiteX498" fmla="*/ 4830100 w 7467600"/>
              <a:gd name="connsiteY498" fmla="*/ 4675554 h 6858000"/>
              <a:gd name="connsiteX499" fmla="*/ 4036318 w 7467600"/>
              <a:gd name="connsiteY499" fmla="*/ 4147013 h 6858000"/>
              <a:gd name="connsiteX500" fmla="*/ 3432098 w 7467600"/>
              <a:gd name="connsiteY500" fmla="*/ 3537312 h 6858000"/>
              <a:gd name="connsiteX501" fmla="*/ 3446761 w 7467600"/>
              <a:gd name="connsiteY501" fmla="*/ 3461278 h 6858000"/>
              <a:gd name="connsiteX502" fmla="*/ 4419733 w 7467600"/>
              <a:gd name="connsiteY502" fmla="*/ 3963555 h 6858000"/>
              <a:gd name="connsiteX503" fmla="*/ 4781371 w 7467600"/>
              <a:gd name="connsiteY503" fmla="*/ 4458604 h 6858000"/>
              <a:gd name="connsiteX504" fmla="*/ 4780440 w 7467600"/>
              <a:gd name="connsiteY504" fmla="*/ 4470290 h 6858000"/>
              <a:gd name="connsiteX505" fmla="*/ 4898954 w 7467600"/>
              <a:gd name="connsiteY505" fmla="*/ 4662092 h 6858000"/>
              <a:gd name="connsiteX506" fmla="*/ 4900699 w 7467600"/>
              <a:gd name="connsiteY506" fmla="*/ 4670867 h 6858000"/>
              <a:gd name="connsiteX507" fmla="*/ 5714511 w 7467600"/>
              <a:gd name="connsiteY507" fmla="*/ 4663483 h 6858000"/>
              <a:gd name="connsiteX508" fmla="*/ 5464793 w 7467600"/>
              <a:gd name="connsiteY508" fmla="*/ 4393556 h 6858000"/>
              <a:gd name="connsiteX509" fmla="*/ 5461897 w 7467600"/>
              <a:gd name="connsiteY509" fmla="*/ 4390879 h 6858000"/>
              <a:gd name="connsiteX510" fmla="*/ 4294126 w 7467600"/>
              <a:gd name="connsiteY510" fmla="*/ 3303048 h 6858000"/>
              <a:gd name="connsiteX511" fmla="*/ 4305321 w 7467600"/>
              <a:gd name="connsiteY511" fmla="*/ 3256953 h 6858000"/>
              <a:gd name="connsiteX512" fmla="*/ 4949299 w 7467600"/>
              <a:gd name="connsiteY512" fmla="*/ 3766336 h 6858000"/>
              <a:gd name="connsiteX513" fmla="*/ 5291452 w 7467600"/>
              <a:gd name="connsiteY513" fmla="*/ 4076801 h 6858000"/>
              <a:gd name="connsiteX514" fmla="*/ 5434998 w 7467600"/>
              <a:gd name="connsiteY514" fmla="*/ 4254100 h 6858000"/>
              <a:gd name="connsiteX515" fmla="*/ 5351015 w 7467600"/>
              <a:gd name="connsiteY515" fmla="*/ 3760989 h 6858000"/>
              <a:gd name="connsiteX516" fmla="*/ 5413780 w 7467600"/>
              <a:gd name="connsiteY516" fmla="*/ 2966265 h 6858000"/>
              <a:gd name="connsiteX517" fmla="*/ 5425627 w 7467600"/>
              <a:gd name="connsiteY517" fmla="*/ 2954192 h 6858000"/>
              <a:gd name="connsiteX518" fmla="*/ 6604735 w 7467600"/>
              <a:gd name="connsiteY518" fmla="*/ 2041381 h 6858000"/>
              <a:gd name="connsiteX519" fmla="*/ 7204487 w 7467600"/>
              <a:gd name="connsiteY519" fmla="*/ 2742112 h 6858000"/>
              <a:gd name="connsiteX520" fmla="*/ 7131592 w 7467600"/>
              <a:gd name="connsiteY520" fmla="*/ 2672096 h 6858000"/>
              <a:gd name="connsiteX521" fmla="*/ 6996344 w 7467600"/>
              <a:gd name="connsiteY521" fmla="*/ 2518310 h 6858000"/>
              <a:gd name="connsiteX522" fmla="*/ 6735495 w 7467600"/>
              <a:gd name="connsiteY522" fmla="*/ 2196890 h 6858000"/>
              <a:gd name="connsiteX523" fmla="*/ 6721901 w 7467600"/>
              <a:gd name="connsiteY523" fmla="*/ 2179274 h 6858000"/>
              <a:gd name="connsiteX524" fmla="*/ 6604735 w 7467600"/>
              <a:gd name="connsiteY524" fmla="*/ 2041381 h 6858000"/>
              <a:gd name="connsiteX525" fmla="*/ 6591670 w 7467600"/>
              <a:gd name="connsiteY525" fmla="*/ 1988277 h 6858000"/>
              <a:gd name="connsiteX526" fmla="*/ 6747349 w 7467600"/>
              <a:gd name="connsiteY526" fmla="*/ 2160069 h 6858000"/>
              <a:gd name="connsiteX527" fmla="*/ 6760943 w 7467600"/>
              <a:gd name="connsiteY527" fmla="*/ 2177686 h 6858000"/>
              <a:gd name="connsiteX528" fmla="*/ 7021065 w 7467600"/>
              <a:gd name="connsiteY528" fmla="*/ 2498102 h 6858000"/>
              <a:gd name="connsiteX529" fmla="*/ 7155223 w 7467600"/>
              <a:gd name="connsiteY529" fmla="*/ 2650386 h 6858000"/>
              <a:gd name="connsiteX530" fmla="*/ 7203167 w 7467600"/>
              <a:gd name="connsiteY530" fmla="*/ 2697288 h 6858000"/>
              <a:gd name="connsiteX531" fmla="*/ 6937703 w 7467600"/>
              <a:gd name="connsiteY531" fmla="*/ 2321981 h 6858000"/>
              <a:gd name="connsiteX532" fmla="*/ 6591670 w 7467600"/>
              <a:gd name="connsiteY532" fmla="*/ 1988277 h 6858000"/>
              <a:gd name="connsiteX533" fmla="*/ 5798671 w 7467600"/>
              <a:gd name="connsiteY533" fmla="*/ 1981601 h 6858000"/>
              <a:gd name="connsiteX534" fmla="*/ 5754709 w 7467600"/>
              <a:gd name="connsiteY534" fmla="*/ 2071454 h 6858000"/>
              <a:gd name="connsiteX535" fmla="*/ 5763044 w 7467600"/>
              <a:gd name="connsiteY535" fmla="*/ 2842206 h 6858000"/>
              <a:gd name="connsiteX536" fmla="*/ 5764974 w 7467600"/>
              <a:gd name="connsiteY536" fmla="*/ 2799609 h 6858000"/>
              <a:gd name="connsiteX537" fmla="*/ 5767665 w 7467600"/>
              <a:gd name="connsiteY537" fmla="*/ 2666409 h 6858000"/>
              <a:gd name="connsiteX538" fmla="*/ 5763055 w 7467600"/>
              <a:gd name="connsiteY538" fmla="*/ 2579705 h 6858000"/>
              <a:gd name="connsiteX539" fmla="*/ 5758079 w 7467600"/>
              <a:gd name="connsiteY539" fmla="*/ 2492508 h 6858000"/>
              <a:gd name="connsiteX540" fmla="*/ 5779325 w 7467600"/>
              <a:gd name="connsiteY540" fmla="*/ 2197069 h 6858000"/>
              <a:gd name="connsiteX541" fmla="*/ 5798671 w 7467600"/>
              <a:gd name="connsiteY541" fmla="*/ 1981601 h 6858000"/>
              <a:gd name="connsiteX542" fmla="*/ 5829202 w 7467600"/>
              <a:gd name="connsiteY542" fmla="*/ 1971679 h 6858000"/>
              <a:gd name="connsiteX543" fmla="*/ 5809558 w 7467600"/>
              <a:gd name="connsiteY543" fmla="*/ 2198043 h 6858000"/>
              <a:gd name="connsiteX544" fmla="*/ 5788653 w 7467600"/>
              <a:gd name="connsiteY544" fmla="*/ 2489430 h 6858000"/>
              <a:gd name="connsiteX545" fmla="*/ 5793439 w 7467600"/>
              <a:gd name="connsiteY545" fmla="*/ 2575235 h 6858000"/>
              <a:gd name="connsiteX546" fmla="*/ 5796837 w 7467600"/>
              <a:gd name="connsiteY546" fmla="*/ 2637633 h 6858000"/>
              <a:gd name="connsiteX547" fmla="*/ 5818614 w 7467600"/>
              <a:gd name="connsiteY547" fmla="*/ 2473055 h 6858000"/>
              <a:gd name="connsiteX548" fmla="*/ 5829202 w 7467600"/>
              <a:gd name="connsiteY548" fmla="*/ 1971679 h 6858000"/>
              <a:gd name="connsiteX549" fmla="*/ 5911389 w 7467600"/>
              <a:gd name="connsiteY549" fmla="*/ 1898371 h 6858000"/>
              <a:gd name="connsiteX550" fmla="*/ 6237627 w 7467600"/>
              <a:gd name="connsiteY550" fmla="*/ 2231921 h 6858000"/>
              <a:gd name="connsiteX551" fmla="*/ 5911389 w 7467600"/>
              <a:gd name="connsiteY551" fmla="*/ 1898371 h 6858000"/>
              <a:gd name="connsiteX552" fmla="*/ 6944437 w 7467600"/>
              <a:gd name="connsiteY552" fmla="*/ 1575402 h 6858000"/>
              <a:gd name="connsiteX553" fmla="*/ 6304730 w 7467600"/>
              <a:gd name="connsiteY553" fmla="*/ 1766654 h 6858000"/>
              <a:gd name="connsiteX554" fmla="*/ 6944437 w 7467600"/>
              <a:gd name="connsiteY554" fmla="*/ 1575402 h 6858000"/>
              <a:gd name="connsiteX555" fmla="*/ 7019523 w 7467600"/>
              <a:gd name="connsiteY555" fmla="*/ 1519450 h 6858000"/>
              <a:gd name="connsiteX556" fmla="*/ 6298091 w 7467600"/>
              <a:gd name="connsiteY556" fmla="*/ 1737122 h 6858000"/>
              <a:gd name="connsiteX557" fmla="*/ 7019523 w 7467600"/>
              <a:gd name="connsiteY557" fmla="*/ 1519450 h 6858000"/>
              <a:gd name="connsiteX558" fmla="*/ 2399523 w 7467600"/>
              <a:gd name="connsiteY558" fmla="*/ 1428234 h 6858000"/>
              <a:gd name="connsiteX559" fmla="*/ 2224982 w 7467600"/>
              <a:gd name="connsiteY559" fmla="*/ 1826201 h 6858000"/>
              <a:gd name="connsiteX560" fmla="*/ 2096099 w 7467600"/>
              <a:gd name="connsiteY560" fmla="*/ 2345900 h 6858000"/>
              <a:gd name="connsiteX561" fmla="*/ 2283317 w 7467600"/>
              <a:gd name="connsiteY561" fmla="*/ 1796925 h 6858000"/>
              <a:gd name="connsiteX562" fmla="*/ 2399523 w 7467600"/>
              <a:gd name="connsiteY562" fmla="*/ 1428234 h 6858000"/>
              <a:gd name="connsiteX563" fmla="*/ 2448558 w 7467600"/>
              <a:gd name="connsiteY563" fmla="*/ 1373435 h 6858000"/>
              <a:gd name="connsiteX564" fmla="*/ 2312521 w 7467600"/>
              <a:gd name="connsiteY564" fmla="*/ 1806140 h 6858000"/>
              <a:gd name="connsiteX565" fmla="*/ 2127533 w 7467600"/>
              <a:gd name="connsiteY565" fmla="*/ 2348380 h 6858000"/>
              <a:gd name="connsiteX566" fmla="*/ 2358080 w 7467600"/>
              <a:gd name="connsiteY566" fmla="*/ 1866134 h 6858000"/>
              <a:gd name="connsiteX567" fmla="*/ 2407436 w 7467600"/>
              <a:gd name="connsiteY567" fmla="*/ 1651070 h 6858000"/>
              <a:gd name="connsiteX568" fmla="*/ 2448558 w 7467600"/>
              <a:gd name="connsiteY568" fmla="*/ 1373435 h 6858000"/>
              <a:gd name="connsiteX569" fmla="*/ 278707 w 7467600"/>
              <a:gd name="connsiteY569" fmla="*/ 1352270 h 6858000"/>
              <a:gd name="connsiteX570" fmla="*/ 321570 w 7467600"/>
              <a:gd name="connsiteY570" fmla="*/ 1861610 h 6858000"/>
              <a:gd name="connsiteX571" fmla="*/ 294281 w 7467600"/>
              <a:gd name="connsiteY571" fmla="*/ 1440658 h 6858000"/>
              <a:gd name="connsiteX572" fmla="*/ 278707 w 7467600"/>
              <a:gd name="connsiteY572" fmla="*/ 1352270 h 6858000"/>
              <a:gd name="connsiteX573" fmla="*/ 1423821 w 7467600"/>
              <a:gd name="connsiteY573" fmla="*/ 1351958 h 6858000"/>
              <a:gd name="connsiteX574" fmla="*/ 1638521 w 7467600"/>
              <a:gd name="connsiteY574" fmla="*/ 1908470 h 6858000"/>
              <a:gd name="connsiteX575" fmla="*/ 1754199 w 7467600"/>
              <a:gd name="connsiteY575" fmla="*/ 2149284 h 6858000"/>
              <a:gd name="connsiteX576" fmla="*/ 1908359 w 7467600"/>
              <a:gd name="connsiteY576" fmla="*/ 2364988 h 6858000"/>
              <a:gd name="connsiteX577" fmla="*/ 1647661 w 7467600"/>
              <a:gd name="connsiteY577" fmla="*/ 1825945 h 6858000"/>
              <a:gd name="connsiteX578" fmla="*/ 1423821 w 7467600"/>
              <a:gd name="connsiteY578" fmla="*/ 1351958 h 6858000"/>
              <a:gd name="connsiteX579" fmla="*/ 1431890 w 7467600"/>
              <a:gd name="connsiteY579" fmla="*/ 1306475 h 6858000"/>
              <a:gd name="connsiteX580" fmla="*/ 1507597 w 7467600"/>
              <a:gd name="connsiteY580" fmla="*/ 1446132 h 6858000"/>
              <a:gd name="connsiteX581" fmla="*/ 1674586 w 7467600"/>
              <a:gd name="connsiteY581" fmla="*/ 1813832 h 6858000"/>
              <a:gd name="connsiteX582" fmla="*/ 1815950 w 7467600"/>
              <a:gd name="connsiteY582" fmla="*/ 2128564 h 6858000"/>
              <a:gd name="connsiteX583" fmla="*/ 1984242 w 7467600"/>
              <a:gd name="connsiteY583" fmla="*/ 2430829 h 6858000"/>
              <a:gd name="connsiteX584" fmla="*/ 2014023 w 7467600"/>
              <a:gd name="connsiteY584" fmla="*/ 2450995 h 6858000"/>
              <a:gd name="connsiteX585" fmla="*/ 1747337 w 7467600"/>
              <a:gd name="connsiteY585" fmla="*/ 1855264 h 6858000"/>
              <a:gd name="connsiteX586" fmla="*/ 1533749 w 7467600"/>
              <a:gd name="connsiteY586" fmla="*/ 1478656 h 6858000"/>
              <a:gd name="connsiteX587" fmla="*/ 1431890 w 7467600"/>
              <a:gd name="connsiteY587" fmla="*/ 1306475 h 6858000"/>
              <a:gd name="connsiteX588" fmla="*/ 5052692 w 7467600"/>
              <a:gd name="connsiteY588" fmla="*/ 1292994 h 6858000"/>
              <a:gd name="connsiteX589" fmla="*/ 5200661 w 7467600"/>
              <a:gd name="connsiteY589" fmla="*/ 1635186 h 6858000"/>
              <a:gd name="connsiteX590" fmla="*/ 5297138 w 7467600"/>
              <a:gd name="connsiteY590" fmla="*/ 1906351 h 6858000"/>
              <a:gd name="connsiteX591" fmla="*/ 5052692 w 7467600"/>
              <a:gd name="connsiteY591" fmla="*/ 1292994 h 6858000"/>
              <a:gd name="connsiteX592" fmla="*/ 5009948 w 7467600"/>
              <a:gd name="connsiteY592" fmla="*/ 1273619 h 6858000"/>
              <a:gd name="connsiteX593" fmla="*/ 5121777 w 7467600"/>
              <a:gd name="connsiteY593" fmla="*/ 1654213 h 6858000"/>
              <a:gd name="connsiteX594" fmla="*/ 5293545 w 7467600"/>
              <a:gd name="connsiteY594" fmla="*/ 2072247 h 6858000"/>
              <a:gd name="connsiteX595" fmla="*/ 5294042 w 7467600"/>
              <a:gd name="connsiteY595" fmla="*/ 2065019 h 6858000"/>
              <a:gd name="connsiteX596" fmla="*/ 5171936 w 7467600"/>
              <a:gd name="connsiteY596" fmla="*/ 1647613 h 6858000"/>
              <a:gd name="connsiteX597" fmla="*/ 5009948 w 7467600"/>
              <a:gd name="connsiteY597" fmla="*/ 1273619 h 6858000"/>
              <a:gd name="connsiteX598" fmla="*/ 655236 w 7467600"/>
              <a:gd name="connsiteY598" fmla="*/ 1268632 h 6858000"/>
              <a:gd name="connsiteX599" fmla="*/ 839521 w 7467600"/>
              <a:gd name="connsiteY599" fmla="*/ 1685315 h 6858000"/>
              <a:gd name="connsiteX600" fmla="*/ 1109416 w 7467600"/>
              <a:gd name="connsiteY600" fmla="*/ 2061663 h 6858000"/>
              <a:gd name="connsiteX601" fmla="*/ 1298300 w 7467600"/>
              <a:gd name="connsiteY601" fmla="*/ 2247742 h 6858000"/>
              <a:gd name="connsiteX602" fmla="*/ 1125871 w 7467600"/>
              <a:gd name="connsiteY602" fmla="*/ 1989513 h 6858000"/>
              <a:gd name="connsiteX603" fmla="*/ 981574 w 7467600"/>
              <a:gd name="connsiteY603" fmla="*/ 1783157 h 6858000"/>
              <a:gd name="connsiteX604" fmla="*/ 922198 w 7467600"/>
              <a:gd name="connsiteY604" fmla="*/ 1677437 h 6858000"/>
              <a:gd name="connsiteX605" fmla="*/ 869293 w 7467600"/>
              <a:gd name="connsiteY605" fmla="*/ 1583214 h 6858000"/>
              <a:gd name="connsiteX606" fmla="*/ 751431 w 7467600"/>
              <a:gd name="connsiteY606" fmla="*/ 1405731 h 6858000"/>
              <a:gd name="connsiteX607" fmla="*/ 655236 w 7467600"/>
              <a:gd name="connsiteY607" fmla="*/ 1268632 h 6858000"/>
              <a:gd name="connsiteX608" fmla="*/ 6516292 w 7467600"/>
              <a:gd name="connsiteY608" fmla="*/ 1263064 h 6858000"/>
              <a:gd name="connsiteX609" fmla="*/ 5736320 w 7467600"/>
              <a:gd name="connsiteY609" fmla="*/ 1501803 h 6858000"/>
              <a:gd name="connsiteX610" fmla="*/ 6516292 w 7467600"/>
              <a:gd name="connsiteY610" fmla="*/ 1263064 h 6858000"/>
              <a:gd name="connsiteX611" fmla="*/ 291466 w 7467600"/>
              <a:gd name="connsiteY611" fmla="*/ 1250369 h 6858000"/>
              <a:gd name="connsiteX612" fmla="*/ 323180 w 7467600"/>
              <a:gd name="connsiteY612" fmla="*/ 1435283 h 6858000"/>
              <a:gd name="connsiteX613" fmla="*/ 349381 w 7467600"/>
              <a:gd name="connsiteY613" fmla="*/ 1875041 h 6858000"/>
              <a:gd name="connsiteX614" fmla="*/ 374363 w 7467600"/>
              <a:gd name="connsiteY614" fmla="*/ 1506494 h 6858000"/>
              <a:gd name="connsiteX615" fmla="*/ 302168 w 7467600"/>
              <a:gd name="connsiteY615" fmla="*/ 1274495 h 6858000"/>
              <a:gd name="connsiteX616" fmla="*/ 291466 w 7467600"/>
              <a:gd name="connsiteY616" fmla="*/ 1250369 h 6858000"/>
              <a:gd name="connsiteX617" fmla="*/ 678222 w 7467600"/>
              <a:gd name="connsiteY617" fmla="*/ 1248670 h 6858000"/>
              <a:gd name="connsiteX618" fmla="*/ 775536 w 7467600"/>
              <a:gd name="connsiteY618" fmla="*/ 1388015 h 6858000"/>
              <a:gd name="connsiteX619" fmla="*/ 894529 w 7467600"/>
              <a:gd name="connsiteY619" fmla="*/ 1567739 h 6858000"/>
              <a:gd name="connsiteX620" fmla="*/ 948000 w 7467600"/>
              <a:gd name="connsiteY620" fmla="*/ 1663088 h 6858000"/>
              <a:gd name="connsiteX621" fmla="*/ 1006812 w 7467600"/>
              <a:gd name="connsiteY621" fmla="*/ 1767683 h 6858000"/>
              <a:gd name="connsiteX622" fmla="*/ 1149133 w 7467600"/>
              <a:gd name="connsiteY622" fmla="*/ 1971513 h 6858000"/>
              <a:gd name="connsiteX623" fmla="*/ 1333952 w 7467600"/>
              <a:gd name="connsiteY623" fmla="*/ 2251620 h 6858000"/>
              <a:gd name="connsiteX624" fmla="*/ 1337329 w 7467600"/>
              <a:gd name="connsiteY624" fmla="*/ 2258350 h 6858000"/>
              <a:gd name="connsiteX625" fmla="*/ 1014726 w 7467600"/>
              <a:gd name="connsiteY625" fmla="*/ 1615556 h 6858000"/>
              <a:gd name="connsiteX626" fmla="*/ 678222 w 7467600"/>
              <a:gd name="connsiteY626" fmla="*/ 1248670 h 6858000"/>
              <a:gd name="connsiteX627" fmla="*/ 6691602 w 7467600"/>
              <a:gd name="connsiteY627" fmla="*/ 1140573 h 6858000"/>
              <a:gd name="connsiteX628" fmla="*/ 6571100 w 7467600"/>
              <a:gd name="connsiteY628" fmla="*/ 1183662 h 6858000"/>
              <a:gd name="connsiteX629" fmla="*/ 6241687 w 7467600"/>
              <a:gd name="connsiteY629" fmla="*/ 1257600 h 6858000"/>
              <a:gd name="connsiteX630" fmla="*/ 5693009 w 7467600"/>
              <a:gd name="connsiteY630" fmla="*/ 1478256 h 6858000"/>
              <a:gd name="connsiteX631" fmla="*/ 6548420 w 7467600"/>
              <a:gd name="connsiteY631" fmla="*/ 1214599 h 6858000"/>
              <a:gd name="connsiteX632" fmla="*/ 6605473 w 7467600"/>
              <a:gd name="connsiteY632" fmla="*/ 1184686 h 6858000"/>
              <a:gd name="connsiteX633" fmla="*/ 6691602 w 7467600"/>
              <a:gd name="connsiteY633" fmla="*/ 1140573 h 6858000"/>
              <a:gd name="connsiteX634" fmla="*/ 4002475 w 7467600"/>
              <a:gd name="connsiteY634" fmla="*/ 1037802 h 6858000"/>
              <a:gd name="connsiteX635" fmla="*/ 4000324 w 7467600"/>
              <a:gd name="connsiteY635" fmla="*/ 1039362 h 6858000"/>
              <a:gd name="connsiteX636" fmla="*/ 4002862 w 7467600"/>
              <a:gd name="connsiteY636" fmla="*/ 1042866 h 6858000"/>
              <a:gd name="connsiteX637" fmla="*/ 4002475 w 7467600"/>
              <a:gd name="connsiteY637" fmla="*/ 1037802 h 6858000"/>
              <a:gd name="connsiteX638" fmla="*/ 506322 w 7467600"/>
              <a:gd name="connsiteY638" fmla="*/ 1020997 h 6858000"/>
              <a:gd name="connsiteX639" fmla="*/ 533068 w 7467600"/>
              <a:gd name="connsiteY639" fmla="*/ 1029409 h 6858000"/>
              <a:gd name="connsiteX640" fmla="*/ 1232525 w 7467600"/>
              <a:gd name="connsiteY640" fmla="*/ 1804675 h 6858000"/>
              <a:gd name="connsiteX641" fmla="*/ 1388858 w 7467600"/>
              <a:gd name="connsiteY641" fmla="*/ 2368011 h 6858000"/>
              <a:gd name="connsiteX642" fmla="*/ 1384098 w 7467600"/>
              <a:gd name="connsiteY642" fmla="*/ 2378125 h 6858000"/>
              <a:gd name="connsiteX643" fmla="*/ 1425393 w 7467600"/>
              <a:gd name="connsiteY643" fmla="*/ 2589124 h 6858000"/>
              <a:gd name="connsiteX644" fmla="*/ 1424001 w 7467600"/>
              <a:gd name="connsiteY644" fmla="*/ 2597541 h 6858000"/>
              <a:gd name="connsiteX645" fmla="*/ 2152729 w 7467600"/>
              <a:gd name="connsiteY645" fmla="*/ 2864487 h 6858000"/>
              <a:gd name="connsiteX646" fmla="*/ 2020609 w 7467600"/>
              <a:gd name="connsiteY646" fmla="*/ 2539671 h 6858000"/>
              <a:gd name="connsiteX647" fmla="*/ 2018920 w 7467600"/>
              <a:gd name="connsiteY647" fmla="*/ 2536309 h 6858000"/>
              <a:gd name="connsiteX648" fmla="*/ 1342441 w 7467600"/>
              <a:gd name="connsiteY648" fmla="*/ 1173017 h 6858000"/>
              <a:gd name="connsiteX649" fmla="*/ 1367925 w 7467600"/>
              <a:gd name="connsiteY649" fmla="*/ 1135648 h 6858000"/>
              <a:gd name="connsiteX650" fmla="*/ 1771401 w 7467600"/>
              <a:gd name="connsiteY650" fmla="*/ 1806673 h 6858000"/>
              <a:gd name="connsiteX651" fmla="*/ 1972385 w 7467600"/>
              <a:gd name="connsiteY651" fmla="*/ 2198735 h 6858000"/>
              <a:gd name="connsiteX652" fmla="*/ 2040892 w 7467600"/>
              <a:gd name="connsiteY652" fmla="*/ 2405205 h 6858000"/>
              <a:gd name="connsiteX653" fmla="*/ 2131689 w 7467600"/>
              <a:gd name="connsiteY653" fmla="*/ 1936926 h 6858000"/>
              <a:gd name="connsiteX654" fmla="*/ 2454820 w 7467600"/>
              <a:gd name="connsiteY654" fmla="*/ 1248808 h 6858000"/>
              <a:gd name="connsiteX655" fmla="*/ 2492512 w 7467600"/>
              <a:gd name="connsiteY655" fmla="*/ 1302920 h 6858000"/>
              <a:gd name="connsiteX656" fmla="*/ 2081216 w 7467600"/>
              <a:gd name="connsiteY656" fmla="*/ 2527513 h 6858000"/>
              <a:gd name="connsiteX657" fmla="*/ 2081211 w 7467600"/>
              <a:gd name="connsiteY657" fmla="*/ 2528916 h 6858000"/>
              <a:gd name="connsiteX658" fmla="*/ 2199067 w 7467600"/>
              <a:gd name="connsiteY658" fmla="*/ 2884061 h 6858000"/>
              <a:gd name="connsiteX659" fmla="*/ 3192586 w 7467600"/>
              <a:gd name="connsiteY659" fmla="*/ 3411496 h 6858000"/>
              <a:gd name="connsiteX660" fmla="*/ 3182620 w 7467600"/>
              <a:gd name="connsiteY660" fmla="*/ 3483279 h 6858000"/>
              <a:gd name="connsiteX661" fmla="*/ 2435119 w 7467600"/>
              <a:gd name="connsiteY661" fmla="*/ 3080173 h 6858000"/>
              <a:gd name="connsiteX662" fmla="*/ 2410152 w 7467600"/>
              <a:gd name="connsiteY662" fmla="*/ 3063751 h 6858000"/>
              <a:gd name="connsiteX663" fmla="*/ 2408099 w 7467600"/>
              <a:gd name="connsiteY663" fmla="*/ 3064403 h 6858000"/>
              <a:gd name="connsiteX664" fmla="*/ 2407218 w 7467600"/>
              <a:gd name="connsiteY664" fmla="*/ 3070324 h 6858000"/>
              <a:gd name="connsiteX665" fmla="*/ 2380138 w 7467600"/>
              <a:gd name="connsiteY665" fmla="*/ 3099341 h 6858000"/>
              <a:gd name="connsiteX666" fmla="*/ 1765923 w 7467600"/>
              <a:gd name="connsiteY666" fmla="*/ 3581043 h 6858000"/>
              <a:gd name="connsiteX667" fmla="*/ 1702258 w 7467600"/>
              <a:gd name="connsiteY667" fmla="*/ 3612286 h 6858000"/>
              <a:gd name="connsiteX668" fmla="*/ 1538370 w 7467600"/>
              <a:gd name="connsiteY668" fmla="*/ 3811804 h 6858000"/>
              <a:gd name="connsiteX669" fmla="*/ 542867 w 7467600"/>
              <a:gd name="connsiteY669" fmla="*/ 4944092 h 6858000"/>
              <a:gd name="connsiteX670" fmla="*/ 515800 w 7467600"/>
              <a:gd name="connsiteY670" fmla="*/ 4862180 h 6858000"/>
              <a:gd name="connsiteX671" fmla="*/ 909145 w 7467600"/>
              <a:gd name="connsiteY671" fmla="*/ 4199225 h 6858000"/>
              <a:gd name="connsiteX672" fmla="*/ 1214067 w 7467600"/>
              <a:gd name="connsiteY672" fmla="*/ 3908561 h 6858000"/>
              <a:gd name="connsiteX673" fmla="*/ 640967 w 7467600"/>
              <a:gd name="connsiteY673" fmla="*/ 4105601 h 6858000"/>
              <a:gd name="connsiteX674" fmla="*/ 112563 w 7467600"/>
              <a:gd name="connsiteY674" fmla="*/ 4396952 h 6858000"/>
              <a:gd name="connsiteX675" fmla="*/ 0 w 7467600"/>
              <a:gd name="connsiteY675" fmla="*/ 4466006 h 6858000"/>
              <a:gd name="connsiteX676" fmla="*/ 0 w 7467600"/>
              <a:gd name="connsiteY676" fmla="*/ 4233763 h 6858000"/>
              <a:gd name="connsiteX677" fmla="*/ 36881 w 7467600"/>
              <a:gd name="connsiteY677" fmla="*/ 4200118 h 6858000"/>
              <a:gd name="connsiteX678" fmla="*/ 910534 w 7467600"/>
              <a:gd name="connsiteY678" fmla="*/ 3629753 h 6858000"/>
              <a:gd name="connsiteX679" fmla="*/ 1578717 w 7467600"/>
              <a:gd name="connsiteY679" fmla="*/ 3575982 h 6858000"/>
              <a:gd name="connsiteX680" fmla="*/ 2338780 w 7467600"/>
              <a:gd name="connsiteY680" fmla="*/ 3033725 h 6858000"/>
              <a:gd name="connsiteX681" fmla="*/ 1807991 w 7467600"/>
              <a:gd name="connsiteY681" fmla="*/ 2807184 h 6858000"/>
              <a:gd name="connsiteX682" fmla="*/ 1416358 w 7467600"/>
              <a:gd name="connsiteY682" fmla="*/ 3112571 h 6858000"/>
              <a:gd name="connsiteX683" fmla="*/ 939066 w 7467600"/>
              <a:gd name="connsiteY683" fmla="*/ 3378798 h 6858000"/>
              <a:gd name="connsiteX684" fmla="*/ 115099 w 7467600"/>
              <a:gd name="connsiteY684" fmla="*/ 3607650 h 6858000"/>
              <a:gd name="connsiteX685" fmla="*/ 97284 w 7467600"/>
              <a:gd name="connsiteY685" fmla="*/ 3520393 h 6858000"/>
              <a:gd name="connsiteX686" fmla="*/ 922050 w 7467600"/>
              <a:gd name="connsiteY686" fmla="*/ 3074867 h 6858000"/>
              <a:gd name="connsiteX687" fmla="*/ 1405265 w 7467600"/>
              <a:gd name="connsiteY687" fmla="*/ 3016319 h 6858000"/>
              <a:gd name="connsiteX688" fmla="*/ 1407512 w 7467600"/>
              <a:gd name="connsiteY688" fmla="*/ 3018001 h 6858000"/>
              <a:gd name="connsiteX689" fmla="*/ 1726266 w 7467600"/>
              <a:gd name="connsiteY689" fmla="*/ 2777274 h 6858000"/>
              <a:gd name="connsiteX690" fmla="*/ 625390 w 7467600"/>
              <a:gd name="connsiteY690" fmla="*/ 2514541 h 6858000"/>
              <a:gd name="connsiteX691" fmla="*/ 619799 w 7467600"/>
              <a:gd name="connsiteY691" fmla="*/ 2527180 h 6858000"/>
              <a:gd name="connsiteX692" fmla="*/ 310030 w 7467600"/>
              <a:gd name="connsiteY692" fmla="*/ 2771818 h 6858000"/>
              <a:gd name="connsiteX693" fmla="*/ 173877 w 7467600"/>
              <a:gd name="connsiteY693" fmla="*/ 2937056 h 6858000"/>
              <a:gd name="connsiteX694" fmla="*/ 77889 w 7467600"/>
              <a:gd name="connsiteY694" fmla="*/ 3138440 h 6858000"/>
              <a:gd name="connsiteX695" fmla="*/ 0 w 7467600"/>
              <a:gd name="connsiteY695" fmla="*/ 3271395 h 6858000"/>
              <a:gd name="connsiteX696" fmla="*/ 0 w 7467600"/>
              <a:gd name="connsiteY696" fmla="*/ 3153002 h 6858000"/>
              <a:gd name="connsiteX697" fmla="*/ 2386 w 7467600"/>
              <a:gd name="connsiteY697" fmla="*/ 3149203 h 6858000"/>
              <a:gd name="connsiteX698" fmla="*/ 89753 w 7467600"/>
              <a:gd name="connsiteY698" fmla="*/ 2987702 h 6858000"/>
              <a:gd name="connsiteX699" fmla="*/ 76869 w 7467600"/>
              <a:gd name="connsiteY699" fmla="*/ 3005404 h 6858000"/>
              <a:gd name="connsiteX700" fmla="*/ 32049 w 7467600"/>
              <a:gd name="connsiteY700" fmla="*/ 3065814 h 6858000"/>
              <a:gd name="connsiteX701" fmla="*/ 0 w 7467600"/>
              <a:gd name="connsiteY701" fmla="*/ 3108744 h 6858000"/>
              <a:gd name="connsiteX702" fmla="*/ 0 w 7467600"/>
              <a:gd name="connsiteY702" fmla="*/ 3058059 h 6858000"/>
              <a:gd name="connsiteX703" fmla="*/ 7610 w 7467600"/>
              <a:gd name="connsiteY703" fmla="*/ 3047889 h 6858000"/>
              <a:gd name="connsiteX704" fmla="*/ 52419 w 7467600"/>
              <a:gd name="connsiteY704" fmla="*/ 2987479 h 6858000"/>
              <a:gd name="connsiteX705" fmla="*/ 59142 w 7467600"/>
              <a:gd name="connsiteY705" fmla="*/ 2978488 h 6858000"/>
              <a:gd name="connsiteX706" fmla="*/ 0 w 7467600"/>
              <a:gd name="connsiteY706" fmla="*/ 3015334 h 6858000"/>
              <a:gd name="connsiteX707" fmla="*/ 0 w 7467600"/>
              <a:gd name="connsiteY707" fmla="*/ 2914286 h 6858000"/>
              <a:gd name="connsiteX708" fmla="*/ 36383 w 7467600"/>
              <a:gd name="connsiteY708" fmla="*/ 2901128 h 6858000"/>
              <a:gd name="connsiteX709" fmla="*/ 156329 w 7467600"/>
              <a:gd name="connsiteY709" fmla="*/ 2840533 h 6858000"/>
              <a:gd name="connsiteX710" fmla="*/ 358355 w 7467600"/>
              <a:gd name="connsiteY710" fmla="*/ 2620471 h 6858000"/>
              <a:gd name="connsiteX711" fmla="*/ 510577 w 7467600"/>
              <a:gd name="connsiteY711" fmla="*/ 2501244 h 6858000"/>
              <a:gd name="connsiteX712" fmla="*/ 211967 w 7467600"/>
              <a:gd name="connsiteY712" fmla="*/ 2479171 h 6858000"/>
              <a:gd name="connsiteX713" fmla="*/ 0 w 7467600"/>
              <a:gd name="connsiteY713" fmla="*/ 2476398 h 6858000"/>
              <a:gd name="connsiteX714" fmla="*/ 0 w 7467600"/>
              <a:gd name="connsiteY714" fmla="*/ 2389189 h 6858000"/>
              <a:gd name="connsiteX715" fmla="*/ 103062 w 7467600"/>
              <a:gd name="connsiteY715" fmla="*/ 2389518 h 6858000"/>
              <a:gd name="connsiteX716" fmla="*/ 510734 w 7467600"/>
              <a:gd name="connsiteY716" fmla="*/ 2416201 h 6858000"/>
              <a:gd name="connsiteX717" fmla="*/ 279257 w 7467600"/>
              <a:gd name="connsiteY717" fmla="*/ 2092102 h 6858000"/>
              <a:gd name="connsiteX718" fmla="*/ 65265 w 7467600"/>
              <a:gd name="connsiteY718" fmla="*/ 2006049 h 6858000"/>
              <a:gd name="connsiteX719" fmla="*/ 0 w 7467600"/>
              <a:gd name="connsiteY719" fmla="*/ 1982532 h 6858000"/>
              <a:gd name="connsiteX720" fmla="*/ 0 w 7467600"/>
              <a:gd name="connsiteY720" fmla="*/ 1912789 h 6858000"/>
              <a:gd name="connsiteX721" fmla="*/ 97460 w 7467600"/>
              <a:gd name="connsiteY721" fmla="*/ 1953725 h 6858000"/>
              <a:gd name="connsiteX722" fmla="*/ 221272 w 7467600"/>
              <a:gd name="connsiteY722" fmla="*/ 1980766 h 6858000"/>
              <a:gd name="connsiteX723" fmla="*/ 116765 w 7467600"/>
              <a:gd name="connsiteY723" fmla="*/ 1911033 h 6858000"/>
              <a:gd name="connsiteX724" fmla="*/ 16405 w 7467600"/>
              <a:gd name="connsiteY724" fmla="*/ 1803412 h 6858000"/>
              <a:gd name="connsiteX725" fmla="*/ 0 w 7467600"/>
              <a:gd name="connsiteY725" fmla="*/ 1784777 h 6858000"/>
              <a:gd name="connsiteX726" fmla="*/ 0 w 7467600"/>
              <a:gd name="connsiteY726" fmla="*/ 1740082 h 6858000"/>
              <a:gd name="connsiteX727" fmla="*/ 39394 w 7467600"/>
              <a:gd name="connsiteY727" fmla="*/ 1784856 h 6858000"/>
              <a:gd name="connsiteX728" fmla="*/ 135813 w 7467600"/>
              <a:gd name="connsiteY728" fmla="*/ 1888838 h 6858000"/>
              <a:gd name="connsiteX729" fmla="*/ 242575 w 7467600"/>
              <a:gd name="connsiteY729" fmla="*/ 1958841 h 6858000"/>
              <a:gd name="connsiteX730" fmla="*/ 82197 w 7467600"/>
              <a:gd name="connsiteY730" fmla="*/ 1754826 h 6858000"/>
              <a:gd name="connsiteX731" fmla="*/ 0 w 7467600"/>
              <a:gd name="connsiteY731" fmla="*/ 1679650 h 6858000"/>
              <a:gd name="connsiteX732" fmla="*/ 0 w 7467600"/>
              <a:gd name="connsiteY732" fmla="*/ 1602463 h 6858000"/>
              <a:gd name="connsiteX733" fmla="*/ 84689 w 7467600"/>
              <a:gd name="connsiteY733" fmla="*/ 1677442 h 6858000"/>
              <a:gd name="connsiteX734" fmla="*/ 298437 w 7467600"/>
              <a:gd name="connsiteY734" fmla="*/ 1968019 h 6858000"/>
              <a:gd name="connsiteX735" fmla="*/ 227269 w 7467600"/>
              <a:gd name="connsiteY735" fmla="*/ 1114064 h 6858000"/>
              <a:gd name="connsiteX736" fmla="*/ 248003 w 7467600"/>
              <a:gd name="connsiteY736" fmla="*/ 1089613 h 6858000"/>
              <a:gd name="connsiteX737" fmla="*/ 427020 w 7467600"/>
              <a:gd name="connsiteY737" fmla="*/ 1619803 h 6858000"/>
              <a:gd name="connsiteX738" fmla="*/ 340345 w 7467600"/>
              <a:gd name="connsiteY738" fmla="*/ 2027739 h 6858000"/>
              <a:gd name="connsiteX739" fmla="*/ 360865 w 7467600"/>
              <a:gd name="connsiteY739" fmla="*/ 2044827 h 6858000"/>
              <a:gd name="connsiteX740" fmla="*/ 560414 w 7467600"/>
              <a:gd name="connsiteY740" fmla="*/ 2421457 h 6858000"/>
              <a:gd name="connsiteX741" fmla="*/ 1359703 w 7467600"/>
              <a:gd name="connsiteY741" fmla="*/ 2578554 h 6858000"/>
              <a:gd name="connsiteX742" fmla="*/ 1359422 w 7467600"/>
              <a:gd name="connsiteY742" fmla="*/ 2577994 h 6858000"/>
              <a:gd name="connsiteX743" fmla="*/ 828701 w 7467600"/>
              <a:gd name="connsiteY743" fmla="*/ 1839520 h 6858000"/>
              <a:gd name="connsiteX744" fmla="*/ 494427 w 7467600"/>
              <a:gd name="connsiteY744" fmla="*/ 1092333 h 6858000"/>
              <a:gd name="connsiteX745" fmla="*/ 506322 w 7467600"/>
              <a:gd name="connsiteY745" fmla="*/ 1020997 h 6858000"/>
              <a:gd name="connsiteX746" fmla="*/ 4570198 w 7467600"/>
              <a:gd name="connsiteY746" fmla="*/ 978081 h 6858000"/>
              <a:gd name="connsiteX747" fmla="*/ 4523691 w 7467600"/>
              <a:gd name="connsiteY747" fmla="*/ 1127776 h 6858000"/>
              <a:gd name="connsiteX748" fmla="*/ 4509875 w 7467600"/>
              <a:gd name="connsiteY748" fmla="*/ 1167552 h 6858000"/>
              <a:gd name="connsiteX749" fmla="*/ 4478168 w 7467600"/>
              <a:gd name="connsiteY749" fmla="*/ 1260735 h 6858000"/>
              <a:gd name="connsiteX750" fmla="*/ 4409309 w 7467600"/>
              <a:gd name="connsiteY750" fmla="*/ 1666996 h 6858000"/>
              <a:gd name="connsiteX751" fmla="*/ 4370031 w 7467600"/>
              <a:gd name="connsiteY751" fmla="*/ 1955666 h 6858000"/>
              <a:gd name="connsiteX752" fmla="*/ 4570198 w 7467600"/>
              <a:gd name="connsiteY752" fmla="*/ 978081 h 6858000"/>
              <a:gd name="connsiteX753" fmla="*/ 4557898 w 7467600"/>
              <a:gd name="connsiteY753" fmla="*/ 900011 h 6858000"/>
              <a:gd name="connsiteX754" fmla="*/ 4344840 w 7467600"/>
              <a:gd name="connsiteY754" fmla="*/ 1922038 h 6858000"/>
              <a:gd name="connsiteX755" fmla="*/ 4378710 w 7467600"/>
              <a:gd name="connsiteY755" fmla="*/ 1665516 h 6858000"/>
              <a:gd name="connsiteX756" fmla="*/ 4448798 w 7467600"/>
              <a:gd name="connsiteY756" fmla="*/ 1253024 h 6858000"/>
              <a:gd name="connsiteX757" fmla="*/ 4480315 w 7467600"/>
              <a:gd name="connsiteY757" fmla="*/ 1158454 h 6858000"/>
              <a:gd name="connsiteX758" fmla="*/ 4494133 w 7467600"/>
              <a:gd name="connsiteY758" fmla="*/ 1118676 h 6858000"/>
              <a:gd name="connsiteX759" fmla="*/ 4557898 w 7467600"/>
              <a:gd name="connsiteY759" fmla="*/ 900011 h 6858000"/>
              <a:gd name="connsiteX760" fmla="*/ 5870151 w 7467600"/>
              <a:gd name="connsiteY760" fmla="*/ 898890 h 6858000"/>
              <a:gd name="connsiteX761" fmla="*/ 5861335 w 7467600"/>
              <a:gd name="connsiteY761" fmla="*/ 899177 h 6858000"/>
              <a:gd name="connsiteX762" fmla="*/ 5843702 w 7467600"/>
              <a:gd name="connsiteY762" fmla="*/ 899748 h 6858000"/>
              <a:gd name="connsiteX763" fmla="*/ 5651107 w 7467600"/>
              <a:gd name="connsiteY763" fmla="*/ 920306 h 6858000"/>
              <a:gd name="connsiteX764" fmla="*/ 5459407 w 7467600"/>
              <a:gd name="connsiteY764" fmla="*/ 940975 h 6858000"/>
              <a:gd name="connsiteX765" fmla="*/ 5374846 w 7467600"/>
              <a:gd name="connsiteY765" fmla="*/ 941988 h 6858000"/>
              <a:gd name="connsiteX766" fmla="*/ 5256105 w 7467600"/>
              <a:gd name="connsiteY766" fmla="*/ 945632 h 6858000"/>
              <a:gd name="connsiteX767" fmla="*/ 5107071 w 7467600"/>
              <a:gd name="connsiteY767" fmla="*/ 969720 h 6858000"/>
              <a:gd name="connsiteX768" fmla="*/ 4998681 w 7467600"/>
              <a:gd name="connsiteY768" fmla="*/ 988771 h 6858000"/>
              <a:gd name="connsiteX769" fmla="*/ 5870151 w 7467600"/>
              <a:gd name="connsiteY769" fmla="*/ 898890 h 6858000"/>
              <a:gd name="connsiteX770" fmla="*/ 5504425 w 7467600"/>
              <a:gd name="connsiteY770" fmla="*/ 848067 h 6858000"/>
              <a:gd name="connsiteX771" fmla="*/ 4968849 w 7467600"/>
              <a:gd name="connsiteY771" fmla="*/ 962318 h 6858000"/>
              <a:gd name="connsiteX772" fmla="*/ 5104039 w 7467600"/>
              <a:gd name="connsiteY772" fmla="*/ 940634 h 6858000"/>
              <a:gd name="connsiteX773" fmla="*/ 5256311 w 7467600"/>
              <a:gd name="connsiteY773" fmla="*/ 916490 h 6858000"/>
              <a:gd name="connsiteX774" fmla="*/ 5377381 w 7467600"/>
              <a:gd name="connsiteY774" fmla="*/ 912671 h 6858000"/>
              <a:gd name="connsiteX775" fmla="*/ 5460148 w 7467600"/>
              <a:gd name="connsiteY775" fmla="*/ 911442 h 6858000"/>
              <a:gd name="connsiteX776" fmla="*/ 5648971 w 7467600"/>
              <a:gd name="connsiteY776" fmla="*/ 891331 h 6858000"/>
              <a:gd name="connsiteX777" fmla="*/ 5844807 w 7467600"/>
              <a:gd name="connsiteY777" fmla="*/ 870718 h 6858000"/>
              <a:gd name="connsiteX778" fmla="*/ 5862975 w 7467600"/>
              <a:gd name="connsiteY778" fmla="*/ 869756 h 6858000"/>
              <a:gd name="connsiteX779" fmla="*/ 5920887 w 7467600"/>
              <a:gd name="connsiteY779" fmla="*/ 865929 h 6858000"/>
              <a:gd name="connsiteX780" fmla="*/ 5504425 w 7467600"/>
              <a:gd name="connsiteY780" fmla="*/ 848067 h 6858000"/>
              <a:gd name="connsiteX781" fmla="*/ 3607114 w 7467600"/>
              <a:gd name="connsiteY781" fmla="*/ 467441 h 6858000"/>
              <a:gd name="connsiteX782" fmla="*/ 3296242 w 7467600"/>
              <a:gd name="connsiteY782" fmla="*/ 807991 h 6858000"/>
              <a:gd name="connsiteX783" fmla="*/ 3174674 w 7467600"/>
              <a:gd name="connsiteY783" fmla="*/ 919759 h 6858000"/>
              <a:gd name="connsiteX784" fmla="*/ 3042978 w 7467600"/>
              <a:gd name="connsiteY784" fmla="*/ 1054894 h 6858000"/>
              <a:gd name="connsiteX785" fmla="*/ 2968914 w 7467600"/>
              <a:gd name="connsiteY785" fmla="*/ 1133756 h 6858000"/>
              <a:gd name="connsiteX786" fmla="*/ 3103823 w 7467600"/>
              <a:gd name="connsiteY786" fmla="*/ 1026814 h 6858000"/>
              <a:gd name="connsiteX787" fmla="*/ 3607114 w 7467600"/>
              <a:gd name="connsiteY787" fmla="*/ 467441 h 6858000"/>
              <a:gd name="connsiteX788" fmla="*/ 3744487 w 7467600"/>
              <a:gd name="connsiteY788" fmla="*/ 383136 h 6858000"/>
              <a:gd name="connsiteX789" fmla="*/ 3970213 w 7467600"/>
              <a:gd name="connsiteY789" fmla="*/ 995559 h 6858000"/>
              <a:gd name="connsiteX790" fmla="*/ 3744487 w 7467600"/>
              <a:gd name="connsiteY790" fmla="*/ 383136 h 6858000"/>
              <a:gd name="connsiteX791" fmla="*/ 3624562 w 7467600"/>
              <a:gd name="connsiteY791" fmla="*/ 367041 h 6858000"/>
              <a:gd name="connsiteX792" fmla="*/ 3489712 w 7467600"/>
              <a:gd name="connsiteY792" fmla="*/ 485386 h 6858000"/>
              <a:gd name="connsiteX793" fmla="*/ 3182994 w 7467600"/>
              <a:gd name="connsiteY793" fmla="*/ 828265 h 6858000"/>
              <a:gd name="connsiteX794" fmla="*/ 2892114 w 7467600"/>
              <a:gd name="connsiteY794" fmla="*/ 1172635 h 6858000"/>
              <a:gd name="connsiteX795" fmla="*/ 3021459 w 7467600"/>
              <a:gd name="connsiteY795" fmla="*/ 1035385 h 6858000"/>
              <a:gd name="connsiteX796" fmla="*/ 3153873 w 7467600"/>
              <a:gd name="connsiteY796" fmla="*/ 898971 h 6858000"/>
              <a:gd name="connsiteX797" fmla="*/ 3276511 w 7467600"/>
              <a:gd name="connsiteY797" fmla="*/ 786423 h 6858000"/>
              <a:gd name="connsiteX798" fmla="*/ 3584154 w 7467600"/>
              <a:gd name="connsiteY798" fmla="*/ 448218 h 6858000"/>
              <a:gd name="connsiteX799" fmla="*/ 3624562 w 7467600"/>
              <a:gd name="connsiteY799" fmla="*/ 367041 h 6858000"/>
              <a:gd name="connsiteX800" fmla="*/ 3766672 w 7467600"/>
              <a:gd name="connsiteY800" fmla="*/ 359429 h 6858000"/>
              <a:gd name="connsiteX801" fmla="*/ 3996338 w 7467600"/>
              <a:gd name="connsiteY801" fmla="*/ 968237 h 6858000"/>
              <a:gd name="connsiteX802" fmla="*/ 3766672 w 7467600"/>
              <a:gd name="connsiteY802" fmla="*/ 359429 h 6858000"/>
              <a:gd name="connsiteX803" fmla="*/ 5805386 w 7467600"/>
              <a:gd name="connsiteY803" fmla="*/ 239240 h 6858000"/>
              <a:gd name="connsiteX804" fmla="*/ 5736947 w 7467600"/>
              <a:gd name="connsiteY804" fmla="*/ 261367 h 6858000"/>
              <a:gd name="connsiteX805" fmla="*/ 5427012 w 7467600"/>
              <a:gd name="connsiteY805" fmla="*/ 311272 h 6858000"/>
              <a:gd name="connsiteX806" fmla="*/ 5147818 w 7467600"/>
              <a:gd name="connsiteY806" fmla="*/ 322112 h 6858000"/>
              <a:gd name="connsiteX807" fmla="*/ 5060854 w 7467600"/>
              <a:gd name="connsiteY807" fmla="*/ 311882 h 6858000"/>
              <a:gd name="connsiteX808" fmla="*/ 4945989 w 7467600"/>
              <a:gd name="connsiteY808" fmla="*/ 300516 h 6858000"/>
              <a:gd name="connsiteX809" fmla="*/ 5410479 w 7467600"/>
              <a:gd name="connsiteY809" fmla="*/ 348434 h 6858000"/>
              <a:gd name="connsiteX810" fmla="*/ 5805386 w 7467600"/>
              <a:gd name="connsiteY810" fmla="*/ 239240 h 6858000"/>
              <a:gd name="connsiteX811" fmla="*/ 5905192 w 7467600"/>
              <a:gd name="connsiteY811" fmla="*/ 163079 h 6858000"/>
              <a:gd name="connsiteX812" fmla="*/ 5865655 w 7467600"/>
              <a:gd name="connsiteY812" fmla="*/ 171901 h 6858000"/>
              <a:gd name="connsiteX813" fmla="*/ 5259740 w 7467600"/>
              <a:gd name="connsiteY813" fmla="*/ 257013 h 6858000"/>
              <a:gd name="connsiteX814" fmla="*/ 5208466 w 7467600"/>
              <a:gd name="connsiteY814" fmla="*/ 257550 h 6858000"/>
              <a:gd name="connsiteX815" fmla="*/ 4980204 w 7467600"/>
              <a:gd name="connsiteY815" fmla="*/ 271903 h 6858000"/>
              <a:gd name="connsiteX816" fmla="*/ 5068068 w 7467600"/>
              <a:gd name="connsiteY816" fmla="*/ 282244 h 6858000"/>
              <a:gd name="connsiteX817" fmla="*/ 5153231 w 7467600"/>
              <a:gd name="connsiteY817" fmla="*/ 292240 h 6858000"/>
              <a:gd name="connsiteX818" fmla="*/ 5426491 w 7467600"/>
              <a:gd name="connsiteY818" fmla="*/ 281128 h 6858000"/>
              <a:gd name="connsiteX819" fmla="*/ 5731212 w 7467600"/>
              <a:gd name="connsiteY819" fmla="*/ 231951 h 6858000"/>
              <a:gd name="connsiteX820" fmla="*/ 5905192 w 7467600"/>
              <a:gd name="connsiteY820" fmla="*/ 163079 h 6858000"/>
              <a:gd name="connsiteX821" fmla="*/ 5944437 w 7467600"/>
              <a:gd name="connsiteY821" fmla="*/ 113829 h 6858000"/>
              <a:gd name="connsiteX822" fmla="*/ 5825032 w 7467600"/>
              <a:gd name="connsiteY822" fmla="*/ 146405 h 6858000"/>
              <a:gd name="connsiteX823" fmla="*/ 4955599 w 7467600"/>
              <a:gd name="connsiteY823" fmla="*/ 247008 h 6858000"/>
              <a:gd name="connsiteX824" fmla="*/ 5210104 w 7467600"/>
              <a:gd name="connsiteY824" fmla="*/ 228123 h 6858000"/>
              <a:gd name="connsiteX825" fmla="*/ 5261015 w 7467600"/>
              <a:gd name="connsiteY825" fmla="*/ 227087 h 6858000"/>
              <a:gd name="connsiteX826" fmla="*/ 5861181 w 7467600"/>
              <a:gd name="connsiteY826" fmla="*/ 143093 h 6858000"/>
              <a:gd name="connsiteX827" fmla="*/ 5961252 w 7467600"/>
              <a:gd name="connsiteY827" fmla="*/ 114820 h 6858000"/>
              <a:gd name="connsiteX828" fmla="*/ 5944437 w 7467600"/>
              <a:gd name="connsiteY828" fmla="*/ 113829 h 6858000"/>
              <a:gd name="connsiteX829" fmla="*/ 3882765 w 7467600"/>
              <a:gd name="connsiteY829" fmla="*/ 0 h 6858000"/>
              <a:gd name="connsiteX830" fmla="*/ 3995099 w 7467600"/>
              <a:gd name="connsiteY830" fmla="*/ 0 h 6858000"/>
              <a:gd name="connsiteX831" fmla="*/ 4163818 w 7467600"/>
              <a:gd name="connsiteY831" fmla="*/ 234104 h 6858000"/>
              <a:gd name="connsiteX832" fmla="*/ 4172099 w 7467600"/>
              <a:gd name="connsiteY832" fmla="*/ 234207 h 6858000"/>
              <a:gd name="connsiteX833" fmla="*/ 4784282 w 7467600"/>
              <a:gd name="connsiteY833" fmla="*/ 276561 h 6858000"/>
              <a:gd name="connsiteX834" fmla="*/ 4801687 w 7467600"/>
              <a:gd name="connsiteY834" fmla="*/ 267764 h 6858000"/>
              <a:gd name="connsiteX835" fmla="*/ 6082788 w 7467600"/>
              <a:gd name="connsiteY835" fmla="*/ 64119 h 6858000"/>
              <a:gd name="connsiteX836" fmla="*/ 6099442 w 7467600"/>
              <a:gd name="connsiteY836" fmla="*/ 82568 h 6858000"/>
              <a:gd name="connsiteX837" fmla="*/ 4804137 w 7467600"/>
              <a:gd name="connsiteY837" fmla="*/ 320931 h 6858000"/>
              <a:gd name="connsiteX838" fmla="*/ 4227047 w 7467600"/>
              <a:gd name="connsiteY838" fmla="*/ 313415 h 6858000"/>
              <a:gd name="connsiteX839" fmla="*/ 4346041 w 7467600"/>
              <a:gd name="connsiteY839" fmla="*/ 456086 h 6858000"/>
              <a:gd name="connsiteX840" fmla="*/ 4870967 w 7467600"/>
              <a:gd name="connsiteY840" fmla="*/ 963061 h 6858000"/>
              <a:gd name="connsiteX841" fmla="*/ 4889647 w 7467600"/>
              <a:gd name="connsiteY841" fmla="*/ 957147 h 6858000"/>
              <a:gd name="connsiteX842" fmla="*/ 5422504 w 7467600"/>
              <a:gd name="connsiteY842" fmla="*/ 805191 h 6858000"/>
              <a:gd name="connsiteX843" fmla="*/ 6087656 w 7467600"/>
              <a:gd name="connsiteY843" fmla="*/ 826703 h 6858000"/>
              <a:gd name="connsiteX844" fmla="*/ 6058717 w 7467600"/>
              <a:gd name="connsiteY844" fmla="*/ 865992 h 6858000"/>
              <a:gd name="connsiteX845" fmla="*/ 4974153 w 7467600"/>
              <a:gd name="connsiteY845" fmla="*/ 1045456 h 6858000"/>
              <a:gd name="connsiteX846" fmla="*/ 5627835 w 7467600"/>
              <a:gd name="connsiteY846" fmla="*/ 1472077 h 6858000"/>
              <a:gd name="connsiteX847" fmla="*/ 5629817 w 7467600"/>
              <a:gd name="connsiteY847" fmla="*/ 1471412 h 6858000"/>
              <a:gd name="connsiteX848" fmla="*/ 5634124 w 7467600"/>
              <a:gd name="connsiteY848" fmla="*/ 1470572 h 6858000"/>
              <a:gd name="connsiteX849" fmla="*/ 5755832 w 7467600"/>
              <a:gd name="connsiteY849" fmla="*/ 1383886 h 6858000"/>
              <a:gd name="connsiteX850" fmla="*/ 6014186 w 7467600"/>
              <a:gd name="connsiteY850" fmla="*/ 1279799 h 6858000"/>
              <a:gd name="connsiteX851" fmla="*/ 6901619 w 7467600"/>
              <a:gd name="connsiteY851" fmla="*/ 1047874 h 6858000"/>
              <a:gd name="connsiteX852" fmla="*/ 6931566 w 7467600"/>
              <a:gd name="connsiteY852" fmla="*/ 1062034 h 6858000"/>
              <a:gd name="connsiteX853" fmla="*/ 5790982 w 7467600"/>
              <a:gd name="connsiteY853" fmla="*/ 1561380 h 6858000"/>
              <a:gd name="connsiteX854" fmla="*/ 6188971 w 7467600"/>
              <a:gd name="connsiteY854" fmla="*/ 1755168 h 6858000"/>
              <a:gd name="connsiteX855" fmla="*/ 6202446 w 7467600"/>
              <a:gd name="connsiteY855" fmla="*/ 1752268 h 6858000"/>
              <a:gd name="connsiteX856" fmla="*/ 7179560 w 7467600"/>
              <a:gd name="connsiteY856" fmla="*/ 1467551 h 6858000"/>
              <a:gd name="connsiteX857" fmla="*/ 7158730 w 7467600"/>
              <a:gd name="connsiteY857" fmla="*/ 1507835 h 6858000"/>
              <a:gd name="connsiteX858" fmla="*/ 6326959 w 7467600"/>
              <a:gd name="connsiteY858" fmla="*/ 1817686 h 6858000"/>
              <a:gd name="connsiteX859" fmla="*/ 6537433 w 7467600"/>
              <a:gd name="connsiteY859" fmla="*/ 1907790 h 6858000"/>
              <a:gd name="connsiteX860" fmla="*/ 6550221 w 7467600"/>
              <a:gd name="connsiteY860" fmla="*/ 1910729 h 6858000"/>
              <a:gd name="connsiteX861" fmla="*/ 6964438 w 7467600"/>
              <a:gd name="connsiteY861" fmla="*/ 2209505 h 6858000"/>
              <a:gd name="connsiteX862" fmla="*/ 7367862 w 7467600"/>
              <a:gd name="connsiteY862" fmla="*/ 2806833 h 6858000"/>
              <a:gd name="connsiteX863" fmla="*/ 7364329 w 7467600"/>
              <a:gd name="connsiteY863" fmla="*/ 2826907 h 6858000"/>
              <a:gd name="connsiteX864" fmla="*/ 7290545 w 7467600"/>
              <a:gd name="connsiteY864" fmla="*/ 2850663 h 6858000"/>
              <a:gd name="connsiteX865" fmla="*/ 6472036 w 7467600"/>
              <a:gd name="connsiteY865" fmla="*/ 1959003 h 6858000"/>
              <a:gd name="connsiteX866" fmla="*/ 5792897 w 7467600"/>
              <a:gd name="connsiteY866" fmla="*/ 1647747 h 6858000"/>
              <a:gd name="connsiteX867" fmla="*/ 5842751 w 7467600"/>
              <a:gd name="connsiteY867" fmla="*/ 1816112 h 6858000"/>
              <a:gd name="connsiteX868" fmla="*/ 5847424 w 7467600"/>
              <a:gd name="connsiteY868" fmla="*/ 1815776 h 6858000"/>
              <a:gd name="connsiteX869" fmla="*/ 6399821 w 7467600"/>
              <a:gd name="connsiteY869" fmla="*/ 2344799 h 6858000"/>
              <a:gd name="connsiteX870" fmla="*/ 6323232 w 7467600"/>
              <a:gd name="connsiteY870" fmla="*/ 2389634 h 6858000"/>
              <a:gd name="connsiteX871" fmla="*/ 5942958 w 7467600"/>
              <a:gd name="connsiteY871" fmla="*/ 2077708 h 6858000"/>
              <a:gd name="connsiteX872" fmla="*/ 5921559 w 7467600"/>
              <a:gd name="connsiteY872" fmla="*/ 2378596 h 6858000"/>
              <a:gd name="connsiteX873" fmla="*/ 5817651 w 7467600"/>
              <a:gd name="connsiteY873" fmla="*/ 3023919 h 6858000"/>
              <a:gd name="connsiteX874" fmla="*/ 5729634 w 7467600"/>
              <a:gd name="connsiteY874" fmla="*/ 3051849 h 6858000"/>
              <a:gd name="connsiteX875" fmla="*/ 5611018 w 7467600"/>
              <a:gd name="connsiteY875" fmla="*/ 2316769 h 6858000"/>
              <a:gd name="connsiteX876" fmla="*/ 5687608 w 7467600"/>
              <a:gd name="connsiteY876" fmla="*/ 2039972 h 6858000"/>
              <a:gd name="connsiteX877" fmla="*/ 5657554 w 7467600"/>
              <a:gd name="connsiteY877" fmla="*/ 1576445 h 6858000"/>
              <a:gd name="connsiteX878" fmla="*/ 5150475 w 7467600"/>
              <a:gd name="connsiteY878" fmla="*/ 1274012 h 6858000"/>
              <a:gd name="connsiteX879" fmla="*/ 5349142 w 7467600"/>
              <a:gd name="connsiteY879" fmla="*/ 2204405 h 6858000"/>
              <a:gd name="connsiteX880" fmla="*/ 5262214 w 7467600"/>
              <a:gd name="connsiteY880" fmla="*/ 2233836 h 6858000"/>
              <a:gd name="connsiteX881" fmla="*/ 4981539 w 7467600"/>
              <a:gd name="connsiteY881" fmla="*/ 1542201 h 6858000"/>
              <a:gd name="connsiteX882" fmla="*/ 4958461 w 7467600"/>
              <a:gd name="connsiteY882" fmla="*/ 1136957 h 6858000"/>
              <a:gd name="connsiteX883" fmla="*/ 4655015 w 7467600"/>
              <a:gd name="connsiteY883" fmla="*/ 891426 h 6858000"/>
              <a:gd name="connsiteX884" fmla="*/ 4348002 w 7467600"/>
              <a:gd name="connsiteY884" fmla="*/ 2205895 h 6858000"/>
              <a:gd name="connsiteX885" fmla="*/ 4262250 w 7467600"/>
              <a:gd name="connsiteY885" fmla="*/ 2219972 h 6858000"/>
              <a:gd name="connsiteX886" fmla="*/ 4550611 w 7467600"/>
              <a:gd name="connsiteY886" fmla="*/ 817540 h 6858000"/>
              <a:gd name="connsiteX887" fmla="*/ 4564418 w 7467600"/>
              <a:gd name="connsiteY887" fmla="*/ 808293 h 6858000"/>
              <a:gd name="connsiteX888" fmla="*/ 4266388 w 7467600"/>
              <a:gd name="connsiteY888" fmla="*/ 500083 h 6858000"/>
              <a:gd name="connsiteX889" fmla="*/ 4032842 w 7467600"/>
              <a:gd name="connsiteY889" fmla="*/ 211809 h 6858000"/>
              <a:gd name="connsiteX890" fmla="*/ 3882765 w 7467600"/>
              <a:gd name="connsiteY890" fmla="*/ 0 h 6858000"/>
              <a:gd name="connsiteX891" fmla="*/ 3721337 w 7467600"/>
              <a:gd name="connsiteY891" fmla="*/ 0 h 6858000"/>
              <a:gd name="connsiteX892" fmla="*/ 3797544 w 7467600"/>
              <a:gd name="connsiteY892" fmla="*/ 0 h 6858000"/>
              <a:gd name="connsiteX893" fmla="*/ 3775734 w 7467600"/>
              <a:gd name="connsiteY893" fmla="*/ 95131 h 6858000"/>
              <a:gd name="connsiteX894" fmla="*/ 3724807 w 7467600"/>
              <a:gd name="connsiteY894" fmla="*/ 272257 h 6858000"/>
              <a:gd name="connsiteX895" fmla="*/ 3726844 w 7467600"/>
              <a:gd name="connsiteY895" fmla="*/ 282988 h 6858000"/>
              <a:gd name="connsiteX896" fmla="*/ 3742664 w 7467600"/>
              <a:gd name="connsiteY896" fmla="*/ 279918 h 6858000"/>
              <a:gd name="connsiteX897" fmla="*/ 4103910 w 7467600"/>
              <a:gd name="connsiteY897" fmla="*/ 1161917 h 6858000"/>
              <a:gd name="connsiteX898" fmla="*/ 4020269 w 7467600"/>
              <a:gd name="connsiteY898" fmla="*/ 1200406 h 6858000"/>
              <a:gd name="connsiteX899" fmla="*/ 3674882 w 7467600"/>
              <a:gd name="connsiteY899" fmla="*/ 488524 h 6858000"/>
              <a:gd name="connsiteX900" fmla="*/ 3132682 w 7467600"/>
              <a:gd name="connsiteY900" fmla="*/ 1072284 h 6858000"/>
              <a:gd name="connsiteX901" fmla="*/ 2716346 w 7467600"/>
              <a:gd name="connsiteY901" fmla="*/ 1276376 h 6858000"/>
              <a:gd name="connsiteX902" fmla="*/ 2716772 w 7467600"/>
              <a:gd name="connsiteY902" fmla="*/ 1255462 h 6858000"/>
              <a:gd name="connsiteX903" fmla="*/ 3471096 w 7467600"/>
              <a:gd name="connsiteY903" fmla="*/ 437072 h 6858000"/>
              <a:gd name="connsiteX904" fmla="*/ 3639057 w 7467600"/>
              <a:gd name="connsiteY904" fmla="*/ 286334 h 6858000"/>
              <a:gd name="connsiteX905" fmla="*/ 3640309 w 7467600"/>
              <a:gd name="connsiteY905" fmla="*/ 284664 h 6858000"/>
              <a:gd name="connsiteX906" fmla="*/ 3646022 w 7467600"/>
              <a:gd name="connsiteY906" fmla="*/ 276711 h 6858000"/>
              <a:gd name="connsiteX907" fmla="*/ 3707943 w 7467600"/>
              <a:gd name="connsiteY907" fmla="*/ 65958 h 6858000"/>
              <a:gd name="connsiteX908" fmla="*/ 3721337 w 7467600"/>
              <a:gd name="connsiteY908" fmla="*/ 0 h 6858000"/>
              <a:gd name="connsiteX909" fmla="*/ 2867960 w 7467600"/>
              <a:gd name="connsiteY909" fmla="*/ 0 h 6858000"/>
              <a:gd name="connsiteX910" fmla="*/ 2926351 w 7467600"/>
              <a:gd name="connsiteY910" fmla="*/ 0 h 6858000"/>
              <a:gd name="connsiteX911" fmla="*/ 2902823 w 7467600"/>
              <a:gd name="connsiteY911" fmla="*/ 262929 h 6858000"/>
              <a:gd name="connsiteX912" fmla="*/ 2940663 w 7467600"/>
              <a:gd name="connsiteY912" fmla="*/ 140884 h 6858000"/>
              <a:gd name="connsiteX913" fmla="*/ 2947039 w 7467600"/>
              <a:gd name="connsiteY913" fmla="*/ 122524 h 6858000"/>
              <a:gd name="connsiteX914" fmla="*/ 2984316 w 7467600"/>
              <a:gd name="connsiteY914" fmla="*/ 0 h 6858000"/>
              <a:gd name="connsiteX915" fmla="*/ 3016114 w 7467600"/>
              <a:gd name="connsiteY915" fmla="*/ 0 h 6858000"/>
              <a:gd name="connsiteX916" fmla="*/ 2979949 w 7467600"/>
              <a:gd name="connsiteY916" fmla="*/ 119274 h 6858000"/>
              <a:gd name="connsiteX917" fmla="*/ 3023879 w 7467600"/>
              <a:gd name="connsiteY917" fmla="*/ 0 h 6858000"/>
              <a:gd name="connsiteX918" fmla="*/ 3105400 w 7467600"/>
              <a:gd name="connsiteY918" fmla="*/ 0 h 6858000"/>
              <a:gd name="connsiteX919" fmla="*/ 3094669 w 7467600"/>
              <a:gd name="connsiteY919" fmla="*/ 30308 h 6858000"/>
              <a:gd name="connsiteX920" fmla="*/ 2901945 w 7467600"/>
              <a:gd name="connsiteY920" fmla="*/ 466538 h 6858000"/>
              <a:gd name="connsiteX921" fmla="*/ 2815209 w 7467600"/>
              <a:gd name="connsiteY921" fmla="*/ 497361 h 6858000"/>
              <a:gd name="connsiteX922" fmla="*/ 2844845 w 7467600"/>
              <a:gd name="connsiteY922" fmla="*/ 127638 h 6858000"/>
              <a:gd name="connsiteX923" fmla="*/ 2867960 w 7467600"/>
              <a:gd name="connsiteY923" fmla="*/ 0 h 6858000"/>
              <a:gd name="connsiteX924" fmla="*/ 1057230 w 7467600"/>
              <a:gd name="connsiteY924" fmla="*/ 0 h 6858000"/>
              <a:gd name="connsiteX925" fmla="*/ 1111003 w 7467600"/>
              <a:gd name="connsiteY925" fmla="*/ 0 h 6858000"/>
              <a:gd name="connsiteX926" fmla="*/ 1125553 w 7467600"/>
              <a:gd name="connsiteY926" fmla="*/ 52588 h 6858000"/>
              <a:gd name="connsiteX927" fmla="*/ 1304276 w 7467600"/>
              <a:gd name="connsiteY927" fmla="*/ 476275 h 6858000"/>
              <a:gd name="connsiteX928" fmla="*/ 1492066 w 7467600"/>
              <a:gd name="connsiteY928" fmla="*/ 886333 h 6858000"/>
              <a:gd name="connsiteX929" fmla="*/ 1423698 w 7467600"/>
              <a:gd name="connsiteY929" fmla="*/ 710817 h 6858000"/>
              <a:gd name="connsiteX930" fmla="*/ 1357609 w 7467600"/>
              <a:gd name="connsiteY930" fmla="*/ 532892 h 6858000"/>
              <a:gd name="connsiteX931" fmla="*/ 1309550 w 7467600"/>
              <a:gd name="connsiteY931" fmla="*/ 374031 h 6858000"/>
              <a:gd name="connsiteX932" fmla="*/ 1193673 w 7467600"/>
              <a:gd name="connsiteY932" fmla="*/ 49533 h 6858000"/>
              <a:gd name="connsiteX933" fmla="*/ 1164391 w 7467600"/>
              <a:gd name="connsiteY933" fmla="*/ 0 h 6858000"/>
              <a:gd name="connsiteX934" fmla="*/ 1200666 w 7467600"/>
              <a:gd name="connsiteY934" fmla="*/ 0 h 6858000"/>
              <a:gd name="connsiteX935" fmla="*/ 1223408 w 7467600"/>
              <a:gd name="connsiteY935" fmla="*/ 38996 h 6858000"/>
              <a:gd name="connsiteX936" fmla="*/ 1339635 w 7467600"/>
              <a:gd name="connsiteY936" fmla="*/ 365517 h 6858000"/>
              <a:gd name="connsiteX937" fmla="*/ 1387469 w 7467600"/>
              <a:gd name="connsiteY937" fmla="*/ 523079 h 6858000"/>
              <a:gd name="connsiteX938" fmla="*/ 1452685 w 7467600"/>
              <a:gd name="connsiteY938" fmla="*/ 699806 h 6858000"/>
              <a:gd name="connsiteX939" fmla="*/ 1492092 w 7467600"/>
              <a:gd name="connsiteY939" fmla="*/ 800424 h 6858000"/>
              <a:gd name="connsiteX940" fmla="*/ 1455302 w 7467600"/>
              <a:gd name="connsiteY940" fmla="*/ 632913 h 6858000"/>
              <a:gd name="connsiteX941" fmla="*/ 1222336 w 7467600"/>
              <a:gd name="connsiteY941" fmla="*/ 9480 h 6858000"/>
              <a:gd name="connsiteX942" fmla="*/ 1214634 w 7467600"/>
              <a:gd name="connsiteY942" fmla="*/ 0 h 6858000"/>
              <a:gd name="connsiteX943" fmla="*/ 1289827 w 7467600"/>
              <a:gd name="connsiteY943" fmla="*/ 0 h 6858000"/>
              <a:gd name="connsiteX944" fmla="*/ 1321076 w 7467600"/>
              <a:gd name="connsiteY944" fmla="*/ 59722 h 6858000"/>
              <a:gd name="connsiteX945" fmla="*/ 1512579 w 7467600"/>
              <a:gd name="connsiteY945" fmla="*/ 626441 h 6858000"/>
              <a:gd name="connsiteX946" fmla="*/ 1506076 w 7467600"/>
              <a:gd name="connsiteY946" fmla="*/ 1089289 h 6858000"/>
              <a:gd name="connsiteX947" fmla="*/ 1486346 w 7467600"/>
              <a:gd name="connsiteY947" fmla="*/ 1079919 h 6858000"/>
              <a:gd name="connsiteX948" fmla="*/ 1070511 w 7467600"/>
              <a:gd name="connsiteY948" fmla="*/ 48609 h 6858000"/>
              <a:gd name="connsiteX949" fmla="*/ 1057230 w 7467600"/>
              <a:gd name="connsiteY949" fmla="*/ 0 h 6858000"/>
              <a:gd name="connsiteX950" fmla="*/ 43151 w 7467600"/>
              <a:gd name="connsiteY950" fmla="*/ 0 h 6858000"/>
              <a:gd name="connsiteX951" fmla="*/ 95283 w 7467600"/>
              <a:gd name="connsiteY951" fmla="*/ 0 h 6858000"/>
              <a:gd name="connsiteX952" fmla="*/ 300708 w 7467600"/>
              <a:gd name="connsiteY952" fmla="*/ 154571 h 6858000"/>
              <a:gd name="connsiteX953" fmla="*/ 530414 w 7467600"/>
              <a:gd name="connsiteY953" fmla="*/ 354673 h 6858000"/>
              <a:gd name="connsiteX954" fmla="*/ 333785 w 7467600"/>
              <a:gd name="connsiteY954" fmla="*/ 161564 h 6858000"/>
              <a:gd name="connsiteX955" fmla="*/ 147005 w 7467600"/>
              <a:gd name="connsiteY955" fmla="*/ 0 h 6858000"/>
              <a:gd name="connsiteX956" fmla="*/ 272509 w 7467600"/>
              <a:gd name="connsiteY956" fmla="*/ 0 h 6858000"/>
              <a:gd name="connsiteX957" fmla="*/ 326276 w 7467600"/>
              <a:gd name="connsiteY957" fmla="*/ 45847 h 6858000"/>
              <a:gd name="connsiteX958" fmla="*/ 823759 w 7467600"/>
              <a:gd name="connsiteY958" fmla="*/ 574145 h 6858000"/>
              <a:gd name="connsiteX959" fmla="*/ 811254 w 7467600"/>
              <a:gd name="connsiteY959" fmla="*/ 665546 h 6858000"/>
              <a:gd name="connsiteX960" fmla="*/ 154042 w 7467600"/>
              <a:gd name="connsiteY960" fmla="*/ 261522 h 6858000"/>
              <a:gd name="connsiteX961" fmla="*/ 13550 w 7467600"/>
              <a:gd name="connsiteY961" fmla="*/ 158423 h 6858000"/>
              <a:gd name="connsiteX962" fmla="*/ 0 w 7467600"/>
              <a:gd name="connsiteY962" fmla="*/ 146618 h 6858000"/>
              <a:gd name="connsiteX963" fmla="*/ 0 w 7467600"/>
              <a:gd name="connsiteY963" fmla="*/ 59161 h 6858000"/>
              <a:gd name="connsiteX964" fmla="*/ 45427 w 7467600"/>
              <a:gd name="connsiteY964" fmla="*/ 101078 h 6858000"/>
              <a:gd name="connsiteX965" fmla="*/ 630103 w 7467600"/>
              <a:gd name="connsiteY965" fmla="*/ 485885 h 6858000"/>
              <a:gd name="connsiteX966" fmla="*/ 532040 w 7467600"/>
              <a:gd name="connsiteY966" fmla="*/ 399359 h 6858000"/>
              <a:gd name="connsiteX967" fmla="*/ 517618 w 7467600"/>
              <a:gd name="connsiteY967" fmla="*/ 385726 h 6858000"/>
              <a:gd name="connsiteX968" fmla="*/ 285074 w 7467600"/>
              <a:gd name="connsiteY968" fmla="*/ 182755 h 6858000"/>
              <a:gd name="connsiteX969" fmla="*/ 43151 w 7467600"/>
              <a:gd name="connsiteY96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356878 w 7467600"/>
              <a:gd name="connsiteY80" fmla="*/ 5981332 h 6858000"/>
              <a:gd name="connsiteX81" fmla="*/ 7467600 w 7467600"/>
              <a:gd name="connsiteY81" fmla="*/ 6117703 h 6858000"/>
              <a:gd name="connsiteX82" fmla="*/ 7467600 w 7467600"/>
              <a:gd name="connsiteY82" fmla="*/ 6163634 h 6858000"/>
              <a:gd name="connsiteX83" fmla="*/ 7403637 w 7467600"/>
              <a:gd name="connsiteY83" fmla="*/ 6083957 h 6858000"/>
              <a:gd name="connsiteX84" fmla="*/ 7254615 w 7467600"/>
              <a:gd name="connsiteY84" fmla="*/ 5911918 h 6858000"/>
              <a:gd name="connsiteX85" fmla="*/ 7312589 w 7467600"/>
              <a:gd name="connsiteY85" fmla="*/ 5982309 h 6858000"/>
              <a:gd name="connsiteX86" fmla="*/ 7448321 w 7467600"/>
              <a:gd name="connsiteY86" fmla="*/ 6190991 h 6858000"/>
              <a:gd name="connsiteX87" fmla="*/ 7467600 w 7467600"/>
              <a:gd name="connsiteY87" fmla="*/ 6221686 h 6858000"/>
              <a:gd name="connsiteX88" fmla="*/ 7467600 w 7467600"/>
              <a:gd name="connsiteY88" fmla="*/ 6334256 h 6858000"/>
              <a:gd name="connsiteX89" fmla="*/ 7454976 w 7467600"/>
              <a:gd name="connsiteY89" fmla="*/ 6318297 h 6858000"/>
              <a:gd name="connsiteX90" fmla="*/ 1456157 w 7467600"/>
              <a:gd name="connsiteY90" fmla="*/ 5371404 h 6858000"/>
              <a:gd name="connsiteX91" fmla="*/ 1244432 w 7467600"/>
              <a:gd name="connsiteY91" fmla="*/ 5385601 h 6858000"/>
              <a:gd name="connsiteX92" fmla="*/ 973990 w 7467600"/>
              <a:gd name="connsiteY92" fmla="*/ 5424940 h 6858000"/>
              <a:gd name="connsiteX93" fmla="*/ 1103809 w 7467600"/>
              <a:gd name="connsiteY93" fmla="*/ 5433720 h 6858000"/>
              <a:gd name="connsiteX94" fmla="*/ 1123454 w 7467600"/>
              <a:gd name="connsiteY94" fmla="*/ 5435727 h 6858000"/>
              <a:gd name="connsiteX95" fmla="*/ 1737017 w 7467600"/>
              <a:gd name="connsiteY95" fmla="*/ 5452183 h 6858000"/>
              <a:gd name="connsiteX96" fmla="*/ 1824397 w 7467600"/>
              <a:gd name="connsiteY96" fmla="*/ 5447757 h 6858000"/>
              <a:gd name="connsiteX97" fmla="*/ 2070059 w 7467600"/>
              <a:gd name="connsiteY97" fmla="*/ 5441660 h 6858000"/>
              <a:gd name="connsiteX98" fmla="*/ 1456157 w 7467600"/>
              <a:gd name="connsiteY98" fmla="*/ 5371404 h 6858000"/>
              <a:gd name="connsiteX99" fmla="*/ 4988186 w 7467600"/>
              <a:gd name="connsiteY99" fmla="*/ 5216467 h 6858000"/>
              <a:gd name="connsiteX100" fmla="*/ 4777334 w 7467600"/>
              <a:gd name="connsiteY100" fmla="*/ 5406072 h 6858000"/>
              <a:gd name="connsiteX101" fmla="*/ 4718341 w 7467600"/>
              <a:gd name="connsiteY101" fmla="*/ 5468043 h 6858000"/>
              <a:gd name="connsiteX102" fmla="*/ 4604655 w 7467600"/>
              <a:gd name="connsiteY102" fmla="*/ 5583434 h 6858000"/>
              <a:gd name="connsiteX103" fmla="*/ 4565074 w 7467600"/>
              <a:gd name="connsiteY103" fmla="*/ 5618550 h 6858000"/>
              <a:gd name="connsiteX104" fmla="*/ 4988186 w 7467600"/>
              <a:gd name="connsiteY104" fmla="*/ 5216467 h 6858000"/>
              <a:gd name="connsiteX105" fmla="*/ 4978032 w 7467600"/>
              <a:gd name="connsiteY105" fmla="*/ 5183809 h 6858000"/>
              <a:gd name="connsiteX106" fmla="*/ 4463413 w 7467600"/>
              <a:gd name="connsiteY106" fmla="*/ 5615162 h 6858000"/>
              <a:gd name="connsiteX107" fmla="*/ 4358134 w 7467600"/>
              <a:gd name="connsiteY107" fmla="*/ 5742791 h 6858000"/>
              <a:gd name="connsiteX108" fmla="*/ 4376219 w 7467600"/>
              <a:gd name="connsiteY108" fmla="*/ 5729027 h 6858000"/>
              <a:gd name="connsiteX109" fmla="*/ 4582340 w 7467600"/>
              <a:gd name="connsiteY109" fmla="*/ 5561037 h 6858000"/>
              <a:gd name="connsiteX110" fmla="*/ 4694684 w 7467600"/>
              <a:gd name="connsiteY110" fmla="*/ 5447098 h 6858000"/>
              <a:gd name="connsiteX111" fmla="*/ 4754123 w 7467600"/>
              <a:gd name="connsiteY111" fmla="*/ 5384643 h 6858000"/>
              <a:gd name="connsiteX112" fmla="*/ 4978032 w 7467600"/>
              <a:gd name="connsiteY112" fmla="*/ 5183809 h 6858000"/>
              <a:gd name="connsiteX113" fmla="*/ 1903353 w 7467600"/>
              <a:gd name="connsiteY113" fmla="*/ 5044827 h 6858000"/>
              <a:gd name="connsiteX114" fmla="*/ 1936931 w 7467600"/>
              <a:gd name="connsiteY114" fmla="*/ 5093954 h 6858000"/>
              <a:gd name="connsiteX115" fmla="*/ 2195868 w 7467600"/>
              <a:gd name="connsiteY115" fmla="*/ 5396574 h 6858000"/>
              <a:gd name="connsiteX116" fmla="*/ 2088852 w 7467600"/>
              <a:gd name="connsiteY116" fmla="*/ 5166123 h 6858000"/>
              <a:gd name="connsiteX117" fmla="*/ 1958241 w 7467600"/>
              <a:gd name="connsiteY117" fmla="*/ 5067955 h 6858000"/>
              <a:gd name="connsiteX118" fmla="*/ 1903353 w 7467600"/>
              <a:gd name="connsiteY118" fmla="*/ 5044827 h 6858000"/>
              <a:gd name="connsiteX119" fmla="*/ 1979378 w 7467600"/>
              <a:gd name="connsiteY119" fmla="*/ 4769504 h 6858000"/>
              <a:gd name="connsiteX120" fmla="*/ 2882120 w 7467600"/>
              <a:gd name="connsiteY120" fmla="*/ 5064547 h 6858000"/>
              <a:gd name="connsiteX121" fmla="*/ 2793103 w 7467600"/>
              <a:gd name="connsiteY121" fmla="*/ 5039699 h 6858000"/>
              <a:gd name="connsiteX122" fmla="*/ 2770041 w 7467600"/>
              <a:gd name="connsiteY122" fmla="*/ 5033634 h 6858000"/>
              <a:gd name="connsiteX123" fmla="*/ 1979378 w 7467600"/>
              <a:gd name="connsiteY123" fmla="*/ 4769504 h 6858000"/>
              <a:gd name="connsiteX124" fmla="*/ 1927410 w 7467600"/>
              <a:gd name="connsiteY124" fmla="*/ 4716164 h 6858000"/>
              <a:gd name="connsiteX125" fmla="*/ 1959587 w 7467600"/>
              <a:gd name="connsiteY125" fmla="*/ 4728849 h 6858000"/>
              <a:gd name="connsiteX126" fmla="*/ 2777707 w 7467600"/>
              <a:gd name="connsiteY126" fmla="*/ 5003991 h 6858000"/>
              <a:gd name="connsiteX127" fmla="*/ 2800768 w 7467600"/>
              <a:gd name="connsiteY127" fmla="*/ 5010056 h 6858000"/>
              <a:gd name="connsiteX128" fmla="*/ 2879408 w 7467600"/>
              <a:gd name="connsiteY128" fmla="*/ 5031590 h 6858000"/>
              <a:gd name="connsiteX129" fmla="*/ 2862295 w 7467600"/>
              <a:gd name="connsiteY129" fmla="*/ 5022958 h 6858000"/>
              <a:gd name="connsiteX130" fmla="*/ 2813343 w 7467600"/>
              <a:gd name="connsiteY130" fmla="*/ 4998369 h 6858000"/>
              <a:gd name="connsiteX131" fmla="*/ 2646245 w 7467600"/>
              <a:gd name="connsiteY131" fmla="*/ 4930999 h 6858000"/>
              <a:gd name="connsiteX132" fmla="*/ 1999243 w 7467600"/>
              <a:gd name="connsiteY132" fmla="*/ 4730524 h 6858000"/>
              <a:gd name="connsiteX133" fmla="*/ 1979527 w 7467600"/>
              <a:gd name="connsiteY133" fmla="*/ 4726651 h 6858000"/>
              <a:gd name="connsiteX134" fmla="*/ 1927410 w 7467600"/>
              <a:gd name="connsiteY134" fmla="*/ 4716164 h 6858000"/>
              <a:gd name="connsiteX135" fmla="*/ 1997014 w 7467600"/>
              <a:gd name="connsiteY135" fmla="*/ 4698007 h 6858000"/>
              <a:gd name="connsiteX136" fmla="*/ 2005458 w 7467600"/>
              <a:gd name="connsiteY136" fmla="*/ 4699540 h 6858000"/>
              <a:gd name="connsiteX137" fmla="*/ 2657186 w 7467600"/>
              <a:gd name="connsiteY137" fmla="*/ 4901687 h 6858000"/>
              <a:gd name="connsiteX138" fmla="*/ 2826662 w 7467600"/>
              <a:gd name="connsiteY138" fmla="*/ 4970362 h 6858000"/>
              <a:gd name="connsiteX139" fmla="*/ 2876100 w 7467600"/>
              <a:gd name="connsiteY139" fmla="*/ 4995397 h 6858000"/>
              <a:gd name="connsiteX140" fmla="*/ 3042600 w 7467600"/>
              <a:gd name="connsiteY140" fmla="*/ 5059532 h 6858000"/>
              <a:gd name="connsiteX141" fmla="*/ 1997014 w 7467600"/>
              <a:gd name="connsiteY141" fmla="*/ 4698007 h 6858000"/>
              <a:gd name="connsiteX142" fmla="*/ 2305292 w 7467600"/>
              <a:gd name="connsiteY142" fmla="*/ 4219492 h 6858000"/>
              <a:gd name="connsiteX143" fmla="*/ 3360922 w 7467600"/>
              <a:gd name="connsiteY143" fmla="*/ 4529373 h 6858000"/>
              <a:gd name="connsiteX144" fmla="*/ 3492420 w 7467600"/>
              <a:gd name="connsiteY144" fmla="*/ 4510145 h 6858000"/>
              <a:gd name="connsiteX145" fmla="*/ 3364086 w 7467600"/>
              <a:gd name="connsiteY145" fmla="*/ 4480340 h 6858000"/>
              <a:gd name="connsiteX146" fmla="*/ 3225818 w 7467600"/>
              <a:gd name="connsiteY146" fmla="*/ 4411822 h 6858000"/>
              <a:gd name="connsiteX147" fmla="*/ 3129696 w 7467600"/>
              <a:gd name="connsiteY147" fmla="*/ 4360704 h 6858000"/>
              <a:gd name="connsiteX148" fmla="*/ 2814545 w 7467600"/>
              <a:gd name="connsiteY148" fmla="*/ 4282955 h 6858000"/>
              <a:gd name="connsiteX149" fmla="*/ 2305292 w 7467600"/>
              <a:gd name="connsiteY149" fmla="*/ 4219492 h 6858000"/>
              <a:gd name="connsiteX150" fmla="*/ 2626982 w 7467600"/>
              <a:gd name="connsiteY150" fmla="*/ 4206450 h 6858000"/>
              <a:gd name="connsiteX151" fmla="*/ 2490617 w 7467600"/>
              <a:gd name="connsiteY151" fmla="*/ 4206951 h 6858000"/>
              <a:gd name="connsiteX152" fmla="*/ 2819869 w 7467600"/>
              <a:gd name="connsiteY152" fmla="*/ 4252936 h 6858000"/>
              <a:gd name="connsiteX153" fmla="*/ 3143018 w 7467600"/>
              <a:gd name="connsiteY153" fmla="*/ 4332698 h 6858000"/>
              <a:gd name="connsiteX154" fmla="*/ 3241520 w 7467600"/>
              <a:gd name="connsiteY154" fmla="*/ 4385112 h 6858000"/>
              <a:gd name="connsiteX155" fmla="*/ 3374575 w 7467600"/>
              <a:gd name="connsiteY155" fmla="*/ 4451517 h 6858000"/>
              <a:gd name="connsiteX156" fmla="*/ 3505221 w 7467600"/>
              <a:gd name="connsiteY156" fmla="*/ 4480757 h 6858000"/>
              <a:gd name="connsiteX157" fmla="*/ 2626982 w 7467600"/>
              <a:gd name="connsiteY157" fmla="*/ 4206450 h 6858000"/>
              <a:gd name="connsiteX158" fmla="*/ 1310106 w 7467600"/>
              <a:gd name="connsiteY158" fmla="*/ 3943217 h 6858000"/>
              <a:gd name="connsiteX159" fmla="*/ 854994 w 7467600"/>
              <a:gd name="connsiteY159" fmla="*/ 4399136 h 6858000"/>
              <a:gd name="connsiteX160" fmla="*/ 742462 w 7467600"/>
              <a:gd name="connsiteY160" fmla="*/ 4594648 h 6858000"/>
              <a:gd name="connsiteX161" fmla="*/ 820602 w 7467600"/>
              <a:gd name="connsiteY161" fmla="*/ 4485915 h 6858000"/>
              <a:gd name="connsiteX162" fmla="*/ 878295 w 7467600"/>
              <a:gd name="connsiteY162" fmla="*/ 4403594 h 6858000"/>
              <a:gd name="connsiteX163" fmla="*/ 1240607 w 7467600"/>
              <a:gd name="connsiteY163" fmla="*/ 4010401 h 6858000"/>
              <a:gd name="connsiteX164" fmla="*/ 1310106 w 7467600"/>
              <a:gd name="connsiteY164" fmla="*/ 3943217 h 6858000"/>
              <a:gd name="connsiteX165" fmla="*/ 1423113 w 7467600"/>
              <a:gd name="connsiteY165" fmla="*/ 3874565 h 6858000"/>
              <a:gd name="connsiteX166" fmla="*/ 1260565 w 7467600"/>
              <a:gd name="connsiteY166" fmla="*/ 4031982 h 6858000"/>
              <a:gd name="connsiteX167" fmla="*/ 901900 w 7467600"/>
              <a:gd name="connsiteY167" fmla="*/ 4421236 h 6858000"/>
              <a:gd name="connsiteX168" fmla="*/ 845044 w 7467600"/>
              <a:gd name="connsiteY168" fmla="*/ 4502436 h 6858000"/>
              <a:gd name="connsiteX169" fmla="*/ 685926 w 7467600"/>
              <a:gd name="connsiteY169" fmla="*/ 4703069 h 6858000"/>
              <a:gd name="connsiteX170" fmla="*/ 684248 w 7467600"/>
              <a:gd name="connsiteY170" fmla="*/ 4706721 h 6858000"/>
              <a:gd name="connsiteX171" fmla="*/ 1423113 w 7467600"/>
              <a:gd name="connsiteY171" fmla="*/ 3874565 h 6858000"/>
              <a:gd name="connsiteX172" fmla="*/ 3316479 w 7467600"/>
              <a:gd name="connsiteY172" fmla="*/ 3872136 h 6858000"/>
              <a:gd name="connsiteX173" fmla="*/ 3546806 w 7467600"/>
              <a:gd name="connsiteY173" fmla="*/ 4356139 h 6858000"/>
              <a:gd name="connsiteX174" fmla="*/ 3364433 w 7467600"/>
              <a:gd name="connsiteY174" fmla="*/ 3953121 h 6858000"/>
              <a:gd name="connsiteX175" fmla="*/ 3316479 w 7467600"/>
              <a:gd name="connsiteY175" fmla="*/ 3872136 h 6858000"/>
              <a:gd name="connsiteX176" fmla="*/ 3291335 w 7467600"/>
              <a:gd name="connsiteY176" fmla="*/ 3767420 h 6858000"/>
              <a:gd name="connsiteX177" fmla="*/ 3390805 w 7467600"/>
              <a:gd name="connsiteY177" fmla="*/ 3937163 h 6858000"/>
              <a:gd name="connsiteX178" fmla="*/ 3579062 w 7467600"/>
              <a:gd name="connsiteY178" fmla="*/ 4359040 h 6858000"/>
              <a:gd name="connsiteX179" fmla="*/ 3467355 w 7467600"/>
              <a:gd name="connsiteY179" fmla="*/ 3988130 h 6858000"/>
              <a:gd name="connsiteX180" fmla="*/ 3310753 w 7467600"/>
              <a:gd name="connsiteY180" fmla="*/ 3787140 h 6858000"/>
              <a:gd name="connsiteX181" fmla="*/ 3291335 w 7467600"/>
              <a:gd name="connsiteY181" fmla="*/ 3767420 h 6858000"/>
              <a:gd name="connsiteX182" fmla="*/ 1635889 w 7467600"/>
              <a:gd name="connsiteY182" fmla="*/ 3709494 h 6858000"/>
              <a:gd name="connsiteX183" fmla="*/ 1634800 w 7467600"/>
              <a:gd name="connsiteY183" fmla="*/ 3731111 h 6858000"/>
              <a:gd name="connsiteX184" fmla="*/ 1635889 w 7467600"/>
              <a:gd name="connsiteY184" fmla="*/ 3709494 h 6858000"/>
              <a:gd name="connsiteX185" fmla="*/ 1510397 w 7467600"/>
              <a:gd name="connsiteY185" fmla="*/ 3684705 h 6858000"/>
              <a:gd name="connsiteX186" fmla="*/ 1146550 w 7467600"/>
              <a:gd name="connsiteY186" fmla="*/ 3802012 h 6858000"/>
              <a:gd name="connsiteX187" fmla="*/ 698834 w 7467600"/>
              <a:gd name="connsiteY187" fmla="*/ 3952272 h 6858000"/>
              <a:gd name="connsiteX188" fmla="*/ 34256 w 7467600"/>
              <a:gd name="connsiteY188" fmla="*/ 4347603 h 6858000"/>
              <a:gd name="connsiteX189" fmla="*/ 527241 w 7467600"/>
              <a:gd name="connsiteY189" fmla="*/ 4065078 h 6858000"/>
              <a:gd name="connsiteX190" fmla="*/ 1510397 w 7467600"/>
              <a:gd name="connsiteY190" fmla="*/ 3684705 h 6858000"/>
              <a:gd name="connsiteX191" fmla="*/ 1313114 w 7467600"/>
              <a:gd name="connsiteY191" fmla="*/ 3655216 h 6858000"/>
              <a:gd name="connsiteX192" fmla="*/ 1109304 w 7467600"/>
              <a:gd name="connsiteY192" fmla="*/ 3669030 h 6858000"/>
              <a:gd name="connsiteX193" fmla="*/ 8129 w 7467600"/>
              <a:gd name="connsiteY193" fmla="*/ 4330519 h 6858000"/>
              <a:gd name="connsiteX194" fmla="*/ 687572 w 7467600"/>
              <a:gd name="connsiteY194" fmla="*/ 3925629 h 6858000"/>
              <a:gd name="connsiteX195" fmla="*/ 1138365 w 7467600"/>
              <a:gd name="connsiteY195" fmla="*/ 3774515 h 6858000"/>
              <a:gd name="connsiteX196" fmla="*/ 1505579 w 7467600"/>
              <a:gd name="connsiteY196" fmla="*/ 3655526 h 6858000"/>
              <a:gd name="connsiteX197" fmla="*/ 1313114 w 7467600"/>
              <a:gd name="connsiteY197" fmla="*/ 3655216 h 6858000"/>
              <a:gd name="connsiteX198" fmla="*/ 3655073 w 7467600"/>
              <a:gd name="connsiteY198" fmla="*/ 3650884 h 6858000"/>
              <a:gd name="connsiteX199" fmla="*/ 3989938 w 7467600"/>
              <a:gd name="connsiteY199" fmla="*/ 3991685 h 6858000"/>
              <a:gd name="connsiteX200" fmla="*/ 4393907 w 7467600"/>
              <a:gd name="connsiteY200" fmla="*/ 4261258 h 6858000"/>
              <a:gd name="connsiteX201" fmla="*/ 4648051 w 7467600"/>
              <a:gd name="connsiteY201" fmla="*/ 4374051 h 6858000"/>
              <a:gd name="connsiteX202" fmla="*/ 4383389 w 7467600"/>
              <a:gd name="connsiteY202" fmla="*/ 4184369 h 6858000"/>
              <a:gd name="connsiteX203" fmla="*/ 4165508 w 7467600"/>
              <a:gd name="connsiteY203" fmla="*/ 4035196 h 6858000"/>
              <a:gd name="connsiteX204" fmla="*/ 4068162 w 7467600"/>
              <a:gd name="connsiteY204" fmla="*/ 3953394 h 6858000"/>
              <a:gd name="connsiteX205" fmla="*/ 3981416 w 7467600"/>
              <a:gd name="connsiteY205" fmla="*/ 3880482 h 6858000"/>
              <a:gd name="connsiteX206" fmla="*/ 3800147 w 7467600"/>
              <a:gd name="connsiteY206" fmla="*/ 3749872 h 6858000"/>
              <a:gd name="connsiteX207" fmla="*/ 3655073 w 7467600"/>
              <a:gd name="connsiteY207" fmla="*/ 3650884 h 6858000"/>
              <a:gd name="connsiteX208" fmla="*/ 3670252 w 7467600"/>
              <a:gd name="connsiteY208" fmla="*/ 3622798 h 6858000"/>
              <a:gd name="connsiteX209" fmla="*/ 3817258 w 7467600"/>
              <a:gd name="connsiteY209" fmla="*/ 3723577 h 6858000"/>
              <a:gd name="connsiteX210" fmla="*/ 4000461 w 7467600"/>
              <a:gd name="connsiteY210" fmla="*/ 3855966 h 6858000"/>
              <a:gd name="connsiteX211" fmla="*/ 4088180 w 7467600"/>
              <a:gd name="connsiteY211" fmla="*/ 3929774 h 6858000"/>
              <a:gd name="connsiteX212" fmla="*/ 4184555 w 7467600"/>
              <a:gd name="connsiteY212" fmla="*/ 4010683 h 6858000"/>
              <a:gd name="connsiteX213" fmla="*/ 4399563 w 7467600"/>
              <a:gd name="connsiteY213" fmla="*/ 4158106 h 6858000"/>
              <a:gd name="connsiteX214" fmla="*/ 4684469 w 7467600"/>
              <a:gd name="connsiteY214" fmla="*/ 4364680 h 6858000"/>
              <a:gd name="connsiteX215" fmla="*/ 4690271 w 7467600"/>
              <a:gd name="connsiteY215" fmla="*/ 4370034 h 6858000"/>
              <a:gd name="connsiteX216" fmla="*/ 4136093 w 7467600"/>
              <a:gd name="connsiteY216" fmla="*/ 3858466 h 6858000"/>
              <a:gd name="connsiteX217" fmla="*/ 3670252 w 7467600"/>
              <a:gd name="connsiteY217" fmla="*/ 3622798 h 6858000"/>
              <a:gd name="connsiteX218" fmla="*/ 4440129 w 7467600"/>
              <a:gd name="connsiteY218" fmla="*/ 3448571 h 6858000"/>
              <a:gd name="connsiteX219" fmla="*/ 4856525 w 7467600"/>
              <a:gd name="connsiteY219" fmla="*/ 3915351 h 6858000"/>
              <a:gd name="connsiteX220" fmla="*/ 5059055 w 7467600"/>
              <a:gd name="connsiteY220" fmla="*/ 4108918 h 6858000"/>
              <a:gd name="connsiteX221" fmla="*/ 5290070 w 7467600"/>
              <a:gd name="connsiteY221" fmla="*/ 4263619 h 6858000"/>
              <a:gd name="connsiteX222" fmla="*/ 4834991 w 7467600"/>
              <a:gd name="connsiteY222" fmla="*/ 3830985 h 6858000"/>
              <a:gd name="connsiteX223" fmla="*/ 4440129 w 7467600"/>
              <a:gd name="connsiteY223" fmla="*/ 3448571 h 6858000"/>
              <a:gd name="connsiteX224" fmla="*/ 4441737 w 7467600"/>
              <a:gd name="connsiteY224" fmla="*/ 3399734 h 6858000"/>
              <a:gd name="connsiteX225" fmla="*/ 4431236 w 7467600"/>
              <a:gd name="connsiteY225" fmla="*/ 3400954 h 6858000"/>
              <a:gd name="connsiteX226" fmla="*/ 4557150 w 7467600"/>
              <a:gd name="connsiteY226" fmla="*/ 3510023 h 6858000"/>
              <a:gd name="connsiteX227" fmla="*/ 4856936 w 7467600"/>
              <a:gd name="connsiteY227" fmla="*/ 3809146 h 6858000"/>
              <a:gd name="connsiteX228" fmla="*/ 5111996 w 7467600"/>
              <a:gd name="connsiteY228" fmla="*/ 4065759 h 6858000"/>
              <a:gd name="connsiteX229" fmla="*/ 5388878 w 7467600"/>
              <a:gd name="connsiteY229" fmla="*/ 4300185 h 6858000"/>
              <a:gd name="connsiteX230" fmla="*/ 5425556 w 7467600"/>
              <a:gd name="connsiteY230" fmla="*/ 4308967 h 6858000"/>
              <a:gd name="connsiteX231" fmla="*/ 4943646 w 7467600"/>
              <a:gd name="connsiteY231" fmla="*/ 3822916 h 6858000"/>
              <a:gd name="connsiteX232" fmla="*/ 4594837 w 7467600"/>
              <a:gd name="connsiteY232" fmla="*/ 3532274 h 6858000"/>
              <a:gd name="connsiteX233" fmla="*/ 4441737 w 7467600"/>
              <a:gd name="connsiteY233" fmla="*/ 3399734 h 6858000"/>
              <a:gd name="connsiteX234" fmla="*/ 5425834 w 7467600"/>
              <a:gd name="connsiteY234" fmla="*/ 3162785 h 6858000"/>
              <a:gd name="connsiteX235" fmla="*/ 5401644 w 7467600"/>
              <a:gd name="connsiteY235" fmla="*/ 3617847 h 6858000"/>
              <a:gd name="connsiteX236" fmla="*/ 5467256 w 7467600"/>
              <a:gd name="connsiteY236" fmla="*/ 4175494 h 6858000"/>
              <a:gd name="connsiteX237" fmla="*/ 5448069 w 7467600"/>
              <a:gd name="connsiteY237" fmla="*/ 3567554 h 6858000"/>
              <a:gd name="connsiteX238" fmla="*/ 5425834 w 7467600"/>
              <a:gd name="connsiteY238" fmla="*/ 3162785 h 6858000"/>
              <a:gd name="connsiteX239" fmla="*/ 1318687 w 7467600"/>
              <a:gd name="connsiteY239" fmla="*/ 3113840 h 6858000"/>
              <a:gd name="connsiteX240" fmla="*/ 1066793 w 7467600"/>
              <a:gd name="connsiteY240" fmla="*/ 3212171 h 6858000"/>
              <a:gd name="connsiteX241" fmla="*/ 993319 w 7467600"/>
              <a:gd name="connsiteY241" fmla="*/ 3247648 h 6858000"/>
              <a:gd name="connsiteX242" fmla="*/ 853081 w 7467600"/>
              <a:gd name="connsiteY242" fmla="*/ 3312410 h 6858000"/>
              <a:gd name="connsiteX243" fmla="*/ 805957 w 7467600"/>
              <a:gd name="connsiteY243" fmla="*/ 3330443 h 6858000"/>
              <a:gd name="connsiteX244" fmla="*/ 1318687 w 7467600"/>
              <a:gd name="connsiteY244" fmla="*/ 3113840 h 6858000"/>
              <a:gd name="connsiteX245" fmla="*/ 5453702 w 7467600"/>
              <a:gd name="connsiteY245" fmla="*/ 3090882 h 6858000"/>
              <a:gd name="connsiteX246" fmla="*/ 5480135 w 7467600"/>
              <a:gd name="connsiteY246" fmla="*/ 3565802 h 6858000"/>
              <a:gd name="connsiteX247" fmla="*/ 5499023 w 7467600"/>
              <a:gd name="connsiteY247" fmla="*/ 4166310 h 6858000"/>
              <a:gd name="connsiteX248" fmla="*/ 5547022 w 7467600"/>
              <a:gd name="connsiteY248" fmla="*/ 3607838 h 6858000"/>
              <a:gd name="connsiteX249" fmla="*/ 5515964 w 7467600"/>
              <a:gd name="connsiteY249" fmla="*/ 3378541 h 6858000"/>
              <a:gd name="connsiteX250" fmla="*/ 5453702 w 7467600"/>
              <a:gd name="connsiteY250" fmla="*/ 3090882 h 6858000"/>
              <a:gd name="connsiteX251" fmla="*/ 1238695 w 7467600"/>
              <a:gd name="connsiteY251" fmla="*/ 3076820 h 6858000"/>
              <a:gd name="connsiteX252" fmla="*/ 716371 w 7467600"/>
              <a:gd name="connsiteY252" fmla="*/ 3293249 h 6858000"/>
              <a:gd name="connsiteX253" fmla="*/ 579522 w 7467600"/>
              <a:gd name="connsiteY253" fmla="*/ 3371759 h 6858000"/>
              <a:gd name="connsiteX254" fmla="*/ 600288 w 7467600"/>
              <a:gd name="connsiteY254" fmla="*/ 3365555 h 6858000"/>
              <a:gd name="connsiteX255" fmla="*/ 840692 w 7467600"/>
              <a:gd name="connsiteY255" fmla="*/ 3284921 h 6858000"/>
              <a:gd name="connsiteX256" fmla="*/ 979248 w 7467600"/>
              <a:gd name="connsiteY256" fmla="*/ 3221003 h 6858000"/>
              <a:gd name="connsiteX257" fmla="*/ 1053282 w 7467600"/>
              <a:gd name="connsiteY257" fmla="*/ 3185247 h 6858000"/>
              <a:gd name="connsiteX258" fmla="*/ 1320603 w 7467600"/>
              <a:gd name="connsiteY258" fmla="*/ 3081281 h 6858000"/>
              <a:gd name="connsiteX259" fmla="*/ 1238695 w 7467600"/>
              <a:gd name="connsiteY259" fmla="*/ 3076820 h 6858000"/>
              <a:gd name="connsiteX260" fmla="*/ 5425627 w 7467600"/>
              <a:gd name="connsiteY260" fmla="*/ 2954192 h 6858000"/>
              <a:gd name="connsiteX261" fmla="*/ 5470770 w 7467600"/>
              <a:gd name="connsiteY261" fmla="*/ 3005435 h 6858000"/>
              <a:gd name="connsiteX262" fmla="*/ 5519779 w 7467600"/>
              <a:gd name="connsiteY262" fmla="*/ 4359223 h 6858000"/>
              <a:gd name="connsiteX263" fmla="*/ 5520293 w 7467600"/>
              <a:gd name="connsiteY263" fmla="*/ 4360602 h 6858000"/>
              <a:gd name="connsiteX264" fmla="*/ 5767221 w 7467600"/>
              <a:gd name="connsiteY264" fmla="*/ 4665564 h 6858000"/>
              <a:gd name="connsiteX265" fmla="*/ 6937169 w 7467600"/>
              <a:gd name="connsiteY265" fmla="*/ 4815941 h 6858000"/>
              <a:gd name="connsiteX266" fmla="*/ 6953922 w 7467600"/>
              <a:gd name="connsiteY266" fmla="*/ 4890068 h 6858000"/>
              <a:gd name="connsiteX267" fmla="*/ 6071359 w 7467600"/>
              <a:gd name="connsiteY267" fmla="*/ 4770770 h 6858000"/>
              <a:gd name="connsiteX268" fmla="*/ 6038839 w 7467600"/>
              <a:gd name="connsiteY268" fmla="*/ 4764474 h 6858000"/>
              <a:gd name="connsiteX269" fmla="*/ 6038706 w 7467600"/>
              <a:gd name="connsiteY269" fmla="*/ 4763847 h 6858000"/>
              <a:gd name="connsiteX270" fmla="*/ 6037784 w 7467600"/>
              <a:gd name="connsiteY270" fmla="*/ 4764270 h 6858000"/>
              <a:gd name="connsiteX271" fmla="*/ 6038839 w 7467600"/>
              <a:gd name="connsiteY271" fmla="*/ 4764474 h 6858000"/>
              <a:gd name="connsiteX272" fmla="*/ 6040338 w 7467600"/>
              <a:gd name="connsiteY272" fmla="*/ 4771418 h 6858000"/>
              <a:gd name="connsiteX273" fmla="*/ 6024488 w 7467600"/>
              <a:gd name="connsiteY273" fmla="*/ 4809903 h 6858000"/>
              <a:gd name="connsiteX274" fmla="*/ 5599771 w 7467600"/>
              <a:gd name="connsiteY274" fmla="*/ 5509652 h 6858000"/>
              <a:gd name="connsiteX275" fmla="*/ 5548843 w 7467600"/>
              <a:gd name="connsiteY275" fmla="*/ 5563845 h 6858000"/>
              <a:gd name="connsiteX276" fmla="*/ 5940952 w 7467600"/>
              <a:gd name="connsiteY276" fmla="*/ 6250028 h 6858000"/>
              <a:gd name="connsiteX277" fmla="*/ 6043441 w 7467600"/>
              <a:gd name="connsiteY277" fmla="*/ 6665847 h 6858000"/>
              <a:gd name="connsiteX278" fmla="*/ 6093432 w 7467600"/>
              <a:gd name="connsiteY278" fmla="*/ 6858000 h 6858000"/>
              <a:gd name="connsiteX279" fmla="*/ 6034344 w 7467600"/>
              <a:gd name="connsiteY279" fmla="*/ 6858000 h 6858000"/>
              <a:gd name="connsiteX280" fmla="*/ 6026679 w 7467600"/>
              <a:gd name="connsiteY280" fmla="*/ 6836959 h 6858000"/>
              <a:gd name="connsiteX281" fmla="*/ 5800441 w 7467600"/>
              <a:gd name="connsiteY281" fmla="*/ 6335286 h 6858000"/>
              <a:gd name="connsiteX282" fmla="*/ 5526562 w 7467600"/>
              <a:gd name="connsiteY282" fmla="*/ 5705388 h 6858000"/>
              <a:gd name="connsiteX283" fmla="*/ 5519640 w 7467600"/>
              <a:gd name="connsiteY283" fmla="*/ 5683774 h 6858000"/>
              <a:gd name="connsiteX284" fmla="*/ 5844559 w 7467600"/>
              <a:gd name="connsiteY284" fmla="*/ 6553349 h 6858000"/>
              <a:gd name="connsiteX285" fmla="*/ 5975994 w 7467600"/>
              <a:gd name="connsiteY285" fmla="*/ 6858000 h 6858000"/>
              <a:gd name="connsiteX286" fmla="*/ 5898547 w 7467600"/>
              <a:gd name="connsiteY286" fmla="*/ 6858000 h 6858000"/>
              <a:gd name="connsiteX287" fmla="*/ 5682041 w 7467600"/>
              <a:gd name="connsiteY287" fmla="*/ 6355860 h 6858000"/>
              <a:gd name="connsiteX288" fmla="*/ 5461758 w 7467600"/>
              <a:gd name="connsiteY288" fmla="*/ 5820220 h 6858000"/>
              <a:gd name="connsiteX289" fmla="*/ 5237282 w 7467600"/>
              <a:gd name="connsiteY289" fmla="*/ 6579086 h 6858000"/>
              <a:gd name="connsiteX290" fmla="*/ 5115009 w 7467600"/>
              <a:gd name="connsiteY290" fmla="*/ 6858000 h 6858000"/>
              <a:gd name="connsiteX291" fmla="*/ 5028074 w 7467600"/>
              <a:gd name="connsiteY291" fmla="*/ 6858000 h 6858000"/>
              <a:gd name="connsiteX292" fmla="*/ 5079508 w 7467600"/>
              <a:gd name="connsiteY292" fmla="*/ 6749074 h 6858000"/>
              <a:gd name="connsiteX293" fmla="*/ 5371846 w 7467600"/>
              <a:gd name="connsiteY293" fmla="*/ 5924413 h 6858000"/>
              <a:gd name="connsiteX294" fmla="*/ 5270512 w 7467600"/>
              <a:gd name="connsiteY294" fmla="*/ 6138975 h 6858000"/>
              <a:gd name="connsiteX295" fmla="*/ 5062409 w 7467600"/>
              <a:gd name="connsiteY295" fmla="*/ 6653544 h 6858000"/>
              <a:gd name="connsiteX296" fmla="*/ 5036628 w 7467600"/>
              <a:gd name="connsiteY296" fmla="*/ 6754247 h 6858000"/>
              <a:gd name="connsiteX297" fmla="*/ 5009112 w 7467600"/>
              <a:gd name="connsiteY297" fmla="*/ 6858000 h 6858000"/>
              <a:gd name="connsiteX298" fmla="*/ 4976679 w 7467600"/>
              <a:gd name="connsiteY298" fmla="*/ 6858000 h 6858000"/>
              <a:gd name="connsiteX299" fmla="*/ 5006537 w 7467600"/>
              <a:gd name="connsiteY299" fmla="*/ 6747068 h 6858000"/>
              <a:gd name="connsiteX300" fmla="*/ 5032723 w 7467600"/>
              <a:gd name="connsiteY300" fmla="*/ 6644957 h 6858000"/>
              <a:gd name="connsiteX301" fmla="*/ 5242949 w 7467600"/>
              <a:gd name="connsiteY301" fmla="*/ 6125175 h 6858000"/>
              <a:gd name="connsiteX302" fmla="*/ 5286321 w 7467600"/>
              <a:gd name="connsiteY302" fmla="*/ 6033555 h 6858000"/>
              <a:gd name="connsiteX303" fmla="*/ 5008210 w 7467600"/>
              <a:gd name="connsiteY303" fmla="*/ 6649194 h 6858000"/>
              <a:gd name="connsiteX304" fmla="*/ 4986321 w 7467600"/>
              <a:gd name="connsiteY304" fmla="*/ 6765687 h 6858000"/>
              <a:gd name="connsiteX305" fmla="*/ 4973474 w 7467600"/>
              <a:gd name="connsiteY305" fmla="*/ 6858000 h 6858000"/>
              <a:gd name="connsiteX306" fmla="*/ 4907178 w 7467600"/>
              <a:gd name="connsiteY306" fmla="*/ 6858000 h 6858000"/>
              <a:gd name="connsiteX307" fmla="*/ 4910810 w 7467600"/>
              <a:gd name="connsiteY307" fmla="*/ 6829660 h 6858000"/>
              <a:gd name="connsiteX308" fmla="*/ 4987461 w 7467600"/>
              <a:gd name="connsiteY308" fmla="*/ 6432994 h 6858000"/>
              <a:gd name="connsiteX309" fmla="*/ 5179262 w 7467600"/>
              <a:gd name="connsiteY309" fmla="*/ 6035044 h 6858000"/>
              <a:gd name="connsiteX310" fmla="*/ 4689678 w 7467600"/>
              <a:gd name="connsiteY310" fmla="*/ 6440241 h 6858000"/>
              <a:gd name="connsiteX311" fmla="*/ 4477543 w 7467600"/>
              <a:gd name="connsiteY311" fmla="*/ 6674836 h 6858000"/>
              <a:gd name="connsiteX312" fmla="*/ 4329957 w 7467600"/>
              <a:gd name="connsiteY312" fmla="*/ 6858000 h 6858000"/>
              <a:gd name="connsiteX313" fmla="*/ 4218595 w 7467600"/>
              <a:gd name="connsiteY313" fmla="*/ 6858000 h 6858000"/>
              <a:gd name="connsiteX314" fmla="*/ 4368888 w 7467600"/>
              <a:gd name="connsiteY314" fmla="*/ 6668412 h 6858000"/>
              <a:gd name="connsiteX315" fmla="*/ 4563091 w 7467600"/>
              <a:gd name="connsiteY315" fmla="*/ 6442508 h 6858000"/>
              <a:gd name="connsiteX316" fmla="*/ 5387324 w 7467600"/>
              <a:gd name="connsiteY316" fmla="*/ 5705830 h 6858000"/>
              <a:gd name="connsiteX317" fmla="*/ 5073620 w 7467600"/>
              <a:gd name="connsiteY317" fmla="*/ 5955437 h 6858000"/>
              <a:gd name="connsiteX318" fmla="*/ 4689789 w 7467600"/>
              <a:gd name="connsiteY318" fmla="*/ 6268382 h 6858000"/>
              <a:gd name="connsiteX319" fmla="*/ 4418722 w 7467600"/>
              <a:gd name="connsiteY319" fmla="*/ 6570886 h 6858000"/>
              <a:gd name="connsiteX320" fmla="*/ 4214944 w 7467600"/>
              <a:gd name="connsiteY320" fmla="*/ 6858000 h 6858000"/>
              <a:gd name="connsiteX321" fmla="*/ 4177898 w 7467600"/>
              <a:gd name="connsiteY321" fmla="*/ 6858000 h 6858000"/>
              <a:gd name="connsiteX322" fmla="*/ 4391597 w 7467600"/>
              <a:gd name="connsiteY322" fmla="*/ 6556370 h 6858000"/>
              <a:gd name="connsiteX323" fmla="*/ 4668889 w 7467600"/>
              <a:gd name="connsiteY323" fmla="*/ 6246399 h 6858000"/>
              <a:gd name="connsiteX324" fmla="*/ 5055427 w 7467600"/>
              <a:gd name="connsiteY324" fmla="*/ 5931476 h 6858000"/>
              <a:gd name="connsiteX325" fmla="*/ 5371814 w 7467600"/>
              <a:gd name="connsiteY325" fmla="*/ 5678975 h 6858000"/>
              <a:gd name="connsiteX326" fmla="*/ 4987918 w 7467600"/>
              <a:gd name="connsiteY326" fmla="*/ 5838701 h 6858000"/>
              <a:gd name="connsiteX327" fmla="*/ 4317146 w 7467600"/>
              <a:gd name="connsiteY327" fmla="*/ 6587716 h 6858000"/>
              <a:gd name="connsiteX328" fmla="*/ 4171627 w 7467600"/>
              <a:gd name="connsiteY328" fmla="*/ 6858000 h 6858000"/>
              <a:gd name="connsiteX329" fmla="*/ 4081585 w 7467600"/>
              <a:gd name="connsiteY329" fmla="*/ 6858000 h 6858000"/>
              <a:gd name="connsiteX330" fmla="*/ 4238603 w 7467600"/>
              <a:gd name="connsiteY330" fmla="*/ 6559341 h 6858000"/>
              <a:gd name="connsiteX331" fmla="*/ 4778333 w 7467600"/>
              <a:gd name="connsiteY331" fmla="*/ 5873626 h 6858000"/>
              <a:gd name="connsiteX332" fmla="*/ 5414185 w 7467600"/>
              <a:gd name="connsiteY332" fmla="*/ 5573882 h 6858000"/>
              <a:gd name="connsiteX333" fmla="*/ 5959648 w 7467600"/>
              <a:gd name="connsiteY333" fmla="*/ 4760797 h 6858000"/>
              <a:gd name="connsiteX334" fmla="*/ 5355019 w 7467600"/>
              <a:gd name="connsiteY334" fmla="*/ 4734672 h 6858000"/>
              <a:gd name="connsiteX335" fmla="*/ 5083565 w 7467600"/>
              <a:gd name="connsiteY335" fmla="*/ 5179121 h 6858000"/>
              <a:gd name="connsiteX336" fmla="*/ 4713577 w 7467600"/>
              <a:gd name="connsiteY336" fmla="*/ 5616803 h 6858000"/>
              <a:gd name="connsiteX337" fmla="*/ 3989559 w 7467600"/>
              <a:gd name="connsiteY337" fmla="*/ 6145945 h 6858000"/>
              <a:gd name="connsiteX338" fmla="*/ 3939824 w 7467600"/>
              <a:gd name="connsiteY338" fmla="*/ 6066900 h 6858000"/>
              <a:gd name="connsiteX339" fmla="*/ 4584537 w 7467600"/>
              <a:gd name="connsiteY339" fmla="*/ 5324826 h 6858000"/>
              <a:gd name="connsiteX340" fmla="*/ 5037105 w 7467600"/>
              <a:gd name="connsiteY340" fmla="*/ 5088765 h 6858000"/>
              <a:gd name="connsiteX341" fmla="*/ 5039930 w 7467600"/>
              <a:gd name="connsiteY341" fmla="*/ 5089585 h 6858000"/>
              <a:gd name="connsiteX342" fmla="*/ 5263764 w 7467600"/>
              <a:gd name="connsiteY342" fmla="*/ 4735525 h 6858000"/>
              <a:gd name="connsiteX343" fmla="*/ 4086300 w 7467600"/>
              <a:gd name="connsiteY343" fmla="*/ 4884599 h 6858000"/>
              <a:gd name="connsiteX344" fmla="*/ 4085485 w 7467600"/>
              <a:gd name="connsiteY344" fmla="*/ 4899070 h 6858000"/>
              <a:gd name="connsiteX345" fmla="*/ 3871915 w 7467600"/>
              <a:gd name="connsiteY345" fmla="*/ 5253645 h 6858000"/>
              <a:gd name="connsiteX346" fmla="*/ 3799374 w 7467600"/>
              <a:gd name="connsiteY346" fmla="*/ 5466127 h 6858000"/>
              <a:gd name="connsiteX347" fmla="*/ 3498850 w 7467600"/>
              <a:gd name="connsiteY347" fmla="*/ 6661888 h 6858000"/>
              <a:gd name="connsiteX348" fmla="*/ 3399216 w 7467600"/>
              <a:gd name="connsiteY348" fmla="*/ 6858000 h 6858000"/>
              <a:gd name="connsiteX349" fmla="*/ 3303688 w 7467600"/>
              <a:gd name="connsiteY349" fmla="*/ 6858000 h 6858000"/>
              <a:gd name="connsiteX350" fmla="*/ 3391774 w 7467600"/>
              <a:gd name="connsiteY350" fmla="*/ 6697181 h 6858000"/>
              <a:gd name="connsiteX351" fmla="*/ 3735540 w 7467600"/>
              <a:gd name="connsiteY351" fmla="*/ 5546923 h 6858000"/>
              <a:gd name="connsiteX352" fmla="*/ 3729438 w 7467600"/>
              <a:gd name="connsiteY352" fmla="*/ 5569058 h 6858000"/>
              <a:gd name="connsiteX353" fmla="*/ 3707782 w 7467600"/>
              <a:gd name="connsiteY353" fmla="*/ 5644908 h 6858000"/>
              <a:gd name="connsiteX354" fmla="*/ 3583827 w 7467600"/>
              <a:gd name="connsiteY354" fmla="*/ 6039215 h 6858000"/>
              <a:gd name="connsiteX355" fmla="*/ 3547861 w 7467600"/>
              <a:gd name="connsiteY355" fmla="*/ 6129609 h 6858000"/>
              <a:gd name="connsiteX356" fmla="*/ 3490905 w 7467600"/>
              <a:gd name="connsiteY356" fmla="*/ 6277660 h 6858000"/>
              <a:gd name="connsiteX357" fmla="*/ 3455859 w 7467600"/>
              <a:gd name="connsiteY357" fmla="*/ 6391301 h 6858000"/>
              <a:gd name="connsiteX358" fmla="*/ 3429112 w 7467600"/>
              <a:gd name="connsiteY358" fmla="*/ 6479469 h 6858000"/>
              <a:gd name="connsiteX359" fmla="*/ 3304862 w 7467600"/>
              <a:gd name="connsiteY359" fmla="*/ 6796476 h 6858000"/>
              <a:gd name="connsiteX360" fmla="*/ 3276071 w 7467600"/>
              <a:gd name="connsiteY360" fmla="*/ 6858000 h 6858000"/>
              <a:gd name="connsiteX361" fmla="*/ 3240805 w 7467600"/>
              <a:gd name="connsiteY361" fmla="*/ 6858000 h 6858000"/>
              <a:gd name="connsiteX362" fmla="*/ 3275917 w 7467600"/>
              <a:gd name="connsiteY362" fmla="*/ 6783192 h 6858000"/>
              <a:gd name="connsiteX363" fmla="*/ 3399358 w 7467600"/>
              <a:gd name="connsiteY363" fmla="*/ 6469011 h 6858000"/>
              <a:gd name="connsiteX364" fmla="*/ 3425650 w 7467600"/>
              <a:gd name="connsiteY364" fmla="*/ 6381333 h 6858000"/>
              <a:gd name="connsiteX365" fmla="*/ 3460661 w 7467600"/>
              <a:gd name="connsiteY365" fmla="*/ 6266763 h 6858000"/>
              <a:gd name="connsiteX366" fmla="*/ 3518021 w 7467600"/>
              <a:gd name="connsiteY366" fmla="*/ 6117298 h 6858000"/>
              <a:gd name="connsiteX367" fmla="*/ 3554035 w 7467600"/>
              <a:gd name="connsiteY367" fmla="*/ 6027832 h 6858000"/>
              <a:gd name="connsiteX368" fmla="*/ 3677174 w 7467600"/>
              <a:gd name="connsiteY368" fmla="*/ 5636351 h 6858000"/>
              <a:gd name="connsiteX369" fmla="*/ 3698819 w 7467600"/>
              <a:gd name="connsiteY369" fmla="*/ 5560503 h 6858000"/>
              <a:gd name="connsiteX370" fmla="*/ 3702094 w 7467600"/>
              <a:gd name="connsiteY370" fmla="*/ 5549194 h 6858000"/>
              <a:gd name="connsiteX371" fmla="*/ 3398355 w 7467600"/>
              <a:gd name="connsiteY371" fmla="*/ 6094603 h 6858000"/>
              <a:gd name="connsiteX372" fmla="*/ 3193941 w 7467600"/>
              <a:gd name="connsiteY372" fmla="*/ 6798775 h 6858000"/>
              <a:gd name="connsiteX373" fmla="*/ 3184140 w 7467600"/>
              <a:gd name="connsiteY373" fmla="*/ 6858000 h 6858000"/>
              <a:gd name="connsiteX374" fmla="*/ 3099978 w 7467600"/>
              <a:gd name="connsiteY374" fmla="*/ 6858000 h 6858000"/>
              <a:gd name="connsiteX375" fmla="*/ 3101556 w 7467600"/>
              <a:gd name="connsiteY375" fmla="*/ 6843337 h 6858000"/>
              <a:gd name="connsiteX376" fmla="*/ 3370162 w 7467600"/>
              <a:gd name="connsiteY376" fmla="*/ 5785550 h 6858000"/>
              <a:gd name="connsiteX377" fmla="*/ 3746477 w 7467600"/>
              <a:gd name="connsiteY377" fmla="*/ 5377889 h 6858000"/>
              <a:gd name="connsiteX378" fmla="*/ 3863399 w 7467600"/>
              <a:gd name="connsiteY378" fmla="*/ 5087257 h 6858000"/>
              <a:gd name="connsiteX379" fmla="*/ 3968712 w 7467600"/>
              <a:gd name="connsiteY379" fmla="*/ 4913989 h 6858000"/>
              <a:gd name="connsiteX380" fmla="*/ 2792390 w 7467600"/>
              <a:gd name="connsiteY380" fmla="*/ 5382974 h 6858000"/>
              <a:gd name="connsiteX381" fmla="*/ 2714982 w 7467600"/>
              <a:gd name="connsiteY381" fmla="*/ 5427051 h 6858000"/>
              <a:gd name="connsiteX382" fmla="*/ 2813361 w 7467600"/>
              <a:gd name="connsiteY382" fmla="*/ 6023912 h 6858000"/>
              <a:gd name="connsiteX383" fmla="*/ 2688430 w 7467600"/>
              <a:gd name="connsiteY383" fmla="*/ 6801564 h 6858000"/>
              <a:gd name="connsiteX384" fmla="*/ 2629626 w 7467600"/>
              <a:gd name="connsiteY384" fmla="*/ 6763394 h 6858000"/>
              <a:gd name="connsiteX385" fmla="*/ 2565328 w 7467600"/>
              <a:gd name="connsiteY385" fmla="*/ 5516399 h 6858000"/>
              <a:gd name="connsiteX386" fmla="*/ 1922999 w 7467600"/>
              <a:gd name="connsiteY386" fmla="*/ 5980343 h 6858000"/>
              <a:gd name="connsiteX387" fmla="*/ 1950261 w 7467600"/>
              <a:gd name="connsiteY387" fmla="*/ 6405858 h 6858000"/>
              <a:gd name="connsiteX388" fmla="*/ 2365554 w 7467600"/>
              <a:gd name="connsiteY388" fmla="*/ 6759107 h 6858000"/>
              <a:gd name="connsiteX389" fmla="*/ 2424142 w 7467600"/>
              <a:gd name="connsiteY389" fmla="*/ 6858000 h 6858000"/>
              <a:gd name="connsiteX390" fmla="*/ 2395994 w 7467600"/>
              <a:gd name="connsiteY390" fmla="*/ 6858000 h 6858000"/>
              <a:gd name="connsiteX391" fmla="*/ 2392863 w 7467600"/>
              <a:gd name="connsiteY391" fmla="*/ 6852964 h 6858000"/>
              <a:gd name="connsiteX392" fmla="*/ 2017589 w 7467600"/>
              <a:gd name="connsiteY392" fmla="*/ 6493982 h 6858000"/>
              <a:gd name="connsiteX393" fmla="*/ 2147336 w 7467600"/>
              <a:gd name="connsiteY393" fmla="*/ 6594052 h 6858000"/>
              <a:gd name="connsiteX394" fmla="*/ 2207047 w 7467600"/>
              <a:gd name="connsiteY394" fmla="*/ 6654540 h 6858000"/>
              <a:gd name="connsiteX395" fmla="*/ 2299106 w 7467600"/>
              <a:gd name="connsiteY395" fmla="*/ 6778931 h 6858000"/>
              <a:gd name="connsiteX396" fmla="*/ 2314430 w 7467600"/>
              <a:gd name="connsiteY396" fmla="*/ 6801144 h 6858000"/>
              <a:gd name="connsiteX397" fmla="*/ 2352406 w 7467600"/>
              <a:gd name="connsiteY397" fmla="*/ 6858000 h 6858000"/>
              <a:gd name="connsiteX398" fmla="*/ 2314492 w 7467600"/>
              <a:gd name="connsiteY398" fmla="*/ 6858000 h 6858000"/>
              <a:gd name="connsiteX399" fmla="*/ 2288095 w 7467600"/>
              <a:gd name="connsiteY399" fmla="*/ 6818030 h 6858000"/>
              <a:gd name="connsiteX400" fmla="*/ 2272768 w 7467600"/>
              <a:gd name="connsiteY400" fmla="*/ 6795822 h 6858000"/>
              <a:gd name="connsiteX401" fmla="*/ 2182715 w 7467600"/>
              <a:gd name="connsiteY401" fmla="*/ 6675071 h 6858000"/>
              <a:gd name="connsiteX402" fmla="*/ 2032061 w 7467600"/>
              <a:gd name="connsiteY402" fmla="*/ 6541380 h 6858000"/>
              <a:gd name="connsiteX403" fmla="*/ 2257220 w 7467600"/>
              <a:gd name="connsiteY403" fmla="*/ 6826257 h 6858000"/>
              <a:gd name="connsiteX404" fmla="*/ 2281324 w 7467600"/>
              <a:gd name="connsiteY404" fmla="*/ 6858000 h 6858000"/>
              <a:gd name="connsiteX405" fmla="*/ 2242860 w 7467600"/>
              <a:gd name="connsiteY405" fmla="*/ 6858000 h 6858000"/>
              <a:gd name="connsiteX406" fmla="*/ 2232818 w 7467600"/>
              <a:gd name="connsiteY406" fmla="*/ 6844926 h 6858000"/>
              <a:gd name="connsiteX407" fmla="*/ 1990172 w 7467600"/>
              <a:gd name="connsiteY407" fmla="*/ 6542121 h 6858000"/>
              <a:gd name="connsiteX408" fmla="*/ 2124090 w 7467600"/>
              <a:gd name="connsiteY408" fmla="*/ 6761017 h 6858000"/>
              <a:gd name="connsiteX409" fmla="*/ 2200380 w 7467600"/>
              <a:gd name="connsiteY409" fmla="*/ 6858000 h 6858000"/>
              <a:gd name="connsiteX410" fmla="*/ 2147507 w 7467600"/>
              <a:gd name="connsiteY410" fmla="*/ 6858000 h 6858000"/>
              <a:gd name="connsiteX411" fmla="*/ 2070668 w 7467600"/>
              <a:gd name="connsiteY411" fmla="*/ 6761520 h 6858000"/>
              <a:gd name="connsiteX412" fmla="*/ 1975142 w 7467600"/>
              <a:gd name="connsiteY412" fmla="*/ 6585570 h 6858000"/>
              <a:gd name="connsiteX413" fmla="*/ 2050035 w 7467600"/>
              <a:gd name="connsiteY413" fmla="*/ 6813345 h 6858000"/>
              <a:gd name="connsiteX414" fmla="*/ 2063025 w 7467600"/>
              <a:gd name="connsiteY414" fmla="*/ 6858000 h 6858000"/>
              <a:gd name="connsiteX415" fmla="*/ 2021675 w 7467600"/>
              <a:gd name="connsiteY415" fmla="*/ 6858000 h 6858000"/>
              <a:gd name="connsiteX416" fmla="*/ 2019308 w 7467600"/>
              <a:gd name="connsiteY416" fmla="*/ 6847118 h 6858000"/>
              <a:gd name="connsiteX417" fmla="*/ 1938835 w 7467600"/>
              <a:gd name="connsiteY417" fmla="*/ 6551160 h 6858000"/>
              <a:gd name="connsiteX418" fmla="*/ 1953230 w 7467600"/>
              <a:gd name="connsiteY418" fmla="*/ 6759699 h 6858000"/>
              <a:gd name="connsiteX419" fmla="*/ 1956763 w 7467600"/>
              <a:gd name="connsiteY419" fmla="*/ 6778191 h 6858000"/>
              <a:gd name="connsiteX420" fmla="*/ 1967925 w 7467600"/>
              <a:gd name="connsiteY420" fmla="*/ 6858000 h 6858000"/>
              <a:gd name="connsiteX421" fmla="*/ 1936622 w 7467600"/>
              <a:gd name="connsiteY421" fmla="*/ 6858000 h 6858000"/>
              <a:gd name="connsiteX422" fmla="*/ 1926261 w 7467600"/>
              <a:gd name="connsiteY422" fmla="*/ 6784064 h 6858000"/>
              <a:gd name="connsiteX423" fmla="*/ 1922724 w 7467600"/>
              <a:gd name="connsiteY423" fmla="*/ 6765577 h 6858000"/>
              <a:gd name="connsiteX424" fmla="*/ 1904650 w 7467600"/>
              <a:gd name="connsiteY424" fmla="*/ 6639616 h 6858000"/>
              <a:gd name="connsiteX425" fmla="*/ 1885273 w 7467600"/>
              <a:gd name="connsiteY425" fmla="*/ 6858000 h 6858000"/>
              <a:gd name="connsiteX426" fmla="*/ 1854363 w 7467600"/>
              <a:gd name="connsiteY426" fmla="*/ 6858000 h 6858000"/>
              <a:gd name="connsiteX427" fmla="*/ 1880391 w 7467600"/>
              <a:gd name="connsiteY427" fmla="*/ 6603796 h 6858000"/>
              <a:gd name="connsiteX428" fmla="*/ 1818273 w 7467600"/>
              <a:gd name="connsiteY428" fmla="*/ 6715729 h 6858000"/>
              <a:gd name="connsiteX429" fmla="*/ 1794691 w 7467600"/>
              <a:gd name="connsiteY429" fmla="*/ 6843239 h 6858000"/>
              <a:gd name="connsiteX430" fmla="*/ 1794914 w 7467600"/>
              <a:gd name="connsiteY430" fmla="*/ 6858000 h 6858000"/>
              <a:gd name="connsiteX431" fmla="*/ 1746128 w 7467600"/>
              <a:gd name="connsiteY431" fmla="*/ 6858000 h 6858000"/>
              <a:gd name="connsiteX432" fmla="*/ 1753934 w 7467600"/>
              <a:gd name="connsiteY432" fmla="*/ 6724796 h 6858000"/>
              <a:gd name="connsiteX433" fmla="*/ 1792053 w 7467600"/>
              <a:gd name="connsiteY433" fmla="*/ 6572396 h 6858000"/>
              <a:gd name="connsiteX434" fmla="*/ 1862248 w 7467600"/>
              <a:gd name="connsiteY434" fmla="*/ 6266397 h 6858000"/>
              <a:gd name="connsiteX435" fmla="*/ 1862250 w 7467600"/>
              <a:gd name="connsiteY435" fmla="*/ 6033531 h 6858000"/>
              <a:gd name="connsiteX436" fmla="*/ 1211999 w 7467600"/>
              <a:gd name="connsiteY436" fmla="*/ 6683610 h 6858000"/>
              <a:gd name="connsiteX437" fmla="*/ 1213266 w 7467600"/>
              <a:gd name="connsiteY437" fmla="*/ 6691947 h 6858000"/>
              <a:gd name="connsiteX438" fmla="*/ 1203370 w 7467600"/>
              <a:gd name="connsiteY438" fmla="*/ 6850676 h 6858000"/>
              <a:gd name="connsiteX439" fmla="*/ 1203671 w 7467600"/>
              <a:gd name="connsiteY439" fmla="*/ 6858000 h 6858000"/>
              <a:gd name="connsiteX440" fmla="*/ 1143180 w 7467600"/>
              <a:gd name="connsiteY440" fmla="*/ 6858000 h 6858000"/>
              <a:gd name="connsiteX441" fmla="*/ 1142176 w 7467600"/>
              <a:gd name="connsiteY441" fmla="*/ 6766045 h 6858000"/>
              <a:gd name="connsiteX442" fmla="*/ 1067484 w 7467600"/>
              <a:gd name="connsiteY442" fmla="*/ 6858000 h 6858000"/>
              <a:gd name="connsiteX443" fmla="*/ 953928 w 7467600"/>
              <a:gd name="connsiteY443" fmla="*/ 6858000 h 6858000"/>
              <a:gd name="connsiteX444" fmla="*/ 959715 w 7467600"/>
              <a:gd name="connsiteY444" fmla="*/ 6850185 h 6858000"/>
              <a:gd name="connsiteX445" fmla="*/ 1483788 w 7467600"/>
              <a:gd name="connsiteY445" fmla="*/ 6259174 h 6858000"/>
              <a:gd name="connsiteX446" fmla="*/ 1100671 w 7467600"/>
              <a:gd name="connsiteY446" fmla="*/ 6252137 h 6858000"/>
              <a:gd name="connsiteX447" fmla="*/ 1090144 w 7467600"/>
              <a:gd name="connsiteY447" fmla="*/ 6256748 h 6858000"/>
              <a:gd name="connsiteX448" fmla="*/ 1095872 w 7467600"/>
              <a:gd name="connsiteY448" fmla="*/ 6271892 h 6858000"/>
              <a:gd name="connsiteX449" fmla="*/ 262785 w 7467600"/>
              <a:gd name="connsiteY449" fmla="*/ 6845450 h 6858000"/>
              <a:gd name="connsiteX450" fmla="*/ 209968 w 7467600"/>
              <a:gd name="connsiteY450" fmla="*/ 6770713 h 6858000"/>
              <a:gd name="connsiteX451" fmla="*/ 873460 w 7467600"/>
              <a:gd name="connsiteY451" fmla="*/ 6253768 h 6858000"/>
              <a:gd name="connsiteX452" fmla="*/ 192686 w 7467600"/>
              <a:gd name="connsiteY452" fmla="*/ 5849257 h 6858000"/>
              <a:gd name="connsiteX453" fmla="*/ 4696 w 7467600"/>
              <a:gd name="connsiteY453" fmla="*/ 5697668 h 6858000"/>
              <a:gd name="connsiteX454" fmla="*/ 0 w 7467600"/>
              <a:gd name="connsiteY454" fmla="*/ 5689984 h 6858000"/>
              <a:gd name="connsiteX455" fmla="*/ 0 w 7467600"/>
              <a:gd name="connsiteY455" fmla="*/ 5513472 h 6858000"/>
              <a:gd name="connsiteX456" fmla="*/ 174101 w 7467600"/>
              <a:gd name="connsiteY456" fmla="*/ 5620277 h 6858000"/>
              <a:gd name="connsiteX457" fmla="*/ 891800 w 7467600"/>
              <a:gd name="connsiteY457" fmla="*/ 6036935 h 6858000"/>
              <a:gd name="connsiteX458" fmla="*/ 1072219 w 7467600"/>
              <a:gd name="connsiteY458" fmla="*/ 6169443 h 6858000"/>
              <a:gd name="connsiteX459" fmla="*/ 1074117 w 7467600"/>
              <a:gd name="connsiteY459" fmla="*/ 6170301 h 6858000"/>
              <a:gd name="connsiteX460" fmla="*/ 1083114 w 7467600"/>
              <a:gd name="connsiteY460" fmla="*/ 6174131 h 6858000"/>
              <a:gd name="connsiteX461" fmla="*/ 1543010 w 7467600"/>
              <a:gd name="connsiteY461" fmla="*/ 6191140 h 6858000"/>
              <a:gd name="connsiteX462" fmla="*/ 1551080 w 7467600"/>
              <a:gd name="connsiteY462" fmla="*/ 6195006 h 6858000"/>
              <a:gd name="connsiteX463" fmla="*/ 2345443 w 7467600"/>
              <a:gd name="connsiteY463" fmla="*/ 5549882 h 6858000"/>
              <a:gd name="connsiteX464" fmla="*/ 1721499 w 7467600"/>
              <a:gd name="connsiteY464" fmla="*/ 5599969 h 6858000"/>
              <a:gd name="connsiteX465" fmla="*/ 767716 w 7467600"/>
              <a:gd name="connsiteY465" fmla="*/ 5472768 h 6858000"/>
              <a:gd name="connsiteX466" fmla="*/ 722147 w 7467600"/>
              <a:gd name="connsiteY466" fmla="*/ 5393091 h 6858000"/>
              <a:gd name="connsiteX467" fmla="*/ 1485552 w 7467600"/>
              <a:gd name="connsiteY467" fmla="*/ 5313202 h 6858000"/>
              <a:gd name="connsiteX468" fmla="*/ 2143004 w 7467600"/>
              <a:gd name="connsiteY468" fmla="*/ 5402420 h 6858000"/>
              <a:gd name="connsiteX469" fmla="*/ 1933391 w 7467600"/>
              <a:gd name="connsiteY469" fmla="*/ 5156971 h 6858000"/>
              <a:gd name="connsiteX470" fmla="*/ 1827118 w 7467600"/>
              <a:gd name="connsiteY470" fmla="*/ 4968410 h 6858000"/>
              <a:gd name="connsiteX471" fmla="*/ 1837349 w 7467600"/>
              <a:gd name="connsiteY471" fmla="*/ 4956357 h 6858000"/>
              <a:gd name="connsiteX472" fmla="*/ 2162835 w 7467600"/>
              <a:gd name="connsiteY472" fmla="*/ 5187853 h 6858000"/>
              <a:gd name="connsiteX473" fmla="*/ 2257167 w 7467600"/>
              <a:gd name="connsiteY473" fmla="*/ 5462123 h 6858000"/>
              <a:gd name="connsiteX474" fmla="*/ 2261598 w 7467600"/>
              <a:gd name="connsiteY474" fmla="*/ 5467998 h 6858000"/>
              <a:gd name="connsiteX475" fmla="*/ 2437177 w 7467600"/>
              <a:gd name="connsiteY475" fmla="*/ 5479608 h 6858000"/>
              <a:gd name="connsiteX476" fmla="*/ 2445247 w 7467600"/>
              <a:gd name="connsiteY476" fmla="*/ 5483476 h 6858000"/>
              <a:gd name="connsiteX477" fmla="*/ 2743626 w 7467600"/>
              <a:gd name="connsiteY477" fmla="*/ 5304819 h 6858000"/>
              <a:gd name="connsiteX478" fmla="*/ 3048102 w 7467600"/>
              <a:gd name="connsiteY478" fmla="*/ 5150595 h 6858000"/>
              <a:gd name="connsiteX479" fmla="*/ 1799414 w 7467600"/>
              <a:gd name="connsiteY479" fmla="*/ 4694732 h 6858000"/>
              <a:gd name="connsiteX480" fmla="*/ 1771735 w 7467600"/>
              <a:gd name="connsiteY480" fmla="*/ 4619929 h 6858000"/>
              <a:gd name="connsiteX481" fmla="*/ 3104273 w 7467600"/>
              <a:gd name="connsiteY481" fmla="*/ 5076159 h 6858000"/>
              <a:gd name="connsiteX482" fmla="*/ 3113245 w 7467600"/>
              <a:gd name="connsiteY482" fmla="*/ 5090705 h 6858000"/>
              <a:gd name="connsiteX483" fmla="*/ 3126294 w 7467600"/>
              <a:gd name="connsiteY483" fmla="*/ 5114400 h 6858000"/>
              <a:gd name="connsiteX484" fmla="*/ 3937433 w 7467600"/>
              <a:gd name="connsiteY484" fmla="*/ 4830473 h 6858000"/>
              <a:gd name="connsiteX485" fmla="*/ 3590475 w 7467600"/>
              <a:gd name="connsiteY485" fmla="*/ 4597974 h 6858000"/>
              <a:gd name="connsiteX486" fmla="*/ 3100264 w 7467600"/>
              <a:gd name="connsiteY486" fmla="*/ 4579845 h 6858000"/>
              <a:gd name="connsiteX487" fmla="*/ 2183576 w 7467600"/>
              <a:gd name="connsiteY487" fmla="*/ 4227150 h 6858000"/>
              <a:gd name="connsiteX488" fmla="*/ 2151029 w 7467600"/>
              <a:gd name="connsiteY488" fmla="*/ 4146947 h 6858000"/>
              <a:gd name="connsiteX489" fmla="*/ 3563434 w 7467600"/>
              <a:gd name="connsiteY489" fmla="*/ 4469115 h 6858000"/>
              <a:gd name="connsiteX490" fmla="*/ 3177952 w 7467600"/>
              <a:gd name="connsiteY490" fmla="*/ 3657386 h 6858000"/>
              <a:gd name="connsiteX491" fmla="*/ 3189263 w 7467600"/>
              <a:gd name="connsiteY491" fmla="*/ 3625726 h 6858000"/>
              <a:gd name="connsiteX492" fmla="*/ 3560912 w 7467600"/>
              <a:gd name="connsiteY492" fmla="*/ 4079863 h 6858000"/>
              <a:gd name="connsiteX493" fmla="*/ 3626636 w 7467600"/>
              <a:gd name="connsiteY493" fmla="*/ 4512230 h 6858000"/>
              <a:gd name="connsiteX494" fmla="*/ 3653088 w 7467600"/>
              <a:gd name="connsiteY494" fmla="*/ 4521417 h 6858000"/>
              <a:gd name="connsiteX495" fmla="*/ 3988128 w 7467600"/>
              <a:gd name="connsiteY495" fmla="*/ 4817267 h 6858000"/>
              <a:gd name="connsiteX496" fmla="*/ 4830582 w 7467600"/>
              <a:gd name="connsiteY496" fmla="*/ 4676000 h 6858000"/>
              <a:gd name="connsiteX497" fmla="*/ 4830100 w 7467600"/>
              <a:gd name="connsiteY497" fmla="*/ 4675554 h 6858000"/>
              <a:gd name="connsiteX498" fmla="*/ 4036318 w 7467600"/>
              <a:gd name="connsiteY498" fmla="*/ 4147013 h 6858000"/>
              <a:gd name="connsiteX499" fmla="*/ 3432098 w 7467600"/>
              <a:gd name="connsiteY499" fmla="*/ 3537312 h 6858000"/>
              <a:gd name="connsiteX500" fmla="*/ 3446761 w 7467600"/>
              <a:gd name="connsiteY500" fmla="*/ 3461278 h 6858000"/>
              <a:gd name="connsiteX501" fmla="*/ 4419733 w 7467600"/>
              <a:gd name="connsiteY501" fmla="*/ 3963555 h 6858000"/>
              <a:gd name="connsiteX502" fmla="*/ 4781371 w 7467600"/>
              <a:gd name="connsiteY502" fmla="*/ 4458604 h 6858000"/>
              <a:gd name="connsiteX503" fmla="*/ 4780440 w 7467600"/>
              <a:gd name="connsiteY503" fmla="*/ 4470290 h 6858000"/>
              <a:gd name="connsiteX504" fmla="*/ 4898954 w 7467600"/>
              <a:gd name="connsiteY504" fmla="*/ 4662092 h 6858000"/>
              <a:gd name="connsiteX505" fmla="*/ 4900699 w 7467600"/>
              <a:gd name="connsiteY505" fmla="*/ 4670867 h 6858000"/>
              <a:gd name="connsiteX506" fmla="*/ 5714511 w 7467600"/>
              <a:gd name="connsiteY506" fmla="*/ 4663483 h 6858000"/>
              <a:gd name="connsiteX507" fmla="*/ 5464793 w 7467600"/>
              <a:gd name="connsiteY507" fmla="*/ 4393556 h 6858000"/>
              <a:gd name="connsiteX508" fmla="*/ 5461897 w 7467600"/>
              <a:gd name="connsiteY508" fmla="*/ 4390879 h 6858000"/>
              <a:gd name="connsiteX509" fmla="*/ 4294126 w 7467600"/>
              <a:gd name="connsiteY509" fmla="*/ 3303048 h 6858000"/>
              <a:gd name="connsiteX510" fmla="*/ 4305321 w 7467600"/>
              <a:gd name="connsiteY510" fmla="*/ 3256953 h 6858000"/>
              <a:gd name="connsiteX511" fmla="*/ 4949299 w 7467600"/>
              <a:gd name="connsiteY511" fmla="*/ 3766336 h 6858000"/>
              <a:gd name="connsiteX512" fmla="*/ 5291452 w 7467600"/>
              <a:gd name="connsiteY512" fmla="*/ 4076801 h 6858000"/>
              <a:gd name="connsiteX513" fmla="*/ 5434998 w 7467600"/>
              <a:gd name="connsiteY513" fmla="*/ 4254100 h 6858000"/>
              <a:gd name="connsiteX514" fmla="*/ 5351015 w 7467600"/>
              <a:gd name="connsiteY514" fmla="*/ 3760989 h 6858000"/>
              <a:gd name="connsiteX515" fmla="*/ 5413780 w 7467600"/>
              <a:gd name="connsiteY515" fmla="*/ 2966265 h 6858000"/>
              <a:gd name="connsiteX516" fmla="*/ 5425627 w 7467600"/>
              <a:gd name="connsiteY516" fmla="*/ 2954192 h 6858000"/>
              <a:gd name="connsiteX517" fmla="*/ 6604735 w 7467600"/>
              <a:gd name="connsiteY517" fmla="*/ 2041381 h 6858000"/>
              <a:gd name="connsiteX518" fmla="*/ 7204487 w 7467600"/>
              <a:gd name="connsiteY518" fmla="*/ 2742112 h 6858000"/>
              <a:gd name="connsiteX519" fmla="*/ 7131592 w 7467600"/>
              <a:gd name="connsiteY519" fmla="*/ 2672096 h 6858000"/>
              <a:gd name="connsiteX520" fmla="*/ 6996344 w 7467600"/>
              <a:gd name="connsiteY520" fmla="*/ 2518310 h 6858000"/>
              <a:gd name="connsiteX521" fmla="*/ 6735495 w 7467600"/>
              <a:gd name="connsiteY521" fmla="*/ 2196890 h 6858000"/>
              <a:gd name="connsiteX522" fmla="*/ 6721901 w 7467600"/>
              <a:gd name="connsiteY522" fmla="*/ 2179274 h 6858000"/>
              <a:gd name="connsiteX523" fmla="*/ 6604735 w 7467600"/>
              <a:gd name="connsiteY523" fmla="*/ 2041381 h 6858000"/>
              <a:gd name="connsiteX524" fmla="*/ 6591670 w 7467600"/>
              <a:gd name="connsiteY524" fmla="*/ 1988277 h 6858000"/>
              <a:gd name="connsiteX525" fmla="*/ 6747349 w 7467600"/>
              <a:gd name="connsiteY525" fmla="*/ 2160069 h 6858000"/>
              <a:gd name="connsiteX526" fmla="*/ 6760943 w 7467600"/>
              <a:gd name="connsiteY526" fmla="*/ 2177686 h 6858000"/>
              <a:gd name="connsiteX527" fmla="*/ 7021065 w 7467600"/>
              <a:gd name="connsiteY527" fmla="*/ 2498102 h 6858000"/>
              <a:gd name="connsiteX528" fmla="*/ 7155223 w 7467600"/>
              <a:gd name="connsiteY528" fmla="*/ 2650386 h 6858000"/>
              <a:gd name="connsiteX529" fmla="*/ 7203167 w 7467600"/>
              <a:gd name="connsiteY529" fmla="*/ 2697288 h 6858000"/>
              <a:gd name="connsiteX530" fmla="*/ 6937703 w 7467600"/>
              <a:gd name="connsiteY530" fmla="*/ 2321981 h 6858000"/>
              <a:gd name="connsiteX531" fmla="*/ 6591670 w 7467600"/>
              <a:gd name="connsiteY531" fmla="*/ 1988277 h 6858000"/>
              <a:gd name="connsiteX532" fmla="*/ 5798671 w 7467600"/>
              <a:gd name="connsiteY532" fmla="*/ 1981601 h 6858000"/>
              <a:gd name="connsiteX533" fmla="*/ 5754709 w 7467600"/>
              <a:gd name="connsiteY533" fmla="*/ 2071454 h 6858000"/>
              <a:gd name="connsiteX534" fmla="*/ 5763044 w 7467600"/>
              <a:gd name="connsiteY534" fmla="*/ 2842206 h 6858000"/>
              <a:gd name="connsiteX535" fmla="*/ 5764974 w 7467600"/>
              <a:gd name="connsiteY535" fmla="*/ 2799609 h 6858000"/>
              <a:gd name="connsiteX536" fmla="*/ 5767665 w 7467600"/>
              <a:gd name="connsiteY536" fmla="*/ 2666409 h 6858000"/>
              <a:gd name="connsiteX537" fmla="*/ 5763055 w 7467600"/>
              <a:gd name="connsiteY537" fmla="*/ 2579705 h 6858000"/>
              <a:gd name="connsiteX538" fmla="*/ 5758079 w 7467600"/>
              <a:gd name="connsiteY538" fmla="*/ 2492508 h 6858000"/>
              <a:gd name="connsiteX539" fmla="*/ 5779325 w 7467600"/>
              <a:gd name="connsiteY539" fmla="*/ 2197069 h 6858000"/>
              <a:gd name="connsiteX540" fmla="*/ 5798671 w 7467600"/>
              <a:gd name="connsiteY540" fmla="*/ 1981601 h 6858000"/>
              <a:gd name="connsiteX541" fmla="*/ 5829202 w 7467600"/>
              <a:gd name="connsiteY541" fmla="*/ 1971679 h 6858000"/>
              <a:gd name="connsiteX542" fmla="*/ 5809558 w 7467600"/>
              <a:gd name="connsiteY542" fmla="*/ 2198043 h 6858000"/>
              <a:gd name="connsiteX543" fmla="*/ 5788653 w 7467600"/>
              <a:gd name="connsiteY543" fmla="*/ 2489430 h 6858000"/>
              <a:gd name="connsiteX544" fmla="*/ 5793439 w 7467600"/>
              <a:gd name="connsiteY544" fmla="*/ 2575235 h 6858000"/>
              <a:gd name="connsiteX545" fmla="*/ 5796837 w 7467600"/>
              <a:gd name="connsiteY545" fmla="*/ 2637633 h 6858000"/>
              <a:gd name="connsiteX546" fmla="*/ 5818614 w 7467600"/>
              <a:gd name="connsiteY546" fmla="*/ 2473055 h 6858000"/>
              <a:gd name="connsiteX547" fmla="*/ 5829202 w 7467600"/>
              <a:gd name="connsiteY547" fmla="*/ 1971679 h 6858000"/>
              <a:gd name="connsiteX548" fmla="*/ 5911389 w 7467600"/>
              <a:gd name="connsiteY548" fmla="*/ 1898371 h 6858000"/>
              <a:gd name="connsiteX549" fmla="*/ 6237627 w 7467600"/>
              <a:gd name="connsiteY549" fmla="*/ 2231921 h 6858000"/>
              <a:gd name="connsiteX550" fmla="*/ 5911389 w 7467600"/>
              <a:gd name="connsiteY550" fmla="*/ 1898371 h 6858000"/>
              <a:gd name="connsiteX551" fmla="*/ 6944437 w 7467600"/>
              <a:gd name="connsiteY551" fmla="*/ 1575402 h 6858000"/>
              <a:gd name="connsiteX552" fmla="*/ 6304730 w 7467600"/>
              <a:gd name="connsiteY552" fmla="*/ 1766654 h 6858000"/>
              <a:gd name="connsiteX553" fmla="*/ 6944437 w 7467600"/>
              <a:gd name="connsiteY553" fmla="*/ 1575402 h 6858000"/>
              <a:gd name="connsiteX554" fmla="*/ 7019523 w 7467600"/>
              <a:gd name="connsiteY554" fmla="*/ 1519450 h 6858000"/>
              <a:gd name="connsiteX555" fmla="*/ 6298091 w 7467600"/>
              <a:gd name="connsiteY555" fmla="*/ 1737122 h 6858000"/>
              <a:gd name="connsiteX556" fmla="*/ 7019523 w 7467600"/>
              <a:gd name="connsiteY556" fmla="*/ 1519450 h 6858000"/>
              <a:gd name="connsiteX557" fmla="*/ 2399523 w 7467600"/>
              <a:gd name="connsiteY557" fmla="*/ 1428234 h 6858000"/>
              <a:gd name="connsiteX558" fmla="*/ 2224982 w 7467600"/>
              <a:gd name="connsiteY558" fmla="*/ 1826201 h 6858000"/>
              <a:gd name="connsiteX559" fmla="*/ 2096099 w 7467600"/>
              <a:gd name="connsiteY559" fmla="*/ 2345900 h 6858000"/>
              <a:gd name="connsiteX560" fmla="*/ 2283317 w 7467600"/>
              <a:gd name="connsiteY560" fmla="*/ 1796925 h 6858000"/>
              <a:gd name="connsiteX561" fmla="*/ 2399523 w 7467600"/>
              <a:gd name="connsiteY561" fmla="*/ 1428234 h 6858000"/>
              <a:gd name="connsiteX562" fmla="*/ 2448558 w 7467600"/>
              <a:gd name="connsiteY562" fmla="*/ 1373435 h 6858000"/>
              <a:gd name="connsiteX563" fmla="*/ 2312521 w 7467600"/>
              <a:gd name="connsiteY563" fmla="*/ 1806140 h 6858000"/>
              <a:gd name="connsiteX564" fmla="*/ 2127533 w 7467600"/>
              <a:gd name="connsiteY564" fmla="*/ 2348380 h 6858000"/>
              <a:gd name="connsiteX565" fmla="*/ 2358080 w 7467600"/>
              <a:gd name="connsiteY565" fmla="*/ 1866134 h 6858000"/>
              <a:gd name="connsiteX566" fmla="*/ 2407436 w 7467600"/>
              <a:gd name="connsiteY566" fmla="*/ 1651070 h 6858000"/>
              <a:gd name="connsiteX567" fmla="*/ 2448558 w 7467600"/>
              <a:gd name="connsiteY567" fmla="*/ 1373435 h 6858000"/>
              <a:gd name="connsiteX568" fmla="*/ 278707 w 7467600"/>
              <a:gd name="connsiteY568" fmla="*/ 1352270 h 6858000"/>
              <a:gd name="connsiteX569" fmla="*/ 321570 w 7467600"/>
              <a:gd name="connsiteY569" fmla="*/ 1861610 h 6858000"/>
              <a:gd name="connsiteX570" fmla="*/ 294281 w 7467600"/>
              <a:gd name="connsiteY570" fmla="*/ 1440658 h 6858000"/>
              <a:gd name="connsiteX571" fmla="*/ 278707 w 7467600"/>
              <a:gd name="connsiteY571" fmla="*/ 1352270 h 6858000"/>
              <a:gd name="connsiteX572" fmla="*/ 1423821 w 7467600"/>
              <a:gd name="connsiteY572" fmla="*/ 1351958 h 6858000"/>
              <a:gd name="connsiteX573" fmla="*/ 1638521 w 7467600"/>
              <a:gd name="connsiteY573" fmla="*/ 1908470 h 6858000"/>
              <a:gd name="connsiteX574" fmla="*/ 1754199 w 7467600"/>
              <a:gd name="connsiteY574" fmla="*/ 2149284 h 6858000"/>
              <a:gd name="connsiteX575" fmla="*/ 1908359 w 7467600"/>
              <a:gd name="connsiteY575" fmla="*/ 2364988 h 6858000"/>
              <a:gd name="connsiteX576" fmla="*/ 1647661 w 7467600"/>
              <a:gd name="connsiteY576" fmla="*/ 1825945 h 6858000"/>
              <a:gd name="connsiteX577" fmla="*/ 1423821 w 7467600"/>
              <a:gd name="connsiteY577" fmla="*/ 1351958 h 6858000"/>
              <a:gd name="connsiteX578" fmla="*/ 1431890 w 7467600"/>
              <a:gd name="connsiteY578" fmla="*/ 1306475 h 6858000"/>
              <a:gd name="connsiteX579" fmla="*/ 1507597 w 7467600"/>
              <a:gd name="connsiteY579" fmla="*/ 1446132 h 6858000"/>
              <a:gd name="connsiteX580" fmla="*/ 1674586 w 7467600"/>
              <a:gd name="connsiteY580" fmla="*/ 1813832 h 6858000"/>
              <a:gd name="connsiteX581" fmla="*/ 1815950 w 7467600"/>
              <a:gd name="connsiteY581" fmla="*/ 2128564 h 6858000"/>
              <a:gd name="connsiteX582" fmla="*/ 1984242 w 7467600"/>
              <a:gd name="connsiteY582" fmla="*/ 2430829 h 6858000"/>
              <a:gd name="connsiteX583" fmla="*/ 2014023 w 7467600"/>
              <a:gd name="connsiteY583" fmla="*/ 2450995 h 6858000"/>
              <a:gd name="connsiteX584" fmla="*/ 1747337 w 7467600"/>
              <a:gd name="connsiteY584" fmla="*/ 1855264 h 6858000"/>
              <a:gd name="connsiteX585" fmla="*/ 1533749 w 7467600"/>
              <a:gd name="connsiteY585" fmla="*/ 1478656 h 6858000"/>
              <a:gd name="connsiteX586" fmla="*/ 1431890 w 7467600"/>
              <a:gd name="connsiteY586" fmla="*/ 1306475 h 6858000"/>
              <a:gd name="connsiteX587" fmla="*/ 5052692 w 7467600"/>
              <a:gd name="connsiteY587" fmla="*/ 1292994 h 6858000"/>
              <a:gd name="connsiteX588" fmla="*/ 5200661 w 7467600"/>
              <a:gd name="connsiteY588" fmla="*/ 1635186 h 6858000"/>
              <a:gd name="connsiteX589" fmla="*/ 5297138 w 7467600"/>
              <a:gd name="connsiteY589" fmla="*/ 1906351 h 6858000"/>
              <a:gd name="connsiteX590" fmla="*/ 5052692 w 7467600"/>
              <a:gd name="connsiteY590" fmla="*/ 1292994 h 6858000"/>
              <a:gd name="connsiteX591" fmla="*/ 5009948 w 7467600"/>
              <a:gd name="connsiteY591" fmla="*/ 1273619 h 6858000"/>
              <a:gd name="connsiteX592" fmla="*/ 5121777 w 7467600"/>
              <a:gd name="connsiteY592" fmla="*/ 1654213 h 6858000"/>
              <a:gd name="connsiteX593" fmla="*/ 5293545 w 7467600"/>
              <a:gd name="connsiteY593" fmla="*/ 2072247 h 6858000"/>
              <a:gd name="connsiteX594" fmla="*/ 5294042 w 7467600"/>
              <a:gd name="connsiteY594" fmla="*/ 2065019 h 6858000"/>
              <a:gd name="connsiteX595" fmla="*/ 5171936 w 7467600"/>
              <a:gd name="connsiteY595" fmla="*/ 1647613 h 6858000"/>
              <a:gd name="connsiteX596" fmla="*/ 5009948 w 7467600"/>
              <a:gd name="connsiteY596" fmla="*/ 1273619 h 6858000"/>
              <a:gd name="connsiteX597" fmla="*/ 655236 w 7467600"/>
              <a:gd name="connsiteY597" fmla="*/ 1268632 h 6858000"/>
              <a:gd name="connsiteX598" fmla="*/ 839521 w 7467600"/>
              <a:gd name="connsiteY598" fmla="*/ 1685315 h 6858000"/>
              <a:gd name="connsiteX599" fmla="*/ 1109416 w 7467600"/>
              <a:gd name="connsiteY599" fmla="*/ 2061663 h 6858000"/>
              <a:gd name="connsiteX600" fmla="*/ 1298300 w 7467600"/>
              <a:gd name="connsiteY600" fmla="*/ 2247742 h 6858000"/>
              <a:gd name="connsiteX601" fmla="*/ 1125871 w 7467600"/>
              <a:gd name="connsiteY601" fmla="*/ 1989513 h 6858000"/>
              <a:gd name="connsiteX602" fmla="*/ 981574 w 7467600"/>
              <a:gd name="connsiteY602" fmla="*/ 1783157 h 6858000"/>
              <a:gd name="connsiteX603" fmla="*/ 922198 w 7467600"/>
              <a:gd name="connsiteY603" fmla="*/ 1677437 h 6858000"/>
              <a:gd name="connsiteX604" fmla="*/ 869293 w 7467600"/>
              <a:gd name="connsiteY604" fmla="*/ 1583214 h 6858000"/>
              <a:gd name="connsiteX605" fmla="*/ 751431 w 7467600"/>
              <a:gd name="connsiteY605" fmla="*/ 1405731 h 6858000"/>
              <a:gd name="connsiteX606" fmla="*/ 655236 w 7467600"/>
              <a:gd name="connsiteY606" fmla="*/ 1268632 h 6858000"/>
              <a:gd name="connsiteX607" fmla="*/ 6516292 w 7467600"/>
              <a:gd name="connsiteY607" fmla="*/ 1263064 h 6858000"/>
              <a:gd name="connsiteX608" fmla="*/ 5736320 w 7467600"/>
              <a:gd name="connsiteY608" fmla="*/ 1501803 h 6858000"/>
              <a:gd name="connsiteX609" fmla="*/ 6516292 w 7467600"/>
              <a:gd name="connsiteY609" fmla="*/ 1263064 h 6858000"/>
              <a:gd name="connsiteX610" fmla="*/ 291466 w 7467600"/>
              <a:gd name="connsiteY610" fmla="*/ 1250369 h 6858000"/>
              <a:gd name="connsiteX611" fmla="*/ 323180 w 7467600"/>
              <a:gd name="connsiteY611" fmla="*/ 1435283 h 6858000"/>
              <a:gd name="connsiteX612" fmla="*/ 349381 w 7467600"/>
              <a:gd name="connsiteY612" fmla="*/ 1875041 h 6858000"/>
              <a:gd name="connsiteX613" fmla="*/ 374363 w 7467600"/>
              <a:gd name="connsiteY613" fmla="*/ 1506494 h 6858000"/>
              <a:gd name="connsiteX614" fmla="*/ 302168 w 7467600"/>
              <a:gd name="connsiteY614" fmla="*/ 1274495 h 6858000"/>
              <a:gd name="connsiteX615" fmla="*/ 291466 w 7467600"/>
              <a:gd name="connsiteY615" fmla="*/ 1250369 h 6858000"/>
              <a:gd name="connsiteX616" fmla="*/ 678222 w 7467600"/>
              <a:gd name="connsiteY616" fmla="*/ 1248670 h 6858000"/>
              <a:gd name="connsiteX617" fmla="*/ 775536 w 7467600"/>
              <a:gd name="connsiteY617" fmla="*/ 1388015 h 6858000"/>
              <a:gd name="connsiteX618" fmla="*/ 894529 w 7467600"/>
              <a:gd name="connsiteY618" fmla="*/ 1567739 h 6858000"/>
              <a:gd name="connsiteX619" fmla="*/ 948000 w 7467600"/>
              <a:gd name="connsiteY619" fmla="*/ 1663088 h 6858000"/>
              <a:gd name="connsiteX620" fmla="*/ 1006812 w 7467600"/>
              <a:gd name="connsiteY620" fmla="*/ 1767683 h 6858000"/>
              <a:gd name="connsiteX621" fmla="*/ 1149133 w 7467600"/>
              <a:gd name="connsiteY621" fmla="*/ 1971513 h 6858000"/>
              <a:gd name="connsiteX622" fmla="*/ 1333952 w 7467600"/>
              <a:gd name="connsiteY622" fmla="*/ 2251620 h 6858000"/>
              <a:gd name="connsiteX623" fmla="*/ 1337329 w 7467600"/>
              <a:gd name="connsiteY623" fmla="*/ 2258350 h 6858000"/>
              <a:gd name="connsiteX624" fmla="*/ 1014726 w 7467600"/>
              <a:gd name="connsiteY624" fmla="*/ 1615556 h 6858000"/>
              <a:gd name="connsiteX625" fmla="*/ 678222 w 7467600"/>
              <a:gd name="connsiteY625" fmla="*/ 1248670 h 6858000"/>
              <a:gd name="connsiteX626" fmla="*/ 6691602 w 7467600"/>
              <a:gd name="connsiteY626" fmla="*/ 1140573 h 6858000"/>
              <a:gd name="connsiteX627" fmla="*/ 6571100 w 7467600"/>
              <a:gd name="connsiteY627" fmla="*/ 1183662 h 6858000"/>
              <a:gd name="connsiteX628" fmla="*/ 6241687 w 7467600"/>
              <a:gd name="connsiteY628" fmla="*/ 1257600 h 6858000"/>
              <a:gd name="connsiteX629" fmla="*/ 5693009 w 7467600"/>
              <a:gd name="connsiteY629" fmla="*/ 1478256 h 6858000"/>
              <a:gd name="connsiteX630" fmla="*/ 6548420 w 7467600"/>
              <a:gd name="connsiteY630" fmla="*/ 1214599 h 6858000"/>
              <a:gd name="connsiteX631" fmla="*/ 6605473 w 7467600"/>
              <a:gd name="connsiteY631" fmla="*/ 1184686 h 6858000"/>
              <a:gd name="connsiteX632" fmla="*/ 6691602 w 7467600"/>
              <a:gd name="connsiteY632" fmla="*/ 1140573 h 6858000"/>
              <a:gd name="connsiteX633" fmla="*/ 4002475 w 7467600"/>
              <a:gd name="connsiteY633" fmla="*/ 1037802 h 6858000"/>
              <a:gd name="connsiteX634" fmla="*/ 4000324 w 7467600"/>
              <a:gd name="connsiteY634" fmla="*/ 1039362 h 6858000"/>
              <a:gd name="connsiteX635" fmla="*/ 4002862 w 7467600"/>
              <a:gd name="connsiteY635" fmla="*/ 1042866 h 6858000"/>
              <a:gd name="connsiteX636" fmla="*/ 4002475 w 7467600"/>
              <a:gd name="connsiteY636" fmla="*/ 1037802 h 6858000"/>
              <a:gd name="connsiteX637" fmla="*/ 506322 w 7467600"/>
              <a:gd name="connsiteY637" fmla="*/ 1020997 h 6858000"/>
              <a:gd name="connsiteX638" fmla="*/ 533068 w 7467600"/>
              <a:gd name="connsiteY638" fmla="*/ 1029409 h 6858000"/>
              <a:gd name="connsiteX639" fmla="*/ 1232525 w 7467600"/>
              <a:gd name="connsiteY639" fmla="*/ 1804675 h 6858000"/>
              <a:gd name="connsiteX640" fmla="*/ 1388858 w 7467600"/>
              <a:gd name="connsiteY640" fmla="*/ 2368011 h 6858000"/>
              <a:gd name="connsiteX641" fmla="*/ 1384098 w 7467600"/>
              <a:gd name="connsiteY641" fmla="*/ 2378125 h 6858000"/>
              <a:gd name="connsiteX642" fmla="*/ 1425393 w 7467600"/>
              <a:gd name="connsiteY642" fmla="*/ 2589124 h 6858000"/>
              <a:gd name="connsiteX643" fmla="*/ 1424001 w 7467600"/>
              <a:gd name="connsiteY643" fmla="*/ 2597541 h 6858000"/>
              <a:gd name="connsiteX644" fmla="*/ 2152729 w 7467600"/>
              <a:gd name="connsiteY644" fmla="*/ 2864487 h 6858000"/>
              <a:gd name="connsiteX645" fmla="*/ 2020609 w 7467600"/>
              <a:gd name="connsiteY645" fmla="*/ 2539671 h 6858000"/>
              <a:gd name="connsiteX646" fmla="*/ 2018920 w 7467600"/>
              <a:gd name="connsiteY646" fmla="*/ 2536309 h 6858000"/>
              <a:gd name="connsiteX647" fmla="*/ 1342441 w 7467600"/>
              <a:gd name="connsiteY647" fmla="*/ 1173017 h 6858000"/>
              <a:gd name="connsiteX648" fmla="*/ 1367925 w 7467600"/>
              <a:gd name="connsiteY648" fmla="*/ 1135648 h 6858000"/>
              <a:gd name="connsiteX649" fmla="*/ 1771401 w 7467600"/>
              <a:gd name="connsiteY649" fmla="*/ 1806673 h 6858000"/>
              <a:gd name="connsiteX650" fmla="*/ 1972385 w 7467600"/>
              <a:gd name="connsiteY650" fmla="*/ 2198735 h 6858000"/>
              <a:gd name="connsiteX651" fmla="*/ 2040892 w 7467600"/>
              <a:gd name="connsiteY651" fmla="*/ 2405205 h 6858000"/>
              <a:gd name="connsiteX652" fmla="*/ 2131689 w 7467600"/>
              <a:gd name="connsiteY652" fmla="*/ 1936926 h 6858000"/>
              <a:gd name="connsiteX653" fmla="*/ 2454820 w 7467600"/>
              <a:gd name="connsiteY653" fmla="*/ 1248808 h 6858000"/>
              <a:gd name="connsiteX654" fmla="*/ 2492512 w 7467600"/>
              <a:gd name="connsiteY654" fmla="*/ 1302920 h 6858000"/>
              <a:gd name="connsiteX655" fmla="*/ 2081216 w 7467600"/>
              <a:gd name="connsiteY655" fmla="*/ 2527513 h 6858000"/>
              <a:gd name="connsiteX656" fmla="*/ 2081211 w 7467600"/>
              <a:gd name="connsiteY656" fmla="*/ 2528916 h 6858000"/>
              <a:gd name="connsiteX657" fmla="*/ 2199067 w 7467600"/>
              <a:gd name="connsiteY657" fmla="*/ 2884061 h 6858000"/>
              <a:gd name="connsiteX658" fmla="*/ 3192586 w 7467600"/>
              <a:gd name="connsiteY658" fmla="*/ 3411496 h 6858000"/>
              <a:gd name="connsiteX659" fmla="*/ 3182620 w 7467600"/>
              <a:gd name="connsiteY659" fmla="*/ 3483279 h 6858000"/>
              <a:gd name="connsiteX660" fmla="*/ 2435119 w 7467600"/>
              <a:gd name="connsiteY660" fmla="*/ 3080173 h 6858000"/>
              <a:gd name="connsiteX661" fmla="*/ 2410152 w 7467600"/>
              <a:gd name="connsiteY661" fmla="*/ 3063751 h 6858000"/>
              <a:gd name="connsiteX662" fmla="*/ 2408099 w 7467600"/>
              <a:gd name="connsiteY662" fmla="*/ 3064403 h 6858000"/>
              <a:gd name="connsiteX663" fmla="*/ 2407218 w 7467600"/>
              <a:gd name="connsiteY663" fmla="*/ 3070324 h 6858000"/>
              <a:gd name="connsiteX664" fmla="*/ 2380138 w 7467600"/>
              <a:gd name="connsiteY664" fmla="*/ 3099341 h 6858000"/>
              <a:gd name="connsiteX665" fmla="*/ 1765923 w 7467600"/>
              <a:gd name="connsiteY665" fmla="*/ 3581043 h 6858000"/>
              <a:gd name="connsiteX666" fmla="*/ 1702258 w 7467600"/>
              <a:gd name="connsiteY666" fmla="*/ 3612286 h 6858000"/>
              <a:gd name="connsiteX667" fmla="*/ 1538370 w 7467600"/>
              <a:gd name="connsiteY667" fmla="*/ 3811804 h 6858000"/>
              <a:gd name="connsiteX668" fmla="*/ 542867 w 7467600"/>
              <a:gd name="connsiteY668" fmla="*/ 4944092 h 6858000"/>
              <a:gd name="connsiteX669" fmla="*/ 515800 w 7467600"/>
              <a:gd name="connsiteY669" fmla="*/ 4862180 h 6858000"/>
              <a:gd name="connsiteX670" fmla="*/ 909145 w 7467600"/>
              <a:gd name="connsiteY670" fmla="*/ 4199225 h 6858000"/>
              <a:gd name="connsiteX671" fmla="*/ 1214067 w 7467600"/>
              <a:gd name="connsiteY671" fmla="*/ 3908561 h 6858000"/>
              <a:gd name="connsiteX672" fmla="*/ 640967 w 7467600"/>
              <a:gd name="connsiteY672" fmla="*/ 4105601 h 6858000"/>
              <a:gd name="connsiteX673" fmla="*/ 112563 w 7467600"/>
              <a:gd name="connsiteY673" fmla="*/ 4396952 h 6858000"/>
              <a:gd name="connsiteX674" fmla="*/ 0 w 7467600"/>
              <a:gd name="connsiteY674" fmla="*/ 4466006 h 6858000"/>
              <a:gd name="connsiteX675" fmla="*/ 0 w 7467600"/>
              <a:gd name="connsiteY675" fmla="*/ 4233763 h 6858000"/>
              <a:gd name="connsiteX676" fmla="*/ 36881 w 7467600"/>
              <a:gd name="connsiteY676" fmla="*/ 4200118 h 6858000"/>
              <a:gd name="connsiteX677" fmla="*/ 910534 w 7467600"/>
              <a:gd name="connsiteY677" fmla="*/ 3629753 h 6858000"/>
              <a:gd name="connsiteX678" fmla="*/ 1578717 w 7467600"/>
              <a:gd name="connsiteY678" fmla="*/ 3575982 h 6858000"/>
              <a:gd name="connsiteX679" fmla="*/ 2338780 w 7467600"/>
              <a:gd name="connsiteY679" fmla="*/ 3033725 h 6858000"/>
              <a:gd name="connsiteX680" fmla="*/ 1807991 w 7467600"/>
              <a:gd name="connsiteY680" fmla="*/ 2807184 h 6858000"/>
              <a:gd name="connsiteX681" fmla="*/ 1416358 w 7467600"/>
              <a:gd name="connsiteY681" fmla="*/ 3112571 h 6858000"/>
              <a:gd name="connsiteX682" fmla="*/ 939066 w 7467600"/>
              <a:gd name="connsiteY682" fmla="*/ 3378798 h 6858000"/>
              <a:gd name="connsiteX683" fmla="*/ 115099 w 7467600"/>
              <a:gd name="connsiteY683" fmla="*/ 3607650 h 6858000"/>
              <a:gd name="connsiteX684" fmla="*/ 97284 w 7467600"/>
              <a:gd name="connsiteY684" fmla="*/ 3520393 h 6858000"/>
              <a:gd name="connsiteX685" fmla="*/ 922050 w 7467600"/>
              <a:gd name="connsiteY685" fmla="*/ 3074867 h 6858000"/>
              <a:gd name="connsiteX686" fmla="*/ 1405265 w 7467600"/>
              <a:gd name="connsiteY686" fmla="*/ 3016319 h 6858000"/>
              <a:gd name="connsiteX687" fmla="*/ 1407512 w 7467600"/>
              <a:gd name="connsiteY687" fmla="*/ 3018001 h 6858000"/>
              <a:gd name="connsiteX688" fmla="*/ 1726266 w 7467600"/>
              <a:gd name="connsiteY688" fmla="*/ 2777274 h 6858000"/>
              <a:gd name="connsiteX689" fmla="*/ 625390 w 7467600"/>
              <a:gd name="connsiteY689" fmla="*/ 2514541 h 6858000"/>
              <a:gd name="connsiteX690" fmla="*/ 619799 w 7467600"/>
              <a:gd name="connsiteY690" fmla="*/ 2527180 h 6858000"/>
              <a:gd name="connsiteX691" fmla="*/ 310030 w 7467600"/>
              <a:gd name="connsiteY691" fmla="*/ 2771818 h 6858000"/>
              <a:gd name="connsiteX692" fmla="*/ 173877 w 7467600"/>
              <a:gd name="connsiteY692" fmla="*/ 2937056 h 6858000"/>
              <a:gd name="connsiteX693" fmla="*/ 77889 w 7467600"/>
              <a:gd name="connsiteY693" fmla="*/ 3138440 h 6858000"/>
              <a:gd name="connsiteX694" fmla="*/ 0 w 7467600"/>
              <a:gd name="connsiteY694" fmla="*/ 3271395 h 6858000"/>
              <a:gd name="connsiteX695" fmla="*/ 0 w 7467600"/>
              <a:gd name="connsiteY695" fmla="*/ 3153002 h 6858000"/>
              <a:gd name="connsiteX696" fmla="*/ 2386 w 7467600"/>
              <a:gd name="connsiteY696" fmla="*/ 3149203 h 6858000"/>
              <a:gd name="connsiteX697" fmla="*/ 89753 w 7467600"/>
              <a:gd name="connsiteY697" fmla="*/ 2987702 h 6858000"/>
              <a:gd name="connsiteX698" fmla="*/ 76869 w 7467600"/>
              <a:gd name="connsiteY698" fmla="*/ 3005404 h 6858000"/>
              <a:gd name="connsiteX699" fmla="*/ 32049 w 7467600"/>
              <a:gd name="connsiteY699" fmla="*/ 3065814 h 6858000"/>
              <a:gd name="connsiteX700" fmla="*/ 0 w 7467600"/>
              <a:gd name="connsiteY700" fmla="*/ 3108744 h 6858000"/>
              <a:gd name="connsiteX701" fmla="*/ 0 w 7467600"/>
              <a:gd name="connsiteY701" fmla="*/ 3058059 h 6858000"/>
              <a:gd name="connsiteX702" fmla="*/ 7610 w 7467600"/>
              <a:gd name="connsiteY702" fmla="*/ 3047889 h 6858000"/>
              <a:gd name="connsiteX703" fmla="*/ 52419 w 7467600"/>
              <a:gd name="connsiteY703" fmla="*/ 2987479 h 6858000"/>
              <a:gd name="connsiteX704" fmla="*/ 59142 w 7467600"/>
              <a:gd name="connsiteY704" fmla="*/ 2978488 h 6858000"/>
              <a:gd name="connsiteX705" fmla="*/ 0 w 7467600"/>
              <a:gd name="connsiteY705" fmla="*/ 3015334 h 6858000"/>
              <a:gd name="connsiteX706" fmla="*/ 0 w 7467600"/>
              <a:gd name="connsiteY706" fmla="*/ 2914286 h 6858000"/>
              <a:gd name="connsiteX707" fmla="*/ 36383 w 7467600"/>
              <a:gd name="connsiteY707" fmla="*/ 2901128 h 6858000"/>
              <a:gd name="connsiteX708" fmla="*/ 156329 w 7467600"/>
              <a:gd name="connsiteY708" fmla="*/ 2840533 h 6858000"/>
              <a:gd name="connsiteX709" fmla="*/ 358355 w 7467600"/>
              <a:gd name="connsiteY709" fmla="*/ 2620471 h 6858000"/>
              <a:gd name="connsiteX710" fmla="*/ 510577 w 7467600"/>
              <a:gd name="connsiteY710" fmla="*/ 2501244 h 6858000"/>
              <a:gd name="connsiteX711" fmla="*/ 211967 w 7467600"/>
              <a:gd name="connsiteY711" fmla="*/ 2479171 h 6858000"/>
              <a:gd name="connsiteX712" fmla="*/ 0 w 7467600"/>
              <a:gd name="connsiteY712" fmla="*/ 2476398 h 6858000"/>
              <a:gd name="connsiteX713" fmla="*/ 0 w 7467600"/>
              <a:gd name="connsiteY713" fmla="*/ 2389189 h 6858000"/>
              <a:gd name="connsiteX714" fmla="*/ 103062 w 7467600"/>
              <a:gd name="connsiteY714" fmla="*/ 2389518 h 6858000"/>
              <a:gd name="connsiteX715" fmla="*/ 510734 w 7467600"/>
              <a:gd name="connsiteY715" fmla="*/ 2416201 h 6858000"/>
              <a:gd name="connsiteX716" fmla="*/ 279257 w 7467600"/>
              <a:gd name="connsiteY716" fmla="*/ 2092102 h 6858000"/>
              <a:gd name="connsiteX717" fmla="*/ 65265 w 7467600"/>
              <a:gd name="connsiteY717" fmla="*/ 2006049 h 6858000"/>
              <a:gd name="connsiteX718" fmla="*/ 0 w 7467600"/>
              <a:gd name="connsiteY718" fmla="*/ 1982532 h 6858000"/>
              <a:gd name="connsiteX719" fmla="*/ 0 w 7467600"/>
              <a:gd name="connsiteY719" fmla="*/ 1912789 h 6858000"/>
              <a:gd name="connsiteX720" fmla="*/ 97460 w 7467600"/>
              <a:gd name="connsiteY720" fmla="*/ 1953725 h 6858000"/>
              <a:gd name="connsiteX721" fmla="*/ 221272 w 7467600"/>
              <a:gd name="connsiteY721" fmla="*/ 1980766 h 6858000"/>
              <a:gd name="connsiteX722" fmla="*/ 116765 w 7467600"/>
              <a:gd name="connsiteY722" fmla="*/ 1911033 h 6858000"/>
              <a:gd name="connsiteX723" fmla="*/ 16405 w 7467600"/>
              <a:gd name="connsiteY723" fmla="*/ 1803412 h 6858000"/>
              <a:gd name="connsiteX724" fmla="*/ 0 w 7467600"/>
              <a:gd name="connsiteY724" fmla="*/ 1784777 h 6858000"/>
              <a:gd name="connsiteX725" fmla="*/ 0 w 7467600"/>
              <a:gd name="connsiteY725" fmla="*/ 1740082 h 6858000"/>
              <a:gd name="connsiteX726" fmla="*/ 39394 w 7467600"/>
              <a:gd name="connsiteY726" fmla="*/ 1784856 h 6858000"/>
              <a:gd name="connsiteX727" fmla="*/ 135813 w 7467600"/>
              <a:gd name="connsiteY727" fmla="*/ 1888838 h 6858000"/>
              <a:gd name="connsiteX728" fmla="*/ 242575 w 7467600"/>
              <a:gd name="connsiteY728" fmla="*/ 1958841 h 6858000"/>
              <a:gd name="connsiteX729" fmla="*/ 82197 w 7467600"/>
              <a:gd name="connsiteY729" fmla="*/ 1754826 h 6858000"/>
              <a:gd name="connsiteX730" fmla="*/ 0 w 7467600"/>
              <a:gd name="connsiteY730" fmla="*/ 1679650 h 6858000"/>
              <a:gd name="connsiteX731" fmla="*/ 0 w 7467600"/>
              <a:gd name="connsiteY731" fmla="*/ 1602463 h 6858000"/>
              <a:gd name="connsiteX732" fmla="*/ 84689 w 7467600"/>
              <a:gd name="connsiteY732" fmla="*/ 1677442 h 6858000"/>
              <a:gd name="connsiteX733" fmla="*/ 298437 w 7467600"/>
              <a:gd name="connsiteY733" fmla="*/ 1968019 h 6858000"/>
              <a:gd name="connsiteX734" fmla="*/ 227269 w 7467600"/>
              <a:gd name="connsiteY734" fmla="*/ 1114064 h 6858000"/>
              <a:gd name="connsiteX735" fmla="*/ 248003 w 7467600"/>
              <a:gd name="connsiteY735" fmla="*/ 1089613 h 6858000"/>
              <a:gd name="connsiteX736" fmla="*/ 427020 w 7467600"/>
              <a:gd name="connsiteY736" fmla="*/ 1619803 h 6858000"/>
              <a:gd name="connsiteX737" fmla="*/ 340345 w 7467600"/>
              <a:gd name="connsiteY737" fmla="*/ 2027739 h 6858000"/>
              <a:gd name="connsiteX738" fmla="*/ 360865 w 7467600"/>
              <a:gd name="connsiteY738" fmla="*/ 2044827 h 6858000"/>
              <a:gd name="connsiteX739" fmla="*/ 560414 w 7467600"/>
              <a:gd name="connsiteY739" fmla="*/ 2421457 h 6858000"/>
              <a:gd name="connsiteX740" fmla="*/ 1359703 w 7467600"/>
              <a:gd name="connsiteY740" fmla="*/ 2578554 h 6858000"/>
              <a:gd name="connsiteX741" fmla="*/ 1359422 w 7467600"/>
              <a:gd name="connsiteY741" fmla="*/ 2577994 h 6858000"/>
              <a:gd name="connsiteX742" fmla="*/ 828701 w 7467600"/>
              <a:gd name="connsiteY742" fmla="*/ 1839520 h 6858000"/>
              <a:gd name="connsiteX743" fmla="*/ 494427 w 7467600"/>
              <a:gd name="connsiteY743" fmla="*/ 1092333 h 6858000"/>
              <a:gd name="connsiteX744" fmla="*/ 506322 w 7467600"/>
              <a:gd name="connsiteY744" fmla="*/ 1020997 h 6858000"/>
              <a:gd name="connsiteX745" fmla="*/ 4570198 w 7467600"/>
              <a:gd name="connsiteY745" fmla="*/ 978081 h 6858000"/>
              <a:gd name="connsiteX746" fmla="*/ 4523691 w 7467600"/>
              <a:gd name="connsiteY746" fmla="*/ 1127776 h 6858000"/>
              <a:gd name="connsiteX747" fmla="*/ 4509875 w 7467600"/>
              <a:gd name="connsiteY747" fmla="*/ 1167552 h 6858000"/>
              <a:gd name="connsiteX748" fmla="*/ 4478168 w 7467600"/>
              <a:gd name="connsiteY748" fmla="*/ 1260735 h 6858000"/>
              <a:gd name="connsiteX749" fmla="*/ 4409309 w 7467600"/>
              <a:gd name="connsiteY749" fmla="*/ 1666996 h 6858000"/>
              <a:gd name="connsiteX750" fmla="*/ 4370031 w 7467600"/>
              <a:gd name="connsiteY750" fmla="*/ 1955666 h 6858000"/>
              <a:gd name="connsiteX751" fmla="*/ 4570198 w 7467600"/>
              <a:gd name="connsiteY751" fmla="*/ 978081 h 6858000"/>
              <a:gd name="connsiteX752" fmla="*/ 4557898 w 7467600"/>
              <a:gd name="connsiteY752" fmla="*/ 900011 h 6858000"/>
              <a:gd name="connsiteX753" fmla="*/ 4344840 w 7467600"/>
              <a:gd name="connsiteY753" fmla="*/ 1922038 h 6858000"/>
              <a:gd name="connsiteX754" fmla="*/ 4378710 w 7467600"/>
              <a:gd name="connsiteY754" fmla="*/ 1665516 h 6858000"/>
              <a:gd name="connsiteX755" fmla="*/ 4448798 w 7467600"/>
              <a:gd name="connsiteY755" fmla="*/ 1253024 h 6858000"/>
              <a:gd name="connsiteX756" fmla="*/ 4480315 w 7467600"/>
              <a:gd name="connsiteY756" fmla="*/ 1158454 h 6858000"/>
              <a:gd name="connsiteX757" fmla="*/ 4494133 w 7467600"/>
              <a:gd name="connsiteY757" fmla="*/ 1118676 h 6858000"/>
              <a:gd name="connsiteX758" fmla="*/ 4557898 w 7467600"/>
              <a:gd name="connsiteY758" fmla="*/ 900011 h 6858000"/>
              <a:gd name="connsiteX759" fmla="*/ 5870151 w 7467600"/>
              <a:gd name="connsiteY759" fmla="*/ 898890 h 6858000"/>
              <a:gd name="connsiteX760" fmla="*/ 5861335 w 7467600"/>
              <a:gd name="connsiteY760" fmla="*/ 899177 h 6858000"/>
              <a:gd name="connsiteX761" fmla="*/ 5843702 w 7467600"/>
              <a:gd name="connsiteY761" fmla="*/ 899748 h 6858000"/>
              <a:gd name="connsiteX762" fmla="*/ 5651107 w 7467600"/>
              <a:gd name="connsiteY762" fmla="*/ 920306 h 6858000"/>
              <a:gd name="connsiteX763" fmla="*/ 5459407 w 7467600"/>
              <a:gd name="connsiteY763" fmla="*/ 940975 h 6858000"/>
              <a:gd name="connsiteX764" fmla="*/ 5374846 w 7467600"/>
              <a:gd name="connsiteY764" fmla="*/ 941988 h 6858000"/>
              <a:gd name="connsiteX765" fmla="*/ 5256105 w 7467600"/>
              <a:gd name="connsiteY765" fmla="*/ 945632 h 6858000"/>
              <a:gd name="connsiteX766" fmla="*/ 5107071 w 7467600"/>
              <a:gd name="connsiteY766" fmla="*/ 969720 h 6858000"/>
              <a:gd name="connsiteX767" fmla="*/ 4998681 w 7467600"/>
              <a:gd name="connsiteY767" fmla="*/ 988771 h 6858000"/>
              <a:gd name="connsiteX768" fmla="*/ 5870151 w 7467600"/>
              <a:gd name="connsiteY768" fmla="*/ 898890 h 6858000"/>
              <a:gd name="connsiteX769" fmla="*/ 5504425 w 7467600"/>
              <a:gd name="connsiteY769" fmla="*/ 848067 h 6858000"/>
              <a:gd name="connsiteX770" fmla="*/ 4968849 w 7467600"/>
              <a:gd name="connsiteY770" fmla="*/ 962318 h 6858000"/>
              <a:gd name="connsiteX771" fmla="*/ 5104039 w 7467600"/>
              <a:gd name="connsiteY771" fmla="*/ 940634 h 6858000"/>
              <a:gd name="connsiteX772" fmla="*/ 5256311 w 7467600"/>
              <a:gd name="connsiteY772" fmla="*/ 916490 h 6858000"/>
              <a:gd name="connsiteX773" fmla="*/ 5377381 w 7467600"/>
              <a:gd name="connsiteY773" fmla="*/ 912671 h 6858000"/>
              <a:gd name="connsiteX774" fmla="*/ 5460148 w 7467600"/>
              <a:gd name="connsiteY774" fmla="*/ 911442 h 6858000"/>
              <a:gd name="connsiteX775" fmla="*/ 5648971 w 7467600"/>
              <a:gd name="connsiteY775" fmla="*/ 891331 h 6858000"/>
              <a:gd name="connsiteX776" fmla="*/ 5844807 w 7467600"/>
              <a:gd name="connsiteY776" fmla="*/ 870718 h 6858000"/>
              <a:gd name="connsiteX777" fmla="*/ 5862975 w 7467600"/>
              <a:gd name="connsiteY777" fmla="*/ 869756 h 6858000"/>
              <a:gd name="connsiteX778" fmla="*/ 5920887 w 7467600"/>
              <a:gd name="connsiteY778" fmla="*/ 865929 h 6858000"/>
              <a:gd name="connsiteX779" fmla="*/ 5504425 w 7467600"/>
              <a:gd name="connsiteY779" fmla="*/ 848067 h 6858000"/>
              <a:gd name="connsiteX780" fmla="*/ 3607114 w 7467600"/>
              <a:gd name="connsiteY780" fmla="*/ 467441 h 6858000"/>
              <a:gd name="connsiteX781" fmla="*/ 3296242 w 7467600"/>
              <a:gd name="connsiteY781" fmla="*/ 807991 h 6858000"/>
              <a:gd name="connsiteX782" fmla="*/ 3174674 w 7467600"/>
              <a:gd name="connsiteY782" fmla="*/ 919759 h 6858000"/>
              <a:gd name="connsiteX783" fmla="*/ 3042978 w 7467600"/>
              <a:gd name="connsiteY783" fmla="*/ 1054894 h 6858000"/>
              <a:gd name="connsiteX784" fmla="*/ 2968914 w 7467600"/>
              <a:gd name="connsiteY784" fmla="*/ 1133756 h 6858000"/>
              <a:gd name="connsiteX785" fmla="*/ 3103823 w 7467600"/>
              <a:gd name="connsiteY785" fmla="*/ 1026814 h 6858000"/>
              <a:gd name="connsiteX786" fmla="*/ 3607114 w 7467600"/>
              <a:gd name="connsiteY786" fmla="*/ 467441 h 6858000"/>
              <a:gd name="connsiteX787" fmla="*/ 3744487 w 7467600"/>
              <a:gd name="connsiteY787" fmla="*/ 383136 h 6858000"/>
              <a:gd name="connsiteX788" fmla="*/ 3970213 w 7467600"/>
              <a:gd name="connsiteY788" fmla="*/ 995559 h 6858000"/>
              <a:gd name="connsiteX789" fmla="*/ 3744487 w 7467600"/>
              <a:gd name="connsiteY789" fmla="*/ 383136 h 6858000"/>
              <a:gd name="connsiteX790" fmla="*/ 3624562 w 7467600"/>
              <a:gd name="connsiteY790" fmla="*/ 367041 h 6858000"/>
              <a:gd name="connsiteX791" fmla="*/ 3489712 w 7467600"/>
              <a:gd name="connsiteY791" fmla="*/ 485386 h 6858000"/>
              <a:gd name="connsiteX792" fmla="*/ 3182994 w 7467600"/>
              <a:gd name="connsiteY792" fmla="*/ 828265 h 6858000"/>
              <a:gd name="connsiteX793" fmla="*/ 2892114 w 7467600"/>
              <a:gd name="connsiteY793" fmla="*/ 1172635 h 6858000"/>
              <a:gd name="connsiteX794" fmla="*/ 3021459 w 7467600"/>
              <a:gd name="connsiteY794" fmla="*/ 1035385 h 6858000"/>
              <a:gd name="connsiteX795" fmla="*/ 3153873 w 7467600"/>
              <a:gd name="connsiteY795" fmla="*/ 898971 h 6858000"/>
              <a:gd name="connsiteX796" fmla="*/ 3276511 w 7467600"/>
              <a:gd name="connsiteY796" fmla="*/ 786423 h 6858000"/>
              <a:gd name="connsiteX797" fmla="*/ 3584154 w 7467600"/>
              <a:gd name="connsiteY797" fmla="*/ 448218 h 6858000"/>
              <a:gd name="connsiteX798" fmla="*/ 3624562 w 7467600"/>
              <a:gd name="connsiteY798" fmla="*/ 367041 h 6858000"/>
              <a:gd name="connsiteX799" fmla="*/ 3766672 w 7467600"/>
              <a:gd name="connsiteY799" fmla="*/ 359429 h 6858000"/>
              <a:gd name="connsiteX800" fmla="*/ 3996338 w 7467600"/>
              <a:gd name="connsiteY800" fmla="*/ 968237 h 6858000"/>
              <a:gd name="connsiteX801" fmla="*/ 3766672 w 7467600"/>
              <a:gd name="connsiteY801" fmla="*/ 359429 h 6858000"/>
              <a:gd name="connsiteX802" fmla="*/ 5805386 w 7467600"/>
              <a:gd name="connsiteY802" fmla="*/ 239240 h 6858000"/>
              <a:gd name="connsiteX803" fmla="*/ 5736947 w 7467600"/>
              <a:gd name="connsiteY803" fmla="*/ 261367 h 6858000"/>
              <a:gd name="connsiteX804" fmla="*/ 5427012 w 7467600"/>
              <a:gd name="connsiteY804" fmla="*/ 311272 h 6858000"/>
              <a:gd name="connsiteX805" fmla="*/ 5147818 w 7467600"/>
              <a:gd name="connsiteY805" fmla="*/ 322112 h 6858000"/>
              <a:gd name="connsiteX806" fmla="*/ 5060854 w 7467600"/>
              <a:gd name="connsiteY806" fmla="*/ 311882 h 6858000"/>
              <a:gd name="connsiteX807" fmla="*/ 4945989 w 7467600"/>
              <a:gd name="connsiteY807" fmla="*/ 300516 h 6858000"/>
              <a:gd name="connsiteX808" fmla="*/ 5410479 w 7467600"/>
              <a:gd name="connsiteY808" fmla="*/ 348434 h 6858000"/>
              <a:gd name="connsiteX809" fmla="*/ 5805386 w 7467600"/>
              <a:gd name="connsiteY809" fmla="*/ 239240 h 6858000"/>
              <a:gd name="connsiteX810" fmla="*/ 5905192 w 7467600"/>
              <a:gd name="connsiteY810" fmla="*/ 163079 h 6858000"/>
              <a:gd name="connsiteX811" fmla="*/ 5865655 w 7467600"/>
              <a:gd name="connsiteY811" fmla="*/ 171901 h 6858000"/>
              <a:gd name="connsiteX812" fmla="*/ 5259740 w 7467600"/>
              <a:gd name="connsiteY812" fmla="*/ 257013 h 6858000"/>
              <a:gd name="connsiteX813" fmla="*/ 5208466 w 7467600"/>
              <a:gd name="connsiteY813" fmla="*/ 257550 h 6858000"/>
              <a:gd name="connsiteX814" fmla="*/ 4980204 w 7467600"/>
              <a:gd name="connsiteY814" fmla="*/ 271903 h 6858000"/>
              <a:gd name="connsiteX815" fmla="*/ 5068068 w 7467600"/>
              <a:gd name="connsiteY815" fmla="*/ 282244 h 6858000"/>
              <a:gd name="connsiteX816" fmla="*/ 5153231 w 7467600"/>
              <a:gd name="connsiteY816" fmla="*/ 292240 h 6858000"/>
              <a:gd name="connsiteX817" fmla="*/ 5426491 w 7467600"/>
              <a:gd name="connsiteY817" fmla="*/ 281128 h 6858000"/>
              <a:gd name="connsiteX818" fmla="*/ 5731212 w 7467600"/>
              <a:gd name="connsiteY818" fmla="*/ 231951 h 6858000"/>
              <a:gd name="connsiteX819" fmla="*/ 5905192 w 7467600"/>
              <a:gd name="connsiteY819" fmla="*/ 163079 h 6858000"/>
              <a:gd name="connsiteX820" fmla="*/ 5944437 w 7467600"/>
              <a:gd name="connsiteY820" fmla="*/ 113829 h 6858000"/>
              <a:gd name="connsiteX821" fmla="*/ 5825032 w 7467600"/>
              <a:gd name="connsiteY821" fmla="*/ 146405 h 6858000"/>
              <a:gd name="connsiteX822" fmla="*/ 4955599 w 7467600"/>
              <a:gd name="connsiteY822" fmla="*/ 247008 h 6858000"/>
              <a:gd name="connsiteX823" fmla="*/ 5210104 w 7467600"/>
              <a:gd name="connsiteY823" fmla="*/ 228123 h 6858000"/>
              <a:gd name="connsiteX824" fmla="*/ 5261015 w 7467600"/>
              <a:gd name="connsiteY824" fmla="*/ 227087 h 6858000"/>
              <a:gd name="connsiteX825" fmla="*/ 5861181 w 7467600"/>
              <a:gd name="connsiteY825" fmla="*/ 143093 h 6858000"/>
              <a:gd name="connsiteX826" fmla="*/ 5961252 w 7467600"/>
              <a:gd name="connsiteY826" fmla="*/ 114820 h 6858000"/>
              <a:gd name="connsiteX827" fmla="*/ 5944437 w 7467600"/>
              <a:gd name="connsiteY827" fmla="*/ 113829 h 6858000"/>
              <a:gd name="connsiteX828" fmla="*/ 3882765 w 7467600"/>
              <a:gd name="connsiteY828" fmla="*/ 0 h 6858000"/>
              <a:gd name="connsiteX829" fmla="*/ 3995099 w 7467600"/>
              <a:gd name="connsiteY829" fmla="*/ 0 h 6858000"/>
              <a:gd name="connsiteX830" fmla="*/ 4163818 w 7467600"/>
              <a:gd name="connsiteY830" fmla="*/ 234104 h 6858000"/>
              <a:gd name="connsiteX831" fmla="*/ 4172099 w 7467600"/>
              <a:gd name="connsiteY831" fmla="*/ 234207 h 6858000"/>
              <a:gd name="connsiteX832" fmla="*/ 4784282 w 7467600"/>
              <a:gd name="connsiteY832" fmla="*/ 276561 h 6858000"/>
              <a:gd name="connsiteX833" fmla="*/ 4801687 w 7467600"/>
              <a:gd name="connsiteY833" fmla="*/ 267764 h 6858000"/>
              <a:gd name="connsiteX834" fmla="*/ 6082788 w 7467600"/>
              <a:gd name="connsiteY834" fmla="*/ 64119 h 6858000"/>
              <a:gd name="connsiteX835" fmla="*/ 6099442 w 7467600"/>
              <a:gd name="connsiteY835" fmla="*/ 82568 h 6858000"/>
              <a:gd name="connsiteX836" fmla="*/ 4804137 w 7467600"/>
              <a:gd name="connsiteY836" fmla="*/ 320931 h 6858000"/>
              <a:gd name="connsiteX837" fmla="*/ 4227047 w 7467600"/>
              <a:gd name="connsiteY837" fmla="*/ 313415 h 6858000"/>
              <a:gd name="connsiteX838" fmla="*/ 4346041 w 7467600"/>
              <a:gd name="connsiteY838" fmla="*/ 456086 h 6858000"/>
              <a:gd name="connsiteX839" fmla="*/ 4870967 w 7467600"/>
              <a:gd name="connsiteY839" fmla="*/ 963061 h 6858000"/>
              <a:gd name="connsiteX840" fmla="*/ 4889647 w 7467600"/>
              <a:gd name="connsiteY840" fmla="*/ 957147 h 6858000"/>
              <a:gd name="connsiteX841" fmla="*/ 5422504 w 7467600"/>
              <a:gd name="connsiteY841" fmla="*/ 805191 h 6858000"/>
              <a:gd name="connsiteX842" fmla="*/ 6087656 w 7467600"/>
              <a:gd name="connsiteY842" fmla="*/ 826703 h 6858000"/>
              <a:gd name="connsiteX843" fmla="*/ 6058717 w 7467600"/>
              <a:gd name="connsiteY843" fmla="*/ 865992 h 6858000"/>
              <a:gd name="connsiteX844" fmla="*/ 4974153 w 7467600"/>
              <a:gd name="connsiteY844" fmla="*/ 1045456 h 6858000"/>
              <a:gd name="connsiteX845" fmla="*/ 5627835 w 7467600"/>
              <a:gd name="connsiteY845" fmla="*/ 1472077 h 6858000"/>
              <a:gd name="connsiteX846" fmla="*/ 5629817 w 7467600"/>
              <a:gd name="connsiteY846" fmla="*/ 1471412 h 6858000"/>
              <a:gd name="connsiteX847" fmla="*/ 5634124 w 7467600"/>
              <a:gd name="connsiteY847" fmla="*/ 1470572 h 6858000"/>
              <a:gd name="connsiteX848" fmla="*/ 5755832 w 7467600"/>
              <a:gd name="connsiteY848" fmla="*/ 1383886 h 6858000"/>
              <a:gd name="connsiteX849" fmla="*/ 6014186 w 7467600"/>
              <a:gd name="connsiteY849" fmla="*/ 1279799 h 6858000"/>
              <a:gd name="connsiteX850" fmla="*/ 6901619 w 7467600"/>
              <a:gd name="connsiteY850" fmla="*/ 1047874 h 6858000"/>
              <a:gd name="connsiteX851" fmla="*/ 6931566 w 7467600"/>
              <a:gd name="connsiteY851" fmla="*/ 1062034 h 6858000"/>
              <a:gd name="connsiteX852" fmla="*/ 5790982 w 7467600"/>
              <a:gd name="connsiteY852" fmla="*/ 1561380 h 6858000"/>
              <a:gd name="connsiteX853" fmla="*/ 6188971 w 7467600"/>
              <a:gd name="connsiteY853" fmla="*/ 1755168 h 6858000"/>
              <a:gd name="connsiteX854" fmla="*/ 6202446 w 7467600"/>
              <a:gd name="connsiteY854" fmla="*/ 1752268 h 6858000"/>
              <a:gd name="connsiteX855" fmla="*/ 7179560 w 7467600"/>
              <a:gd name="connsiteY855" fmla="*/ 1467551 h 6858000"/>
              <a:gd name="connsiteX856" fmla="*/ 7158730 w 7467600"/>
              <a:gd name="connsiteY856" fmla="*/ 1507835 h 6858000"/>
              <a:gd name="connsiteX857" fmla="*/ 6326959 w 7467600"/>
              <a:gd name="connsiteY857" fmla="*/ 1817686 h 6858000"/>
              <a:gd name="connsiteX858" fmla="*/ 6537433 w 7467600"/>
              <a:gd name="connsiteY858" fmla="*/ 1907790 h 6858000"/>
              <a:gd name="connsiteX859" fmla="*/ 6550221 w 7467600"/>
              <a:gd name="connsiteY859" fmla="*/ 1910729 h 6858000"/>
              <a:gd name="connsiteX860" fmla="*/ 6964438 w 7467600"/>
              <a:gd name="connsiteY860" fmla="*/ 2209505 h 6858000"/>
              <a:gd name="connsiteX861" fmla="*/ 7367862 w 7467600"/>
              <a:gd name="connsiteY861" fmla="*/ 2806833 h 6858000"/>
              <a:gd name="connsiteX862" fmla="*/ 7364329 w 7467600"/>
              <a:gd name="connsiteY862" fmla="*/ 2826907 h 6858000"/>
              <a:gd name="connsiteX863" fmla="*/ 7290545 w 7467600"/>
              <a:gd name="connsiteY863" fmla="*/ 2850663 h 6858000"/>
              <a:gd name="connsiteX864" fmla="*/ 6472036 w 7467600"/>
              <a:gd name="connsiteY864" fmla="*/ 1959003 h 6858000"/>
              <a:gd name="connsiteX865" fmla="*/ 5792897 w 7467600"/>
              <a:gd name="connsiteY865" fmla="*/ 1647747 h 6858000"/>
              <a:gd name="connsiteX866" fmla="*/ 5842751 w 7467600"/>
              <a:gd name="connsiteY866" fmla="*/ 1816112 h 6858000"/>
              <a:gd name="connsiteX867" fmla="*/ 5847424 w 7467600"/>
              <a:gd name="connsiteY867" fmla="*/ 1815776 h 6858000"/>
              <a:gd name="connsiteX868" fmla="*/ 6399821 w 7467600"/>
              <a:gd name="connsiteY868" fmla="*/ 2344799 h 6858000"/>
              <a:gd name="connsiteX869" fmla="*/ 6323232 w 7467600"/>
              <a:gd name="connsiteY869" fmla="*/ 2389634 h 6858000"/>
              <a:gd name="connsiteX870" fmla="*/ 5942958 w 7467600"/>
              <a:gd name="connsiteY870" fmla="*/ 2077708 h 6858000"/>
              <a:gd name="connsiteX871" fmla="*/ 5921559 w 7467600"/>
              <a:gd name="connsiteY871" fmla="*/ 2378596 h 6858000"/>
              <a:gd name="connsiteX872" fmla="*/ 5817651 w 7467600"/>
              <a:gd name="connsiteY872" fmla="*/ 3023919 h 6858000"/>
              <a:gd name="connsiteX873" fmla="*/ 5729634 w 7467600"/>
              <a:gd name="connsiteY873" fmla="*/ 3051849 h 6858000"/>
              <a:gd name="connsiteX874" fmla="*/ 5611018 w 7467600"/>
              <a:gd name="connsiteY874" fmla="*/ 2316769 h 6858000"/>
              <a:gd name="connsiteX875" fmla="*/ 5687608 w 7467600"/>
              <a:gd name="connsiteY875" fmla="*/ 2039972 h 6858000"/>
              <a:gd name="connsiteX876" fmla="*/ 5657554 w 7467600"/>
              <a:gd name="connsiteY876" fmla="*/ 1576445 h 6858000"/>
              <a:gd name="connsiteX877" fmla="*/ 5150475 w 7467600"/>
              <a:gd name="connsiteY877" fmla="*/ 1274012 h 6858000"/>
              <a:gd name="connsiteX878" fmla="*/ 5349142 w 7467600"/>
              <a:gd name="connsiteY878" fmla="*/ 2204405 h 6858000"/>
              <a:gd name="connsiteX879" fmla="*/ 5262214 w 7467600"/>
              <a:gd name="connsiteY879" fmla="*/ 2233836 h 6858000"/>
              <a:gd name="connsiteX880" fmla="*/ 4981539 w 7467600"/>
              <a:gd name="connsiteY880" fmla="*/ 1542201 h 6858000"/>
              <a:gd name="connsiteX881" fmla="*/ 4958461 w 7467600"/>
              <a:gd name="connsiteY881" fmla="*/ 1136957 h 6858000"/>
              <a:gd name="connsiteX882" fmla="*/ 4655015 w 7467600"/>
              <a:gd name="connsiteY882" fmla="*/ 891426 h 6858000"/>
              <a:gd name="connsiteX883" fmla="*/ 4348002 w 7467600"/>
              <a:gd name="connsiteY883" fmla="*/ 2205895 h 6858000"/>
              <a:gd name="connsiteX884" fmla="*/ 4262250 w 7467600"/>
              <a:gd name="connsiteY884" fmla="*/ 2219972 h 6858000"/>
              <a:gd name="connsiteX885" fmla="*/ 4550611 w 7467600"/>
              <a:gd name="connsiteY885" fmla="*/ 817540 h 6858000"/>
              <a:gd name="connsiteX886" fmla="*/ 4564418 w 7467600"/>
              <a:gd name="connsiteY886" fmla="*/ 808293 h 6858000"/>
              <a:gd name="connsiteX887" fmla="*/ 4266388 w 7467600"/>
              <a:gd name="connsiteY887" fmla="*/ 500083 h 6858000"/>
              <a:gd name="connsiteX888" fmla="*/ 4032842 w 7467600"/>
              <a:gd name="connsiteY888" fmla="*/ 211809 h 6858000"/>
              <a:gd name="connsiteX889" fmla="*/ 3882765 w 7467600"/>
              <a:gd name="connsiteY889" fmla="*/ 0 h 6858000"/>
              <a:gd name="connsiteX890" fmla="*/ 3721337 w 7467600"/>
              <a:gd name="connsiteY890" fmla="*/ 0 h 6858000"/>
              <a:gd name="connsiteX891" fmla="*/ 3797544 w 7467600"/>
              <a:gd name="connsiteY891" fmla="*/ 0 h 6858000"/>
              <a:gd name="connsiteX892" fmla="*/ 3775734 w 7467600"/>
              <a:gd name="connsiteY892" fmla="*/ 95131 h 6858000"/>
              <a:gd name="connsiteX893" fmla="*/ 3724807 w 7467600"/>
              <a:gd name="connsiteY893" fmla="*/ 272257 h 6858000"/>
              <a:gd name="connsiteX894" fmla="*/ 3726844 w 7467600"/>
              <a:gd name="connsiteY894" fmla="*/ 282988 h 6858000"/>
              <a:gd name="connsiteX895" fmla="*/ 3742664 w 7467600"/>
              <a:gd name="connsiteY895" fmla="*/ 279918 h 6858000"/>
              <a:gd name="connsiteX896" fmla="*/ 4103910 w 7467600"/>
              <a:gd name="connsiteY896" fmla="*/ 1161917 h 6858000"/>
              <a:gd name="connsiteX897" fmla="*/ 4020269 w 7467600"/>
              <a:gd name="connsiteY897" fmla="*/ 1200406 h 6858000"/>
              <a:gd name="connsiteX898" fmla="*/ 3674882 w 7467600"/>
              <a:gd name="connsiteY898" fmla="*/ 488524 h 6858000"/>
              <a:gd name="connsiteX899" fmla="*/ 3132682 w 7467600"/>
              <a:gd name="connsiteY899" fmla="*/ 1072284 h 6858000"/>
              <a:gd name="connsiteX900" fmla="*/ 2716346 w 7467600"/>
              <a:gd name="connsiteY900" fmla="*/ 1276376 h 6858000"/>
              <a:gd name="connsiteX901" fmla="*/ 2716772 w 7467600"/>
              <a:gd name="connsiteY901" fmla="*/ 1255462 h 6858000"/>
              <a:gd name="connsiteX902" fmla="*/ 3471096 w 7467600"/>
              <a:gd name="connsiteY902" fmla="*/ 437072 h 6858000"/>
              <a:gd name="connsiteX903" fmla="*/ 3639057 w 7467600"/>
              <a:gd name="connsiteY903" fmla="*/ 286334 h 6858000"/>
              <a:gd name="connsiteX904" fmla="*/ 3640309 w 7467600"/>
              <a:gd name="connsiteY904" fmla="*/ 284664 h 6858000"/>
              <a:gd name="connsiteX905" fmla="*/ 3646022 w 7467600"/>
              <a:gd name="connsiteY905" fmla="*/ 276711 h 6858000"/>
              <a:gd name="connsiteX906" fmla="*/ 3707943 w 7467600"/>
              <a:gd name="connsiteY906" fmla="*/ 65958 h 6858000"/>
              <a:gd name="connsiteX907" fmla="*/ 3721337 w 7467600"/>
              <a:gd name="connsiteY907" fmla="*/ 0 h 6858000"/>
              <a:gd name="connsiteX908" fmla="*/ 2867960 w 7467600"/>
              <a:gd name="connsiteY908" fmla="*/ 0 h 6858000"/>
              <a:gd name="connsiteX909" fmla="*/ 2926351 w 7467600"/>
              <a:gd name="connsiteY909" fmla="*/ 0 h 6858000"/>
              <a:gd name="connsiteX910" fmla="*/ 2902823 w 7467600"/>
              <a:gd name="connsiteY910" fmla="*/ 262929 h 6858000"/>
              <a:gd name="connsiteX911" fmla="*/ 2940663 w 7467600"/>
              <a:gd name="connsiteY911" fmla="*/ 140884 h 6858000"/>
              <a:gd name="connsiteX912" fmla="*/ 2947039 w 7467600"/>
              <a:gd name="connsiteY912" fmla="*/ 122524 h 6858000"/>
              <a:gd name="connsiteX913" fmla="*/ 2984316 w 7467600"/>
              <a:gd name="connsiteY913" fmla="*/ 0 h 6858000"/>
              <a:gd name="connsiteX914" fmla="*/ 3016114 w 7467600"/>
              <a:gd name="connsiteY914" fmla="*/ 0 h 6858000"/>
              <a:gd name="connsiteX915" fmla="*/ 2979949 w 7467600"/>
              <a:gd name="connsiteY915" fmla="*/ 119274 h 6858000"/>
              <a:gd name="connsiteX916" fmla="*/ 3023879 w 7467600"/>
              <a:gd name="connsiteY916" fmla="*/ 0 h 6858000"/>
              <a:gd name="connsiteX917" fmla="*/ 3105400 w 7467600"/>
              <a:gd name="connsiteY917" fmla="*/ 0 h 6858000"/>
              <a:gd name="connsiteX918" fmla="*/ 3094669 w 7467600"/>
              <a:gd name="connsiteY918" fmla="*/ 30308 h 6858000"/>
              <a:gd name="connsiteX919" fmla="*/ 2901945 w 7467600"/>
              <a:gd name="connsiteY919" fmla="*/ 466538 h 6858000"/>
              <a:gd name="connsiteX920" fmla="*/ 2815209 w 7467600"/>
              <a:gd name="connsiteY920" fmla="*/ 497361 h 6858000"/>
              <a:gd name="connsiteX921" fmla="*/ 2844845 w 7467600"/>
              <a:gd name="connsiteY921" fmla="*/ 127638 h 6858000"/>
              <a:gd name="connsiteX922" fmla="*/ 2867960 w 7467600"/>
              <a:gd name="connsiteY922" fmla="*/ 0 h 6858000"/>
              <a:gd name="connsiteX923" fmla="*/ 1057230 w 7467600"/>
              <a:gd name="connsiteY923" fmla="*/ 0 h 6858000"/>
              <a:gd name="connsiteX924" fmla="*/ 1111003 w 7467600"/>
              <a:gd name="connsiteY924" fmla="*/ 0 h 6858000"/>
              <a:gd name="connsiteX925" fmla="*/ 1125553 w 7467600"/>
              <a:gd name="connsiteY925" fmla="*/ 52588 h 6858000"/>
              <a:gd name="connsiteX926" fmla="*/ 1304276 w 7467600"/>
              <a:gd name="connsiteY926" fmla="*/ 476275 h 6858000"/>
              <a:gd name="connsiteX927" fmla="*/ 1492066 w 7467600"/>
              <a:gd name="connsiteY927" fmla="*/ 886333 h 6858000"/>
              <a:gd name="connsiteX928" fmla="*/ 1423698 w 7467600"/>
              <a:gd name="connsiteY928" fmla="*/ 710817 h 6858000"/>
              <a:gd name="connsiteX929" fmla="*/ 1357609 w 7467600"/>
              <a:gd name="connsiteY929" fmla="*/ 532892 h 6858000"/>
              <a:gd name="connsiteX930" fmla="*/ 1309550 w 7467600"/>
              <a:gd name="connsiteY930" fmla="*/ 374031 h 6858000"/>
              <a:gd name="connsiteX931" fmla="*/ 1193673 w 7467600"/>
              <a:gd name="connsiteY931" fmla="*/ 49533 h 6858000"/>
              <a:gd name="connsiteX932" fmla="*/ 1164391 w 7467600"/>
              <a:gd name="connsiteY932" fmla="*/ 0 h 6858000"/>
              <a:gd name="connsiteX933" fmla="*/ 1200666 w 7467600"/>
              <a:gd name="connsiteY933" fmla="*/ 0 h 6858000"/>
              <a:gd name="connsiteX934" fmla="*/ 1223408 w 7467600"/>
              <a:gd name="connsiteY934" fmla="*/ 38996 h 6858000"/>
              <a:gd name="connsiteX935" fmla="*/ 1339635 w 7467600"/>
              <a:gd name="connsiteY935" fmla="*/ 365517 h 6858000"/>
              <a:gd name="connsiteX936" fmla="*/ 1387469 w 7467600"/>
              <a:gd name="connsiteY936" fmla="*/ 523079 h 6858000"/>
              <a:gd name="connsiteX937" fmla="*/ 1452685 w 7467600"/>
              <a:gd name="connsiteY937" fmla="*/ 699806 h 6858000"/>
              <a:gd name="connsiteX938" fmla="*/ 1492092 w 7467600"/>
              <a:gd name="connsiteY938" fmla="*/ 800424 h 6858000"/>
              <a:gd name="connsiteX939" fmla="*/ 1455302 w 7467600"/>
              <a:gd name="connsiteY939" fmla="*/ 632913 h 6858000"/>
              <a:gd name="connsiteX940" fmla="*/ 1222336 w 7467600"/>
              <a:gd name="connsiteY940" fmla="*/ 9480 h 6858000"/>
              <a:gd name="connsiteX941" fmla="*/ 1214634 w 7467600"/>
              <a:gd name="connsiteY941" fmla="*/ 0 h 6858000"/>
              <a:gd name="connsiteX942" fmla="*/ 1289827 w 7467600"/>
              <a:gd name="connsiteY942" fmla="*/ 0 h 6858000"/>
              <a:gd name="connsiteX943" fmla="*/ 1321076 w 7467600"/>
              <a:gd name="connsiteY943" fmla="*/ 59722 h 6858000"/>
              <a:gd name="connsiteX944" fmla="*/ 1512579 w 7467600"/>
              <a:gd name="connsiteY944" fmla="*/ 626441 h 6858000"/>
              <a:gd name="connsiteX945" fmla="*/ 1506076 w 7467600"/>
              <a:gd name="connsiteY945" fmla="*/ 1089289 h 6858000"/>
              <a:gd name="connsiteX946" fmla="*/ 1486346 w 7467600"/>
              <a:gd name="connsiteY946" fmla="*/ 1079919 h 6858000"/>
              <a:gd name="connsiteX947" fmla="*/ 1070511 w 7467600"/>
              <a:gd name="connsiteY947" fmla="*/ 48609 h 6858000"/>
              <a:gd name="connsiteX948" fmla="*/ 1057230 w 7467600"/>
              <a:gd name="connsiteY948" fmla="*/ 0 h 6858000"/>
              <a:gd name="connsiteX949" fmla="*/ 43151 w 7467600"/>
              <a:gd name="connsiteY949" fmla="*/ 0 h 6858000"/>
              <a:gd name="connsiteX950" fmla="*/ 95283 w 7467600"/>
              <a:gd name="connsiteY950" fmla="*/ 0 h 6858000"/>
              <a:gd name="connsiteX951" fmla="*/ 300708 w 7467600"/>
              <a:gd name="connsiteY951" fmla="*/ 154571 h 6858000"/>
              <a:gd name="connsiteX952" fmla="*/ 530414 w 7467600"/>
              <a:gd name="connsiteY952" fmla="*/ 354673 h 6858000"/>
              <a:gd name="connsiteX953" fmla="*/ 333785 w 7467600"/>
              <a:gd name="connsiteY953" fmla="*/ 161564 h 6858000"/>
              <a:gd name="connsiteX954" fmla="*/ 147005 w 7467600"/>
              <a:gd name="connsiteY954" fmla="*/ 0 h 6858000"/>
              <a:gd name="connsiteX955" fmla="*/ 272509 w 7467600"/>
              <a:gd name="connsiteY955" fmla="*/ 0 h 6858000"/>
              <a:gd name="connsiteX956" fmla="*/ 326276 w 7467600"/>
              <a:gd name="connsiteY956" fmla="*/ 45847 h 6858000"/>
              <a:gd name="connsiteX957" fmla="*/ 823759 w 7467600"/>
              <a:gd name="connsiteY957" fmla="*/ 574145 h 6858000"/>
              <a:gd name="connsiteX958" fmla="*/ 811254 w 7467600"/>
              <a:gd name="connsiteY958" fmla="*/ 665546 h 6858000"/>
              <a:gd name="connsiteX959" fmla="*/ 154042 w 7467600"/>
              <a:gd name="connsiteY959" fmla="*/ 261522 h 6858000"/>
              <a:gd name="connsiteX960" fmla="*/ 13550 w 7467600"/>
              <a:gd name="connsiteY960" fmla="*/ 158423 h 6858000"/>
              <a:gd name="connsiteX961" fmla="*/ 0 w 7467600"/>
              <a:gd name="connsiteY961" fmla="*/ 146618 h 6858000"/>
              <a:gd name="connsiteX962" fmla="*/ 0 w 7467600"/>
              <a:gd name="connsiteY962" fmla="*/ 59161 h 6858000"/>
              <a:gd name="connsiteX963" fmla="*/ 45427 w 7467600"/>
              <a:gd name="connsiteY963" fmla="*/ 101078 h 6858000"/>
              <a:gd name="connsiteX964" fmla="*/ 630103 w 7467600"/>
              <a:gd name="connsiteY964" fmla="*/ 485885 h 6858000"/>
              <a:gd name="connsiteX965" fmla="*/ 532040 w 7467600"/>
              <a:gd name="connsiteY965" fmla="*/ 399359 h 6858000"/>
              <a:gd name="connsiteX966" fmla="*/ 517618 w 7467600"/>
              <a:gd name="connsiteY966" fmla="*/ 385726 h 6858000"/>
              <a:gd name="connsiteX967" fmla="*/ 285074 w 7467600"/>
              <a:gd name="connsiteY967" fmla="*/ 182755 h 6858000"/>
              <a:gd name="connsiteX968" fmla="*/ 43151 w 7467600"/>
              <a:gd name="connsiteY96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467600 w 7467600"/>
              <a:gd name="connsiteY78" fmla="*/ 6012219 h 6858000"/>
              <a:gd name="connsiteX79" fmla="*/ 7356878 w 7467600"/>
              <a:gd name="connsiteY79" fmla="*/ 5981332 h 6858000"/>
              <a:gd name="connsiteX80" fmla="*/ 7467600 w 7467600"/>
              <a:gd name="connsiteY80" fmla="*/ 6117703 h 6858000"/>
              <a:gd name="connsiteX81" fmla="*/ 7467600 w 7467600"/>
              <a:gd name="connsiteY81" fmla="*/ 6163634 h 6858000"/>
              <a:gd name="connsiteX82" fmla="*/ 7403637 w 7467600"/>
              <a:gd name="connsiteY82" fmla="*/ 6083957 h 6858000"/>
              <a:gd name="connsiteX83" fmla="*/ 7254615 w 7467600"/>
              <a:gd name="connsiteY83" fmla="*/ 5911918 h 6858000"/>
              <a:gd name="connsiteX84" fmla="*/ 7312589 w 7467600"/>
              <a:gd name="connsiteY84" fmla="*/ 5982309 h 6858000"/>
              <a:gd name="connsiteX85" fmla="*/ 7448321 w 7467600"/>
              <a:gd name="connsiteY85" fmla="*/ 6190991 h 6858000"/>
              <a:gd name="connsiteX86" fmla="*/ 7467600 w 7467600"/>
              <a:gd name="connsiteY86" fmla="*/ 6221686 h 6858000"/>
              <a:gd name="connsiteX87" fmla="*/ 7467600 w 7467600"/>
              <a:gd name="connsiteY87" fmla="*/ 6334256 h 6858000"/>
              <a:gd name="connsiteX88" fmla="*/ 7454976 w 7467600"/>
              <a:gd name="connsiteY88" fmla="*/ 6318297 h 6858000"/>
              <a:gd name="connsiteX89" fmla="*/ 1456157 w 7467600"/>
              <a:gd name="connsiteY89" fmla="*/ 5371404 h 6858000"/>
              <a:gd name="connsiteX90" fmla="*/ 1244432 w 7467600"/>
              <a:gd name="connsiteY90" fmla="*/ 5385601 h 6858000"/>
              <a:gd name="connsiteX91" fmla="*/ 973990 w 7467600"/>
              <a:gd name="connsiteY91" fmla="*/ 5424940 h 6858000"/>
              <a:gd name="connsiteX92" fmla="*/ 1103809 w 7467600"/>
              <a:gd name="connsiteY92" fmla="*/ 5433720 h 6858000"/>
              <a:gd name="connsiteX93" fmla="*/ 1123454 w 7467600"/>
              <a:gd name="connsiteY93" fmla="*/ 5435727 h 6858000"/>
              <a:gd name="connsiteX94" fmla="*/ 1737017 w 7467600"/>
              <a:gd name="connsiteY94" fmla="*/ 5452183 h 6858000"/>
              <a:gd name="connsiteX95" fmla="*/ 1824397 w 7467600"/>
              <a:gd name="connsiteY95" fmla="*/ 5447757 h 6858000"/>
              <a:gd name="connsiteX96" fmla="*/ 2070059 w 7467600"/>
              <a:gd name="connsiteY96" fmla="*/ 5441660 h 6858000"/>
              <a:gd name="connsiteX97" fmla="*/ 1456157 w 7467600"/>
              <a:gd name="connsiteY97" fmla="*/ 5371404 h 6858000"/>
              <a:gd name="connsiteX98" fmla="*/ 4988186 w 7467600"/>
              <a:gd name="connsiteY98" fmla="*/ 5216467 h 6858000"/>
              <a:gd name="connsiteX99" fmla="*/ 4777334 w 7467600"/>
              <a:gd name="connsiteY99" fmla="*/ 5406072 h 6858000"/>
              <a:gd name="connsiteX100" fmla="*/ 4718341 w 7467600"/>
              <a:gd name="connsiteY100" fmla="*/ 5468043 h 6858000"/>
              <a:gd name="connsiteX101" fmla="*/ 4604655 w 7467600"/>
              <a:gd name="connsiteY101" fmla="*/ 5583434 h 6858000"/>
              <a:gd name="connsiteX102" fmla="*/ 4565074 w 7467600"/>
              <a:gd name="connsiteY102" fmla="*/ 5618550 h 6858000"/>
              <a:gd name="connsiteX103" fmla="*/ 4988186 w 7467600"/>
              <a:gd name="connsiteY103" fmla="*/ 5216467 h 6858000"/>
              <a:gd name="connsiteX104" fmla="*/ 4978032 w 7467600"/>
              <a:gd name="connsiteY104" fmla="*/ 5183809 h 6858000"/>
              <a:gd name="connsiteX105" fmla="*/ 4463413 w 7467600"/>
              <a:gd name="connsiteY105" fmla="*/ 5615162 h 6858000"/>
              <a:gd name="connsiteX106" fmla="*/ 4358134 w 7467600"/>
              <a:gd name="connsiteY106" fmla="*/ 5742791 h 6858000"/>
              <a:gd name="connsiteX107" fmla="*/ 4376219 w 7467600"/>
              <a:gd name="connsiteY107" fmla="*/ 5729027 h 6858000"/>
              <a:gd name="connsiteX108" fmla="*/ 4582340 w 7467600"/>
              <a:gd name="connsiteY108" fmla="*/ 5561037 h 6858000"/>
              <a:gd name="connsiteX109" fmla="*/ 4694684 w 7467600"/>
              <a:gd name="connsiteY109" fmla="*/ 5447098 h 6858000"/>
              <a:gd name="connsiteX110" fmla="*/ 4754123 w 7467600"/>
              <a:gd name="connsiteY110" fmla="*/ 5384643 h 6858000"/>
              <a:gd name="connsiteX111" fmla="*/ 4978032 w 7467600"/>
              <a:gd name="connsiteY111" fmla="*/ 5183809 h 6858000"/>
              <a:gd name="connsiteX112" fmla="*/ 1903353 w 7467600"/>
              <a:gd name="connsiteY112" fmla="*/ 5044827 h 6858000"/>
              <a:gd name="connsiteX113" fmla="*/ 1936931 w 7467600"/>
              <a:gd name="connsiteY113" fmla="*/ 5093954 h 6858000"/>
              <a:gd name="connsiteX114" fmla="*/ 2195868 w 7467600"/>
              <a:gd name="connsiteY114" fmla="*/ 5396574 h 6858000"/>
              <a:gd name="connsiteX115" fmla="*/ 2088852 w 7467600"/>
              <a:gd name="connsiteY115" fmla="*/ 5166123 h 6858000"/>
              <a:gd name="connsiteX116" fmla="*/ 1958241 w 7467600"/>
              <a:gd name="connsiteY116" fmla="*/ 5067955 h 6858000"/>
              <a:gd name="connsiteX117" fmla="*/ 1903353 w 7467600"/>
              <a:gd name="connsiteY117" fmla="*/ 5044827 h 6858000"/>
              <a:gd name="connsiteX118" fmla="*/ 1979378 w 7467600"/>
              <a:gd name="connsiteY118" fmla="*/ 4769504 h 6858000"/>
              <a:gd name="connsiteX119" fmla="*/ 2882120 w 7467600"/>
              <a:gd name="connsiteY119" fmla="*/ 5064547 h 6858000"/>
              <a:gd name="connsiteX120" fmla="*/ 2793103 w 7467600"/>
              <a:gd name="connsiteY120" fmla="*/ 5039699 h 6858000"/>
              <a:gd name="connsiteX121" fmla="*/ 2770041 w 7467600"/>
              <a:gd name="connsiteY121" fmla="*/ 5033634 h 6858000"/>
              <a:gd name="connsiteX122" fmla="*/ 1979378 w 7467600"/>
              <a:gd name="connsiteY122" fmla="*/ 4769504 h 6858000"/>
              <a:gd name="connsiteX123" fmla="*/ 1927410 w 7467600"/>
              <a:gd name="connsiteY123" fmla="*/ 4716164 h 6858000"/>
              <a:gd name="connsiteX124" fmla="*/ 1959587 w 7467600"/>
              <a:gd name="connsiteY124" fmla="*/ 4728849 h 6858000"/>
              <a:gd name="connsiteX125" fmla="*/ 2777707 w 7467600"/>
              <a:gd name="connsiteY125" fmla="*/ 5003991 h 6858000"/>
              <a:gd name="connsiteX126" fmla="*/ 2800768 w 7467600"/>
              <a:gd name="connsiteY126" fmla="*/ 5010056 h 6858000"/>
              <a:gd name="connsiteX127" fmla="*/ 2879408 w 7467600"/>
              <a:gd name="connsiteY127" fmla="*/ 5031590 h 6858000"/>
              <a:gd name="connsiteX128" fmla="*/ 2862295 w 7467600"/>
              <a:gd name="connsiteY128" fmla="*/ 5022958 h 6858000"/>
              <a:gd name="connsiteX129" fmla="*/ 2813343 w 7467600"/>
              <a:gd name="connsiteY129" fmla="*/ 4998369 h 6858000"/>
              <a:gd name="connsiteX130" fmla="*/ 2646245 w 7467600"/>
              <a:gd name="connsiteY130" fmla="*/ 4930999 h 6858000"/>
              <a:gd name="connsiteX131" fmla="*/ 1999243 w 7467600"/>
              <a:gd name="connsiteY131" fmla="*/ 4730524 h 6858000"/>
              <a:gd name="connsiteX132" fmla="*/ 1979527 w 7467600"/>
              <a:gd name="connsiteY132" fmla="*/ 4726651 h 6858000"/>
              <a:gd name="connsiteX133" fmla="*/ 1927410 w 7467600"/>
              <a:gd name="connsiteY133" fmla="*/ 4716164 h 6858000"/>
              <a:gd name="connsiteX134" fmla="*/ 1997014 w 7467600"/>
              <a:gd name="connsiteY134" fmla="*/ 4698007 h 6858000"/>
              <a:gd name="connsiteX135" fmla="*/ 2005458 w 7467600"/>
              <a:gd name="connsiteY135" fmla="*/ 4699540 h 6858000"/>
              <a:gd name="connsiteX136" fmla="*/ 2657186 w 7467600"/>
              <a:gd name="connsiteY136" fmla="*/ 4901687 h 6858000"/>
              <a:gd name="connsiteX137" fmla="*/ 2826662 w 7467600"/>
              <a:gd name="connsiteY137" fmla="*/ 4970362 h 6858000"/>
              <a:gd name="connsiteX138" fmla="*/ 2876100 w 7467600"/>
              <a:gd name="connsiteY138" fmla="*/ 4995397 h 6858000"/>
              <a:gd name="connsiteX139" fmla="*/ 3042600 w 7467600"/>
              <a:gd name="connsiteY139" fmla="*/ 5059532 h 6858000"/>
              <a:gd name="connsiteX140" fmla="*/ 1997014 w 7467600"/>
              <a:gd name="connsiteY140" fmla="*/ 4698007 h 6858000"/>
              <a:gd name="connsiteX141" fmla="*/ 2305292 w 7467600"/>
              <a:gd name="connsiteY141" fmla="*/ 4219492 h 6858000"/>
              <a:gd name="connsiteX142" fmla="*/ 3360922 w 7467600"/>
              <a:gd name="connsiteY142" fmla="*/ 4529373 h 6858000"/>
              <a:gd name="connsiteX143" fmla="*/ 3492420 w 7467600"/>
              <a:gd name="connsiteY143" fmla="*/ 4510145 h 6858000"/>
              <a:gd name="connsiteX144" fmla="*/ 3364086 w 7467600"/>
              <a:gd name="connsiteY144" fmla="*/ 4480340 h 6858000"/>
              <a:gd name="connsiteX145" fmla="*/ 3225818 w 7467600"/>
              <a:gd name="connsiteY145" fmla="*/ 4411822 h 6858000"/>
              <a:gd name="connsiteX146" fmla="*/ 3129696 w 7467600"/>
              <a:gd name="connsiteY146" fmla="*/ 4360704 h 6858000"/>
              <a:gd name="connsiteX147" fmla="*/ 2814545 w 7467600"/>
              <a:gd name="connsiteY147" fmla="*/ 4282955 h 6858000"/>
              <a:gd name="connsiteX148" fmla="*/ 2305292 w 7467600"/>
              <a:gd name="connsiteY148" fmla="*/ 4219492 h 6858000"/>
              <a:gd name="connsiteX149" fmla="*/ 2626982 w 7467600"/>
              <a:gd name="connsiteY149" fmla="*/ 4206450 h 6858000"/>
              <a:gd name="connsiteX150" fmla="*/ 2490617 w 7467600"/>
              <a:gd name="connsiteY150" fmla="*/ 4206951 h 6858000"/>
              <a:gd name="connsiteX151" fmla="*/ 2819869 w 7467600"/>
              <a:gd name="connsiteY151" fmla="*/ 4252936 h 6858000"/>
              <a:gd name="connsiteX152" fmla="*/ 3143018 w 7467600"/>
              <a:gd name="connsiteY152" fmla="*/ 4332698 h 6858000"/>
              <a:gd name="connsiteX153" fmla="*/ 3241520 w 7467600"/>
              <a:gd name="connsiteY153" fmla="*/ 4385112 h 6858000"/>
              <a:gd name="connsiteX154" fmla="*/ 3374575 w 7467600"/>
              <a:gd name="connsiteY154" fmla="*/ 4451517 h 6858000"/>
              <a:gd name="connsiteX155" fmla="*/ 3505221 w 7467600"/>
              <a:gd name="connsiteY155" fmla="*/ 4480757 h 6858000"/>
              <a:gd name="connsiteX156" fmla="*/ 2626982 w 7467600"/>
              <a:gd name="connsiteY156" fmla="*/ 4206450 h 6858000"/>
              <a:gd name="connsiteX157" fmla="*/ 1310106 w 7467600"/>
              <a:gd name="connsiteY157" fmla="*/ 3943217 h 6858000"/>
              <a:gd name="connsiteX158" fmla="*/ 854994 w 7467600"/>
              <a:gd name="connsiteY158" fmla="*/ 4399136 h 6858000"/>
              <a:gd name="connsiteX159" fmla="*/ 742462 w 7467600"/>
              <a:gd name="connsiteY159" fmla="*/ 4594648 h 6858000"/>
              <a:gd name="connsiteX160" fmla="*/ 820602 w 7467600"/>
              <a:gd name="connsiteY160" fmla="*/ 4485915 h 6858000"/>
              <a:gd name="connsiteX161" fmla="*/ 878295 w 7467600"/>
              <a:gd name="connsiteY161" fmla="*/ 4403594 h 6858000"/>
              <a:gd name="connsiteX162" fmla="*/ 1240607 w 7467600"/>
              <a:gd name="connsiteY162" fmla="*/ 4010401 h 6858000"/>
              <a:gd name="connsiteX163" fmla="*/ 1310106 w 7467600"/>
              <a:gd name="connsiteY163" fmla="*/ 3943217 h 6858000"/>
              <a:gd name="connsiteX164" fmla="*/ 1423113 w 7467600"/>
              <a:gd name="connsiteY164" fmla="*/ 3874565 h 6858000"/>
              <a:gd name="connsiteX165" fmla="*/ 1260565 w 7467600"/>
              <a:gd name="connsiteY165" fmla="*/ 4031982 h 6858000"/>
              <a:gd name="connsiteX166" fmla="*/ 901900 w 7467600"/>
              <a:gd name="connsiteY166" fmla="*/ 4421236 h 6858000"/>
              <a:gd name="connsiteX167" fmla="*/ 845044 w 7467600"/>
              <a:gd name="connsiteY167" fmla="*/ 4502436 h 6858000"/>
              <a:gd name="connsiteX168" fmla="*/ 685926 w 7467600"/>
              <a:gd name="connsiteY168" fmla="*/ 4703069 h 6858000"/>
              <a:gd name="connsiteX169" fmla="*/ 684248 w 7467600"/>
              <a:gd name="connsiteY169" fmla="*/ 4706721 h 6858000"/>
              <a:gd name="connsiteX170" fmla="*/ 1423113 w 7467600"/>
              <a:gd name="connsiteY170" fmla="*/ 3874565 h 6858000"/>
              <a:gd name="connsiteX171" fmla="*/ 3316479 w 7467600"/>
              <a:gd name="connsiteY171" fmla="*/ 3872136 h 6858000"/>
              <a:gd name="connsiteX172" fmla="*/ 3546806 w 7467600"/>
              <a:gd name="connsiteY172" fmla="*/ 4356139 h 6858000"/>
              <a:gd name="connsiteX173" fmla="*/ 3364433 w 7467600"/>
              <a:gd name="connsiteY173" fmla="*/ 3953121 h 6858000"/>
              <a:gd name="connsiteX174" fmla="*/ 3316479 w 7467600"/>
              <a:gd name="connsiteY174" fmla="*/ 3872136 h 6858000"/>
              <a:gd name="connsiteX175" fmla="*/ 3291335 w 7467600"/>
              <a:gd name="connsiteY175" fmla="*/ 3767420 h 6858000"/>
              <a:gd name="connsiteX176" fmla="*/ 3390805 w 7467600"/>
              <a:gd name="connsiteY176" fmla="*/ 3937163 h 6858000"/>
              <a:gd name="connsiteX177" fmla="*/ 3579062 w 7467600"/>
              <a:gd name="connsiteY177" fmla="*/ 4359040 h 6858000"/>
              <a:gd name="connsiteX178" fmla="*/ 3467355 w 7467600"/>
              <a:gd name="connsiteY178" fmla="*/ 3988130 h 6858000"/>
              <a:gd name="connsiteX179" fmla="*/ 3310753 w 7467600"/>
              <a:gd name="connsiteY179" fmla="*/ 3787140 h 6858000"/>
              <a:gd name="connsiteX180" fmla="*/ 3291335 w 7467600"/>
              <a:gd name="connsiteY180" fmla="*/ 3767420 h 6858000"/>
              <a:gd name="connsiteX181" fmla="*/ 1635889 w 7467600"/>
              <a:gd name="connsiteY181" fmla="*/ 3709494 h 6858000"/>
              <a:gd name="connsiteX182" fmla="*/ 1634800 w 7467600"/>
              <a:gd name="connsiteY182" fmla="*/ 3731111 h 6858000"/>
              <a:gd name="connsiteX183" fmla="*/ 1635889 w 7467600"/>
              <a:gd name="connsiteY183" fmla="*/ 3709494 h 6858000"/>
              <a:gd name="connsiteX184" fmla="*/ 1510397 w 7467600"/>
              <a:gd name="connsiteY184" fmla="*/ 3684705 h 6858000"/>
              <a:gd name="connsiteX185" fmla="*/ 1146550 w 7467600"/>
              <a:gd name="connsiteY185" fmla="*/ 3802012 h 6858000"/>
              <a:gd name="connsiteX186" fmla="*/ 698834 w 7467600"/>
              <a:gd name="connsiteY186" fmla="*/ 3952272 h 6858000"/>
              <a:gd name="connsiteX187" fmla="*/ 34256 w 7467600"/>
              <a:gd name="connsiteY187" fmla="*/ 4347603 h 6858000"/>
              <a:gd name="connsiteX188" fmla="*/ 527241 w 7467600"/>
              <a:gd name="connsiteY188" fmla="*/ 4065078 h 6858000"/>
              <a:gd name="connsiteX189" fmla="*/ 1510397 w 7467600"/>
              <a:gd name="connsiteY189" fmla="*/ 3684705 h 6858000"/>
              <a:gd name="connsiteX190" fmla="*/ 1313114 w 7467600"/>
              <a:gd name="connsiteY190" fmla="*/ 3655216 h 6858000"/>
              <a:gd name="connsiteX191" fmla="*/ 1109304 w 7467600"/>
              <a:gd name="connsiteY191" fmla="*/ 3669030 h 6858000"/>
              <a:gd name="connsiteX192" fmla="*/ 8129 w 7467600"/>
              <a:gd name="connsiteY192" fmla="*/ 4330519 h 6858000"/>
              <a:gd name="connsiteX193" fmla="*/ 687572 w 7467600"/>
              <a:gd name="connsiteY193" fmla="*/ 3925629 h 6858000"/>
              <a:gd name="connsiteX194" fmla="*/ 1138365 w 7467600"/>
              <a:gd name="connsiteY194" fmla="*/ 3774515 h 6858000"/>
              <a:gd name="connsiteX195" fmla="*/ 1505579 w 7467600"/>
              <a:gd name="connsiteY195" fmla="*/ 3655526 h 6858000"/>
              <a:gd name="connsiteX196" fmla="*/ 1313114 w 7467600"/>
              <a:gd name="connsiteY196" fmla="*/ 3655216 h 6858000"/>
              <a:gd name="connsiteX197" fmla="*/ 3655073 w 7467600"/>
              <a:gd name="connsiteY197" fmla="*/ 3650884 h 6858000"/>
              <a:gd name="connsiteX198" fmla="*/ 3989938 w 7467600"/>
              <a:gd name="connsiteY198" fmla="*/ 3991685 h 6858000"/>
              <a:gd name="connsiteX199" fmla="*/ 4393907 w 7467600"/>
              <a:gd name="connsiteY199" fmla="*/ 4261258 h 6858000"/>
              <a:gd name="connsiteX200" fmla="*/ 4648051 w 7467600"/>
              <a:gd name="connsiteY200" fmla="*/ 4374051 h 6858000"/>
              <a:gd name="connsiteX201" fmla="*/ 4383389 w 7467600"/>
              <a:gd name="connsiteY201" fmla="*/ 4184369 h 6858000"/>
              <a:gd name="connsiteX202" fmla="*/ 4165508 w 7467600"/>
              <a:gd name="connsiteY202" fmla="*/ 4035196 h 6858000"/>
              <a:gd name="connsiteX203" fmla="*/ 4068162 w 7467600"/>
              <a:gd name="connsiteY203" fmla="*/ 3953394 h 6858000"/>
              <a:gd name="connsiteX204" fmla="*/ 3981416 w 7467600"/>
              <a:gd name="connsiteY204" fmla="*/ 3880482 h 6858000"/>
              <a:gd name="connsiteX205" fmla="*/ 3800147 w 7467600"/>
              <a:gd name="connsiteY205" fmla="*/ 3749872 h 6858000"/>
              <a:gd name="connsiteX206" fmla="*/ 3655073 w 7467600"/>
              <a:gd name="connsiteY206" fmla="*/ 3650884 h 6858000"/>
              <a:gd name="connsiteX207" fmla="*/ 3670252 w 7467600"/>
              <a:gd name="connsiteY207" fmla="*/ 3622798 h 6858000"/>
              <a:gd name="connsiteX208" fmla="*/ 3817258 w 7467600"/>
              <a:gd name="connsiteY208" fmla="*/ 3723577 h 6858000"/>
              <a:gd name="connsiteX209" fmla="*/ 4000461 w 7467600"/>
              <a:gd name="connsiteY209" fmla="*/ 3855966 h 6858000"/>
              <a:gd name="connsiteX210" fmla="*/ 4088180 w 7467600"/>
              <a:gd name="connsiteY210" fmla="*/ 3929774 h 6858000"/>
              <a:gd name="connsiteX211" fmla="*/ 4184555 w 7467600"/>
              <a:gd name="connsiteY211" fmla="*/ 4010683 h 6858000"/>
              <a:gd name="connsiteX212" fmla="*/ 4399563 w 7467600"/>
              <a:gd name="connsiteY212" fmla="*/ 4158106 h 6858000"/>
              <a:gd name="connsiteX213" fmla="*/ 4684469 w 7467600"/>
              <a:gd name="connsiteY213" fmla="*/ 4364680 h 6858000"/>
              <a:gd name="connsiteX214" fmla="*/ 4690271 w 7467600"/>
              <a:gd name="connsiteY214" fmla="*/ 4370034 h 6858000"/>
              <a:gd name="connsiteX215" fmla="*/ 4136093 w 7467600"/>
              <a:gd name="connsiteY215" fmla="*/ 3858466 h 6858000"/>
              <a:gd name="connsiteX216" fmla="*/ 3670252 w 7467600"/>
              <a:gd name="connsiteY216" fmla="*/ 3622798 h 6858000"/>
              <a:gd name="connsiteX217" fmla="*/ 4440129 w 7467600"/>
              <a:gd name="connsiteY217" fmla="*/ 3448571 h 6858000"/>
              <a:gd name="connsiteX218" fmla="*/ 4856525 w 7467600"/>
              <a:gd name="connsiteY218" fmla="*/ 3915351 h 6858000"/>
              <a:gd name="connsiteX219" fmla="*/ 5059055 w 7467600"/>
              <a:gd name="connsiteY219" fmla="*/ 4108918 h 6858000"/>
              <a:gd name="connsiteX220" fmla="*/ 5290070 w 7467600"/>
              <a:gd name="connsiteY220" fmla="*/ 4263619 h 6858000"/>
              <a:gd name="connsiteX221" fmla="*/ 4834991 w 7467600"/>
              <a:gd name="connsiteY221" fmla="*/ 3830985 h 6858000"/>
              <a:gd name="connsiteX222" fmla="*/ 4440129 w 7467600"/>
              <a:gd name="connsiteY222" fmla="*/ 3448571 h 6858000"/>
              <a:gd name="connsiteX223" fmla="*/ 4441737 w 7467600"/>
              <a:gd name="connsiteY223" fmla="*/ 3399734 h 6858000"/>
              <a:gd name="connsiteX224" fmla="*/ 4431236 w 7467600"/>
              <a:gd name="connsiteY224" fmla="*/ 3400954 h 6858000"/>
              <a:gd name="connsiteX225" fmla="*/ 4557150 w 7467600"/>
              <a:gd name="connsiteY225" fmla="*/ 3510023 h 6858000"/>
              <a:gd name="connsiteX226" fmla="*/ 4856936 w 7467600"/>
              <a:gd name="connsiteY226" fmla="*/ 3809146 h 6858000"/>
              <a:gd name="connsiteX227" fmla="*/ 5111996 w 7467600"/>
              <a:gd name="connsiteY227" fmla="*/ 4065759 h 6858000"/>
              <a:gd name="connsiteX228" fmla="*/ 5388878 w 7467600"/>
              <a:gd name="connsiteY228" fmla="*/ 4300185 h 6858000"/>
              <a:gd name="connsiteX229" fmla="*/ 5425556 w 7467600"/>
              <a:gd name="connsiteY229" fmla="*/ 4308967 h 6858000"/>
              <a:gd name="connsiteX230" fmla="*/ 4943646 w 7467600"/>
              <a:gd name="connsiteY230" fmla="*/ 3822916 h 6858000"/>
              <a:gd name="connsiteX231" fmla="*/ 4594837 w 7467600"/>
              <a:gd name="connsiteY231" fmla="*/ 3532274 h 6858000"/>
              <a:gd name="connsiteX232" fmla="*/ 4441737 w 7467600"/>
              <a:gd name="connsiteY232" fmla="*/ 3399734 h 6858000"/>
              <a:gd name="connsiteX233" fmla="*/ 5425834 w 7467600"/>
              <a:gd name="connsiteY233" fmla="*/ 3162785 h 6858000"/>
              <a:gd name="connsiteX234" fmla="*/ 5401644 w 7467600"/>
              <a:gd name="connsiteY234" fmla="*/ 3617847 h 6858000"/>
              <a:gd name="connsiteX235" fmla="*/ 5467256 w 7467600"/>
              <a:gd name="connsiteY235" fmla="*/ 4175494 h 6858000"/>
              <a:gd name="connsiteX236" fmla="*/ 5448069 w 7467600"/>
              <a:gd name="connsiteY236" fmla="*/ 3567554 h 6858000"/>
              <a:gd name="connsiteX237" fmla="*/ 5425834 w 7467600"/>
              <a:gd name="connsiteY237" fmla="*/ 3162785 h 6858000"/>
              <a:gd name="connsiteX238" fmla="*/ 1318687 w 7467600"/>
              <a:gd name="connsiteY238" fmla="*/ 3113840 h 6858000"/>
              <a:gd name="connsiteX239" fmla="*/ 1066793 w 7467600"/>
              <a:gd name="connsiteY239" fmla="*/ 3212171 h 6858000"/>
              <a:gd name="connsiteX240" fmla="*/ 993319 w 7467600"/>
              <a:gd name="connsiteY240" fmla="*/ 3247648 h 6858000"/>
              <a:gd name="connsiteX241" fmla="*/ 853081 w 7467600"/>
              <a:gd name="connsiteY241" fmla="*/ 3312410 h 6858000"/>
              <a:gd name="connsiteX242" fmla="*/ 805957 w 7467600"/>
              <a:gd name="connsiteY242" fmla="*/ 3330443 h 6858000"/>
              <a:gd name="connsiteX243" fmla="*/ 1318687 w 7467600"/>
              <a:gd name="connsiteY243" fmla="*/ 3113840 h 6858000"/>
              <a:gd name="connsiteX244" fmla="*/ 5453702 w 7467600"/>
              <a:gd name="connsiteY244" fmla="*/ 3090882 h 6858000"/>
              <a:gd name="connsiteX245" fmla="*/ 5480135 w 7467600"/>
              <a:gd name="connsiteY245" fmla="*/ 3565802 h 6858000"/>
              <a:gd name="connsiteX246" fmla="*/ 5499023 w 7467600"/>
              <a:gd name="connsiteY246" fmla="*/ 4166310 h 6858000"/>
              <a:gd name="connsiteX247" fmla="*/ 5547022 w 7467600"/>
              <a:gd name="connsiteY247" fmla="*/ 3607838 h 6858000"/>
              <a:gd name="connsiteX248" fmla="*/ 5515964 w 7467600"/>
              <a:gd name="connsiteY248" fmla="*/ 3378541 h 6858000"/>
              <a:gd name="connsiteX249" fmla="*/ 5453702 w 7467600"/>
              <a:gd name="connsiteY249" fmla="*/ 3090882 h 6858000"/>
              <a:gd name="connsiteX250" fmla="*/ 1238695 w 7467600"/>
              <a:gd name="connsiteY250" fmla="*/ 3076820 h 6858000"/>
              <a:gd name="connsiteX251" fmla="*/ 716371 w 7467600"/>
              <a:gd name="connsiteY251" fmla="*/ 3293249 h 6858000"/>
              <a:gd name="connsiteX252" fmla="*/ 579522 w 7467600"/>
              <a:gd name="connsiteY252" fmla="*/ 3371759 h 6858000"/>
              <a:gd name="connsiteX253" fmla="*/ 600288 w 7467600"/>
              <a:gd name="connsiteY253" fmla="*/ 3365555 h 6858000"/>
              <a:gd name="connsiteX254" fmla="*/ 840692 w 7467600"/>
              <a:gd name="connsiteY254" fmla="*/ 3284921 h 6858000"/>
              <a:gd name="connsiteX255" fmla="*/ 979248 w 7467600"/>
              <a:gd name="connsiteY255" fmla="*/ 3221003 h 6858000"/>
              <a:gd name="connsiteX256" fmla="*/ 1053282 w 7467600"/>
              <a:gd name="connsiteY256" fmla="*/ 3185247 h 6858000"/>
              <a:gd name="connsiteX257" fmla="*/ 1320603 w 7467600"/>
              <a:gd name="connsiteY257" fmla="*/ 3081281 h 6858000"/>
              <a:gd name="connsiteX258" fmla="*/ 1238695 w 7467600"/>
              <a:gd name="connsiteY258" fmla="*/ 3076820 h 6858000"/>
              <a:gd name="connsiteX259" fmla="*/ 5425627 w 7467600"/>
              <a:gd name="connsiteY259" fmla="*/ 2954192 h 6858000"/>
              <a:gd name="connsiteX260" fmla="*/ 5470770 w 7467600"/>
              <a:gd name="connsiteY260" fmla="*/ 3005435 h 6858000"/>
              <a:gd name="connsiteX261" fmla="*/ 5519779 w 7467600"/>
              <a:gd name="connsiteY261" fmla="*/ 4359223 h 6858000"/>
              <a:gd name="connsiteX262" fmla="*/ 5520293 w 7467600"/>
              <a:gd name="connsiteY262" fmla="*/ 4360602 h 6858000"/>
              <a:gd name="connsiteX263" fmla="*/ 5767221 w 7467600"/>
              <a:gd name="connsiteY263" fmla="*/ 4665564 h 6858000"/>
              <a:gd name="connsiteX264" fmla="*/ 6937169 w 7467600"/>
              <a:gd name="connsiteY264" fmla="*/ 4815941 h 6858000"/>
              <a:gd name="connsiteX265" fmla="*/ 6953922 w 7467600"/>
              <a:gd name="connsiteY265" fmla="*/ 4890068 h 6858000"/>
              <a:gd name="connsiteX266" fmla="*/ 6071359 w 7467600"/>
              <a:gd name="connsiteY266" fmla="*/ 4770770 h 6858000"/>
              <a:gd name="connsiteX267" fmla="*/ 6038839 w 7467600"/>
              <a:gd name="connsiteY267" fmla="*/ 4764474 h 6858000"/>
              <a:gd name="connsiteX268" fmla="*/ 6038706 w 7467600"/>
              <a:gd name="connsiteY268" fmla="*/ 4763847 h 6858000"/>
              <a:gd name="connsiteX269" fmla="*/ 6037784 w 7467600"/>
              <a:gd name="connsiteY269" fmla="*/ 4764270 h 6858000"/>
              <a:gd name="connsiteX270" fmla="*/ 6038839 w 7467600"/>
              <a:gd name="connsiteY270" fmla="*/ 4764474 h 6858000"/>
              <a:gd name="connsiteX271" fmla="*/ 6040338 w 7467600"/>
              <a:gd name="connsiteY271" fmla="*/ 4771418 h 6858000"/>
              <a:gd name="connsiteX272" fmla="*/ 6024488 w 7467600"/>
              <a:gd name="connsiteY272" fmla="*/ 4809903 h 6858000"/>
              <a:gd name="connsiteX273" fmla="*/ 5599771 w 7467600"/>
              <a:gd name="connsiteY273" fmla="*/ 5509652 h 6858000"/>
              <a:gd name="connsiteX274" fmla="*/ 5548843 w 7467600"/>
              <a:gd name="connsiteY274" fmla="*/ 5563845 h 6858000"/>
              <a:gd name="connsiteX275" fmla="*/ 5940952 w 7467600"/>
              <a:gd name="connsiteY275" fmla="*/ 6250028 h 6858000"/>
              <a:gd name="connsiteX276" fmla="*/ 6043441 w 7467600"/>
              <a:gd name="connsiteY276" fmla="*/ 6665847 h 6858000"/>
              <a:gd name="connsiteX277" fmla="*/ 6093432 w 7467600"/>
              <a:gd name="connsiteY277" fmla="*/ 6858000 h 6858000"/>
              <a:gd name="connsiteX278" fmla="*/ 6034344 w 7467600"/>
              <a:gd name="connsiteY278" fmla="*/ 6858000 h 6858000"/>
              <a:gd name="connsiteX279" fmla="*/ 6026679 w 7467600"/>
              <a:gd name="connsiteY279" fmla="*/ 6836959 h 6858000"/>
              <a:gd name="connsiteX280" fmla="*/ 5800441 w 7467600"/>
              <a:gd name="connsiteY280" fmla="*/ 6335286 h 6858000"/>
              <a:gd name="connsiteX281" fmla="*/ 5526562 w 7467600"/>
              <a:gd name="connsiteY281" fmla="*/ 5705388 h 6858000"/>
              <a:gd name="connsiteX282" fmla="*/ 5519640 w 7467600"/>
              <a:gd name="connsiteY282" fmla="*/ 5683774 h 6858000"/>
              <a:gd name="connsiteX283" fmla="*/ 5844559 w 7467600"/>
              <a:gd name="connsiteY283" fmla="*/ 6553349 h 6858000"/>
              <a:gd name="connsiteX284" fmla="*/ 5975994 w 7467600"/>
              <a:gd name="connsiteY284" fmla="*/ 6858000 h 6858000"/>
              <a:gd name="connsiteX285" fmla="*/ 5898547 w 7467600"/>
              <a:gd name="connsiteY285" fmla="*/ 6858000 h 6858000"/>
              <a:gd name="connsiteX286" fmla="*/ 5682041 w 7467600"/>
              <a:gd name="connsiteY286" fmla="*/ 6355860 h 6858000"/>
              <a:gd name="connsiteX287" fmla="*/ 5461758 w 7467600"/>
              <a:gd name="connsiteY287" fmla="*/ 5820220 h 6858000"/>
              <a:gd name="connsiteX288" fmla="*/ 5237282 w 7467600"/>
              <a:gd name="connsiteY288" fmla="*/ 6579086 h 6858000"/>
              <a:gd name="connsiteX289" fmla="*/ 5115009 w 7467600"/>
              <a:gd name="connsiteY289" fmla="*/ 6858000 h 6858000"/>
              <a:gd name="connsiteX290" fmla="*/ 5028074 w 7467600"/>
              <a:gd name="connsiteY290" fmla="*/ 6858000 h 6858000"/>
              <a:gd name="connsiteX291" fmla="*/ 5079508 w 7467600"/>
              <a:gd name="connsiteY291" fmla="*/ 6749074 h 6858000"/>
              <a:gd name="connsiteX292" fmla="*/ 5371846 w 7467600"/>
              <a:gd name="connsiteY292" fmla="*/ 5924413 h 6858000"/>
              <a:gd name="connsiteX293" fmla="*/ 5270512 w 7467600"/>
              <a:gd name="connsiteY293" fmla="*/ 6138975 h 6858000"/>
              <a:gd name="connsiteX294" fmla="*/ 5062409 w 7467600"/>
              <a:gd name="connsiteY294" fmla="*/ 6653544 h 6858000"/>
              <a:gd name="connsiteX295" fmla="*/ 5036628 w 7467600"/>
              <a:gd name="connsiteY295" fmla="*/ 6754247 h 6858000"/>
              <a:gd name="connsiteX296" fmla="*/ 5009112 w 7467600"/>
              <a:gd name="connsiteY296" fmla="*/ 6858000 h 6858000"/>
              <a:gd name="connsiteX297" fmla="*/ 4976679 w 7467600"/>
              <a:gd name="connsiteY297" fmla="*/ 6858000 h 6858000"/>
              <a:gd name="connsiteX298" fmla="*/ 5006537 w 7467600"/>
              <a:gd name="connsiteY298" fmla="*/ 6747068 h 6858000"/>
              <a:gd name="connsiteX299" fmla="*/ 5032723 w 7467600"/>
              <a:gd name="connsiteY299" fmla="*/ 6644957 h 6858000"/>
              <a:gd name="connsiteX300" fmla="*/ 5242949 w 7467600"/>
              <a:gd name="connsiteY300" fmla="*/ 6125175 h 6858000"/>
              <a:gd name="connsiteX301" fmla="*/ 5286321 w 7467600"/>
              <a:gd name="connsiteY301" fmla="*/ 6033555 h 6858000"/>
              <a:gd name="connsiteX302" fmla="*/ 5008210 w 7467600"/>
              <a:gd name="connsiteY302" fmla="*/ 6649194 h 6858000"/>
              <a:gd name="connsiteX303" fmla="*/ 4986321 w 7467600"/>
              <a:gd name="connsiteY303" fmla="*/ 6765687 h 6858000"/>
              <a:gd name="connsiteX304" fmla="*/ 4973474 w 7467600"/>
              <a:gd name="connsiteY304" fmla="*/ 6858000 h 6858000"/>
              <a:gd name="connsiteX305" fmla="*/ 4907178 w 7467600"/>
              <a:gd name="connsiteY305" fmla="*/ 6858000 h 6858000"/>
              <a:gd name="connsiteX306" fmla="*/ 4910810 w 7467600"/>
              <a:gd name="connsiteY306" fmla="*/ 6829660 h 6858000"/>
              <a:gd name="connsiteX307" fmla="*/ 4987461 w 7467600"/>
              <a:gd name="connsiteY307" fmla="*/ 6432994 h 6858000"/>
              <a:gd name="connsiteX308" fmla="*/ 5179262 w 7467600"/>
              <a:gd name="connsiteY308" fmla="*/ 6035044 h 6858000"/>
              <a:gd name="connsiteX309" fmla="*/ 4689678 w 7467600"/>
              <a:gd name="connsiteY309" fmla="*/ 6440241 h 6858000"/>
              <a:gd name="connsiteX310" fmla="*/ 4477543 w 7467600"/>
              <a:gd name="connsiteY310" fmla="*/ 6674836 h 6858000"/>
              <a:gd name="connsiteX311" fmla="*/ 4329957 w 7467600"/>
              <a:gd name="connsiteY311" fmla="*/ 6858000 h 6858000"/>
              <a:gd name="connsiteX312" fmla="*/ 4218595 w 7467600"/>
              <a:gd name="connsiteY312" fmla="*/ 6858000 h 6858000"/>
              <a:gd name="connsiteX313" fmla="*/ 4368888 w 7467600"/>
              <a:gd name="connsiteY313" fmla="*/ 6668412 h 6858000"/>
              <a:gd name="connsiteX314" fmla="*/ 4563091 w 7467600"/>
              <a:gd name="connsiteY314" fmla="*/ 6442508 h 6858000"/>
              <a:gd name="connsiteX315" fmla="*/ 5387324 w 7467600"/>
              <a:gd name="connsiteY315" fmla="*/ 5705830 h 6858000"/>
              <a:gd name="connsiteX316" fmla="*/ 5073620 w 7467600"/>
              <a:gd name="connsiteY316" fmla="*/ 5955437 h 6858000"/>
              <a:gd name="connsiteX317" fmla="*/ 4689789 w 7467600"/>
              <a:gd name="connsiteY317" fmla="*/ 6268382 h 6858000"/>
              <a:gd name="connsiteX318" fmla="*/ 4418722 w 7467600"/>
              <a:gd name="connsiteY318" fmla="*/ 6570886 h 6858000"/>
              <a:gd name="connsiteX319" fmla="*/ 4214944 w 7467600"/>
              <a:gd name="connsiteY319" fmla="*/ 6858000 h 6858000"/>
              <a:gd name="connsiteX320" fmla="*/ 4177898 w 7467600"/>
              <a:gd name="connsiteY320" fmla="*/ 6858000 h 6858000"/>
              <a:gd name="connsiteX321" fmla="*/ 4391597 w 7467600"/>
              <a:gd name="connsiteY321" fmla="*/ 6556370 h 6858000"/>
              <a:gd name="connsiteX322" fmla="*/ 4668889 w 7467600"/>
              <a:gd name="connsiteY322" fmla="*/ 6246399 h 6858000"/>
              <a:gd name="connsiteX323" fmla="*/ 5055427 w 7467600"/>
              <a:gd name="connsiteY323" fmla="*/ 5931476 h 6858000"/>
              <a:gd name="connsiteX324" fmla="*/ 5371814 w 7467600"/>
              <a:gd name="connsiteY324" fmla="*/ 5678975 h 6858000"/>
              <a:gd name="connsiteX325" fmla="*/ 4987918 w 7467600"/>
              <a:gd name="connsiteY325" fmla="*/ 5838701 h 6858000"/>
              <a:gd name="connsiteX326" fmla="*/ 4317146 w 7467600"/>
              <a:gd name="connsiteY326" fmla="*/ 6587716 h 6858000"/>
              <a:gd name="connsiteX327" fmla="*/ 4171627 w 7467600"/>
              <a:gd name="connsiteY327" fmla="*/ 6858000 h 6858000"/>
              <a:gd name="connsiteX328" fmla="*/ 4081585 w 7467600"/>
              <a:gd name="connsiteY328" fmla="*/ 6858000 h 6858000"/>
              <a:gd name="connsiteX329" fmla="*/ 4238603 w 7467600"/>
              <a:gd name="connsiteY329" fmla="*/ 6559341 h 6858000"/>
              <a:gd name="connsiteX330" fmla="*/ 4778333 w 7467600"/>
              <a:gd name="connsiteY330" fmla="*/ 5873626 h 6858000"/>
              <a:gd name="connsiteX331" fmla="*/ 5414185 w 7467600"/>
              <a:gd name="connsiteY331" fmla="*/ 5573882 h 6858000"/>
              <a:gd name="connsiteX332" fmla="*/ 5959648 w 7467600"/>
              <a:gd name="connsiteY332" fmla="*/ 4760797 h 6858000"/>
              <a:gd name="connsiteX333" fmla="*/ 5355019 w 7467600"/>
              <a:gd name="connsiteY333" fmla="*/ 4734672 h 6858000"/>
              <a:gd name="connsiteX334" fmla="*/ 5083565 w 7467600"/>
              <a:gd name="connsiteY334" fmla="*/ 5179121 h 6858000"/>
              <a:gd name="connsiteX335" fmla="*/ 4713577 w 7467600"/>
              <a:gd name="connsiteY335" fmla="*/ 5616803 h 6858000"/>
              <a:gd name="connsiteX336" fmla="*/ 3989559 w 7467600"/>
              <a:gd name="connsiteY336" fmla="*/ 6145945 h 6858000"/>
              <a:gd name="connsiteX337" fmla="*/ 3939824 w 7467600"/>
              <a:gd name="connsiteY337" fmla="*/ 6066900 h 6858000"/>
              <a:gd name="connsiteX338" fmla="*/ 4584537 w 7467600"/>
              <a:gd name="connsiteY338" fmla="*/ 5324826 h 6858000"/>
              <a:gd name="connsiteX339" fmla="*/ 5037105 w 7467600"/>
              <a:gd name="connsiteY339" fmla="*/ 5088765 h 6858000"/>
              <a:gd name="connsiteX340" fmla="*/ 5039930 w 7467600"/>
              <a:gd name="connsiteY340" fmla="*/ 5089585 h 6858000"/>
              <a:gd name="connsiteX341" fmla="*/ 5263764 w 7467600"/>
              <a:gd name="connsiteY341" fmla="*/ 4735525 h 6858000"/>
              <a:gd name="connsiteX342" fmla="*/ 4086300 w 7467600"/>
              <a:gd name="connsiteY342" fmla="*/ 4884599 h 6858000"/>
              <a:gd name="connsiteX343" fmla="*/ 4085485 w 7467600"/>
              <a:gd name="connsiteY343" fmla="*/ 4899070 h 6858000"/>
              <a:gd name="connsiteX344" fmla="*/ 3871915 w 7467600"/>
              <a:gd name="connsiteY344" fmla="*/ 5253645 h 6858000"/>
              <a:gd name="connsiteX345" fmla="*/ 3799374 w 7467600"/>
              <a:gd name="connsiteY345" fmla="*/ 5466127 h 6858000"/>
              <a:gd name="connsiteX346" fmla="*/ 3498850 w 7467600"/>
              <a:gd name="connsiteY346" fmla="*/ 6661888 h 6858000"/>
              <a:gd name="connsiteX347" fmla="*/ 3399216 w 7467600"/>
              <a:gd name="connsiteY347" fmla="*/ 6858000 h 6858000"/>
              <a:gd name="connsiteX348" fmla="*/ 3303688 w 7467600"/>
              <a:gd name="connsiteY348" fmla="*/ 6858000 h 6858000"/>
              <a:gd name="connsiteX349" fmla="*/ 3391774 w 7467600"/>
              <a:gd name="connsiteY349" fmla="*/ 6697181 h 6858000"/>
              <a:gd name="connsiteX350" fmla="*/ 3735540 w 7467600"/>
              <a:gd name="connsiteY350" fmla="*/ 5546923 h 6858000"/>
              <a:gd name="connsiteX351" fmla="*/ 3729438 w 7467600"/>
              <a:gd name="connsiteY351" fmla="*/ 5569058 h 6858000"/>
              <a:gd name="connsiteX352" fmla="*/ 3707782 w 7467600"/>
              <a:gd name="connsiteY352" fmla="*/ 5644908 h 6858000"/>
              <a:gd name="connsiteX353" fmla="*/ 3583827 w 7467600"/>
              <a:gd name="connsiteY353" fmla="*/ 6039215 h 6858000"/>
              <a:gd name="connsiteX354" fmla="*/ 3547861 w 7467600"/>
              <a:gd name="connsiteY354" fmla="*/ 6129609 h 6858000"/>
              <a:gd name="connsiteX355" fmla="*/ 3490905 w 7467600"/>
              <a:gd name="connsiteY355" fmla="*/ 6277660 h 6858000"/>
              <a:gd name="connsiteX356" fmla="*/ 3455859 w 7467600"/>
              <a:gd name="connsiteY356" fmla="*/ 6391301 h 6858000"/>
              <a:gd name="connsiteX357" fmla="*/ 3429112 w 7467600"/>
              <a:gd name="connsiteY357" fmla="*/ 6479469 h 6858000"/>
              <a:gd name="connsiteX358" fmla="*/ 3304862 w 7467600"/>
              <a:gd name="connsiteY358" fmla="*/ 6796476 h 6858000"/>
              <a:gd name="connsiteX359" fmla="*/ 3276071 w 7467600"/>
              <a:gd name="connsiteY359" fmla="*/ 6858000 h 6858000"/>
              <a:gd name="connsiteX360" fmla="*/ 3240805 w 7467600"/>
              <a:gd name="connsiteY360" fmla="*/ 6858000 h 6858000"/>
              <a:gd name="connsiteX361" fmla="*/ 3275917 w 7467600"/>
              <a:gd name="connsiteY361" fmla="*/ 6783192 h 6858000"/>
              <a:gd name="connsiteX362" fmla="*/ 3399358 w 7467600"/>
              <a:gd name="connsiteY362" fmla="*/ 6469011 h 6858000"/>
              <a:gd name="connsiteX363" fmla="*/ 3425650 w 7467600"/>
              <a:gd name="connsiteY363" fmla="*/ 6381333 h 6858000"/>
              <a:gd name="connsiteX364" fmla="*/ 3460661 w 7467600"/>
              <a:gd name="connsiteY364" fmla="*/ 6266763 h 6858000"/>
              <a:gd name="connsiteX365" fmla="*/ 3518021 w 7467600"/>
              <a:gd name="connsiteY365" fmla="*/ 6117298 h 6858000"/>
              <a:gd name="connsiteX366" fmla="*/ 3554035 w 7467600"/>
              <a:gd name="connsiteY366" fmla="*/ 6027832 h 6858000"/>
              <a:gd name="connsiteX367" fmla="*/ 3677174 w 7467600"/>
              <a:gd name="connsiteY367" fmla="*/ 5636351 h 6858000"/>
              <a:gd name="connsiteX368" fmla="*/ 3698819 w 7467600"/>
              <a:gd name="connsiteY368" fmla="*/ 5560503 h 6858000"/>
              <a:gd name="connsiteX369" fmla="*/ 3702094 w 7467600"/>
              <a:gd name="connsiteY369" fmla="*/ 5549194 h 6858000"/>
              <a:gd name="connsiteX370" fmla="*/ 3398355 w 7467600"/>
              <a:gd name="connsiteY370" fmla="*/ 6094603 h 6858000"/>
              <a:gd name="connsiteX371" fmla="*/ 3193941 w 7467600"/>
              <a:gd name="connsiteY371" fmla="*/ 6798775 h 6858000"/>
              <a:gd name="connsiteX372" fmla="*/ 3184140 w 7467600"/>
              <a:gd name="connsiteY372" fmla="*/ 6858000 h 6858000"/>
              <a:gd name="connsiteX373" fmla="*/ 3099978 w 7467600"/>
              <a:gd name="connsiteY373" fmla="*/ 6858000 h 6858000"/>
              <a:gd name="connsiteX374" fmla="*/ 3101556 w 7467600"/>
              <a:gd name="connsiteY374" fmla="*/ 6843337 h 6858000"/>
              <a:gd name="connsiteX375" fmla="*/ 3370162 w 7467600"/>
              <a:gd name="connsiteY375" fmla="*/ 5785550 h 6858000"/>
              <a:gd name="connsiteX376" fmla="*/ 3746477 w 7467600"/>
              <a:gd name="connsiteY376" fmla="*/ 5377889 h 6858000"/>
              <a:gd name="connsiteX377" fmla="*/ 3863399 w 7467600"/>
              <a:gd name="connsiteY377" fmla="*/ 5087257 h 6858000"/>
              <a:gd name="connsiteX378" fmla="*/ 3968712 w 7467600"/>
              <a:gd name="connsiteY378" fmla="*/ 4913989 h 6858000"/>
              <a:gd name="connsiteX379" fmla="*/ 2792390 w 7467600"/>
              <a:gd name="connsiteY379" fmla="*/ 5382974 h 6858000"/>
              <a:gd name="connsiteX380" fmla="*/ 2714982 w 7467600"/>
              <a:gd name="connsiteY380" fmla="*/ 5427051 h 6858000"/>
              <a:gd name="connsiteX381" fmla="*/ 2813361 w 7467600"/>
              <a:gd name="connsiteY381" fmla="*/ 6023912 h 6858000"/>
              <a:gd name="connsiteX382" fmla="*/ 2688430 w 7467600"/>
              <a:gd name="connsiteY382" fmla="*/ 6801564 h 6858000"/>
              <a:gd name="connsiteX383" fmla="*/ 2629626 w 7467600"/>
              <a:gd name="connsiteY383" fmla="*/ 6763394 h 6858000"/>
              <a:gd name="connsiteX384" fmla="*/ 2565328 w 7467600"/>
              <a:gd name="connsiteY384" fmla="*/ 5516399 h 6858000"/>
              <a:gd name="connsiteX385" fmla="*/ 1922999 w 7467600"/>
              <a:gd name="connsiteY385" fmla="*/ 5980343 h 6858000"/>
              <a:gd name="connsiteX386" fmla="*/ 1950261 w 7467600"/>
              <a:gd name="connsiteY386" fmla="*/ 6405858 h 6858000"/>
              <a:gd name="connsiteX387" fmla="*/ 2365554 w 7467600"/>
              <a:gd name="connsiteY387" fmla="*/ 6759107 h 6858000"/>
              <a:gd name="connsiteX388" fmla="*/ 2424142 w 7467600"/>
              <a:gd name="connsiteY388" fmla="*/ 6858000 h 6858000"/>
              <a:gd name="connsiteX389" fmla="*/ 2395994 w 7467600"/>
              <a:gd name="connsiteY389" fmla="*/ 6858000 h 6858000"/>
              <a:gd name="connsiteX390" fmla="*/ 2392863 w 7467600"/>
              <a:gd name="connsiteY390" fmla="*/ 6852964 h 6858000"/>
              <a:gd name="connsiteX391" fmla="*/ 2017589 w 7467600"/>
              <a:gd name="connsiteY391" fmla="*/ 6493982 h 6858000"/>
              <a:gd name="connsiteX392" fmla="*/ 2147336 w 7467600"/>
              <a:gd name="connsiteY392" fmla="*/ 6594052 h 6858000"/>
              <a:gd name="connsiteX393" fmla="*/ 2207047 w 7467600"/>
              <a:gd name="connsiteY393" fmla="*/ 6654540 h 6858000"/>
              <a:gd name="connsiteX394" fmla="*/ 2299106 w 7467600"/>
              <a:gd name="connsiteY394" fmla="*/ 6778931 h 6858000"/>
              <a:gd name="connsiteX395" fmla="*/ 2314430 w 7467600"/>
              <a:gd name="connsiteY395" fmla="*/ 6801144 h 6858000"/>
              <a:gd name="connsiteX396" fmla="*/ 2352406 w 7467600"/>
              <a:gd name="connsiteY396" fmla="*/ 6858000 h 6858000"/>
              <a:gd name="connsiteX397" fmla="*/ 2314492 w 7467600"/>
              <a:gd name="connsiteY397" fmla="*/ 6858000 h 6858000"/>
              <a:gd name="connsiteX398" fmla="*/ 2288095 w 7467600"/>
              <a:gd name="connsiteY398" fmla="*/ 6818030 h 6858000"/>
              <a:gd name="connsiteX399" fmla="*/ 2272768 w 7467600"/>
              <a:gd name="connsiteY399" fmla="*/ 6795822 h 6858000"/>
              <a:gd name="connsiteX400" fmla="*/ 2182715 w 7467600"/>
              <a:gd name="connsiteY400" fmla="*/ 6675071 h 6858000"/>
              <a:gd name="connsiteX401" fmla="*/ 2032061 w 7467600"/>
              <a:gd name="connsiteY401" fmla="*/ 6541380 h 6858000"/>
              <a:gd name="connsiteX402" fmla="*/ 2257220 w 7467600"/>
              <a:gd name="connsiteY402" fmla="*/ 6826257 h 6858000"/>
              <a:gd name="connsiteX403" fmla="*/ 2281324 w 7467600"/>
              <a:gd name="connsiteY403" fmla="*/ 6858000 h 6858000"/>
              <a:gd name="connsiteX404" fmla="*/ 2242860 w 7467600"/>
              <a:gd name="connsiteY404" fmla="*/ 6858000 h 6858000"/>
              <a:gd name="connsiteX405" fmla="*/ 2232818 w 7467600"/>
              <a:gd name="connsiteY405" fmla="*/ 6844926 h 6858000"/>
              <a:gd name="connsiteX406" fmla="*/ 1990172 w 7467600"/>
              <a:gd name="connsiteY406" fmla="*/ 6542121 h 6858000"/>
              <a:gd name="connsiteX407" fmla="*/ 2124090 w 7467600"/>
              <a:gd name="connsiteY407" fmla="*/ 6761017 h 6858000"/>
              <a:gd name="connsiteX408" fmla="*/ 2200380 w 7467600"/>
              <a:gd name="connsiteY408" fmla="*/ 6858000 h 6858000"/>
              <a:gd name="connsiteX409" fmla="*/ 2147507 w 7467600"/>
              <a:gd name="connsiteY409" fmla="*/ 6858000 h 6858000"/>
              <a:gd name="connsiteX410" fmla="*/ 2070668 w 7467600"/>
              <a:gd name="connsiteY410" fmla="*/ 6761520 h 6858000"/>
              <a:gd name="connsiteX411" fmla="*/ 1975142 w 7467600"/>
              <a:gd name="connsiteY411" fmla="*/ 6585570 h 6858000"/>
              <a:gd name="connsiteX412" fmla="*/ 2050035 w 7467600"/>
              <a:gd name="connsiteY412" fmla="*/ 6813345 h 6858000"/>
              <a:gd name="connsiteX413" fmla="*/ 2063025 w 7467600"/>
              <a:gd name="connsiteY413" fmla="*/ 6858000 h 6858000"/>
              <a:gd name="connsiteX414" fmla="*/ 2021675 w 7467600"/>
              <a:gd name="connsiteY414" fmla="*/ 6858000 h 6858000"/>
              <a:gd name="connsiteX415" fmla="*/ 2019308 w 7467600"/>
              <a:gd name="connsiteY415" fmla="*/ 6847118 h 6858000"/>
              <a:gd name="connsiteX416" fmla="*/ 1938835 w 7467600"/>
              <a:gd name="connsiteY416" fmla="*/ 6551160 h 6858000"/>
              <a:gd name="connsiteX417" fmla="*/ 1953230 w 7467600"/>
              <a:gd name="connsiteY417" fmla="*/ 6759699 h 6858000"/>
              <a:gd name="connsiteX418" fmla="*/ 1956763 w 7467600"/>
              <a:gd name="connsiteY418" fmla="*/ 6778191 h 6858000"/>
              <a:gd name="connsiteX419" fmla="*/ 1967925 w 7467600"/>
              <a:gd name="connsiteY419" fmla="*/ 6858000 h 6858000"/>
              <a:gd name="connsiteX420" fmla="*/ 1936622 w 7467600"/>
              <a:gd name="connsiteY420" fmla="*/ 6858000 h 6858000"/>
              <a:gd name="connsiteX421" fmla="*/ 1926261 w 7467600"/>
              <a:gd name="connsiteY421" fmla="*/ 6784064 h 6858000"/>
              <a:gd name="connsiteX422" fmla="*/ 1922724 w 7467600"/>
              <a:gd name="connsiteY422" fmla="*/ 6765577 h 6858000"/>
              <a:gd name="connsiteX423" fmla="*/ 1904650 w 7467600"/>
              <a:gd name="connsiteY423" fmla="*/ 6639616 h 6858000"/>
              <a:gd name="connsiteX424" fmla="*/ 1885273 w 7467600"/>
              <a:gd name="connsiteY424" fmla="*/ 6858000 h 6858000"/>
              <a:gd name="connsiteX425" fmla="*/ 1854363 w 7467600"/>
              <a:gd name="connsiteY425" fmla="*/ 6858000 h 6858000"/>
              <a:gd name="connsiteX426" fmla="*/ 1880391 w 7467600"/>
              <a:gd name="connsiteY426" fmla="*/ 6603796 h 6858000"/>
              <a:gd name="connsiteX427" fmla="*/ 1818273 w 7467600"/>
              <a:gd name="connsiteY427" fmla="*/ 6715729 h 6858000"/>
              <a:gd name="connsiteX428" fmla="*/ 1794691 w 7467600"/>
              <a:gd name="connsiteY428" fmla="*/ 6843239 h 6858000"/>
              <a:gd name="connsiteX429" fmla="*/ 1794914 w 7467600"/>
              <a:gd name="connsiteY429" fmla="*/ 6858000 h 6858000"/>
              <a:gd name="connsiteX430" fmla="*/ 1746128 w 7467600"/>
              <a:gd name="connsiteY430" fmla="*/ 6858000 h 6858000"/>
              <a:gd name="connsiteX431" fmla="*/ 1753934 w 7467600"/>
              <a:gd name="connsiteY431" fmla="*/ 6724796 h 6858000"/>
              <a:gd name="connsiteX432" fmla="*/ 1792053 w 7467600"/>
              <a:gd name="connsiteY432" fmla="*/ 6572396 h 6858000"/>
              <a:gd name="connsiteX433" fmla="*/ 1862248 w 7467600"/>
              <a:gd name="connsiteY433" fmla="*/ 6266397 h 6858000"/>
              <a:gd name="connsiteX434" fmla="*/ 1862250 w 7467600"/>
              <a:gd name="connsiteY434" fmla="*/ 6033531 h 6858000"/>
              <a:gd name="connsiteX435" fmla="*/ 1211999 w 7467600"/>
              <a:gd name="connsiteY435" fmla="*/ 6683610 h 6858000"/>
              <a:gd name="connsiteX436" fmla="*/ 1213266 w 7467600"/>
              <a:gd name="connsiteY436" fmla="*/ 6691947 h 6858000"/>
              <a:gd name="connsiteX437" fmla="*/ 1203370 w 7467600"/>
              <a:gd name="connsiteY437" fmla="*/ 6850676 h 6858000"/>
              <a:gd name="connsiteX438" fmla="*/ 1203671 w 7467600"/>
              <a:gd name="connsiteY438" fmla="*/ 6858000 h 6858000"/>
              <a:gd name="connsiteX439" fmla="*/ 1143180 w 7467600"/>
              <a:gd name="connsiteY439" fmla="*/ 6858000 h 6858000"/>
              <a:gd name="connsiteX440" fmla="*/ 1142176 w 7467600"/>
              <a:gd name="connsiteY440" fmla="*/ 6766045 h 6858000"/>
              <a:gd name="connsiteX441" fmla="*/ 1067484 w 7467600"/>
              <a:gd name="connsiteY441" fmla="*/ 6858000 h 6858000"/>
              <a:gd name="connsiteX442" fmla="*/ 953928 w 7467600"/>
              <a:gd name="connsiteY442" fmla="*/ 6858000 h 6858000"/>
              <a:gd name="connsiteX443" fmla="*/ 959715 w 7467600"/>
              <a:gd name="connsiteY443" fmla="*/ 6850185 h 6858000"/>
              <a:gd name="connsiteX444" fmla="*/ 1483788 w 7467600"/>
              <a:gd name="connsiteY444" fmla="*/ 6259174 h 6858000"/>
              <a:gd name="connsiteX445" fmla="*/ 1100671 w 7467600"/>
              <a:gd name="connsiteY445" fmla="*/ 6252137 h 6858000"/>
              <a:gd name="connsiteX446" fmla="*/ 1090144 w 7467600"/>
              <a:gd name="connsiteY446" fmla="*/ 6256748 h 6858000"/>
              <a:gd name="connsiteX447" fmla="*/ 1095872 w 7467600"/>
              <a:gd name="connsiteY447" fmla="*/ 6271892 h 6858000"/>
              <a:gd name="connsiteX448" fmla="*/ 262785 w 7467600"/>
              <a:gd name="connsiteY448" fmla="*/ 6845450 h 6858000"/>
              <a:gd name="connsiteX449" fmla="*/ 209968 w 7467600"/>
              <a:gd name="connsiteY449" fmla="*/ 6770713 h 6858000"/>
              <a:gd name="connsiteX450" fmla="*/ 873460 w 7467600"/>
              <a:gd name="connsiteY450" fmla="*/ 6253768 h 6858000"/>
              <a:gd name="connsiteX451" fmla="*/ 192686 w 7467600"/>
              <a:gd name="connsiteY451" fmla="*/ 5849257 h 6858000"/>
              <a:gd name="connsiteX452" fmla="*/ 4696 w 7467600"/>
              <a:gd name="connsiteY452" fmla="*/ 5697668 h 6858000"/>
              <a:gd name="connsiteX453" fmla="*/ 0 w 7467600"/>
              <a:gd name="connsiteY453" fmla="*/ 5689984 h 6858000"/>
              <a:gd name="connsiteX454" fmla="*/ 0 w 7467600"/>
              <a:gd name="connsiteY454" fmla="*/ 5513472 h 6858000"/>
              <a:gd name="connsiteX455" fmla="*/ 174101 w 7467600"/>
              <a:gd name="connsiteY455" fmla="*/ 5620277 h 6858000"/>
              <a:gd name="connsiteX456" fmla="*/ 891800 w 7467600"/>
              <a:gd name="connsiteY456" fmla="*/ 6036935 h 6858000"/>
              <a:gd name="connsiteX457" fmla="*/ 1072219 w 7467600"/>
              <a:gd name="connsiteY457" fmla="*/ 6169443 h 6858000"/>
              <a:gd name="connsiteX458" fmla="*/ 1074117 w 7467600"/>
              <a:gd name="connsiteY458" fmla="*/ 6170301 h 6858000"/>
              <a:gd name="connsiteX459" fmla="*/ 1083114 w 7467600"/>
              <a:gd name="connsiteY459" fmla="*/ 6174131 h 6858000"/>
              <a:gd name="connsiteX460" fmla="*/ 1543010 w 7467600"/>
              <a:gd name="connsiteY460" fmla="*/ 6191140 h 6858000"/>
              <a:gd name="connsiteX461" fmla="*/ 1551080 w 7467600"/>
              <a:gd name="connsiteY461" fmla="*/ 6195006 h 6858000"/>
              <a:gd name="connsiteX462" fmla="*/ 2345443 w 7467600"/>
              <a:gd name="connsiteY462" fmla="*/ 5549882 h 6858000"/>
              <a:gd name="connsiteX463" fmla="*/ 1721499 w 7467600"/>
              <a:gd name="connsiteY463" fmla="*/ 5599969 h 6858000"/>
              <a:gd name="connsiteX464" fmla="*/ 767716 w 7467600"/>
              <a:gd name="connsiteY464" fmla="*/ 5472768 h 6858000"/>
              <a:gd name="connsiteX465" fmla="*/ 722147 w 7467600"/>
              <a:gd name="connsiteY465" fmla="*/ 5393091 h 6858000"/>
              <a:gd name="connsiteX466" fmla="*/ 1485552 w 7467600"/>
              <a:gd name="connsiteY466" fmla="*/ 5313202 h 6858000"/>
              <a:gd name="connsiteX467" fmla="*/ 2143004 w 7467600"/>
              <a:gd name="connsiteY467" fmla="*/ 5402420 h 6858000"/>
              <a:gd name="connsiteX468" fmla="*/ 1933391 w 7467600"/>
              <a:gd name="connsiteY468" fmla="*/ 5156971 h 6858000"/>
              <a:gd name="connsiteX469" fmla="*/ 1827118 w 7467600"/>
              <a:gd name="connsiteY469" fmla="*/ 4968410 h 6858000"/>
              <a:gd name="connsiteX470" fmla="*/ 1837349 w 7467600"/>
              <a:gd name="connsiteY470" fmla="*/ 4956357 h 6858000"/>
              <a:gd name="connsiteX471" fmla="*/ 2162835 w 7467600"/>
              <a:gd name="connsiteY471" fmla="*/ 5187853 h 6858000"/>
              <a:gd name="connsiteX472" fmla="*/ 2257167 w 7467600"/>
              <a:gd name="connsiteY472" fmla="*/ 5462123 h 6858000"/>
              <a:gd name="connsiteX473" fmla="*/ 2261598 w 7467600"/>
              <a:gd name="connsiteY473" fmla="*/ 5467998 h 6858000"/>
              <a:gd name="connsiteX474" fmla="*/ 2437177 w 7467600"/>
              <a:gd name="connsiteY474" fmla="*/ 5479608 h 6858000"/>
              <a:gd name="connsiteX475" fmla="*/ 2445247 w 7467600"/>
              <a:gd name="connsiteY475" fmla="*/ 5483476 h 6858000"/>
              <a:gd name="connsiteX476" fmla="*/ 2743626 w 7467600"/>
              <a:gd name="connsiteY476" fmla="*/ 5304819 h 6858000"/>
              <a:gd name="connsiteX477" fmla="*/ 3048102 w 7467600"/>
              <a:gd name="connsiteY477" fmla="*/ 5150595 h 6858000"/>
              <a:gd name="connsiteX478" fmla="*/ 1799414 w 7467600"/>
              <a:gd name="connsiteY478" fmla="*/ 4694732 h 6858000"/>
              <a:gd name="connsiteX479" fmla="*/ 1771735 w 7467600"/>
              <a:gd name="connsiteY479" fmla="*/ 4619929 h 6858000"/>
              <a:gd name="connsiteX480" fmla="*/ 3104273 w 7467600"/>
              <a:gd name="connsiteY480" fmla="*/ 5076159 h 6858000"/>
              <a:gd name="connsiteX481" fmla="*/ 3113245 w 7467600"/>
              <a:gd name="connsiteY481" fmla="*/ 5090705 h 6858000"/>
              <a:gd name="connsiteX482" fmla="*/ 3126294 w 7467600"/>
              <a:gd name="connsiteY482" fmla="*/ 5114400 h 6858000"/>
              <a:gd name="connsiteX483" fmla="*/ 3937433 w 7467600"/>
              <a:gd name="connsiteY483" fmla="*/ 4830473 h 6858000"/>
              <a:gd name="connsiteX484" fmla="*/ 3590475 w 7467600"/>
              <a:gd name="connsiteY484" fmla="*/ 4597974 h 6858000"/>
              <a:gd name="connsiteX485" fmla="*/ 3100264 w 7467600"/>
              <a:gd name="connsiteY485" fmla="*/ 4579845 h 6858000"/>
              <a:gd name="connsiteX486" fmla="*/ 2183576 w 7467600"/>
              <a:gd name="connsiteY486" fmla="*/ 4227150 h 6858000"/>
              <a:gd name="connsiteX487" fmla="*/ 2151029 w 7467600"/>
              <a:gd name="connsiteY487" fmla="*/ 4146947 h 6858000"/>
              <a:gd name="connsiteX488" fmla="*/ 3563434 w 7467600"/>
              <a:gd name="connsiteY488" fmla="*/ 4469115 h 6858000"/>
              <a:gd name="connsiteX489" fmla="*/ 3177952 w 7467600"/>
              <a:gd name="connsiteY489" fmla="*/ 3657386 h 6858000"/>
              <a:gd name="connsiteX490" fmla="*/ 3189263 w 7467600"/>
              <a:gd name="connsiteY490" fmla="*/ 3625726 h 6858000"/>
              <a:gd name="connsiteX491" fmla="*/ 3560912 w 7467600"/>
              <a:gd name="connsiteY491" fmla="*/ 4079863 h 6858000"/>
              <a:gd name="connsiteX492" fmla="*/ 3626636 w 7467600"/>
              <a:gd name="connsiteY492" fmla="*/ 4512230 h 6858000"/>
              <a:gd name="connsiteX493" fmla="*/ 3653088 w 7467600"/>
              <a:gd name="connsiteY493" fmla="*/ 4521417 h 6858000"/>
              <a:gd name="connsiteX494" fmla="*/ 3988128 w 7467600"/>
              <a:gd name="connsiteY494" fmla="*/ 4817267 h 6858000"/>
              <a:gd name="connsiteX495" fmla="*/ 4830582 w 7467600"/>
              <a:gd name="connsiteY495" fmla="*/ 4676000 h 6858000"/>
              <a:gd name="connsiteX496" fmla="*/ 4830100 w 7467600"/>
              <a:gd name="connsiteY496" fmla="*/ 4675554 h 6858000"/>
              <a:gd name="connsiteX497" fmla="*/ 4036318 w 7467600"/>
              <a:gd name="connsiteY497" fmla="*/ 4147013 h 6858000"/>
              <a:gd name="connsiteX498" fmla="*/ 3432098 w 7467600"/>
              <a:gd name="connsiteY498" fmla="*/ 3537312 h 6858000"/>
              <a:gd name="connsiteX499" fmla="*/ 3446761 w 7467600"/>
              <a:gd name="connsiteY499" fmla="*/ 3461278 h 6858000"/>
              <a:gd name="connsiteX500" fmla="*/ 4419733 w 7467600"/>
              <a:gd name="connsiteY500" fmla="*/ 3963555 h 6858000"/>
              <a:gd name="connsiteX501" fmla="*/ 4781371 w 7467600"/>
              <a:gd name="connsiteY501" fmla="*/ 4458604 h 6858000"/>
              <a:gd name="connsiteX502" fmla="*/ 4780440 w 7467600"/>
              <a:gd name="connsiteY502" fmla="*/ 4470290 h 6858000"/>
              <a:gd name="connsiteX503" fmla="*/ 4898954 w 7467600"/>
              <a:gd name="connsiteY503" fmla="*/ 4662092 h 6858000"/>
              <a:gd name="connsiteX504" fmla="*/ 4900699 w 7467600"/>
              <a:gd name="connsiteY504" fmla="*/ 4670867 h 6858000"/>
              <a:gd name="connsiteX505" fmla="*/ 5714511 w 7467600"/>
              <a:gd name="connsiteY505" fmla="*/ 4663483 h 6858000"/>
              <a:gd name="connsiteX506" fmla="*/ 5464793 w 7467600"/>
              <a:gd name="connsiteY506" fmla="*/ 4393556 h 6858000"/>
              <a:gd name="connsiteX507" fmla="*/ 5461897 w 7467600"/>
              <a:gd name="connsiteY507" fmla="*/ 4390879 h 6858000"/>
              <a:gd name="connsiteX508" fmla="*/ 4294126 w 7467600"/>
              <a:gd name="connsiteY508" fmla="*/ 3303048 h 6858000"/>
              <a:gd name="connsiteX509" fmla="*/ 4305321 w 7467600"/>
              <a:gd name="connsiteY509" fmla="*/ 3256953 h 6858000"/>
              <a:gd name="connsiteX510" fmla="*/ 4949299 w 7467600"/>
              <a:gd name="connsiteY510" fmla="*/ 3766336 h 6858000"/>
              <a:gd name="connsiteX511" fmla="*/ 5291452 w 7467600"/>
              <a:gd name="connsiteY511" fmla="*/ 4076801 h 6858000"/>
              <a:gd name="connsiteX512" fmla="*/ 5434998 w 7467600"/>
              <a:gd name="connsiteY512" fmla="*/ 4254100 h 6858000"/>
              <a:gd name="connsiteX513" fmla="*/ 5351015 w 7467600"/>
              <a:gd name="connsiteY513" fmla="*/ 3760989 h 6858000"/>
              <a:gd name="connsiteX514" fmla="*/ 5413780 w 7467600"/>
              <a:gd name="connsiteY514" fmla="*/ 2966265 h 6858000"/>
              <a:gd name="connsiteX515" fmla="*/ 5425627 w 7467600"/>
              <a:gd name="connsiteY515" fmla="*/ 2954192 h 6858000"/>
              <a:gd name="connsiteX516" fmla="*/ 6604735 w 7467600"/>
              <a:gd name="connsiteY516" fmla="*/ 2041381 h 6858000"/>
              <a:gd name="connsiteX517" fmla="*/ 7204487 w 7467600"/>
              <a:gd name="connsiteY517" fmla="*/ 2742112 h 6858000"/>
              <a:gd name="connsiteX518" fmla="*/ 7131592 w 7467600"/>
              <a:gd name="connsiteY518" fmla="*/ 2672096 h 6858000"/>
              <a:gd name="connsiteX519" fmla="*/ 6996344 w 7467600"/>
              <a:gd name="connsiteY519" fmla="*/ 2518310 h 6858000"/>
              <a:gd name="connsiteX520" fmla="*/ 6735495 w 7467600"/>
              <a:gd name="connsiteY520" fmla="*/ 2196890 h 6858000"/>
              <a:gd name="connsiteX521" fmla="*/ 6721901 w 7467600"/>
              <a:gd name="connsiteY521" fmla="*/ 2179274 h 6858000"/>
              <a:gd name="connsiteX522" fmla="*/ 6604735 w 7467600"/>
              <a:gd name="connsiteY522" fmla="*/ 2041381 h 6858000"/>
              <a:gd name="connsiteX523" fmla="*/ 6591670 w 7467600"/>
              <a:gd name="connsiteY523" fmla="*/ 1988277 h 6858000"/>
              <a:gd name="connsiteX524" fmla="*/ 6747349 w 7467600"/>
              <a:gd name="connsiteY524" fmla="*/ 2160069 h 6858000"/>
              <a:gd name="connsiteX525" fmla="*/ 6760943 w 7467600"/>
              <a:gd name="connsiteY525" fmla="*/ 2177686 h 6858000"/>
              <a:gd name="connsiteX526" fmla="*/ 7021065 w 7467600"/>
              <a:gd name="connsiteY526" fmla="*/ 2498102 h 6858000"/>
              <a:gd name="connsiteX527" fmla="*/ 7155223 w 7467600"/>
              <a:gd name="connsiteY527" fmla="*/ 2650386 h 6858000"/>
              <a:gd name="connsiteX528" fmla="*/ 7203167 w 7467600"/>
              <a:gd name="connsiteY528" fmla="*/ 2697288 h 6858000"/>
              <a:gd name="connsiteX529" fmla="*/ 6937703 w 7467600"/>
              <a:gd name="connsiteY529" fmla="*/ 2321981 h 6858000"/>
              <a:gd name="connsiteX530" fmla="*/ 6591670 w 7467600"/>
              <a:gd name="connsiteY530" fmla="*/ 1988277 h 6858000"/>
              <a:gd name="connsiteX531" fmla="*/ 5798671 w 7467600"/>
              <a:gd name="connsiteY531" fmla="*/ 1981601 h 6858000"/>
              <a:gd name="connsiteX532" fmla="*/ 5754709 w 7467600"/>
              <a:gd name="connsiteY532" fmla="*/ 2071454 h 6858000"/>
              <a:gd name="connsiteX533" fmla="*/ 5763044 w 7467600"/>
              <a:gd name="connsiteY533" fmla="*/ 2842206 h 6858000"/>
              <a:gd name="connsiteX534" fmla="*/ 5764974 w 7467600"/>
              <a:gd name="connsiteY534" fmla="*/ 2799609 h 6858000"/>
              <a:gd name="connsiteX535" fmla="*/ 5767665 w 7467600"/>
              <a:gd name="connsiteY535" fmla="*/ 2666409 h 6858000"/>
              <a:gd name="connsiteX536" fmla="*/ 5763055 w 7467600"/>
              <a:gd name="connsiteY536" fmla="*/ 2579705 h 6858000"/>
              <a:gd name="connsiteX537" fmla="*/ 5758079 w 7467600"/>
              <a:gd name="connsiteY537" fmla="*/ 2492508 h 6858000"/>
              <a:gd name="connsiteX538" fmla="*/ 5779325 w 7467600"/>
              <a:gd name="connsiteY538" fmla="*/ 2197069 h 6858000"/>
              <a:gd name="connsiteX539" fmla="*/ 5798671 w 7467600"/>
              <a:gd name="connsiteY539" fmla="*/ 1981601 h 6858000"/>
              <a:gd name="connsiteX540" fmla="*/ 5829202 w 7467600"/>
              <a:gd name="connsiteY540" fmla="*/ 1971679 h 6858000"/>
              <a:gd name="connsiteX541" fmla="*/ 5809558 w 7467600"/>
              <a:gd name="connsiteY541" fmla="*/ 2198043 h 6858000"/>
              <a:gd name="connsiteX542" fmla="*/ 5788653 w 7467600"/>
              <a:gd name="connsiteY542" fmla="*/ 2489430 h 6858000"/>
              <a:gd name="connsiteX543" fmla="*/ 5793439 w 7467600"/>
              <a:gd name="connsiteY543" fmla="*/ 2575235 h 6858000"/>
              <a:gd name="connsiteX544" fmla="*/ 5796837 w 7467600"/>
              <a:gd name="connsiteY544" fmla="*/ 2637633 h 6858000"/>
              <a:gd name="connsiteX545" fmla="*/ 5818614 w 7467600"/>
              <a:gd name="connsiteY545" fmla="*/ 2473055 h 6858000"/>
              <a:gd name="connsiteX546" fmla="*/ 5829202 w 7467600"/>
              <a:gd name="connsiteY546" fmla="*/ 1971679 h 6858000"/>
              <a:gd name="connsiteX547" fmla="*/ 5911389 w 7467600"/>
              <a:gd name="connsiteY547" fmla="*/ 1898371 h 6858000"/>
              <a:gd name="connsiteX548" fmla="*/ 6237627 w 7467600"/>
              <a:gd name="connsiteY548" fmla="*/ 2231921 h 6858000"/>
              <a:gd name="connsiteX549" fmla="*/ 5911389 w 7467600"/>
              <a:gd name="connsiteY549" fmla="*/ 1898371 h 6858000"/>
              <a:gd name="connsiteX550" fmla="*/ 6944437 w 7467600"/>
              <a:gd name="connsiteY550" fmla="*/ 1575402 h 6858000"/>
              <a:gd name="connsiteX551" fmla="*/ 6304730 w 7467600"/>
              <a:gd name="connsiteY551" fmla="*/ 1766654 h 6858000"/>
              <a:gd name="connsiteX552" fmla="*/ 6944437 w 7467600"/>
              <a:gd name="connsiteY552" fmla="*/ 1575402 h 6858000"/>
              <a:gd name="connsiteX553" fmla="*/ 7019523 w 7467600"/>
              <a:gd name="connsiteY553" fmla="*/ 1519450 h 6858000"/>
              <a:gd name="connsiteX554" fmla="*/ 6298091 w 7467600"/>
              <a:gd name="connsiteY554" fmla="*/ 1737122 h 6858000"/>
              <a:gd name="connsiteX555" fmla="*/ 7019523 w 7467600"/>
              <a:gd name="connsiteY555" fmla="*/ 1519450 h 6858000"/>
              <a:gd name="connsiteX556" fmla="*/ 2399523 w 7467600"/>
              <a:gd name="connsiteY556" fmla="*/ 1428234 h 6858000"/>
              <a:gd name="connsiteX557" fmla="*/ 2224982 w 7467600"/>
              <a:gd name="connsiteY557" fmla="*/ 1826201 h 6858000"/>
              <a:gd name="connsiteX558" fmla="*/ 2096099 w 7467600"/>
              <a:gd name="connsiteY558" fmla="*/ 2345900 h 6858000"/>
              <a:gd name="connsiteX559" fmla="*/ 2283317 w 7467600"/>
              <a:gd name="connsiteY559" fmla="*/ 1796925 h 6858000"/>
              <a:gd name="connsiteX560" fmla="*/ 2399523 w 7467600"/>
              <a:gd name="connsiteY560" fmla="*/ 1428234 h 6858000"/>
              <a:gd name="connsiteX561" fmla="*/ 2448558 w 7467600"/>
              <a:gd name="connsiteY561" fmla="*/ 1373435 h 6858000"/>
              <a:gd name="connsiteX562" fmla="*/ 2312521 w 7467600"/>
              <a:gd name="connsiteY562" fmla="*/ 1806140 h 6858000"/>
              <a:gd name="connsiteX563" fmla="*/ 2127533 w 7467600"/>
              <a:gd name="connsiteY563" fmla="*/ 2348380 h 6858000"/>
              <a:gd name="connsiteX564" fmla="*/ 2358080 w 7467600"/>
              <a:gd name="connsiteY564" fmla="*/ 1866134 h 6858000"/>
              <a:gd name="connsiteX565" fmla="*/ 2407436 w 7467600"/>
              <a:gd name="connsiteY565" fmla="*/ 1651070 h 6858000"/>
              <a:gd name="connsiteX566" fmla="*/ 2448558 w 7467600"/>
              <a:gd name="connsiteY566" fmla="*/ 1373435 h 6858000"/>
              <a:gd name="connsiteX567" fmla="*/ 278707 w 7467600"/>
              <a:gd name="connsiteY567" fmla="*/ 1352270 h 6858000"/>
              <a:gd name="connsiteX568" fmla="*/ 321570 w 7467600"/>
              <a:gd name="connsiteY568" fmla="*/ 1861610 h 6858000"/>
              <a:gd name="connsiteX569" fmla="*/ 294281 w 7467600"/>
              <a:gd name="connsiteY569" fmla="*/ 1440658 h 6858000"/>
              <a:gd name="connsiteX570" fmla="*/ 278707 w 7467600"/>
              <a:gd name="connsiteY570" fmla="*/ 1352270 h 6858000"/>
              <a:gd name="connsiteX571" fmla="*/ 1423821 w 7467600"/>
              <a:gd name="connsiteY571" fmla="*/ 1351958 h 6858000"/>
              <a:gd name="connsiteX572" fmla="*/ 1638521 w 7467600"/>
              <a:gd name="connsiteY572" fmla="*/ 1908470 h 6858000"/>
              <a:gd name="connsiteX573" fmla="*/ 1754199 w 7467600"/>
              <a:gd name="connsiteY573" fmla="*/ 2149284 h 6858000"/>
              <a:gd name="connsiteX574" fmla="*/ 1908359 w 7467600"/>
              <a:gd name="connsiteY574" fmla="*/ 2364988 h 6858000"/>
              <a:gd name="connsiteX575" fmla="*/ 1647661 w 7467600"/>
              <a:gd name="connsiteY575" fmla="*/ 1825945 h 6858000"/>
              <a:gd name="connsiteX576" fmla="*/ 1423821 w 7467600"/>
              <a:gd name="connsiteY576" fmla="*/ 1351958 h 6858000"/>
              <a:gd name="connsiteX577" fmla="*/ 1431890 w 7467600"/>
              <a:gd name="connsiteY577" fmla="*/ 1306475 h 6858000"/>
              <a:gd name="connsiteX578" fmla="*/ 1507597 w 7467600"/>
              <a:gd name="connsiteY578" fmla="*/ 1446132 h 6858000"/>
              <a:gd name="connsiteX579" fmla="*/ 1674586 w 7467600"/>
              <a:gd name="connsiteY579" fmla="*/ 1813832 h 6858000"/>
              <a:gd name="connsiteX580" fmla="*/ 1815950 w 7467600"/>
              <a:gd name="connsiteY580" fmla="*/ 2128564 h 6858000"/>
              <a:gd name="connsiteX581" fmla="*/ 1984242 w 7467600"/>
              <a:gd name="connsiteY581" fmla="*/ 2430829 h 6858000"/>
              <a:gd name="connsiteX582" fmla="*/ 2014023 w 7467600"/>
              <a:gd name="connsiteY582" fmla="*/ 2450995 h 6858000"/>
              <a:gd name="connsiteX583" fmla="*/ 1747337 w 7467600"/>
              <a:gd name="connsiteY583" fmla="*/ 1855264 h 6858000"/>
              <a:gd name="connsiteX584" fmla="*/ 1533749 w 7467600"/>
              <a:gd name="connsiteY584" fmla="*/ 1478656 h 6858000"/>
              <a:gd name="connsiteX585" fmla="*/ 1431890 w 7467600"/>
              <a:gd name="connsiteY585" fmla="*/ 1306475 h 6858000"/>
              <a:gd name="connsiteX586" fmla="*/ 5052692 w 7467600"/>
              <a:gd name="connsiteY586" fmla="*/ 1292994 h 6858000"/>
              <a:gd name="connsiteX587" fmla="*/ 5200661 w 7467600"/>
              <a:gd name="connsiteY587" fmla="*/ 1635186 h 6858000"/>
              <a:gd name="connsiteX588" fmla="*/ 5297138 w 7467600"/>
              <a:gd name="connsiteY588" fmla="*/ 1906351 h 6858000"/>
              <a:gd name="connsiteX589" fmla="*/ 5052692 w 7467600"/>
              <a:gd name="connsiteY589" fmla="*/ 1292994 h 6858000"/>
              <a:gd name="connsiteX590" fmla="*/ 5009948 w 7467600"/>
              <a:gd name="connsiteY590" fmla="*/ 1273619 h 6858000"/>
              <a:gd name="connsiteX591" fmla="*/ 5121777 w 7467600"/>
              <a:gd name="connsiteY591" fmla="*/ 1654213 h 6858000"/>
              <a:gd name="connsiteX592" fmla="*/ 5293545 w 7467600"/>
              <a:gd name="connsiteY592" fmla="*/ 2072247 h 6858000"/>
              <a:gd name="connsiteX593" fmla="*/ 5294042 w 7467600"/>
              <a:gd name="connsiteY593" fmla="*/ 2065019 h 6858000"/>
              <a:gd name="connsiteX594" fmla="*/ 5171936 w 7467600"/>
              <a:gd name="connsiteY594" fmla="*/ 1647613 h 6858000"/>
              <a:gd name="connsiteX595" fmla="*/ 5009948 w 7467600"/>
              <a:gd name="connsiteY595" fmla="*/ 1273619 h 6858000"/>
              <a:gd name="connsiteX596" fmla="*/ 655236 w 7467600"/>
              <a:gd name="connsiteY596" fmla="*/ 1268632 h 6858000"/>
              <a:gd name="connsiteX597" fmla="*/ 839521 w 7467600"/>
              <a:gd name="connsiteY597" fmla="*/ 1685315 h 6858000"/>
              <a:gd name="connsiteX598" fmla="*/ 1109416 w 7467600"/>
              <a:gd name="connsiteY598" fmla="*/ 2061663 h 6858000"/>
              <a:gd name="connsiteX599" fmla="*/ 1298300 w 7467600"/>
              <a:gd name="connsiteY599" fmla="*/ 2247742 h 6858000"/>
              <a:gd name="connsiteX600" fmla="*/ 1125871 w 7467600"/>
              <a:gd name="connsiteY600" fmla="*/ 1989513 h 6858000"/>
              <a:gd name="connsiteX601" fmla="*/ 981574 w 7467600"/>
              <a:gd name="connsiteY601" fmla="*/ 1783157 h 6858000"/>
              <a:gd name="connsiteX602" fmla="*/ 922198 w 7467600"/>
              <a:gd name="connsiteY602" fmla="*/ 1677437 h 6858000"/>
              <a:gd name="connsiteX603" fmla="*/ 869293 w 7467600"/>
              <a:gd name="connsiteY603" fmla="*/ 1583214 h 6858000"/>
              <a:gd name="connsiteX604" fmla="*/ 751431 w 7467600"/>
              <a:gd name="connsiteY604" fmla="*/ 1405731 h 6858000"/>
              <a:gd name="connsiteX605" fmla="*/ 655236 w 7467600"/>
              <a:gd name="connsiteY605" fmla="*/ 1268632 h 6858000"/>
              <a:gd name="connsiteX606" fmla="*/ 6516292 w 7467600"/>
              <a:gd name="connsiteY606" fmla="*/ 1263064 h 6858000"/>
              <a:gd name="connsiteX607" fmla="*/ 5736320 w 7467600"/>
              <a:gd name="connsiteY607" fmla="*/ 1501803 h 6858000"/>
              <a:gd name="connsiteX608" fmla="*/ 6516292 w 7467600"/>
              <a:gd name="connsiteY608" fmla="*/ 1263064 h 6858000"/>
              <a:gd name="connsiteX609" fmla="*/ 291466 w 7467600"/>
              <a:gd name="connsiteY609" fmla="*/ 1250369 h 6858000"/>
              <a:gd name="connsiteX610" fmla="*/ 323180 w 7467600"/>
              <a:gd name="connsiteY610" fmla="*/ 1435283 h 6858000"/>
              <a:gd name="connsiteX611" fmla="*/ 349381 w 7467600"/>
              <a:gd name="connsiteY611" fmla="*/ 1875041 h 6858000"/>
              <a:gd name="connsiteX612" fmla="*/ 374363 w 7467600"/>
              <a:gd name="connsiteY612" fmla="*/ 1506494 h 6858000"/>
              <a:gd name="connsiteX613" fmla="*/ 302168 w 7467600"/>
              <a:gd name="connsiteY613" fmla="*/ 1274495 h 6858000"/>
              <a:gd name="connsiteX614" fmla="*/ 291466 w 7467600"/>
              <a:gd name="connsiteY614" fmla="*/ 1250369 h 6858000"/>
              <a:gd name="connsiteX615" fmla="*/ 678222 w 7467600"/>
              <a:gd name="connsiteY615" fmla="*/ 1248670 h 6858000"/>
              <a:gd name="connsiteX616" fmla="*/ 775536 w 7467600"/>
              <a:gd name="connsiteY616" fmla="*/ 1388015 h 6858000"/>
              <a:gd name="connsiteX617" fmla="*/ 894529 w 7467600"/>
              <a:gd name="connsiteY617" fmla="*/ 1567739 h 6858000"/>
              <a:gd name="connsiteX618" fmla="*/ 948000 w 7467600"/>
              <a:gd name="connsiteY618" fmla="*/ 1663088 h 6858000"/>
              <a:gd name="connsiteX619" fmla="*/ 1006812 w 7467600"/>
              <a:gd name="connsiteY619" fmla="*/ 1767683 h 6858000"/>
              <a:gd name="connsiteX620" fmla="*/ 1149133 w 7467600"/>
              <a:gd name="connsiteY620" fmla="*/ 1971513 h 6858000"/>
              <a:gd name="connsiteX621" fmla="*/ 1333952 w 7467600"/>
              <a:gd name="connsiteY621" fmla="*/ 2251620 h 6858000"/>
              <a:gd name="connsiteX622" fmla="*/ 1337329 w 7467600"/>
              <a:gd name="connsiteY622" fmla="*/ 2258350 h 6858000"/>
              <a:gd name="connsiteX623" fmla="*/ 1014726 w 7467600"/>
              <a:gd name="connsiteY623" fmla="*/ 1615556 h 6858000"/>
              <a:gd name="connsiteX624" fmla="*/ 678222 w 7467600"/>
              <a:gd name="connsiteY624" fmla="*/ 1248670 h 6858000"/>
              <a:gd name="connsiteX625" fmla="*/ 6691602 w 7467600"/>
              <a:gd name="connsiteY625" fmla="*/ 1140573 h 6858000"/>
              <a:gd name="connsiteX626" fmla="*/ 6571100 w 7467600"/>
              <a:gd name="connsiteY626" fmla="*/ 1183662 h 6858000"/>
              <a:gd name="connsiteX627" fmla="*/ 6241687 w 7467600"/>
              <a:gd name="connsiteY627" fmla="*/ 1257600 h 6858000"/>
              <a:gd name="connsiteX628" fmla="*/ 5693009 w 7467600"/>
              <a:gd name="connsiteY628" fmla="*/ 1478256 h 6858000"/>
              <a:gd name="connsiteX629" fmla="*/ 6548420 w 7467600"/>
              <a:gd name="connsiteY629" fmla="*/ 1214599 h 6858000"/>
              <a:gd name="connsiteX630" fmla="*/ 6605473 w 7467600"/>
              <a:gd name="connsiteY630" fmla="*/ 1184686 h 6858000"/>
              <a:gd name="connsiteX631" fmla="*/ 6691602 w 7467600"/>
              <a:gd name="connsiteY631" fmla="*/ 1140573 h 6858000"/>
              <a:gd name="connsiteX632" fmla="*/ 4002475 w 7467600"/>
              <a:gd name="connsiteY632" fmla="*/ 1037802 h 6858000"/>
              <a:gd name="connsiteX633" fmla="*/ 4000324 w 7467600"/>
              <a:gd name="connsiteY633" fmla="*/ 1039362 h 6858000"/>
              <a:gd name="connsiteX634" fmla="*/ 4002862 w 7467600"/>
              <a:gd name="connsiteY634" fmla="*/ 1042866 h 6858000"/>
              <a:gd name="connsiteX635" fmla="*/ 4002475 w 7467600"/>
              <a:gd name="connsiteY635" fmla="*/ 1037802 h 6858000"/>
              <a:gd name="connsiteX636" fmla="*/ 506322 w 7467600"/>
              <a:gd name="connsiteY636" fmla="*/ 1020997 h 6858000"/>
              <a:gd name="connsiteX637" fmla="*/ 533068 w 7467600"/>
              <a:gd name="connsiteY637" fmla="*/ 1029409 h 6858000"/>
              <a:gd name="connsiteX638" fmla="*/ 1232525 w 7467600"/>
              <a:gd name="connsiteY638" fmla="*/ 1804675 h 6858000"/>
              <a:gd name="connsiteX639" fmla="*/ 1388858 w 7467600"/>
              <a:gd name="connsiteY639" fmla="*/ 2368011 h 6858000"/>
              <a:gd name="connsiteX640" fmla="*/ 1384098 w 7467600"/>
              <a:gd name="connsiteY640" fmla="*/ 2378125 h 6858000"/>
              <a:gd name="connsiteX641" fmla="*/ 1425393 w 7467600"/>
              <a:gd name="connsiteY641" fmla="*/ 2589124 h 6858000"/>
              <a:gd name="connsiteX642" fmla="*/ 1424001 w 7467600"/>
              <a:gd name="connsiteY642" fmla="*/ 2597541 h 6858000"/>
              <a:gd name="connsiteX643" fmla="*/ 2152729 w 7467600"/>
              <a:gd name="connsiteY643" fmla="*/ 2864487 h 6858000"/>
              <a:gd name="connsiteX644" fmla="*/ 2020609 w 7467600"/>
              <a:gd name="connsiteY644" fmla="*/ 2539671 h 6858000"/>
              <a:gd name="connsiteX645" fmla="*/ 2018920 w 7467600"/>
              <a:gd name="connsiteY645" fmla="*/ 2536309 h 6858000"/>
              <a:gd name="connsiteX646" fmla="*/ 1342441 w 7467600"/>
              <a:gd name="connsiteY646" fmla="*/ 1173017 h 6858000"/>
              <a:gd name="connsiteX647" fmla="*/ 1367925 w 7467600"/>
              <a:gd name="connsiteY647" fmla="*/ 1135648 h 6858000"/>
              <a:gd name="connsiteX648" fmla="*/ 1771401 w 7467600"/>
              <a:gd name="connsiteY648" fmla="*/ 1806673 h 6858000"/>
              <a:gd name="connsiteX649" fmla="*/ 1972385 w 7467600"/>
              <a:gd name="connsiteY649" fmla="*/ 2198735 h 6858000"/>
              <a:gd name="connsiteX650" fmla="*/ 2040892 w 7467600"/>
              <a:gd name="connsiteY650" fmla="*/ 2405205 h 6858000"/>
              <a:gd name="connsiteX651" fmla="*/ 2131689 w 7467600"/>
              <a:gd name="connsiteY651" fmla="*/ 1936926 h 6858000"/>
              <a:gd name="connsiteX652" fmla="*/ 2454820 w 7467600"/>
              <a:gd name="connsiteY652" fmla="*/ 1248808 h 6858000"/>
              <a:gd name="connsiteX653" fmla="*/ 2492512 w 7467600"/>
              <a:gd name="connsiteY653" fmla="*/ 1302920 h 6858000"/>
              <a:gd name="connsiteX654" fmla="*/ 2081216 w 7467600"/>
              <a:gd name="connsiteY654" fmla="*/ 2527513 h 6858000"/>
              <a:gd name="connsiteX655" fmla="*/ 2081211 w 7467600"/>
              <a:gd name="connsiteY655" fmla="*/ 2528916 h 6858000"/>
              <a:gd name="connsiteX656" fmla="*/ 2199067 w 7467600"/>
              <a:gd name="connsiteY656" fmla="*/ 2884061 h 6858000"/>
              <a:gd name="connsiteX657" fmla="*/ 3192586 w 7467600"/>
              <a:gd name="connsiteY657" fmla="*/ 3411496 h 6858000"/>
              <a:gd name="connsiteX658" fmla="*/ 3182620 w 7467600"/>
              <a:gd name="connsiteY658" fmla="*/ 3483279 h 6858000"/>
              <a:gd name="connsiteX659" fmla="*/ 2435119 w 7467600"/>
              <a:gd name="connsiteY659" fmla="*/ 3080173 h 6858000"/>
              <a:gd name="connsiteX660" fmla="*/ 2410152 w 7467600"/>
              <a:gd name="connsiteY660" fmla="*/ 3063751 h 6858000"/>
              <a:gd name="connsiteX661" fmla="*/ 2408099 w 7467600"/>
              <a:gd name="connsiteY661" fmla="*/ 3064403 h 6858000"/>
              <a:gd name="connsiteX662" fmla="*/ 2407218 w 7467600"/>
              <a:gd name="connsiteY662" fmla="*/ 3070324 h 6858000"/>
              <a:gd name="connsiteX663" fmla="*/ 2380138 w 7467600"/>
              <a:gd name="connsiteY663" fmla="*/ 3099341 h 6858000"/>
              <a:gd name="connsiteX664" fmla="*/ 1765923 w 7467600"/>
              <a:gd name="connsiteY664" fmla="*/ 3581043 h 6858000"/>
              <a:gd name="connsiteX665" fmla="*/ 1702258 w 7467600"/>
              <a:gd name="connsiteY665" fmla="*/ 3612286 h 6858000"/>
              <a:gd name="connsiteX666" fmla="*/ 1538370 w 7467600"/>
              <a:gd name="connsiteY666" fmla="*/ 3811804 h 6858000"/>
              <a:gd name="connsiteX667" fmla="*/ 542867 w 7467600"/>
              <a:gd name="connsiteY667" fmla="*/ 4944092 h 6858000"/>
              <a:gd name="connsiteX668" fmla="*/ 515800 w 7467600"/>
              <a:gd name="connsiteY668" fmla="*/ 4862180 h 6858000"/>
              <a:gd name="connsiteX669" fmla="*/ 909145 w 7467600"/>
              <a:gd name="connsiteY669" fmla="*/ 4199225 h 6858000"/>
              <a:gd name="connsiteX670" fmla="*/ 1214067 w 7467600"/>
              <a:gd name="connsiteY670" fmla="*/ 3908561 h 6858000"/>
              <a:gd name="connsiteX671" fmla="*/ 640967 w 7467600"/>
              <a:gd name="connsiteY671" fmla="*/ 4105601 h 6858000"/>
              <a:gd name="connsiteX672" fmla="*/ 112563 w 7467600"/>
              <a:gd name="connsiteY672" fmla="*/ 4396952 h 6858000"/>
              <a:gd name="connsiteX673" fmla="*/ 0 w 7467600"/>
              <a:gd name="connsiteY673" fmla="*/ 4466006 h 6858000"/>
              <a:gd name="connsiteX674" fmla="*/ 0 w 7467600"/>
              <a:gd name="connsiteY674" fmla="*/ 4233763 h 6858000"/>
              <a:gd name="connsiteX675" fmla="*/ 36881 w 7467600"/>
              <a:gd name="connsiteY675" fmla="*/ 4200118 h 6858000"/>
              <a:gd name="connsiteX676" fmla="*/ 910534 w 7467600"/>
              <a:gd name="connsiteY676" fmla="*/ 3629753 h 6858000"/>
              <a:gd name="connsiteX677" fmla="*/ 1578717 w 7467600"/>
              <a:gd name="connsiteY677" fmla="*/ 3575982 h 6858000"/>
              <a:gd name="connsiteX678" fmla="*/ 2338780 w 7467600"/>
              <a:gd name="connsiteY678" fmla="*/ 3033725 h 6858000"/>
              <a:gd name="connsiteX679" fmla="*/ 1807991 w 7467600"/>
              <a:gd name="connsiteY679" fmla="*/ 2807184 h 6858000"/>
              <a:gd name="connsiteX680" fmla="*/ 1416358 w 7467600"/>
              <a:gd name="connsiteY680" fmla="*/ 3112571 h 6858000"/>
              <a:gd name="connsiteX681" fmla="*/ 939066 w 7467600"/>
              <a:gd name="connsiteY681" fmla="*/ 3378798 h 6858000"/>
              <a:gd name="connsiteX682" fmla="*/ 115099 w 7467600"/>
              <a:gd name="connsiteY682" fmla="*/ 3607650 h 6858000"/>
              <a:gd name="connsiteX683" fmla="*/ 97284 w 7467600"/>
              <a:gd name="connsiteY683" fmla="*/ 3520393 h 6858000"/>
              <a:gd name="connsiteX684" fmla="*/ 922050 w 7467600"/>
              <a:gd name="connsiteY684" fmla="*/ 3074867 h 6858000"/>
              <a:gd name="connsiteX685" fmla="*/ 1405265 w 7467600"/>
              <a:gd name="connsiteY685" fmla="*/ 3016319 h 6858000"/>
              <a:gd name="connsiteX686" fmla="*/ 1407512 w 7467600"/>
              <a:gd name="connsiteY686" fmla="*/ 3018001 h 6858000"/>
              <a:gd name="connsiteX687" fmla="*/ 1726266 w 7467600"/>
              <a:gd name="connsiteY687" fmla="*/ 2777274 h 6858000"/>
              <a:gd name="connsiteX688" fmla="*/ 625390 w 7467600"/>
              <a:gd name="connsiteY688" fmla="*/ 2514541 h 6858000"/>
              <a:gd name="connsiteX689" fmla="*/ 619799 w 7467600"/>
              <a:gd name="connsiteY689" fmla="*/ 2527180 h 6858000"/>
              <a:gd name="connsiteX690" fmla="*/ 310030 w 7467600"/>
              <a:gd name="connsiteY690" fmla="*/ 2771818 h 6858000"/>
              <a:gd name="connsiteX691" fmla="*/ 173877 w 7467600"/>
              <a:gd name="connsiteY691" fmla="*/ 2937056 h 6858000"/>
              <a:gd name="connsiteX692" fmla="*/ 77889 w 7467600"/>
              <a:gd name="connsiteY692" fmla="*/ 3138440 h 6858000"/>
              <a:gd name="connsiteX693" fmla="*/ 0 w 7467600"/>
              <a:gd name="connsiteY693" fmla="*/ 3271395 h 6858000"/>
              <a:gd name="connsiteX694" fmla="*/ 0 w 7467600"/>
              <a:gd name="connsiteY694" fmla="*/ 3153002 h 6858000"/>
              <a:gd name="connsiteX695" fmla="*/ 2386 w 7467600"/>
              <a:gd name="connsiteY695" fmla="*/ 3149203 h 6858000"/>
              <a:gd name="connsiteX696" fmla="*/ 89753 w 7467600"/>
              <a:gd name="connsiteY696" fmla="*/ 2987702 h 6858000"/>
              <a:gd name="connsiteX697" fmla="*/ 76869 w 7467600"/>
              <a:gd name="connsiteY697" fmla="*/ 3005404 h 6858000"/>
              <a:gd name="connsiteX698" fmla="*/ 32049 w 7467600"/>
              <a:gd name="connsiteY698" fmla="*/ 3065814 h 6858000"/>
              <a:gd name="connsiteX699" fmla="*/ 0 w 7467600"/>
              <a:gd name="connsiteY699" fmla="*/ 3108744 h 6858000"/>
              <a:gd name="connsiteX700" fmla="*/ 0 w 7467600"/>
              <a:gd name="connsiteY700" fmla="*/ 3058059 h 6858000"/>
              <a:gd name="connsiteX701" fmla="*/ 7610 w 7467600"/>
              <a:gd name="connsiteY701" fmla="*/ 3047889 h 6858000"/>
              <a:gd name="connsiteX702" fmla="*/ 52419 w 7467600"/>
              <a:gd name="connsiteY702" fmla="*/ 2987479 h 6858000"/>
              <a:gd name="connsiteX703" fmla="*/ 59142 w 7467600"/>
              <a:gd name="connsiteY703" fmla="*/ 2978488 h 6858000"/>
              <a:gd name="connsiteX704" fmla="*/ 0 w 7467600"/>
              <a:gd name="connsiteY704" fmla="*/ 3015334 h 6858000"/>
              <a:gd name="connsiteX705" fmla="*/ 0 w 7467600"/>
              <a:gd name="connsiteY705" fmla="*/ 2914286 h 6858000"/>
              <a:gd name="connsiteX706" fmla="*/ 36383 w 7467600"/>
              <a:gd name="connsiteY706" fmla="*/ 2901128 h 6858000"/>
              <a:gd name="connsiteX707" fmla="*/ 156329 w 7467600"/>
              <a:gd name="connsiteY707" fmla="*/ 2840533 h 6858000"/>
              <a:gd name="connsiteX708" fmla="*/ 358355 w 7467600"/>
              <a:gd name="connsiteY708" fmla="*/ 2620471 h 6858000"/>
              <a:gd name="connsiteX709" fmla="*/ 510577 w 7467600"/>
              <a:gd name="connsiteY709" fmla="*/ 2501244 h 6858000"/>
              <a:gd name="connsiteX710" fmla="*/ 211967 w 7467600"/>
              <a:gd name="connsiteY710" fmla="*/ 2479171 h 6858000"/>
              <a:gd name="connsiteX711" fmla="*/ 0 w 7467600"/>
              <a:gd name="connsiteY711" fmla="*/ 2476398 h 6858000"/>
              <a:gd name="connsiteX712" fmla="*/ 0 w 7467600"/>
              <a:gd name="connsiteY712" fmla="*/ 2389189 h 6858000"/>
              <a:gd name="connsiteX713" fmla="*/ 103062 w 7467600"/>
              <a:gd name="connsiteY713" fmla="*/ 2389518 h 6858000"/>
              <a:gd name="connsiteX714" fmla="*/ 510734 w 7467600"/>
              <a:gd name="connsiteY714" fmla="*/ 2416201 h 6858000"/>
              <a:gd name="connsiteX715" fmla="*/ 279257 w 7467600"/>
              <a:gd name="connsiteY715" fmla="*/ 2092102 h 6858000"/>
              <a:gd name="connsiteX716" fmla="*/ 65265 w 7467600"/>
              <a:gd name="connsiteY716" fmla="*/ 2006049 h 6858000"/>
              <a:gd name="connsiteX717" fmla="*/ 0 w 7467600"/>
              <a:gd name="connsiteY717" fmla="*/ 1982532 h 6858000"/>
              <a:gd name="connsiteX718" fmla="*/ 0 w 7467600"/>
              <a:gd name="connsiteY718" fmla="*/ 1912789 h 6858000"/>
              <a:gd name="connsiteX719" fmla="*/ 97460 w 7467600"/>
              <a:gd name="connsiteY719" fmla="*/ 1953725 h 6858000"/>
              <a:gd name="connsiteX720" fmla="*/ 221272 w 7467600"/>
              <a:gd name="connsiteY720" fmla="*/ 1980766 h 6858000"/>
              <a:gd name="connsiteX721" fmla="*/ 116765 w 7467600"/>
              <a:gd name="connsiteY721" fmla="*/ 1911033 h 6858000"/>
              <a:gd name="connsiteX722" fmla="*/ 16405 w 7467600"/>
              <a:gd name="connsiteY722" fmla="*/ 1803412 h 6858000"/>
              <a:gd name="connsiteX723" fmla="*/ 0 w 7467600"/>
              <a:gd name="connsiteY723" fmla="*/ 1784777 h 6858000"/>
              <a:gd name="connsiteX724" fmla="*/ 0 w 7467600"/>
              <a:gd name="connsiteY724" fmla="*/ 1740082 h 6858000"/>
              <a:gd name="connsiteX725" fmla="*/ 39394 w 7467600"/>
              <a:gd name="connsiteY725" fmla="*/ 1784856 h 6858000"/>
              <a:gd name="connsiteX726" fmla="*/ 135813 w 7467600"/>
              <a:gd name="connsiteY726" fmla="*/ 1888838 h 6858000"/>
              <a:gd name="connsiteX727" fmla="*/ 242575 w 7467600"/>
              <a:gd name="connsiteY727" fmla="*/ 1958841 h 6858000"/>
              <a:gd name="connsiteX728" fmla="*/ 82197 w 7467600"/>
              <a:gd name="connsiteY728" fmla="*/ 1754826 h 6858000"/>
              <a:gd name="connsiteX729" fmla="*/ 0 w 7467600"/>
              <a:gd name="connsiteY729" fmla="*/ 1679650 h 6858000"/>
              <a:gd name="connsiteX730" fmla="*/ 0 w 7467600"/>
              <a:gd name="connsiteY730" fmla="*/ 1602463 h 6858000"/>
              <a:gd name="connsiteX731" fmla="*/ 84689 w 7467600"/>
              <a:gd name="connsiteY731" fmla="*/ 1677442 h 6858000"/>
              <a:gd name="connsiteX732" fmla="*/ 298437 w 7467600"/>
              <a:gd name="connsiteY732" fmla="*/ 1968019 h 6858000"/>
              <a:gd name="connsiteX733" fmla="*/ 227269 w 7467600"/>
              <a:gd name="connsiteY733" fmla="*/ 1114064 h 6858000"/>
              <a:gd name="connsiteX734" fmla="*/ 248003 w 7467600"/>
              <a:gd name="connsiteY734" fmla="*/ 1089613 h 6858000"/>
              <a:gd name="connsiteX735" fmla="*/ 427020 w 7467600"/>
              <a:gd name="connsiteY735" fmla="*/ 1619803 h 6858000"/>
              <a:gd name="connsiteX736" fmla="*/ 340345 w 7467600"/>
              <a:gd name="connsiteY736" fmla="*/ 2027739 h 6858000"/>
              <a:gd name="connsiteX737" fmla="*/ 360865 w 7467600"/>
              <a:gd name="connsiteY737" fmla="*/ 2044827 h 6858000"/>
              <a:gd name="connsiteX738" fmla="*/ 560414 w 7467600"/>
              <a:gd name="connsiteY738" fmla="*/ 2421457 h 6858000"/>
              <a:gd name="connsiteX739" fmla="*/ 1359703 w 7467600"/>
              <a:gd name="connsiteY739" fmla="*/ 2578554 h 6858000"/>
              <a:gd name="connsiteX740" fmla="*/ 1359422 w 7467600"/>
              <a:gd name="connsiteY740" fmla="*/ 2577994 h 6858000"/>
              <a:gd name="connsiteX741" fmla="*/ 828701 w 7467600"/>
              <a:gd name="connsiteY741" fmla="*/ 1839520 h 6858000"/>
              <a:gd name="connsiteX742" fmla="*/ 494427 w 7467600"/>
              <a:gd name="connsiteY742" fmla="*/ 1092333 h 6858000"/>
              <a:gd name="connsiteX743" fmla="*/ 506322 w 7467600"/>
              <a:gd name="connsiteY743" fmla="*/ 1020997 h 6858000"/>
              <a:gd name="connsiteX744" fmla="*/ 4570198 w 7467600"/>
              <a:gd name="connsiteY744" fmla="*/ 978081 h 6858000"/>
              <a:gd name="connsiteX745" fmla="*/ 4523691 w 7467600"/>
              <a:gd name="connsiteY745" fmla="*/ 1127776 h 6858000"/>
              <a:gd name="connsiteX746" fmla="*/ 4509875 w 7467600"/>
              <a:gd name="connsiteY746" fmla="*/ 1167552 h 6858000"/>
              <a:gd name="connsiteX747" fmla="*/ 4478168 w 7467600"/>
              <a:gd name="connsiteY747" fmla="*/ 1260735 h 6858000"/>
              <a:gd name="connsiteX748" fmla="*/ 4409309 w 7467600"/>
              <a:gd name="connsiteY748" fmla="*/ 1666996 h 6858000"/>
              <a:gd name="connsiteX749" fmla="*/ 4370031 w 7467600"/>
              <a:gd name="connsiteY749" fmla="*/ 1955666 h 6858000"/>
              <a:gd name="connsiteX750" fmla="*/ 4570198 w 7467600"/>
              <a:gd name="connsiteY750" fmla="*/ 978081 h 6858000"/>
              <a:gd name="connsiteX751" fmla="*/ 4557898 w 7467600"/>
              <a:gd name="connsiteY751" fmla="*/ 900011 h 6858000"/>
              <a:gd name="connsiteX752" fmla="*/ 4344840 w 7467600"/>
              <a:gd name="connsiteY752" fmla="*/ 1922038 h 6858000"/>
              <a:gd name="connsiteX753" fmla="*/ 4378710 w 7467600"/>
              <a:gd name="connsiteY753" fmla="*/ 1665516 h 6858000"/>
              <a:gd name="connsiteX754" fmla="*/ 4448798 w 7467600"/>
              <a:gd name="connsiteY754" fmla="*/ 1253024 h 6858000"/>
              <a:gd name="connsiteX755" fmla="*/ 4480315 w 7467600"/>
              <a:gd name="connsiteY755" fmla="*/ 1158454 h 6858000"/>
              <a:gd name="connsiteX756" fmla="*/ 4494133 w 7467600"/>
              <a:gd name="connsiteY756" fmla="*/ 1118676 h 6858000"/>
              <a:gd name="connsiteX757" fmla="*/ 4557898 w 7467600"/>
              <a:gd name="connsiteY757" fmla="*/ 900011 h 6858000"/>
              <a:gd name="connsiteX758" fmla="*/ 5870151 w 7467600"/>
              <a:gd name="connsiteY758" fmla="*/ 898890 h 6858000"/>
              <a:gd name="connsiteX759" fmla="*/ 5861335 w 7467600"/>
              <a:gd name="connsiteY759" fmla="*/ 899177 h 6858000"/>
              <a:gd name="connsiteX760" fmla="*/ 5843702 w 7467600"/>
              <a:gd name="connsiteY760" fmla="*/ 899748 h 6858000"/>
              <a:gd name="connsiteX761" fmla="*/ 5651107 w 7467600"/>
              <a:gd name="connsiteY761" fmla="*/ 920306 h 6858000"/>
              <a:gd name="connsiteX762" fmla="*/ 5459407 w 7467600"/>
              <a:gd name="connsiteY762" fmla="*/ 940975 h 6858000"/>
              <a:gd name="connsiteX763" fmla="*/ 5374846 w 7467600"/>
              <a:gd name="connsiteY763" fmla="*/ 941988 h 6858000"/>
              <a:gd name="connsiteX764" fmla="*/ 5256105 w 7467600"/>
              <a:gd name="connsiteY764" fmla="*/ 945632 h 6858000"/>
              <a:gd name="connsiteX765" fmla="*/ 5107071 w 7467600"/>
              <a:gd name="connsiteY765" fmla="*/ 969720 h 6858000"/>
              <a:gd name="connsiteX766" fmla="*/ 4998681 w 7467600"/>
              <a:gd name="connsiteY766" fmla="*/ 988771 h 6858000"/>
              <a:gd name="connsiteX767" fmla="*/ 5870151 w 7467600"/>
              <a:gd name="connsiteY767" fmla="*/ 898890 h 6858000"/>
              <a:gd name="connsiteX768" fmla="*/ 5504425 w 7467600"/>
              <a:gd name="connsiteY768" fmla="*/ 848067 h 6858000"/>
              <a:gd name="connsiteX769" fmla="*/ 4968849 w 7467600"/>
              <a:gd name="connsiteY769" fmla="*/ 962318 h 6858000"/>
              <a:gd name="connsiteX770" fmla="*/ 5104039 w 7467600"/>
              <a:gd name="connsiteY770" fmla="*/ 940634 h 6858000"/>
              <a:gd name="connsiteX771" fmla="*/ 5256311 w 7467600"/>
              <a:gd name="connsiteY771" fmla="*/ 916490 h 6858000"/>
              <a:gd name="connsiteX772" fmla="*/ 5377381 w 7467600"/>
              <a:gd name="connsiteY772" fmla="*/ 912671 h 6858000"/>
              <a:gd name="connsiteX773" fmla="*/ 5460148 w 7467600"/>
              <a:gd name="connsiteY773" fmla="*/ 911442 h 6858000"/>
              <a:gd name="connsiteX774" fmla="*/ 5648971 w 7467600"/>
              <a:gd name="connsiteY774" fmla="*/ 891331 h 6858000"/>
              <a:gd name="connsiteX775" fmla="*/ 5844807 w 7467600"/>
              <a:gd name="connsiteY775" fmla="*/ 870718 h 6858000"/>
              <a:gd name="connsiteX776" fmla="*/ 5862975 w 7467600"/>
              <a:gd name="connsiteY776" fmla="*/ 869756 h 6858000"/>
              <a:gd name="connsiteX777" fmla="*/ 5920887 w 7467600"/>
              <a:gd name="connsiteY777" fmla="*/ 865929 h 6858000"/>
              <a:gd name="connsiteX778" fmla="*/ 5504425 w 7467600"/>
              <a:gd name="connsiteY778" fmla="*/ 848067 h 6858000"/>
              <a:gd name="connsiteX779" fmla="*/ 3607114 w 7467600"/>
              <a:gd name="connsiteY779" fmla="*/ 467441 h 6858000"/>
              <a:gd name="connsiteX780" fmla="*/ 3296242 w 7467600"/>
              <a:gd name="connsiteY780" fmla="*/ 807991 h 6858000"/>
              <a:gd name="connsiteX781" fmla="*/ 3174674 w 7467600"/>
              <a:gd name="connsiteY781" fmla="*/ 919759 h 6858000"/>
              <a:gd name="connsiteX782" fmla="*/ 3042978 w 7467600"/>
              <a:gd name="connsiteY782" fmla="*/ 1054894 h 6858000"/>
              <a:gd name="connsiteX783" fmla="*/ 2968914 w 7467600"/>
              <a:gd name="connsiteY783" fmla="*/ 1133756 h 6858000"/>
              <a:gd name="connsiteX784" fmla="*/ 3103823 w 7467600"/>
              <a:gd name="connsiteY784" fmla="*/ 1026814 h 6858000"/>
              <a:gd name="connsiteX785" fmla="*/ 3607114 w 7467600"/>
              <a:gd name="connsiteY785" fmla="*/ 467441 h 6858000"/>
              <a:gd name="connsiteX786" fmla="*/ 3744487 w 7467600"/>
              <a:gd name="connsiteY786" fmla="*/ 383136 h 6858000"/>
              <a:gd name="connsiteX787" fmla="*/ 3970213 w 7467600"/>
              <a:gd name="connsiteY787" fmla="*/ 995559 h 6858000"/>
              <a:gd name="connsiteX788" fmla="*/ 3744487 w 7467600"/>
              <a:gd name="connsiteY788" fmla="*/ 383136 h 6858000"/>
              <a:gd name="connsiteX789" fmla="*/ 3624562 w 7467600"/>
              <a:gd name="connsiteY789" fmla="*/ 367041 h 6858000"/>
              <a:gd name="connsiteX790" fmla="*/ 3489712 w 7467600"/>
              <a:gd name="connsiteY790" fmla="*/ 485386 h 6858000"/>
              <a:gd name="connsiteX791" fmla="*/ 3182994 w 7467600"/>
              <a:gd name="connsiteY791" fmla="*/ 828265 h 6858000"/>
              <a:gd name="connsiteX792" fmla="*/ 2892114 w 7467600"/>
              <a:gd name="connsiteY792" fmla="*/ 1172635 h 6858000"/>
              <a:gd name="connsiteX793" fmla="*/ 3021459 w 7467600"/>
              <a:gd name="connsiteY793" fmla="*/ 1035385 h 6858000"/>
              <a:gd name="connsiteX794" fmla="*/ 3153873 w 7467600"/>
              <a:gd name="connsiteY794" fmla="*/ 898971 h 6858000"/>
              <a:gd name="connsiteX795" fmla="*/ 3276511 w 7467600"/>
              <a:gd name="connsiteY795" fmla="*/ 786423 h 6858000"/>
              <a:gd name="connsiteX796" fmla="*/ 3584154 w 7467600"/>
              <a:gd name="connsiteY796" fmla="*/ 448218 h 6858000"/>
              <a:gd name="connsiteX797" fmla="*/ 3624562 w 7467600"/>
              <a:gd name="connsiteY797" fmla="*/ 367041 h 6858000"/>
              <a:gd name="connsiteX798" fmla="*/ 3766672 w 7467600"/>
              <a:gd name="connsiteY798" fmla="*/ 359429 h 6858000"/>
              <a:gd name="connsiteX799" fmla="*/ 3996338 w 7467600"/>
              <a:gd name="connsiteY799" fmla="*/ 968237 h 6858000"/>
              <a:gd name="connsiteX800" fmla="*/ 3766672 w 7467600"/>
              <a:gd name="connsiteY800" fmla="*/ 359429 h 6858000"/>
              <a:gd name="connsiteX801" fmla="*/ 5805386 w 7467600"/>
              <a:gd name="connsiteY801" fmla="*/ 239240 h 6858000"/>
              <a:gd name="connsiteX802" fmla="*/ 5736947 w 7467600"/>
              <a:gd name="connsiteY802" fmla="*/ 261367 h 6858000"/>
              <a:gd name="connsiteX803" fmla="*/ 5427012 w 7467600"/>
              <a:gd name="connsiteY803" fmla="*/ 311272 h 6858000"/>
              <a:gd name="connsiteX804" fmla="*/ 5147818 w 7467600"/>
              <a:gd name="connsiteY804" fmla="*/ 322112 h 6858000"/>
              <a:gd name="connsiteX805" fmla="*/ 5060854 w 7467600"/>
              <a:gd name="connsiteY805" fmla="*/ 311882 h 6858000"/>
              <a:gd name="connsiteX806" fmla="*/ 4945989 w 7467600"/>
              <a:gd name="connsiteY806" fmla="*/ 300516 h 6858000"/>
              <a:gd name="connsiteX807" fmla="*/ 5410479 w 7467600"/>
              <a:gd name="connsiteY807" fmla="*/ 348434 h 6858000"/>
              <a:gd name="connsiteX808" fmla="*/ 5805386 w 7467600"/>
              <a:gd name="connsiteY808" fmla="*/ 239240 h 6858000"/>
              <a:gd name="connsiteX809" fmla="*/ 5905192 w 7467600"/>
              <a:gd name="connsiteY809" fmla="*/ 163079 h 6858000"/>
              <a:gd name="connsiteX810" fmla="*/ 5865655 w 7467600"/>
              <a:gd name="connsiteY810" fmla="*/ 171901 h 6858000"/>
              <a:gd name="connsiteX811" fmla="*/ 5259740 w 7467600"/>
              <a:gd name="connsiteY811" fmla="*/ 257013 h 6858000"/>
              <a:gd name="connsiteX812" fmla="*/ 5208466 w 7467600"/>
              <a:gd name="connsiteY812" fmla="*/ 257550 h 6858000"/>
              <a:gd name="connsiteX813" fmla="*/ 4980204 w 7467600"/>
              <a:gd name="connsiteY813" fmla="*/ 271903 h 6858000"/>
              <a:gd name="connsiteX814" fmla="*/ 5068068 w 7467600"/>
              <a:gd name="connsiteY814" fmla="*/ 282244 h 6858000"/>
              <a:gd name="connsiteX815" fmla="*/ 5153231 w 7467600"/>
              <a:gd name="connsiteY815" fmla="*/ 292240 h 6858000"/>
              <a:gd name="connsiteX816" fmla="*/ 5426491 w 7467600"/>
              <a:gd name="connsiteY816" fmla="*/ 281128 h 6858000"/>
              <a:gd name="connsiteX817" fmla="*/ 5731212 w 7467600"/>
              <a:gd name="connsiteY817" fmla="*/ 231951 h 6858000"/>
              <a:gd name="connsiteX818" fmla="*/ 5905192 w 7467600"/>
              <a:gd name="connsiteY818" fmla="*/ 163079 h 6858000"/>
              <a:gd name="connsiteX819" fmla="*/ 5944437 w 7467600"/>
              <a:gd name="connsiteY819" fmla="*/ 113829 h 6858000"/>
              <a:gd name="connsiteX820" fmla="*/ 5825032 w 7467600"/>
              <a:gd name="connsiteY820" fmla="*/ 146405 h 6858000"/>
              <a:gd name="connsiteX821" fmla="*/ 4955599 w 7467600"/>
              <a:gd name="connsiteY821" fmla="*/ 247008 h 6858000"/>
              <a:gd name="connsiteX822" fmla="*/ 5210104 w 7467600"/>
              <a:gd name="connsiteY822" fmla="*/ 228123 h 6858000"/>
              <a:gd name="connsiteX823" fmla="*/ 5261015 w 7467600"/>
              <a:gd name="connsiteY823" fmla="*/ 227087 h 6858000"/>
              <a:gd name="connsiteX824" fmla="*/ 5861181 w 7467600"/>
              <a:gd name="connsiteY824" fmla="*/ 143093 h 6858000"/>
              <a:gd name="connsiteX825" fmla="*/ 5961252 w 7467600"/>
              <a:gd name="connsiteY825" fmla="*/ 114820 h 6858000"/>
              <a:gd name="connsiteX826" fmla="*/ 5944437 w 7467600"/>
              <a:gd name="connsiteY826" fmla="*/ 113829 h 6858000"/>
              <a:gd name="connsiteX827" fmla="*/ 3882765 w 7467600"/>
              <a:gd name="connsiteY827" fmla="*/ 0 h 6858000"/>
              <a:gd name="connsiteX828" fmla="*/ 3995099 w 7467600"/>
              <a:gd name="connsiteY828" fmla="*/ 0 h 6858000"/>
              <a:gd name="connsiteX829" fmla="*/ 4163818 w 7467600"/>
              <a:gd name="connsiteY829" fmla="*/ 234104 h 6858000"/>
              <a:gd name="connsiteX830" fmla="*/ 4172099 w 7467600"/>
              <a:gd name="connsiteY830" fmla="*/ 234207 h 6858000"/>
              <a:gd name="connsiteX831" fmla="*/ 4784282 w 7467600"/>
              <a:gd name="connsiteY831" fmla="*/ 276561 h 6858000"/>
              <a:gd name="connsiteX832" fmla="*/ 4801687 w 7467600"/>
              <a:gd name="connsiteY832" fmla="*/ 267764 h 6858000"/>
              <a:gd name="connsiteX833" fmla="*/ 6082788 w 7467600"/>
              <a:gd name="connsiteY833" fmla="*/ 64119 h 6858000"/>
              <a:gd name="connsiteX834" fmla="*/ 6099442 w 7467600"/>
              <a:gd name="connsiteY834" fmla="*/ 82568 h 6858000"/>
              <a:gd name="connsiteX835" fmla="*/ 4804137 w 7467600"/>
              <a:gd name="connsiteY835" fmla="*/ 320931 h 6858000"/>
              <a:gd name="connsiteX836" fmla="*/ 4227047 w 7467600"/>
              <a:gd name="connsiteY836" fmla="*/ 313415 h 6858000"/>
              <a:gd name="connsiteX837" fmla="*/ 4346041 w 7467600"/>
              <a:gd name="connsiteY837" fmla="*/ 456086 h 6858000"/>
              <a:gd name="connsiteX838" fmla="*/ 4870967 w 7467600"/>
              <a:gd name="connsiteY838" fmla="*/ 963061 h 6858000"/>
              <a:gd name="connsiteX839" fmla="*/ 4889647 w 7467600"/>
              <a:gd name="connsiteY839" fmla="*/ 957147 h 6858000"/>
              <a:gd name="connsiteX840" fmla="*/ 5422504 w 7467600"/>
              <a:gd name="connsiteY840" fmla="*/ 805191 h 6858000"/>
              <a:gd name="connsiteX841" fmla="*/ 6087656 w 7467600"/>
              <a:gd name="connsiteY841" fmla="*/ 826703 h 6858000"/>
              <a:gd name="connsiteX842" fmla="*/ 6058717 w 7467600"/>
              <a:gd name="connsiteY842" fmla="*/ 865992 h 6858000"/>
              <a:gd name="connsiteX843" fmla="*/ 4974153 w 7467600"/>
              <a:gd name="connsiteY843" fmla="*/ 1045456 h 6858000"/>
              <a:gd name="connsiteX844" fmla="*/ 5627835 w 7467600"/>
              <a:gd name="connsiteY844" fmla="*/ 1472077 h 6858000"/>
              <a:gd name="connsiteX845" fmla="*/ 5629817 w 7467600"/>
              <a:gd name="connsiteY845" fmla="*/ 1471412 h 6858000"/>
              <a:gd name="connsiteX846" fmla="*/ 5634124 w 7467600"/>
              <a:gd name="connsiteY846" fmla="*/ 1470572 h 6858000"/>
              <a:gd name="connsiteX847" fmla="*/ 5755832 w 7467600"/>
              <a:gd name="connsiteY847" fmla="*/ 1383886 h 6858000"/>
              <a:gd name="connsiteX848" fmla="*/ 6014186 w 7467600"/>
              <a:gd name="connsiteY848" fmla="*/ 1279799 h 6858000"/>
              <a:gd name="connsiteX849" fmla="*/ 6901619 w 7467600"/>
              <a:gd name="connsiteY849" fmla="*/ 1047874 h 6858000"/>
              <a:gd name="connsiteX850" fmla="*/ 6931566 w 7467600"/>
              <a:gd name="connsiteY850" fmla="*/ 1062034 h 6858000"/>
              <a:gd name="connsiteX851" fmla="*/ 5790982 w 7467600"/>
              <a:gd name="connsiteY851" fmla="*/ 1561380 h 6858000"/>
              <a:gd name="connsiteX852" fmla="*/ 6188971 w 7467600"/>
              <a:gd name="connsiteY852" fmla="*/ 1755168 h 6858000"/>
              <a:gd name="connsiteX853" fmla="*/ 6202446 w 7467600"/>
              <a:gd name="connsiteY853" fmla="*/ 1752268 h 6858000"/>
              <a:gd name="connsiteX854" fmla="*/ 7179560 w 7467600"/>
              <a:gd name="connsiteY854" fmla="*/ 1467551 h 6858000"/>
              <a:gd name="connsiteX855" fmla="*/ 7158730 w 7467600"/>
              <a:gd name="connsiteY855" fmla="*/ 1507835 h 6858000"/>
              <a:gd name="connsiteX856" fmla="*/ 6326959 w 7467600"/>
              <a:gd name="connsiteY856" fmla="*/ 1817686 h 6858000"/>
              <a:gd name="connsiteX857" fmla="*/ 6537433 w 7467600"/>
              <a:gd name="connsiteY857" fmla="*/ 1907790 h 6858000"/>
              <a:gd name="connsiteX858" fmla="*/ 6550221 w 7467600"/>
              <a:gd name="connsiteY858" fmla="*/ 1910729 h 6858000"/>
              <a:gd name="connsiteX859" fmla="*/ 6964438 w 7467600"/>
              <a:gd name="connsiteY859" fmla="*/ 2209505 h 6858000"/>
              <a:gd name="connsiteX860" fmla="*/ 7367862 w 7467600"/>
              <a:gd name="connsiteY860" fmla="*/ 2806833 h 6858000"/>
              <a:gd name="connsiteX861" fmla="*/ 7364329 w 7467600"/>
              <a:gd name="connsiteY861" fmla="*/ 2826907 h 6858000"/>
              <a:gd name="connsiteX862" fmla="*/ 7290545 w 7467600"/>
              <a:gd name="connsiteY862" fmla="*/ 2850663 h 6858000"/>
              <a:gd name="connsiteX863" fmla="*/ 6472036 w 7467600"/>
              <a:gd name="connsiteY863" fmla="*/ 1959003 h 6858000"/>
              <a:gd name="connsiteX864" fmla="*/ 5792897 w 7467600"/>
              <a:gd name="connsiteY864" fmla="*/ 1647747 h 6858000"/>
              <a:gd name="connsiteX865" fmla="*/ 5842751 w 7467600"/>
              <a:gd name="connsiteY865" fmla="*/ 1816112 h 6858000"/>
              <a:gd name="connsiteX866" fmla="*/ 5847424 w 7467600"/>
              <a:gd name="connsiteY866" fmla="*/ 1815776 h 6858000"/>
              <a:gd name="connsiteX867" fmla="*/ 6399821 w 7467600"/>
              <a:gd name="connsiteY867" fmla="*/ 2344799 h 6858000"/>
              <a:gd name="connsiteX868" fmla="*/ 6323232 w 7467600"/>
              <a:gd name="connsiteY868" fmla="*/ 2389634 h 6858000"/>
              <a:gd name="connsiteX869" fmla="*/ 5942958 w 7467600"/>
              <a:gd name="connsiteY869" fmla="*/ 2077708 h 6858000"/>
              <a:gd name="connsiteX870" fmla="*/ 5921559 w 7467600"/>
              <a:gd name="connsiteY870" fmla="*/ 2378596 h 6858000"/>
              <a:gd name="connsiteX871" fmla="*/ 5817651 w 7467600"/>
              <a:gd name="connsiteY871" fmla="*/ 3023919 h 6858000"/>
              <a:gd name="connsiteX872" fmla="*/ 5729634 w 7467600"/>
              <a:gd name="connsiteY872" fmla="*/ 3051849 h 6858000"/>
              <a:gd name="connsiteX873" fmla="*/ 5611018 w 7467600"/>
              <a:gd name="connsiteY873" fmla="*/ 2316769 h 6858000"/>
              <a:gd name="connsiteX874" fmla="*/ 5687608 w 7467600"/>
              <a:gd name="connsiteY874" fmla="*/ 2039972 h 6858000"/>
              <a:gd name="connsiteX875" fmla="*/ 5657554 w 7467600"/>
              <a:gd name="connsiteY875" fmla="*/ 1576445 h 6858000"/>
              <a:gd name="connsiteX876" fmla="*/ 5150475 w 7467600"/>
              <a:gd name="connsiteY876" fmla="*/ 1274012 h 6858000"/>
              <a:gd name="connsiteX877" fmla="*/ 5349142 w 7467600"/>
              <a:gd name="connsiteY877" fmla="*/ 2204405 h 6858000"/>
              <a:gd name="connsiteX878" fmla="*/ 5262214 w 7467600"/>
              <a:gd name="connsiteY878" fmla="*/ 2233836 h 6858000"/>
              <a:gd name="connsiteX879" fmla="*/ 4981539 w 7467600"/>
              <a:gd name="connsiteY879" fmla="*/ 1542201 h 6858000"/>
              <a:gd name="connsiteX880" fmla="*/ 4958461 w 7467600"/>
              <a:gd name="connsiteY880" fmla="*/ 1136957 h 6858000"/>
              <a:gd name="connsiteX881" fmla="*/ 4655015 w 7467600"/>
              <a:gd name="connsiteY881" fmla="*/ 891426 h 6858000"/>
              <a:gd name="connsiteX882" fmla="*/ 4348002 w 7467600"/>
              <a:gd name="connsiteY882" fmla="*/ 2205895 h 6858000"/>
              <a:gd name="connsiteX883" fmla="*/ 4262250 w 7467600"/>
              <a:gd name="connsiteY883" fmla="*/ 2219972 h 6858000"/>
              <a:gd name="connsiteX884" fmla="*/ 4550611 w 7467600"/>
              <a:gd name="connsiteY884" fmla="*/ 817540 h 6858000"/>
              <a:gd name="connsiteX885" fmla="*/ 4564418 w 7467600"/>
              <a:gd name="connsiteY885" fmla="*/ 808293 h 6858000"/>
              <a:gd name="connsiteX886" fmla="*/ 4266388 w 7467600"/>
              <a:gd name="connsiteY886" fmla="*/ 500083 h 6858000"/>
              <a:gd name="connsiteX887" fmla="*/ 4032842 w 7467600"/>
              <a:gd name="connsiteY887" fmla="*/ 211809 h 6858000"/>
              <a:gd name="connsiteX888" fmla="*/ 3882765 w 7467600"/>
              <a:gd name="connsiteY888" fmla="*/ 0 h 6858000"/>
              <a:gd name="connsiteX889" fmla="*/ 3721337 w 7467600"/>
              <a:gd name="connsiteY889" fmla="*/ 0 h 6858000"/>
              <a:gd name="connsiteX890" fmla="*/ 3797544 w 7467600"/>
              <a:gd name="connsiteY890" fmla="*/ 0 h 6858000"/>
              <a:gd name="connsiteX891" fmla="*/ 3775734 w 7467600"/>
              <a:gd name="connsiteY891" fmla="*/ 95131 h 6858000"/>
              <a:gd name="connsiteX892" fmla="*/ 3724807 w 7467600"/>
              <a:gd name="connsiteY892" fmla="*/ 272257 h 6858000"/>
              <a:gd name="connsiteX893" fmla="*/ 3726844 w 7467600"/>
              <a:gd name="connsiteY893" fmla="*/ 282988 h 6858000"/>
              <a:gd name="connsiteX894" fmla="*/ 3742664 w 7467600"/>
              <a:gd name="connsiteY894" fmla="*/ 279918 h 6858000"/>
              <a:gd name="connsiteX895" fmla="*/ 4103910 w 7467600"/>
              <a:gd name="connsiteY895" fmla="*/ 1161917 h 6858000"/>
              <a:gd name="connsiteX896" fmla="*/ 4020269 w 7467600"/>
              <a:gd name="connsiteY896" fmla="*/ 1200406 h 6858000"/>
              <a:gd name="connsiteX897" fmla="*/ 3674882 w 7467600"/>
              <a:gd name="connsiteY897" fmla="*/ 488524 h 6858000"/>
              <a:gd name="connsiteX898" fmla="*/ 3132682 w 7467600"/>
              <a:gd name="connsiteY898" fmla="*/ 1072284 h 6858000"/>
              <a:gd name="connsiteX899" fmla="*/ 2716346 w 7467600"/>
              <a:gd name="connsiteY899" fmla="*/ 1276376 h 6858000"/>
              <a:gd name="connsiteX900" fmla="*/ 2716772 w 7467600"/>
              <a:gd name="connsiteY900" fmla="*/ 1255462 h 6858000"/>
              <a:gd name="connsiteX901" fmla="*/ 3471096 w 7467600"/>
              <a:gd name="connsiteY901" fmla="*/ 437072 h 6858000"/>
              <a:gd name="connsiteX902" fmla="*/ 3639057 w 7467600"/>
              <a:gd name="connsiteY902" fmla="*/ 286334 h 6858000"/>
              <a:gd name="connsiteX903" fmla="*/ 3640309 w 7467600"/>
              <a:gd name="connsiteY903" fmla="*/ 284664 h 6858000"/>
              <a:gd name="connsiteX904" fmla="*/ 3646022 w 7467600"/>
              <a:gd name="connsiteY904" fmla="*/ 276711 h 6858000"/>
              <a:gd name="connsiteX905" fmla="*/ 3707943 w 7467600"/>
              <a:gd name="connsiteY905" fmla="*/ 65958 h 6858000"/>
              <a:gd name="connsiteX906" fmla="*/ 3721337 w 7467600"/>
              <a:gd name="connsiteY906" fmla="*/ 0 h 6858000"/>
              <a:gd name="connsiteX907" fmla="*/ 2867960 w 7467600"/>
              <a:gd name="connsiteY907" fmla="*/ 0 h 6858000"/>
              <a:gd name="connsiteX908" fmla="*/ 2926351 w 7467600"/>
              <a:gd name="connsiteY908" fmla="*/ 0 h 6858000"/>
              <a:gd name="connsiteX909" fmla="*/ 2902823 w 7467600"/>
              <a:gd name="connsiteY909" fmla="*/ 262929 h 6858000"/>
              <a:gd name="connsiteX910" fmla="*/ 2940663 w 7467600"/>
              <a:gd name="connsiteY910" fmla="*/ 140884 h 6858000"/>
              <a:gd name="connsiteX911" fmla="*/ 2947039 w 7467600"/>
              <a:gd name="connsiteY911" fmla="*/ 122524 h 6858000"/>
              <a:gd name="connsiteX912" fmla="*/ 2984316 w 7467600"/>
              <a:gd name="connsiteY912" fmla="*/ 0 h 6858000"/>
              <a:gd name="connsiteX913" fmla="*/ 3016114 w 7467600"/>
              <a:gd name="connsiteY913" fmla="*/ 0 h 6858000"/>
              <a:gd name="connsiteX914" fmla="*/ 2979949 w 7467600"/>
              <a:gd name="connsiteY914" fmla="*/ 119274 h 6858000"/>
              <a:gd name="connsiteX915" fmla="*/ 3023879 w 7467600"/>
              <a:gd name="connsiteY915" fmla="*/ 0 h 6858000"/>
              <a:gd name="connsiteX916" fmla="*/ 3105400 w 7467600"/>
              <a:gd name="connsiteY916" fmla="*/ 0 h 6858000"/>
              <a:gd name="connsiteX917" fmla="*/ 3094669 w 7467600"/>
              <a:gd name="connsiteY917" fmla="*/ 30308 h 6858000"/>
              <a:gd name="connsiteX918" fmla="*/ 2901945 w 7467600"/>
              <a:gd name="connsiteY918" fmla="*/ 466538 h 6858000"/>
              <a:gd name="connsiteX919" fmla="*/ 2815209 w 7467600"/>
              <a:gd name="connsiteY919" fmla="*/ 497361 h 6858000"/>
              <a:gd name="connsiteX920" fmla="*/ 2844845 w 7467600"/>
              <a:gd name="connsiteY920" fmla="*/ 127638 h 6858000"/>
              <a:gd name="connsiteX921" fmla="*/ 2867960 w 7467600"/>
              <a:gd name="connsiteY921" fmla="*/ 0 h 6858000"/>
              <a:gd name="connsiteX922" fmla="*/ 1057230 w 7467600"/>
              <a:gd name="connsiteY922" fmla="*/ 0 h 6858000"/>
              <a:gd name="connsiteX923" fmla="*/ 1111003 w 7467600"/>
              <a:gd name="connsiteY923" fmla="*/ 0 h 6858000"/>
              <a:gd name="connsiteX924" fmla="*/ 1125553 w 7467600"/>
              <a:gd name="connsiteY924" fmla="*/ 52588 h 6858000"/>
              <a:gd name="connsiteX925" fmla="*/ 1304276 w 7467600"/>
              <a:gd name="connsiteY925" fmla="*/ 476275 h 6858000"/>
              <a:gd name="connsiteX926" fmla="*/ 1492066 w 7467600"/>
              <a:gd name="connsiteY926" fmla="*/ 886333 h 6858000"/>
              <a:gd name="connsiteX927" fmla="*/ 1423698 w 7467600"/>
              <a:gd name="connsiteY927" fmla="*/ 710817 h 6858000"/>
              <a:gd name="connsiteX928" fmla="*/ 1357609 w 7467600"/>
              <a:gd name="connsiteY928" fmla="*/ 532892 h 6858000"/>
              <a:gd name="connsiteX929" fmla="*/ 1309550 w 7467600"/>
              <a:gd name="connsiteY929" fmla="*/ 374031 h 6858000"/>
              <a:gd name="connsiteX930" fmla="*/ 1193673 w 7467600"/>
              <a:gd name="connsiteY930" fmla="*/ 49533 h 6858000"/>
              <a:gd name="connsiteX931" fmla="*/ 1164391 w 7467600"/>
              <a:gd name="connsiteY931" fmla="*/ 0 h 6858000"/>
              <a:gd name="connsiteX932" fmla="*/ 1200666 w 7467600"/>
              <a:gd name="connsiteY932" fmla="*/ 0 h 6858000"/>
              <a:gd name="connsiteX933" fmla="*/ 1223408 w 7467600"/>
              <a:gd name="connsiteY933" fmla="*/ 38996 h 6858000"/>
              <a:gd name="connsiteX934" fmla="*/ 1339635 w 7467600"/>
              <a:gd name="connsiteY934" fmla="*/ 365517 h 6858000"/>
              <a:gd name="connsiteX935" fmla="*/ 1387469 w 7467600"/>
              <a:gd name="connsiteY935" fmla="*/ 523079 h 6858000"/>
              <a:gd name="connsiteX936" fmla="*/ 1452685 w 7467600"/>
              <a:gd name="connsiteY936" fmla="*/ 699806 h 6858000"/>
              <a:gd name="connsiteX937" fmla="*/ 1492092 w 7467600"/>
              <a:gd name="connsiteY937" fmla="*/ 800424 h 6858000"/>
              <a:gd name="connsiteX938" fmla="*/ 1455302 w 7467600"/>
              <a:gd name="connsiteY938" fmla="*/ 632913 h 6858000"/>
              <a:gd name="connsiteX939" fmla="*/ 1222336 w 7467600"/>
              <a:gd name="connsiteY939" fmla="*/ 9480 h 6858000"/>
              <a:gd name="connsiteX940" fmla="*/ 1214634 w 7467600"/>
              <a:gd name="connsiteY940" fmla="*/ 0 h 6858000"/>
              <a:gd name="connsiteX941" fmla="*/ 1289827 w 7467600"/>
              <a:gd name="connsiteY941" fmla="*/ 0 h 6858000"/>
              <a:gd name="connsiteX942" fmla="*/ 1321076 w 7467600"/>
              <a:gd name="connsiteY942" fmla="*/ 59722 h 6858000"/>
              <a:gd name="connsiteX943" fmla="*/ 1512579 w 7467600"/>
              <a:gd name="connsiteY943" fmla="*/ 626441 h 6858000"/>
              <a:gd name="connsiteX944" fmla="*/ 1506076 w 7467600"/>
              <a:gd name="connsiteY944" fmla="*/ 1089289 h 6858000"/>
              <a:gd name="connsiteX945" fmla="*/ 1486346 w 7467600"/>
              <a:gd name="connsiteY945" fmla="*/ 1079919 h 6858000"/>
              <a:gd name="connsiteX946" fmla="*/ 1070511 w 7467600"/>
              <a:gd name="connsiteY946" fmla="*/ 48609 h 6858000"/>
              <a:gd name="connsiteX947" fmla="*/ 1057230 w 7467600"/>
              <a:gd name="connsiteY947" fmla="*/ 0 h 6858000"/>
              <a:gd name="connsiteX948" fmla="*/ 43151 w 7467600"/>
              <a:gd name="connsiteY948" fmla="*/ 0 h 6858000"/>
              <a:gd name="connsiteX949" fmla="*/ 95283 w 7467600"/>
              <a:gd name="connsiteY949" fmla="*/ 0 h 6858000"/>
              <a:gd name="connsiteX950" fmla="*/ 300708 w 7467600"/>
              <a:gd name="connsiteY950" fmla="*/ 154571 h 6858000"/>
              <a:gd name="connsiteX951" fmla="*/ 530414 w 7467600"/>
              <a:gd name="connsiteY951" fmla="*/ 354673 h 6858000"/>
              <a:gd name="connsiteX952" fmla="*/ 333785 w 7467600"/>
              <a:gd name="connsiteY952" fmla="*/ 161564 h 6858000"/>
              <a:gd name="connsiteX953" fmla="*/ 147005 w 7467600"/>
              <a:gd name="connsiteY953" fmla="*/ 0 h 6858000"/>
              <a:gd name="connsiteX954" fmla="*/ 272509 w 7467600"/>
              <a:gd name="connsiteY954" fmla="*/ 0 h 6858000"/>
              <a:gd name="connsiteX955" fmla="*/ 326276 w 7467600"/>
              <a:gd name="connsiteY955" fmla="*/ 45847 h 6858000"/>
              <a:gd name="connsiteX956" fmla="*/ 823759 w 7467600"/>
              <a:gd name="connsiteY956" fmla="*/ 574145 h 6858000"/>
              <a:gd name="connsiteX957" fmla="*/ 811254 w 7467600"/>
              <a:gd name="connsiteY957" fmla="*/ 665546 h 6858000"/>
              <a:gd name="connsiteX958" fmla="*/ 154042 w 7467600"/>
              <a:gd name="connsiteY958" fmla="*/ 261522 h 6858000"/>
              <a:gd name="connsiteX959" fmla="*/ 13550 w 7467600"/>
              <a:gd name="connsiteY959" fmla="*/ 158423 h 6858000"/>
              <a:gd name="connsiteX960" fmla="*/ 0 w 7467600"/>
              <a:gd name="connsiteY960" fmla="*/ 146618 h 6858000"/>
              <a:gd name="connsiteX961" fmla="*/ 0 w 7467600"/>
              <a:gd name="connsiteY961" fmla="*/ 59161 h 6858000"/>
              <a:gd name="connsiteX962" fmla="*/ 45427 w 7467600"/>
              <a:gd name="connsiteY962" fmla="*/ 101078 h 6858000"/>
              <a:gd name="connsiteX963" fmla="*/ 630103 w 7467600"/>
              <a:gd name="connsiteY963" fmla="*/ 485885 h 6858000"/>
              <a:gd name="connsiteX964" fmla="*/ 532040 w 7467600"/>
              <a:gd name="connsiteY964" fmla="*/ 399359 h 6858000"/>
              <a:gd name="connsiteX965" fmla="*/ 517618 w 7467600"/>
              <a:gd name="connsiteY965" fmla="*/ 385726 h 6858000"/>
              <a:gd name="connsiteX966" fmla="*/ 285074 w 7467600"/>
              <a:gd name="connsiteY966" fmla="*/ 182755 h 6858000"/>
              <a:gd name="connsiteX967" fmla="*/ 43151 w 7467600"/>
              <a:gd name="connsiteY96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467600 w 7467600"/>
              <a:gd name="connsiteY77" fmla="*/ 6012219 h 6858000"/>
              <a:gd name="connsiteX78" fmla="*/ 7356878 w 7467600"/>
              <a:gd name="connsiteY78" fmla="*/ 5981332 h 6858000"/>
              <a:gd name="connsiteX79" fmla="*/ 7467600 w 7467600"/>
              <a:gd name="connsiteY79" fmla="*/ 6117703 h 6858000"/>
              <a:gd name="connsiteX80" fmla="*/ 7467600 w 7467600"/>
              <a:gd name="connsiteY80" fmla="*/ 6163634 h 6858000"/>
              <a:gd name="connsiteX81" fmla="*/ 7403637 w 7467600"/>
              <a:gd name="connsiteY81" fmla="*/ 6083957 h 6858000"/>
              <a:gd name="connsiteX82" fmla="*/ 7254615 w 7467600"/>
              <a:gd name="connsiteY82" fmla="*/ 5911918 h 6858000"/>
              <a:gd name="connsiteX83" fmla="*/ 7312589 w 7467600"/>
              <a:gd name="connsiteY83" fmla="*/ 5982309 h 6858000"/>
              <a:gd name="connsiteX84" fmla="*/ 7448321 w 7467600"/>
              <a:gd name="connsiteY84" fmla="*/ 6190991 h 6858000"/>
              <a:gd name="connsiteX85" fmla="*/ 7467600 w 7467600"/>
              <a:gd name="connsiteY85" fmla="*/ 6221686 h 6858000"/>
              <a:gd name="connsiteX86" fmla="*/ 7467600 w 7467600"/>
              <a:gd name="connsiteY86" fmla="*/ 6334256 h 6858000"/>
              <a:gd name="connsiteX87" fmla="*/ 7454976 w 7467600"/>
              <a:gd name="connsiteY87" fmla="*/ 6318297 h 6858000"/>
              <a:gd name="connsiteX88" fmla="*/ 1456157 w 7467600"/>
              <a:gd name="connsiteY88" fmla="*/ 5371404 h 6858000"/>
              <a:gd name="connsiteX89" fmla="*/ 1244432 w 7467600"/>
              <a:gd name="connsiteY89" fmla="*/ 5385601 h 6858000"/>
              <a:gd name="connsiteX90" fmla="*/ 973990 w 7467600"/>
              <a:gd name="connsiteY90" fmla="*/ 5424940 h 6858000"/>
              <a:gd name="connsiteX91" fmla="*/ 1103809 w 7467600"/>
              <a:gd name="connsiteY91" fmla="*/ 5433720 h 6858000"/>
              <a:gd name="connsiteX92" fmla="*/ 1123454 w 7467600"/>
              <a:gd name="connsiteY92" fmla="*/ 5435727 h 6858000"/>
              <a:gd name="connsiteX93" fmla="*/ 1737017 w 7467600"/>
              <a:gd name="connsiteY93" fmla="*/ 5452183 h 6858000"/>
              <a:gd name="connsiteX94" fmla="*/ 1824397 w 7467600"/>
              <a:gd name="connsiteY94" fmla="*/ 5447757 h 6858000"/>
              <a:gd name="connsiteX95" fmla="*/ 2070059 w 7467600"/>
              <a:gd name="connsiteY95" fmla="*/ 5441660 h 6858000"/>
              <a:gd name="connsiteX96" fmla="*/ 1456157 w 7467600"/>
              <a:gd name="connsiteY96" fmla="*/ 5371404 h 6858000"/>
              <a:gd name="connsiteX97" fmla="*/ 4988186 w 7467600"/>
              <a:gd name="connsiteY97" fmla="*/ 5216467 h 6858000"/>
              <a:gd name="connsiteX98" fmla="*/ 4777334 w 7467600"/>
              <a:gd name="connsiteY98" fmla="*/ 5406072 h 6858000"/>
              <a:gd name="connsiteX99" fmla="*/ 4718341 w 7467600"/>
              <a:gd name="connsiteY99" fmla="*/ 5468043 h 6858000"/>
              <a:gd name="connsiteX100" fmla="*/ 4604655 w 7467600"/>
              <a:gd name="connsiteY100" fmla="*/ 5583434 h 6858000"/>
              <a:gd name="connsiteX101" fmla="*/ 4565074 w 7467600"/>
              <a:gd name="connsiteY101" fmla="*/ 5618550 h 6858000"/>
              <a:gd name="connsiteX102" fmla="*/ 4988186 w 7467600"/>
              <a:gd name="connsiteY102" fmla="*/ 5216467 h 6858000"/>
              <a:gd name="connsiteX103" fmla="*/ 4978032 w 7467600"/>
              <a:gd name="connsiteY103" fmla="*/ 5183809 h 6858000"/>
              <a:gd name="connsiteX104" fmla="*/ 4463413 w 7467600"/>
              <a:gd name="connsiteY104" fmla="*/ 5615162 h 6858000"/>
              <a:gd name="connsiteX105" fmla="*/ 4358134 w 7467600"/>
              <a:gd name="connsiteY105" fmla="*/ 5742791 h 6858000"/>
              <a:gd name="connsiteX106" fmla="*/ 4376219 w 7467600"/>
              <a:gd name="connsiteY106" fmla="*/ 5729027 h 6858000"/>
              <a:gd name="connsiteX107" fmla="*/ 4582340 w 7467600"/>
              <a:gd name="connsiteY107" fmla="*/ 5561037 h 6858000"/>
              <a:gd name="connsiteX108" fmla="*/ 4694684 w 7467600"/>
              <a:gd name="connsiteY108" fmla="*/ 5447098 h 6858000"/>
              <a:gd name="connsiteX109" fmla="*/ 4754123 w 7467600"/>
              <a:gd name="connsiteY109" fmla="*/ 5384643 h 6858000"/>
              <a:gd name="connsiteX110" fmla="*/ 4978032 w 7467600"/>
              <a:gd name="connsiteY110" fmla="*/ 5183809 h 6858000"/>
              <a:gd name="connsiteX111" fmla="*/ 1903353 w 7467600"/>
              <a:gd name="connsiteY111" fmla="*/ 5044827 h 6858000"/>
              <a:gd name="connsiteX112" fmla="*/ 1936931 w 7467600"/>
              <a:gd name="connsiteY112" fmla="*/ 5093954 h 6858000"/>
              <a:gd name="connsiteX113" fmla="*/ 2195868 w 7467600"/>
              <a:gd name="connsiteY113" fmla="*/ 5396574 h 6858000"/>
              <a:gd name="connsiteX114" fmla="*/ 2088852 w 7467600"/>
              <a:gd name="connsiteY114" fmla="*/ 5166123 h 6858000"/>
              <a:gd name="connsiteX115" fmla="*/ 1958241 w 7467600"/>
              <a:gd name="connsiteY115" fmla="*/ 5067955 h 6858000"/>
              <a:gd name="connsiteX116" fmla="*/ 1903353 w 7467600"/>
              <a:gd name="connsiteY116" fmla="*/ 5044827 h 6858000"/>
              <a:gd name="connsiteX117" fmla="*/ 1979378 w 7467600"/>
              <a:gd name="connsiteY117" fmla="*/ 4769504 h 6858000"/>
              <a:gd name="connsiteX118" fmla="*/ 2882120 w 7467600"/>
              <a:gd name="connsiteY118" fmla="*/ 5064547 h 6858000"/>
              <a:gd name="connsiteX119" fmla="*/ 2793103 w 7467600"/>
              <a:gd name="connsiteY119" fmla="*/ 5039699 h 6858000"/>
              <a:gd name="connsiteX120" fmla="*/ 2770041 w 7467600"/>
              <a:gd name="connsiteY120" fmla="*/ 5033634 h 6858000"/>
              <a:gd name="connsiteX121" fmla="*/ 1979378 w 7467600"/>
              <a:gd name="connsiteY121" fmla="*/ 4769504 h 6858000"/>
              <a:gd name="connsiteX122" fmla="*/ 1927410 w 7467600"/>
              <a:gd name="connsiteY122" fmla="*/ 4716164 h 6858000"/>
              <a:gd name="connsiteX123" fmla="*/ 1959587 w 7467600"/>
              <a:gd name="connsiteY123" fmla="*/ 4728849 h 6858000"/>
              <a:gd name="connsiteX124" fmla="*/ 2777707 w 7467600"/>
              <a:gd name="connsiteY124" fmla="*/ 5003991 h 6858000"/>
              <a:gd name="connsiteX125" fmla="*/ 2800768 w 7467600"/>
              <a:gd name="connsiteY125" fmla="*/ 5010056 h 6858000"/>
              <a:gd name="connsiteX126" fmla="*/ 2879408 w 7467600"/>
              <a:gd name="connsiteY126" fmla="*/ 5031590 h 6858000"/>
              <a:gd name="connsiteX127" fmla="*/ 2862295 w 7467600"/>
              <a:gd name="connsiteY127" fmla="*/ 5022958 h 6858000"/>
              <a:gd name="connsiteX128" fmla="*/ 2813343 w 7467600"/>
              <a:gd name="connsiteY128" fmla="*/ 4998369 h 6858000"/>
              <a:gd name="connsiteX129" fmla="*/ 2646245 w 7467600"/>
              <a:gd name="connsiteY129" fmla="*/ 4930999 h 6858000"/>
              <a:gd name="connsiteX130" fmla="*/ 1999243 w 7467600"/>
              <a:gd name="connsiteY130" fmla="*/ 4730524 h 6858000"/>
              <a:gd name="connsiteX131" fmla="*/ 1979527 w 7467600"/>
              <a:gd name="connsiteY131" fmla="*/ 4726651 h 6858000"/>
              <a:gd name="connsiteX132" fmla="*/ 1927410 w 7467600"/>
              <a:gd name="connsiteY132" fmla="*/ 4716164 h 6858000"/>
              <a:gd name="connsiteX133" fmla="*/ 1997014 w 7467600"/>
              <a:gd name="connsiteY133" fmla="*/ 4698007 h 6858000"/>
              <a:gd name="connsiteX134" fmla="*/ 2005458 w 7467600"/>
              <a:gd name="connsiteY134" fmla="*/ 4699540 h 6858000"/>
              <a:gd name="connsiteX135" fmla="*/ 2657186 w 7467600"/>
              <a:gd name="connsiteY135" fmla="*/ 4901687 h 6858000"/>
              <a:gd name="connsiteX136" fmla="*/ 2826662 w 7467600"/>
              <a:gd name="connsiteY136" fmla="*/ 4970362 h 6858000"/>
              <a:gd name="connsiteX137" fmla="*/ 2876100 w 7467600"/>
              <a:gd name="connsiteY137" fmla="*/ 4995397 h 6858000"/>
              <a:gd name="connsiteX138" fmla="*/ 3042600 w 7467600"/>
              <a:gd name="connsiteY138" fmla="*/ 5059532 h 6858000"/>
              <a:gd name="connsiteX139" fmla="*/ 1997014 w 7467600"/>
              <a:gd name="connsiteY139" fmla="*/ 4698007 h 6858000"/>
              <a:gd name="connsiteX140" fmla="*/ 2305292 w 7467600"/>
              <a:gd name="connsiteY140" fmla="*/ 4219492 h 6858000"/>
              <a:gd name="connsiteX141" fmla="*/ 3360922 w 7467600"/>
              <a:gd name="connsiteY141" fmla="*/ 4529373 h 6858000"/>
              <a:gd name="connsiteX142" fmla="*/ 3492420 w 7467600"/>
              <a:gd name="connsiteY142" fmla="*/ 4510145 h 6858000"/>
              <a:gd name="connsiteX143" fmla="*/ 3364086 w 7467600"/>
              <a:gd name="connsiteY143" fmla="*/ 4480340 h 6858000"/>
              <a:gd name="connsiteX144" fmla="*/ 3225818 w 7467600"/>
              <a:gd name="connsiteY144" fmla="*/ 4411822 h 6858000"/>
              <a:gd name="connsiteX145" fmla="*/ 3129696 w 7467600"/>
              <a:gd name="connsiteY145" fmla="*/ 4360704 h 6858000"/>
              <a:gd name="connsiteX146" fmla="*/ 2814545 w 7467600"/>
              <a:gd name="connsiteY146" fmla="*/ 4282955 h 6858000"/>
              <a:gd name="connsiteX147" fmla="*/ 2305292 w 7467600"/>
              <a:gd name="connsiteY147" fmla="*/ 4219492 h 6858000"/>
              <a:gd name="connsiteX148" fmla="*/ 2626982 w 7467600"/>
              <a:gd name="connsiteY148" fmla="*/ 4206450 h 6858000"/>
              <a:gd name="connsiteX149" fmla="*/ 2490617 w 7467600"/>
              <a:gd name="connsiteY149" fmla="*/ 4206951 h 6858000"/>
              <a:gd name="connsiteX150" fmla="*/ 2819869 w 7467600"/>
              <a:gd name="connsiteY150" fmla="*/ 4252936 h 6858000"/>
              <a:gd name="connsiteX151" fmla="*/ 3143018 w 7467600"/>
              <a:gd name="connsiteY151" fmla="*/ 4332698 h 6858000"/>
              <a:gd name="connsiteX152" fmla="*/ 3241520 w 7467600"/>
              <a:gd name="connsiteY152" fmla="*/ 4385112 h 6858000"/>
              <a:gd name="connsiteX153" fmla="*/ 3374575 w 7467600"/>
              <a:gd name="connsiteY153" fmla="*/ 4451517 h 6858000"/>
              <a:gd name="connsiteX154" fmla="*/ 3505221 w 7467600"/>
              <a:gd name="connsiteY154" fmla="*/ 4480757 h 6858000"/>
              <a:gd name="connsiteX155" fmla="*/ 2626982 w 7467600"/>
              <a:gd name="connsiteY155" fmla="*/ 4206450 h 6858000"/>
              <a:gd name="connsiteX156" fmla="*/ 1310106 w 7467600"/>
              <a:gd name="connsiteY156" fmla="*/ 3943217 h 6858000"/>
              <a:gd name="connsiteX157" fmla="*/ 854994 w 7467600"/>
              <a:gd name="connsiteY157" fmla="*/ 4399136 h 6858000"/>
              <a:gd name="connsiteX158" fmla="*/ 742462 w 7467600"/>
              <a:gd name="connsiteY158" fmla="*/ 4594648 h 6858000"/>
              <a:gd name="connsiteX159" fmla="*/ 820602 w 7467600"/>
              <a:gd name="connsiteY159" fmla="*/ 4485915 h 6858000"/>
              <a:gd name="connsiteX160" fmla="*/ 878295 w 7467600"/>
              <a:gd name="connsiteY160" fmla="*/ 4403594 h 6858000"/>
              <a:gd name="connsiteX161" fmla="*/ 1240607 w 7467600"/>
              <a:gd name="connsiteY161" fmla="*/ 4010401 h 6858000"/>
              <a:gd name="connsiteX162" fmla="*/ 1310106 w 7467600"/>
              <a:gd name="connsiteY162" fmla="*/ 3943217 h 6858000"/>
              <a:gd name="connsiteX163" fmla="*/ 1423113 w 7467600"/>
              <a:gd name="connsiteY163" fmla="*/ 3874565 h 6858000"/>
              <a:gd name="connsiteX164" fmla="*/ 1260565 w 7467600"/>
              <a:gd name="connsiteY164" fmla="*/ 4031982 h 6858000"/>
              <a:gd name="connsiteX165" fmla="*/ 901900 w 7467600"/>
              <a:gd name="connsiteY165" fmla="*/ 4421236 h 6858000"/>
              <a:gd name="connsiteX166" fmla="*/ 845044 w 7467600"/>
              <a:gd name="connsiteY166" fmla="*/ 4502436 h 6858000"/>
              <a:gd name="connsiteX167" fmla="*/ 685926 w 7467600"/>
              <a:gd name="connsiteY167" fmla="*/ 4703069 h 6858000"/>
              <a:gd name="connsiteX168" fmla="*/ 684248 w 7467600"/>
              <a:gd name="connsiteY168" fmla="*/ 4706721 h 6858000"/>
              <a:gd name="connsiteX169" fmla="*/ 1423113 w 7467600"/>
              <a:gd name="connsiteY169" fmla="*/ 3874565 h 6858000"/>
              <a:gd name="connsiteX170" fmla="*/ 3316479 w 7467600"/>
              <a:gd name="connsiteY170" fmla="*/ 3872136 h 6858000"/>
              <a:gd name="connsiteX171" fmla="*/ 3546806 w 7467600"/>
              <a:gd name="connsiteY171" fmla="*/ 4356139 h 6858000"/>
              <a:gd name="connsiteX172" fmla="*/ 3364433 w 7467600"/>
              <a:gd name="connsiteY172" fmla="*/ 3953121 h 6858000"/>
              <a:gd name="connsiteX173" fmla="*/ 3316479 w 7467600"/>
              <a:gd name="connsiteY173" fmla="*/ 3872136 h 6858000"/>
              <a:gd name="connsiteX174" fmla="*/ 3291335 w 7467600"/>
              <a:gd name="connsiteY174" fmla="*/ 3767420 h 6858000"/>
              <a:gd name="connsiteX175" fmla="*/ 3390805 w 7467600"/>
              <a:gd name="connsiteY175" fmla="*/ 3937163 h 6858000"/>
              <a:gd name="connsiteX176" fmla="*/ 3579062 w 7467600"/>
              <a:gd name="connsiteY176" fmla="*/ 4359040 h 6858000"/>
              <a:gd name="connsiteX177" fmla="*/ 3467355 w 7467600"/>
              <a:gd name="connsiteY177" fmla="*/ 3988130 h 6858000"/>
              <a:gd name="connsiteX178" fmla="*/ 3310753 w 7467600"/>
              <a:gd name="connsiteY178" fmla="*/ 3787140 h 6858000"/>
              <a:gd name="connsiteX179" fmla="*/ 3291335 w 7467600"/>
              <a:gd name="connsiteY179" fmla="*/ 3767420 h 6858000"/>
              <a:gd name="connsiteX180" fmla="*/ 1635889 w 7467600"/>
              <a:gd name="connsiteY180" fmla="*/ 3709494 h 6858000"/>
              <a:gd name="connsiteX181" fmla="*/ 1634800 w 7467600"/>
              <a:gd name="connsiteY181" fmla="*/ 3731111 h 6858000"/>
              <a:gd name="connsiteX182" fmla="*/ 1635889 w 7467600"/>
              <a:gd name="connsiteY182" fmla="*/ 3709494 h 6858000"/>
              <a:gd name="connsiteX183" fmla="*/ 1510397 w 7467600"/>
              <a:gd name="connsiteY183" fmla="*/ 3684705 h 6858000"/>
              <a:gd name="connsiteX184" fmla="*/ 1146550 w 7467600"/>
              <a:gd name="connsiteY184" fmla="*/ 3802012 h 6858000"/>
              <a:gd name="connsiteX185" fmla="*/ 698834 w 7467600"/>
              <a:gd name="connsiteY185" fmla="*/ 3952272 h 6858000"/>
              <a:gd name="connsiteX186" fmla="*/ 34256 w 7467600"/>
              <a:gd name="connsiteY186" fmla="*/ 4347603 h 6858000"/>
              <a:gd name="connsiteX187" fmla="*/ 527241 w 7467600"/>
              <a:gd name="connsiteY187" fmla="*/ 4065078 h 6858000"/>
              <a:gd name="connsiteX188" fmla="*/ 1510397 w 7467600"/>
              <a:gd name="connsiteY188" fmla="*/ 3684705 h 6858000"/>
              <a:gd name="connsiteX189" fmla="*/ 1313114 w 7467600"/>
              <a:gd name="connsiteY189" fmla="*/ 3655216 h 6858000"/>
              <a:gd name="connsiteX190" fmla="*/ 1109304 w 7467600"/>
              <a:gd name="connsiteY190" fmla="*/ 3669030 h 6858000"/>
              <a:gd name="connsiteX191" fmla="*/ 8129 w 7467600"/>
              <a:gd name="connsiteY191" fmla="*/ 4330519 h 6858000"/>
              <a:gd name="connsiteX192" fmla="*/ 687572 w 7467600"/>
              <a:gd name="connsiteY192" fmla="*/ 3925629 h 6858000"/>
              <a:gd name="connsiteX193" fmla="*/ 1138365 w 7467600"/>
              <a:gd name="connsiteY193" fmla="*/ 3774515 h 6858000"/>
              <a:gd name="connsiteX194" fmla="*/ 1505579 w 7467600"/>
              <a:gd name="connsiteY194" fmla="*/ 3655526 h 6858000"/>
              <a:gd name="connsiteX195" fmla="*/ 1313114 w 7467600"/>
              <a:gd name="connsiteY195" fmla="*/ 3655216 h 6858000"/>
              <a:gd name="connsiteX196" fmla="*/ 3655073 w 7467600"/>
              <a:gd name="connsiteY196" fmla="*/ 3650884 h 6858000"/>
              <a:gd name="connsiteX197" fmla="*/ 3989938 w 7467600"/>
              <a:gd name="connsiteY197" fmla="*/ 3991685 h 6858000"/>
              <a:gd name="connsiteX198" fmla="*/ 4393907 w 7467600"/>
              <a:gd name="connsiteY198" fmla="*/ 4261258 h 6858000"/>
              <a:gd name="connsiteX199" fmla="*/ 4648051 w 7467600"/>
              <a:gd name="connsiteY199" fmla="*/ 4374051 h 6858000"/>
              <a:gd name="connsiteX200" fmla="*/ 4383389 w 7467600"/>
              <a:gd name="connsiteY200" fmla="*/ 4184369 h 6858000"/>
              <a:gd name="connsiteX201" fmla="*/ 4165508 w 7467600"/>
              <a:gd name="connsiteY201" fmla="*/ 4035196 h 6858000"/>
              <a:gd name="connsiteX202" fmla="*/ 4068162 w 7467600"/>
              <a:gd name="connsiteY202" fmla="*/ 3953394 h 6858000"/>
              <a:gd name="connsiteX203" fmla="*/ 3981416 w 7467600"/>
              <a:gd name="connsiteY203" fmla="*/ 3880482 h 6858000"/>
              <a:gd name="connsiteX204" fmla="*/ 3800147 w 7467600"/>
              <a:gd name="connsiteY204" fmla="*/ 3749872 h 6858000"/>
              <a:gd name="connsiteX205" fmla="*/ 3655073 w 7467600"/>
              <a:gd name="connsiteY205" fmla="*/ 3650884 h 6858000"/>
              <a:gd name="connsiteX206" fmla="*/ 3670252 w 7467600"/>
              <a:gd name="connsiteY206" fmla="*/ 3622798 h 6858000"/>
              <a:gd name="connsiteX207" fmla="*/ 3817258 w 7467600"/>
              <a:gd name="connsiteY207" fmla="*/ 3723577 h 6858000"/>
              <a:gd name="connsiteX208" fmla="*/ 4000461 w 7467600"/>
              <a:gd name="connsiteY208" fmla="*/ 3855966 h 6858000"/>
              <a:gd name="connsiteX209" fmla="*/ 4088180 w 7467600"/>
              <a:gd name="connsiteY209" fmla="*/ 3929774 h 6858000"/>
              <a:gd name="connsiteX210" fmla="*/ 4184555 w 7467600"/>
              <a:gd name="connsiteY210" fmla="*/ 4010683 h 6858000"/>
              <a:gd name="connsiteX211" fmla="*/ 4399563 w 7467600"/>
              <a:gd name="connsiteY211" fmla="*/ 4158106 h 6858000"/>
              <a:gd name="connsiteX212" fmla="*/ 4684469 w 7467600"/>
              <a:gd name="connsiteY212" fmla="*/ 4364680 h 6858000"/>
              <a:gd name="connsiteX213" fmla="*/ 4690271 w 7467600"/>
              <a:gd name="connsiteY213" fmla="*/ 4370034 h 6858000"/>
              <a:gd name="connsiteX214" fmla="*/ 4136093 w 7467600"/>
              <a:gd name="connsiteY214" fmla="*/ 3858466 h 6858000"/>
              <a:gd name="connsiteX215" fmla="*/ 3670252 w 7467600"/>
              <a:gd name="connsiteY215" fmla="*/ 3622798 h 6858000"/>
              <a:gd name="connsiteX216" fmla="*/ 4440129 w 7467600"/>
              <a:gd name="connsiteY216" fmla="*/ 3448571 h 6858000"/>
              <a:gd name="connsiteX217" fmla="*/ 4856525 w 7467600"/>
              <a:gd name="connsiteY217" fmla="*/ 3915351 h 6858000"/>
              <a:gd name="connsiteX218" fmla="*/ 5059055 w 7467600"/>
              <a:gd name="connsiteY218" fmla="*/ 4108918 h 6858000"/>
              <a:gd name="connsiteX219" fmla="*/ 5290070 w 7467600"/>
              <a:gd name="connsiteY219" fmla="*/ 4263619 h 6858000"/>
              <a:gd name="connsiteX220" fmla="*/ 4834991 w 7467600"/>
              <a:gd name="connsiteY220" fmla="*/ 3830985 h 6858000"/>
              <a:gd name="connsiteX221" fmla="*/ 4440129 w 7467600"/>
              <a:gd name="connsiteY221" fmla="*/ 3448571 h 6858000"/>
              <a:gd name="connsiteX222" fmla="*/ 4441737 w 7467600"/>
              <a:gd name="connsiteY222" fmla="*/ 3399734 h 6858000"/>
              <a:gd name="connsiteX223" fmla="*/ 4431236 w 7467600"/>
              <a:gd name="connsiteY223" fmla="*/ 3400954 h 6858000"/>
              <a:gd name="connsiteX224" fmla="*/ 4557150 w 7467600"/>
              <a:gd name="connsiteY224" fmla="*/ 3510023 h 6858000"/>
              <a:gd name="connsiteX225" fmla="*/ 4856936 w 7467600"/>
              <a:gd name="connsiteY225" fmla="*/ 3809146 h 6858000"/>
              <a:gd name="connsiteX226" fmla="*/ 5111996 w 7467600"/>
              <a:gd name="connsiteY226" fmla="*/ 4065759 h 6858000"/>
              <a:gd name="connsiteX227" fmla="*/ 5388878 w 7467600"/>
              <a:gd name="connsiteY227" fmla="*/ 4300185 h 6858000"/>
              <a:gd name="connsiteX228" fmla="*/ 5425556 w 7467600"/>
              <a:gd name="connsiteY228" fmla="*/ 4308967 h 6858000"/>
              <a:gd name="connsiteX229" fmla="*/ 4943646 w 7467600"/>
              <a:gd name="connsiteY229" fmla="*/ 3822916 h 6858000"/>
              <a:gd name="connsiteX230" fmla="*/ 4594837 w 7467600"/>
              <a:gd name="connsiteY230" fmla="*/ 3532274 h 6858000"/>
              <a:gd name="connsiteX231" fmla="*/ 4441737 w 7467600"/>
              <a:gd name="connsiteY231" fmla="*/ 3399734 h 6858000"/>
              <a:gd name="connsiteX232" fmla="*/ 5425834 w 7467600"/>
              <a:gd name="connsiteY232" fmla="*/ 3162785 h 6858000"/>
              <a:gd name="connsiteX233" fmla="*/ 5401644 w 7467600"/>
              <a:gd name="connsiteY233" fmla="*/ 3617847 h 6858000"/>
              <a:gd name="connsiteX234" fmla="*/ 5467256 w 7467600"/>
              <a:gd name="connsiteY234" fmla="*/ 4175494 h 6858000"/>
              <a:gd name="connsiteX235" fmla="*/ 5448069 w 7467600"/>
              <a:gd name="connsiteY235" fmla="*/ 3567554 h 6858000"/>
              <a:gd name="connsiteX236" fmla="*/ 5425834 w 7467600"/>
              <a:gd name="connsiteY236" fmla="*/ 3162785 h 6858000"/>
              <a:gd name="connsiteX237" fmla="*/ 1318687 w 7467600"/>
              <a:gd name="connsiteY237" fmla="*/ 3113840 h 6858000"/>
              <a:gd name="connsiteX238" fmla="*/ 1066793 w 7467600"/>
              <a:gd name="connsiteY238" fmla="*/ 3212171 h 6858000"/>
              <a:gd name="connsiteX239" fmla="*/ 993319 w 7467600"/>
              <a:gd name="connsiteY239" fmla="*/ 3247648 h 6858000"/>
              <a:gd name="connsiteX240" fmla="*/ 853081 w 7467600"/>
              <a:gd name="connsiteY240" fmla="*/ 3312410 h 6858000"/>
              <a:gd name="connsiteX241" fmla="*/ 805957 w 7467600"/>
              <a:gd name="connsiteY241" fmla="*/ 3330443 h 6858000"/>
              <a:gd name="connsiteX242" fmla="*/ 1318687 w 7467600"/>
              <a:gd name="connsiteY242" fmla="*/ 3113840 h 6858000"/>
              <a:gd name="connsiteX243" fmla="*/ 5453702 w 7467600"/>
              <a:gd name="connsiteY243" fmla="*/ 3090882 h 6858000"/>
              <a:gd name="connsiteX244" fmla="*/ 5480135 w 7467600"/>
              <a:gd name="connsiteY244" fmla="*/ 3565802 h 6858000"/>
              <a:gd name="connsiteX245" fmla="*/ 5499023 w 7467600"/>
              <a:gd name="connsiteY245" fmla="*/ 4166310 h 6858000"/>
              <a:gd name="connsiteX246" fmla="*/ 5547022 w 7467600"/>
              <a:gd name="connsiteY246" fmla="*/ 3607838 h 6858000"/>
              <a:gd name="connsiteX247" fmla="*/ 5515964 w 7467600"/>
              <a:gd name="connsiteY247" fmla="*/ 3378541 h 6858000"/>
              <a:gd name="connsiteX248" fmla="*/ 5453702 w 7467600"/>
              <a:gd name="connsiteY248" fmla="*/ 3090882 h 6858000"/>
              <a:gd name="connsiteX249" fmla="*/ 1238695 w 7467600"/>
              <a:gd name="connsiteY249" fmla="*/ 3076820 h 6858000"/>
              <a:gd name="connsiteX250" fmla="*/ 716371 w 7467600"/>
              <a:gd name="connsiteY250" fmla="*/ 3293249 h 6858000"/>
              <a:gd name="connsiteX251" fmla="*/ 579522 w 7467600"/>
              <a:gd name="connsiteY251" fmla="*/ 3371759 h 6858000"/>
              <a:gd name="connsiteX252" fmla="*/ 600288 w 7467600"/>
              <a:gd name="connsiteY252" fmla="*/ 3365555 h 6858000"/>
              <a:gd name="connsiteX253" fmla="*/ 840692 w 7467600"/>
              <a:gd name="connsiteY253" fmla="*/ 3284921 h 6858000"/>
              <a:gd name="connsiteX254" fmla="*/ 979248 w 7467600"/>
              <a:gd name="connsiteY254" fmla="*/ 3221003 h 6858000"/>
              <a:gd name="connsiteX255" fmla="*/ 1053282 w 7467600"/>
              <a:gd name="connsiteY255" fmla="*/ 3185247 h 6858000"/>
              <a:gd name="connsiteX256" fmla="*/ 1320603 w 7467600"/>
              <a:gd name="connsiteY256" fmla="*/ 3081281 h 6858000"/>
              <a:gd name="connsiteX257" fmla="*/ 1238695 w 7467600"/>
              <a:gd name="connsiteY257" fmla="*/ 3076820 h 6858000"/>
              <a:gd name="connsiteX258" fmla="*/ 5425627 w 7467600"/>
              <a:gd name="connsiteY258" fmla="*/ 2954192 h 6858000"/>
              <a:gd name="connsiteX259" fmla="*/ 5470770 w 7467600"/>
              <a:gd name="connsiteY259" fmla="*/ 3005435 h 6858000"/>
              <a:gd name="connsiteX260" fmla="*/ 5519779 w 7467600"/>
              <a:gd name="connsiteY260" fmla="*/ 4359223 h 6858000"/>
              <a:gd name="connsiteX261" fmla="*/ 5520293 w 7467600"/>
              <a:gd name="connsiteY261" fmla="*/ 4360602 h 6858000"/>
              <a:gd name="connsiteX262" fmla="*/ 5767221 w 7467600"/>
              <a:gd name="connsiteY262" fmla="*/ 4665564 h 6858000"/>
              <a:gd name="connsiteX263" fmla="*/ 6937169 w 7467600"/>
              <a:gd name="connsiteY263" fmla="*/ 4815941 h 6858000"/>
              <a:gd name="connsiteX264" fmla="*/ 6953922 w 7467600"/>
              <a:gd name="connsiteY264" fmla="*/ 4890068 h 6858000"/>
              <a:gd name="connsiteX265" fmla="*/ 6071359 w 7467600"/>
              <a:gd name="connsiteY265" fmla="*/ 4770770 h 6858000"/>
              <a:gd name="connsiteX266" fmla="*/ 6038839 w 7467600"/>
              <a:gd name="connsiteY266" fmla="*/ 4764474 h 6858000"/>
              <a:gd name="connsiteX267" fmla="*/ 6038706 w 7467600"/>
              <a:gd name="connsiteY267" fmla="*/ 4763847 h 6858000"/>
              <a:gd name="connsiteX268" fmla="*/ 6037784 w 7467600"/>
              <a:gd name="connsiteY268" fmla="*/ 4764270 h 6858000"/>
              <a:gd name="connsiteX269" fmla="*/ 6038839 w 7467600"/>
              <a:gd name="connsiteY269" fmla="*/ 4764474 h 6858000"/>
              <a:gd name="connsiteX270" fmla="*/ 6040338 w 7467600"/>
              <a:gd name="connsiteY270" fmla="*/ 4771418 h 6858000"/>
              <a:gd name="connsiteX271" fmla="*/ 6024488 w 7467600"/>
              <a:gd name="connsiteY271" fmla="*/ 4809903 h 6858000"/>
              <a:gd name="connsiteX272" fmla="*/ 5599771 w 7467600"/>
              <a:gd name="connsiteY272" fmla="*/ 5509652 h 6858000"/>
              <a:gd name="connsiteX273" fmla="*/ 5548843 w 7467600"/>
              <a:gd name="connsiteY273" fmla="*/ 5563845 h 6858000"/>
              <a:gd name="connsiteX274" fmla="*/ 5940952 w 7467600"/>
              <a:gd name="connsiteY274" fmla="*/ 6250028 h 6858000"/>
              <a:gd name="connsiteX275" fmla="*/ 6043441 w 7467600"/>
              <a:gd name="connsiteY275" fmla="*/ 6665847 h 6858000"/>
              <a:gd name="connsiteX276" fmla="*/ 6093432 w 7467600"/>
              <a:gd name="connsiteY276" fmla="*/ 6858000 h 6858000"/>
              <a:gd name="connsiteX277" fmla="*/ 6034344 w 7467600"/>
              <a:gd name="connsiteY277" fmla="*/ 6858000 h 6858000"/>
              <a:gd name="connsiteX278" fmla="*/ 6026679 w 7467600"/>
              <a:gd name="connsiteY278" fmla="*/ 6836959 h 6858000"/>
              <a:gd name="connsiteX279" fmla="*/ 5800441 w 7467600"/>
              <a:gd name="connsiteY279" fmla="*/ 6335286 h 6858000"/>
              <a:gd name="connsiteX280" fmla="*/ 5526562 w 7467600"/>
              <a:gd name="connsiteY280" fmla="*/ 5705388 h 6858000"/>
              <a:gd name="connsiteX281" fmla="*/ 5519640 w 7467600"/>
              <a:gd name="connsiteY281" fmla="*/ 5683774 h 6858000"/>
              <a:gd name="connsiteX282" fmla="*/ 5844559 w 7467600"/>
              <a:gd name="connsiteY282" fmla="*/ 6553349 h 6858000"/>
              <a:gd name="connsiteX283" fmla="*/ 5975994 w 7467600"/>
              <a:gd name="connsiteY283" fmla="*/ 6858000 h 6858000"/>
              <a:gd name="connsiteX284" fmla="*/ 5898547 w 7467600"/>
              <a:gd name="connsiteY284" fmla="*/ 6858000 h 6858000"/>
              <a:gd name="connsiteX285" fmla="*/ 5682041 w 7467600"/>
              <a:gd name="connsiteY285" fmla="*/ 6355860 h 6858000"/>
              <a:gd name="connsiteX286" fmla="*/ 5461758 w 7467600"/>
              <a:gd name="connsiteY286" fmla="*/ 5820220 h 6858000"/>
              <a:gd name="connsiteX287" fmla="*/ 5237282 w 7467600"/>
              <a:gd name="connsiteY287" fmla="*/ 6579086 h 6858000"/>
              <a:gd name="connsiteX288" fmla="*/ 5115009 w 7467600"/>
              <a:gd name="connsiteY288" fmla="*/ 6858000 h 6858000"/>
              <a:gd name="connsiteX289" fmla="*/ 5028074 w 7467600"/>
              <a:gd name="connsiteY289" fmla="*/ 6858000 h 6858000"/>
              <a:gd name="connsiteX290" fmla="*/ 5079508 w 7467600"/>
              <a:gd name="connsiteY290" fmla="*/ 6749074 h 6858000"/>
              <a:gd name="connsiteX291" fmla="*/ 5371846 w 7467600"/>
              <a:gd name="connsiteY291" fmla="*/ 5924413 h 6858000"/>
              <a:gd name="connsiteX292" fmla="*/ 5270512 w 7467600"/>
              <a:gd name="connsiteY292" fmla="*/ 6138975 h 6858000"/>
              <a:gd name="connsiteX293" fmla="*/ 5062409 w 7467600"/>
              <a:gd name="connsiteY293" fmla="*/ 6653544 h 6858000"/>
              <a:gd name="connsiteX294" fmla="*/ 5036628 w 7467600"/>
              <a:gd name="connsiteY294" fmla="*/ 6754247 h 6858000"/>
              <a:gd name="connsiteX295" fmla="*/ 5009112 w 7467600"/>
              <a:gd name="connsiteY295" fmla="*/ 6858000 h 6858000"/>
              <a:gd name="connsiteX296" fmla="*/ 4976679 w 7467600"/>
              <a:gd name="connsiteY296" fmla="*/ 6858000 h 6858000"/>
              <a:gd name="connsiteX297" fmla="*/ 5006537 w 7467600"/>
              <a:gd name="connsiteY297" fmla="*/ 6747068 h 6858000"/>
              <a:gd name="connsiteX298" fmla="*/ 5032723 w 7467600"/>
              <a:gd name="connsiteY298" fmla="*/ 6644957 h 6858000"/>
              <a:gd name="connsiteX299" fmla="*/ 5242949 w 7467600"/>
              <a:gd name="connsiteY299" fmla="*/ 6125175 h 6858000"/>
              <a:gd name="connsiteX300" fmla="*/ 5286321 w 7467600"/>
              <a:gd name="connsiteY300" fmla="*/ 6033555 h 6858000"/>
              <a:gd name="connsiteX301" fmla="*/ 5008210 w 7467600"/>
              <a:gd name="connsiteY301" fmla="*/ 6649194 h 6858000"/>
              <a:gd name="connsiteX302" fmla="*/ 4986321 w 7467600"/>
              <a:gd name="connsiteY302" fmla="*/ 6765687 h 6858000"/>
              <a:gd name="connsiteX303" fmla="*/ 4973474 w 7467600"/>
              <a:gd name="connsiteY303" fmla="*/ 6858000 h 6858000"/>
              <a:gd name="connsiteX304" fmla="*/ 4907178 w 7467600"/>
              <a:gd name="connsiteY304" fmla="*/ 6858000 h 6858000"/>
              <a:gd name="connsiteX305" fmla="*/ 4910810 w 7467600"/>
              <a:gd name="connsiteY305" fmla="*/ 6829660 h 6858000"/>
              <a:gd name="connsiteX306" fmla="*/ 4987461 w 7467600"/>
              <a:gd name="connsiteY306" fmla="*/ 6432994 h 6858000"/>
              <a:gd name="connsiteX307" fmla="*/ 5179262 w 7467600"/>
              <a:gd name="connsiteY307" fmla="*/ 6035044 h 6858000"/>
              <a:gd name="connsiteX308" fmla="*/ 4689678 w 7467600"/>
              <a:gd name="connsiteY308" fmla="*/ 6440241 h 6858000"/>
              <a:gd name="connsiteX309" fmla="*/ 4477543 w 7467600"/>
              <a:gd name="connsiteY309" fmla="*/ 6674836 h 6858000"/>
              <a:gd name="connsiteX310" fmla="*/ 4329957 w 7467600"/>
              <a:gd name="connsiteY310" fmla="*/ 6858000 h 6858000"/>
              <a:gd name="connsiteX311" fmla="*/ 4218595 w 7467600"/>
              <a:gd name="connsiteY311" fmla="*/ 6858000 h 6858000"/>
              <a:gd name="connsiteX312" fmla="*/ 4368888 w 7467600"/>
              <a:gd name="connsiteY312" fmla="*/ 6668412 h 6858000"/>
              <a:gd name="connsiteX313" fmla="*/ 4563091 w 7467600"/>
              <a:gd name="connsiteY313" fmla="*/ 6442508 h 6858000"/>
              <a:gd name="connsiteX314" fmla="*/ 5387324 w 7467600"/>
              <a:gd name="connsiteY314" fmla="*/ 5705830 h 6858000"/>
              <a:gd name="connsiteX315" fmla="*/ 5073620 w 7467600"/>
              <a:gd name="connsiteY315" fmla="*/ 5955437 h 6858000"/>
              <a:gd name="connsiteX316" fmla="*/ 4689789 w 7467600"/>
              <a:gd name="connsiteY316" fmla="*/ 6268382 h 6858000"/>
              <a:gd name="connsiteX317" fmla="*/ 4418722 w 7467600"/>
              <a:gd name="connsiteY317" fmla="*/ 6570886 h 6858000"/>
              <a:gd name="connsiteX318" fmla="*/ 4214944 w 7467600"/>
              <a:gd name="connsiteY318" fmla="*/ 6858000 h 6858000"/>
              <a:gd name="connsiteX319" fmla="*/ 4177898 w 7467600"/>
              <a:gd name="connsiteY319" fmla="*/ 6858000 h 6858000"/>
              <a:gd name="connsiteX320" fmla="*/ 4391597 w 7467600"/>
              <a:gd name="connsiteY320" fmla="*/ 6556370 h 6858000"/>
              <a:gd name="connsiteX321" fmla="*/ 4668889 w 7467600"/>
              <a:gd name="connsiteY321" fmla="*/ 6246399 h 6858000"/>
              <a:gd name="connsiteX322" fmla="*/ 5055427 w 7467600"/>
              <a:gd name="connsiteY322" fmla="*/ 5931476 h 6858000"/>
              <a:gd name="connsiteX323" fmla="*/ 5371814 w 7467600"/>
              <a:gd name="connsiteY323" fmla="*/ 5678975 h 6858000"/>
              <a:gd name="connsiteX324" fmla="*/ 4987918 w 7467600"/>
              <a:gd name="connsiteY324" fmla="*/ 5838701 h 6858000"/>
              <a:gd name="connsiteX325" fmla="*/ 4317146 w 7467600"/>
              <a:gd name="connsiteY325" fmla="*/ 6587716 h 6858000"/>
              <a:gd name="connsiteX326" fmla="*/ 4171627 w 7467600"/>
              <a:gd name="connsiteY326" fmla="*/ 6858000 h 6858000"/>
              <a:gd name="connsiteX327" fmla="*/ 4081585 w 7467600"/>
              <a:gd name="connsiteY327" fmla="*/ 6858000 h 6858000"/>
              <a:gd name="connsiteX328" fmla="*/ 4238603 w 7467600"/>
              <a:gd name="connsiteY328" fmla="*/ 6559341 h 6858000"/>
              <a:gd name="connsiteX329" fmla="*/ 4778333 w 7467600"/>
              <a:gd name="connsiteY329" fmla="*/ 5873626 h 6858000"/>
              <a:gd name="connsiteX330" fmla="*/ 5414185 w 7467600"/>
              <a:gd name="connsiteY330" fmla="*/ 5573882 h 6858000"/>
              <a:gd name="connsiteX331" fmla="*/ 5959648 w 7467600"/>
              <a:gd name="connsiteY331" fmla="*/ 4760797 h 6858000"/>
              <a:gd name="connsiteX332" fmla="*/ 5355019 w 7467600"/>
              <a:gd name="connsiteY332" fmla="*/ 4734672 h 6858000"/>
              <a:gd name="connsiteX333" fmla="*/ 5083565 w 7467600"/>
              <a:gd name="connsiteY333" fmla="*/ 5179121 h 6858000"/>
              <a:gd name="connsiteX334" fmla="*/ 4713577 w 7467600"/>
              <a:gd name="connsiteY334" fmla="*/ 5616803 h 6858000"/>
              <a:gd name="connsiteX335" fmla="*/ 3989559 w 7467600"/>
              <a:gd name="connsiteY335" fmla="*/ 6145945 h 6858000"/>
              <a:gd name="connsiteX336" fmla="*/ 3939824 w 7467600"/>
              <a:gd name="connsiteY336" fmla="*/ 6066900 h 6858000"/>
              <a:gd name="connsiteX337" fmla="*/ 4584537 w 7467600"/>
              <a:gd name="connsiteY337" fmla="*/ 5324826 h 6858000"/>
              <a:gd name="connsiteX338" fmla="*/ 5037105 w 7467600"/>
              <a:gd name="connsiteY338" fmla="*/ 5088765 h 6858000"/>
              <a:gd name="connsiteX339" fmla="*/ 5039930 w 7467600"/>
              <a:gd name="connsiteY339" fmla="*/ 5089585 h 6858000"/>
              <a:gd name="connsiteX340" fmla="*/ 5263764 w 7467600"/>
              <a:gd name="connsiteY340" fmla="*/ 4735525 h 6858000"/>
              <a:gd name="connsiteX341" fmla="*/ 4086300 w 7467600"/>
              <a:gd name="connsiteY341" fmla="*/ 4884599 h 6858000"/>
              <a:gd name="connsiteX342" fmla="*/ 4085485 w 7467600"/>
              <a:gd name="connsiteY342" fmla="*/ 4899070 h 6858000"/>
              <a:gd name="connsiteX343" fmla="*/ 3871915 w 7467600"/>
              <a:gd name="connsiteY343" fmla="*/ 5253645 h 6858000"/>
              <a:gd name="connsiteX344" fmla="*/ 3799374 w 7467600"/>
              <a:gd name="connsiteY344" fmla="*/ 5466127 h 6858000"/>
              <a:gd name="connsiteX345" fmla="*/ 3498850 w 7467600"/>
              <a:gd name="connsiteY345" fmla="*/ 6661888 h 6858000"/>
              <a:gd name="connsiteX346" fmla="*/ 3399216 w 7467600"/>
              <a:gd name="connsiteY346" fmla="*/ 6858000 h 6858000"/>
              <a:gd name="connsiteX347" fmla="*/ 3303688 w 7467600"/>
              <a:gd name="connsiteY347" fmla="*/ 6858000 h 6858000"/>
              <a:gd name="connsiteX348" fmla="*/ 3391774 w 7467600"/>
              <a:gd name="connsiteY348" fmla="*/ 6697181 h 6858000"/>
              <a:gd name="connsiteX349" fmla="*/ 3735540 w 7467600"/>
              <a:gd name="connsiteY349" fmla="*/ 5546923 h 6858000"/>
              <a:gd name="connsiteX350" fmla="*/ 3729438 w 7467600"/>
              <a:gd name="connsiteY350" fmla="*/ 5569058 h 6858000"/>
              <a:gd name="connsiteX351" fmla="*/ 3707782 w 7467600"/>
              <a:gd name="connsiteY351" fmla="*/ 5644908 h 6858000"/>
              <a:gd name="connsiteX352" fmla="*/ 3583827 w 7467600"/>
              <a:gd name="connsiteY352" fmla="*/ 6039215 h 6858000"/>
              <a:gd name="connsiteX353" fmla="*/ 3547861 w 7467600"/>
              <a:gd name="connsiteY353" fmla="*/ 6129609 h 6858000"/>
              <a:gd name="connsiteX354" fmla="*/ 3490905 w 7467600"/>
              <a:gd name="connsiteY354" fmla="*/ 6277660 h 6858000"/>
              <a:gd name="connsiteX355" fmla="*/ 3455859 w 7467600"/>
              <a:gd name="connsiteY355" fmla="*/ 6391301 h 6858000"/>
              <a:gd name="connsiteX356" fmla="*/ 3429112 w 7467600"/>
              <a:gd name="connsiteY356" fmla="*/ 6479469 h 6858000"/>
              <a:gd name="connsiteX357" fmla="*/ 3304862 w 7467600"/>
              <a:gd name="connsiteY357" fmla="*/ 6796476 h 6858000"/>
              <a:gd name="connsiteX358" fmla="*/ 3276071 w 7467600"/>
              <a:gd name="connsiteY358" fmla="*/ 6858000 h 6858000"/>
              <a:gd name="connsiteX359" fmla="*/ 3240805 w 7467600"/>
              <a:gd name="connsiteY359" fmla="*/ 6858000 h 6858000"/>
              <a:gd name="connsiteX360" fmla="*/ 3275917 w 7467600"/>
              <a:gd name="connsiteY360" fmla="*/ 6783192 h 6858000"/>
              <a:gd name="connsiteX361" fmla="*/ 3399358 w 7467600"/>
              <a:gd name="connsiteY361" fmla="*/ 6469011 h 6858000"/>
              <a:gd name="connsiteX362" fmla="*/ 3425650 w 7467600"/>
              <a:gd name="connsiteY362" fmla="*/ 6381333 h 6858000"/>
              <a:gd name="connsiteX363" fmla="*/ 3460661 w 7467600"/>
              <a:gd name="connsiteY363" fmla="*/ 6266763 h 6858000"/>
              <a:gd name="connsiteX364" fmla="*/ 3518021 w 7467600"/>
              <a:gd name="connsiteY364" fmla="*/ 6117298 h 6858000"/>
              <a:gd name="connsiteX365" fmla="*/ 3554035 w 7467600"/>
              <a:gd name="connsiteY365" fmla="*/ 6027832 h 6858000"/>
              <a:gd name="connsiteX366" fmla="*/ 3677174 w 7467600"/>
              <a:gd name="connsiteY366" fmla="*/ 5636351 h 6858000"/>
              <a:gd name="connsiteX367" fmla="*/ 3698819 w 7467600"/>
              <a:gd name="connsiteY367" fmla="*/ 5560503 h 6858000"/>
              <a:gd name="connsiteX368" fmla="*/ 3702094 w 7467600"/>
              <a:gd name="connsiteY368" fmla="*/ 5549194 h 6858000"/>
              <a:gd name="connsiteX369" fmla="*/ 3398355 w 7467600"/>
              <a:gd name="connsiteY369" fmla="*/ 6094603 h 6858000"/>
              <a:gd name="connsiteX370" fmla="*/ 3193941 w 7467600"/>
              <a:gd name="connsiteY370" fmla="*/ 6798775 h 6858000"/>
              <a:gd name="connsiteX371" fmla="*/ 3184140 w 7467600"/>
              <a:gd name="connsiteY371" fmla="*/ 6858000 h 6858000"/>
              <a:gd name="connsiteX372" fmla="*/ 3099978 w 7467600"/>
              <a:gd name="connsiteY372" fmla="*/ 6858000 h 6858000"/>
              <a:gd name="connsiteX373" fmla="*/ 3101556 w 7467600"/>
              <a:gd name="connsiteY373" fmla="*/ 6843337 h 6858000"/>
              <a:gd name="connsiteX374" fmla="*/ 3370162 w 7467600"/>
              <a:gd name="connsiteY374" fmla="*/ 5785550 h 6858000"/>
              <a:gd name="connsiteX375" fmla="*/ 3746477 w 7467600"/>
              <a:gd name="connsiteY375" fmla="*/ 5377889 h 6858000"/>
              <a:gd name="connsiteX376" fmla="*/ 3863399 w 7467600"/>
              <a:gd name="connsiteY376" fmla="*/ 5087257 h 6858000"/>
              <a:gd name="connsiteX377" fmla="*/ 3968712 w 7467600"/>
              <a:gd name="connsiteY377" fmla="*/ 4913989 h 6858000"/>
              <a:gd name="connsiteX378" fmla="*/ 2792390 w 7467600"/>
              <a:gd name="connsiteY378" fmla="*/ 5382974 h 6858000"/>
              <a:gd name="connsiteX379" fmla="*/ 2714982 w 7467600"/>
              <a:gd name="connsiteY379" fmla="*/ 5427051 h 6858000"/>
              <a:gd name="connsiteX380" fmla="*/ 2813361 w 7467600"/>
              <a:gd name="connsiteY380" fmla="*/ 6023912 h 6858000"/>
              <a:gd name="connsiteX381" fmla="*/ 2688430 w 7467600"/>
              <a:gd name="connsiteY381" fmla="*/ 6801564 h 6858000"/>
              <a:gd name="connsiteX382" fmla="*/ 2629626 w 7467600"/>
              <a:gd name="connsiteY382" fmla="*/ 6763394 h 6858000"/>
              <a:gd name="connsiteX383" fmla="*/ 2565328 w 7467600"/>
              <a:gd name="connsiteY383" fmla="*/ 5516399 h 6858000"/>
              <a:gd name="connsiteX384" fmla="*/ 1922999 w 7467600"/>
              <a:gd name="connsiteY384" fmla="*/ 5980343 h 6858000"/>
              <a:gd name="connsiteX385" fmla="*/ 1950261 w 7467600"/>
              <a:gd name="connsiteY385" fmla="*/ 6405858 h 6858000"/>
              <a:gd name="connsiteX386" fmla="*/ 2365554 w 7467600"/>
              <a:gd name="connsiteY386" fmla="*/ 6759107 h 6858000"/>
              <a:gd name="connsiteX387" fmla="*/ 2424142 w 7467600"/>
              <a:gd name="connsiteY387" fmla="*/ 6858000 h 6858000"/>
              <a:gd name="connsiteX388" fmla="*/ 2395994 w 7467600"/>
              <a:gd name="connsiteY388" fmla="*/ 6858000 h 6858000"/>
              <a:gd name="connsiteX389" fmla="*/ 2392863 w 7467600"/>
              <a:gd name="connsiteY389" fmla="*/ 6852964 h 6858000"/>
              <a:gd name="connsiteX390" fmla="*/ 2017589 w 7467600"/>
              <a:gd name="connsiteY390" fmla="*/ 6493982 h 6858000"/>
              <a:gd name="connsiteX391" fmla="*/ 2147336 w 7467600"/>
              <a:gd name="connsiteY391" fmla="*/ 6594052 h 6858000"/>
              <a:gd name="connsiteX392" fmla="*/ 2207047 w 7467600"/>
              <a:gd name="connsiteY392" fmla="*/ 6654540 h 6858000"/>
              <a:gd name="connsiteX393" fmla="*/ 2299106 w 7467600"/>
              <a:gd name="connsiteY393" fmla="*/ 6778931 h 6858000"/>
              <a:gd name="connsiteX394" fmla="*/ 2314430 w 7467600"/>
              <a:gd name="connsiteY394" fmla="*/ 6801144 h 6858000"/>
              <a:gd name="connsiteX395" fmla="*/ 2352406 w 7467600"/>
              <a:gd name="connsiteY395" fmla="*/ 6858000 h 6858000"/>
              <a:gd name="connsiteX396" fmla="*/ 2314492 w 7467600"/>
              <a:gd name="connsiteY396" fmla="*/ 6858000 h 6858000"/>
              <a:gd name="connsiteX397" fmla="*/ 2288095 w 7467600"/>
              <a:gd name="connsiteY397" fmla="*/ 6818030 h 6858000"/>
              <a:gd name="connsiteX398" fmla="*/ 2272768 w 7467600"/>
              <a:gd name="connsiteY398" fmla="*/ 6795822 h 6858000"/>
              <a:gd name="connsiteX399" fmla="*/ 2182715 w 7467600"/>
              <a:gd name="connsiteY399" fmla="*/ 6675071 h 6858000"/>
              <a:gd name="connsiteX400" fmla="*/ 2032061 w 7467600"/>
              <a:gd name="connsiteY400" fmla="*/ 6541380 h 6858000"/>
              <a:gd name="connsiteX401" fmla="*/ 2257220 w 7467600"/>
              <a:gd name="connsiteY401" fmla="*/ 6826257 h 6858000"/>
              <a:gd name="connsiteX402" fmla="*/ 2281324 w 7467600"/>
              <a:gd name="connsiteY402" fmla="*/ 6858000 h 6858000"/>
              <a:gd name="connsiteX403" fmla="*/ 2242860 w 7467600"/>
              <a:gd name="connsiteY403" fmla="*/ 6858000 h 6858000"/>
              <a:gd name="connsiteX404" fmla="*/ 2232818 w 7467600"/>
              <a:gd name="connsiteY404" fmla="*/ 6844926 h 6858000"/>
              <a:gd name="connsiteX405" fmla="*/ 1990172 w 7467600"/>
              <a:gd name="connsiteY405" fmla="*/ 6542121 h 6858000"/>
              <a:gd name="connsiteX406" fmla="*/ 2124090 w 7467600"/>
              <a:gd name="connsiteY406" fmla="*/ 6761017 h 6858000"/>
              <a:gd name="connsiteX407" fmla="*/ 2200380 w 7467600"/>
              <a:gd name="connsiteY407" fmla="*/ 6858000 h 6858000"/>
              <a:gd name="connsiteX408" fmla="*/ 2147507 w 7467600"/>
              <a:gd name="connsiteY408" fmla="*/ 6858000 h 6858000"/>
              <a:gd name="connsiteX409" fmla="*/ 2070668 w 7467600"/>
              <a:gd name="connsiteY409" fmla="*/ 6761520 h 6858000"/>
              <a:gd name="connsiteX410" fmla="*/ 1975142 w 7467600"/>
              <a:gd name="connsiteY410" fmla="*/ 6585570 h 6858000"/>
              <a:gd name="connsiteX411" fmla="*/ 2050035 w 7467600"/>
              <a:gd name="connsiteY411" fmla="*/ 6813345 h 6858000"/>
              <a:gd name="connsiteX412" fmla="*/ 2063025 w 7467600"/>
              <a:gd name="connsiteY412" fmla="*/ 6858000 h 6858000"/>
              <a:gd name="connsiteX413" fmla="*/ 2021675 w 7467600"/>
              <a:gd name="connsiteY413" fmla="*/ 6858000 h 6858000"/>
              <a:gd name="connsiteX414" fmla="*/ 2019308 w 7467600"/>
              <a:gd name="connsiteY414" fmla="*/ 6847118 h 6858000"/>
              <a:gd name="connsiteX415" fmla="*/ 1938835 w 7467600"/>
              <a:gd name="connsiteY415" fmla="*/ 6551160 h 6858000"/>
              <a:gd name="connsiteX416" fmla="*/ 1953230 w 7467600"/>
              <a:gd name="connsiteY416" fmla="*/ 6759699 h 6858000"/>
              <a:gd name="connsiteX417" fmla="*/ 1956763 w 7467600"/>
              <a:gd name="connsiteY417" fmla="*/ 6778191 h 6858000"/>
              <a:gd name="connsiteX418" fmla="*/ 1967925 w 7467600"/>
              <a:gd name="connsiteY418" fmla="*/ 6858000 h 6858000"/>
              <a:gd name="connsiteX419" fmla="*/ 1936622 w 7467600"/>
              <a:gd name="connsiteY419" fmla="*/ 6858000 h 6858000"/>
              <a:gd name="connsiteX420" fmla="*/ 1926261 w 7467600"/>
              <a:gd name="connsiteY420" fmla="*/ 6784064 h 6858000"/>
              <a:gd name="connsiteX421" fmla="*/ 1922724 w 7467600"/>
              <a:gd name="connsiteY421" fmla="*/ 6765577 h 6858000"/>
              <a:gd name="connsiteX422" fmla="*/ 1904650 w 7467600"/>
              <a:gd name="connsiteY422" fmla="*/ 6639616 h 6858000"/>
              <a:gd name="connsiteX423" fmla="*/ 1885273 w 7467600"/>
              <a:gd name="connsiteY423" fmla="*/ 6858000 h 6858000"/>
              <a:gd name="connsiteX424" fmla="*/ 1854363 w 7467600"/>
              <a:gd name="connsiteY424" fmla="*/ 6858000 h 6858000"/>
              <a:gd name="connsiteX425" fmla="*/ 1880391 w 7467600"/>
              <a:gd name="connsiteY425" fmla="*/ 6603796 h 6858000"/>
              <a:gd name="connsiteX426" fmla="*/ 1818273 w 7467600"/>
              <a:gd name="connsiteY426" fmla="*/ 6715729 h 6858000"/>
              <a:gd name="connsiteX427" fmla="*/ 1794691 w 7467600"/>
              <a:gd name="connsiteY427" fmla="*/ 6843239 h 6858000"/>
              <a:gd name="connsiteX428" fmla="*/ 1794914 w 7467600"/>
              <a:gd name="connsiteY428" fmla="*/ 6858000 h 6858000"/>
              <a:gd name="connsiteX429" fmla="*/ 1746128 w 7467600"/>
              <a:gd name="connsiteY429" fmla="*/ 6858000 h 6858000"/>
              <a:gd name="connsiteX430" fmla="*/ 1753934 w 7467600"/>
              <a:gd name="connsiteY430" fmla="*/ 6724796 h 6858000"/>
              <a:gd name="connsiteX431" fmla="*/ 1792053 w 7467600"/>
              <a:gd name="connsiteY431" fmla="*/ 6572396 h 6858000"/>
              <a:gd name="connsiteX432" fmla="*/ 1862248 w 7467600"/>
              <a:gd name="connsiteY432" fmla="*/ 6266397 h 6858000"/>
              <a:gd name="connsiteX433" fmla="*/ 1862250 w 7467600"/>
              <a:gd name="connsiteY433" fmla="*/ 6033531 h 6858000"/>
              <a:gd name="connsiteX434" fmla="*/ 1211999 w 7467600"/>
              <a:gd name="connsiteY434" fmla="*/ 6683610 h 6858000"/>
              <a:gd name="connsiteX435" fmla="*/ 1213266 w 7467600"/>
              <a:gd name="connsiteY435" fmla="*/ 6691947 h 6858000"/>
              <a:gd name="connsiteX436" fmla="*/ 1203370 w 7467600"/>
              <a:gd name="connsiteY436" fmla="*/ 6850676 h 6858000"/>
              <a:gd name="connsiteX437" fmla="*/ 1203671 w 7467600"/>
              <a:gd name="connsiteY437" fmla="*/ 6858000 h 6858000"/>
              <a:gd name="connsiteX438" fmla="*/ 1143180 w 7467600"/>
              <a:gd name="connsiteY438" fmla="*/ 6858000 h 6858000"/>
              <a:gd name="connsiteX439" fmla="*/ 1142176 w 7467600"/>
              <a:gd name="connsiteY439" fmla="*/ 6766045 h 6858000"/>
              <a:gd name="connsiteX440" fmla="*/ 1067484 w 7467600"/>
              <a:gd name="connsiteY440" fmla="*/ 6858000 h 6858000"/>
              <a:gd name="connsiteX441" fmla="*/ 953928 w 7467600"/>
              <a:gd name="connsiteY441" fmla="*/ 6858000 h 6858000"/>
              <a:gd name="connsiteX442" fmla="*/ 959715 w 7467600"/>
              <a:gd name="connsiteY442" fmla="*/ 6850185 h 6858000"/>
              <a:gd name="connsiteX443" fmla="*/ 1483788 w 7467600"/>
              <a:gd name="connsiteY443" fmla="*/ 6259174 h 6858000"/>
              <a:gd name="connsiteX444" fmla="*/ 1100671 w 7467600"/>
              <a:gd name="connsiteY444" fmla="*/ 6252137 h 6858000"/>
              <a:gd name="connsiteX445" fmla="*/ 1090144 w 7467600"/>
              <a:gd name="connsiteY445" fmla="*/ 6256748 h 6858000"/>
              <a:gd name="connsiteX446" fmla="*/ 1095872 w 7467600"/>
              <a:gd name="connsiteY446" fmla="*/ 6271892 h 6858000"/>
              <a:gd name="connsiteX447" fmla="*/ 262785 w 7467600"/>
              <a:gd name="connsiteY447" fmla="*/ 6845450 h 6858000"/>
              <a:gd name="connsiteX448" fmla="*/ 209968 w 7467600"/>
              <a:gd name="connsiteY448" fmla="*/ 6770713 h 6858000"/>
              <a:gd name="connsiteX449" fmla="*/ 873460 w 7467600"/>
              <a:gd name="connsiteY449" fmla="*/ 6253768 h 6858000"/>
              <a:gd name="connsiteX450" fmla="*/ 192686 w 7467600"/>
              <a:gd name="connsiteY450" fmla="*/ 5849257 h 6858000"/>
              <a:gd name="connsiteX451" fmla="*/ 4696 w 7467600"/>
              <a:gd name="connsiteY451" fmla="*/ 5697668 h 6858000"/>
              <a:gd name="connsiteX452" fmla="*/ 0 w 7467600"/>
              <a:gd name="connsiteY452" fmla="*/ 5689984 h 6858000"/>
              <a:gd name="connsiteX453" fmla="*/ 0 w 7467600"/>
              <a:gd name="connsiteY453" fmla="*/ 5513472 h 6858000"/>
              <a:gd name="connsiteX454" fmla="*/ 174101 w 7467600"/>
              <a:gd name="connsiteY454" fmla="*/ 5620277 h 6858000"/>
              <a:gd name="connsiteX455" fmla="*/ 891800 w 7467600"/>
              <a:gd name="connsiteY455" fmla="*/ 6036935 h 6858000"/>
              <a:gd name="connsiteX456" fmla="*/ 1072219 w 7467600"/>
              <a:gd name="connsiteY456" fmla="*/ 6169443 h 6858000"/>
              <a:gd name="connsiteX457" fmla="*/ 1074117 w 7467600"/>
              <a:gd name="connsiteY457" fmla="*/ 6170301 h 6858000"/>
              <a:gd name="connsiteX458" fmla="*/ 1083114 w 7467600"/>
              <a:gd name="connsiteY458" fmla="*/ 6174131 h 6858000"/>
              <a:gd name="connsiteX459" fmla="*/ 1543010 w 7467600"/>
              <a:gd name="connsiteY459" fmla="*/ 6191140 h 6858000"/>
              <a:gd name="connsiteX460" fmla="*/ 1551080 w 7467600"/>
              <a:gd name="connsiteY460" fmla="*/ 6195006 h 6858000"/>
              <a:gd name="connsiteX461" fmla="*/ 2345443 w 7467600"/>
              <a:gd name="connsiteY461" fmla="*/ 5549882 h 6858000"/>
              <a:gd name="connsiteX462" fmla="*/ 1721499 w 7467600"/>
              <a:gd name="connsiteY462" fmla="*/ 5599969 h 6858000"/>
              <a:gd name="connsiteX463" fmla="*/ 767716 w 7467600"/>
              <a:gd name="connsiteY463" fmla="*/ 5472768 h 6858000"/>
              <a:gd name="connsiteX464" fmla="*/ 722147 w 7467600"/>
              <a:gd name="connsiteY464" fmla="*/ 5393091 h 6858000"/>
              <a:gd name="connsiteX465" fmla="*/ 1485552 w 7467600"/>
              <a:gd name="connsiteY465" fmla="*/ 5313202 h 6858000"/>
              <a:gd name="connsiteX466" fmla="*/ 2143004 w 7467600"/>
              <a:gd name="connsiteY466" fmla="*/ 5402420 h 6858000"/>
              <a:gd name="connsiteX467" fmla="*/ 1933391 w 7467600"/>
              <a:gd name="connsiteY467" fmla="*/ 5156971 h 6858000"/>
              <a:gd name="connsiteX468" fmla="*/ 1827118 w 7467600"/>
              <a:gd name="connsiteY468" fmla="*/ 4968410 h 6858000"/>
              <a:gd name="connsiteX469" fmla="*/ 1837349 w 7467600"/>
              <a:gd name="connsiteY469" fmla="*/ 4956357 h 6858000"/>
              <a:gd name="connsiteX470" fmla="*/ 2162835 w 7467600"/>
              <a:gd name="connsiteY470" fmla="*/ 5187853 h 6858000"/>
              <a:gd name="connsiteX471" fmla="*/ 2257167 w 7467600"/>
              <a:gd name="connsiteY471" fmla="*/ 5462123 h 6858000"/>
              <a:gd name="connsiteX472" fmla="*/ 2261598 w 7467600"/>
              <a:gd name="connsiteY472" fmla="*/ 5467998 h 6858000"/>
              <a:gd name="connsiteX473" fmla="*/ 2437177 w 7467600"/>
              <a:gd name="connsiteY473" fmla="*/ 5479608 h 6858000"/>
              <a:gd name="connsiteX474" fmla="*/ 2445247 w 7467600"/>
              <a:gd name="connsiteY474" fmla="*/ 5483476 h 6858000"/>
              <a:gd name="connsiteX475" fmla="*/ 2743626 w 7467600"/>
              <a:gd name="connsiteY475" fmla="*/ 5304819 h 6858000"/>
              <a:gd name="connsiteX476" fmla="*/ 3048102 w 7467600"/>
              <a:gd name="connsiteY476" fmla="*/ 5150595 h 6858000"/>
              <a:gd name="connsiteX477" fmla="*/ 1799414 w 7467600"/>
              <a:gd name="connsiteY477" fmla="*/ 4694732 h 6858000"/>
              <a:gd name="connsiteX478" fmla="*/ 1771735 w 7467600"/>
              <a:gd name="connsiteY478" fmla="*/ 4619929 h 6858000"/>
              <a:gd name="connsiteX479" fmla="*/ 3104273 w 7467600"/>
              <a:gd name="connsiteY479" fmla="*/ 5076159 h 6858000"/>
              <a:gd name="connsiteX480" fmla="*/ 3113245 w 7467600"/>
              <a:gd name="connsiteY480" fmla="*/ 5090705 h 6858000"/>
              <a:gd name="connsiteX481" fmla="*/ 3126294 w 7467600"/>
              <a:gd name="connsiteY481" fmla="*/ 5114400 h 6858000"/>
              <a:gd name="connsiteX482" fmla="*/ 3937433 w 7467600"/>
              <a:gd name="connsiteY482" fmla="*/ 4830473 h 6858000"/>
              <a:gd name="connsiteX483" fmla="*/ 3590475 w 7467600"/>
              <a:gd name="connsiteY483" fmla="*/ 4597974 h 6858000"/>
              <a:gd name="connsiteX484" fmla="*/ 3100264 w 7467600"/>
              <a:gd name="connsiteY484" fmla="*/ 4579845 h 6858000"/>
              <a:gd name="connsiteX485" fmla="*/ 2183576 w 7467600"/>
              <a:gd name="connsiteY485" fmla="*/ 4227150 h 6858000"/>
              <a:gd name="connsiteX486" fmla="*/ 2151029 w 7467600"/>
              <a:gd name="connsiteY486" fmla="*/ 4146947 h 6858000"/>
              <a:gd name="connsiteX487" fmla="*/ 3563434 w 7467600"/>
              <a:gd name="connsiteY487" fmla="*/ 4469115 h 6858000"/>
              <a:gd name="connsiteX488" fmla="*/ 3177952 w 7467600"/>
              <a:gd name="connsiteY488" fmla="*/ 3657386 h 6858000"/>
              <a:gd name="connsiteX489" fmla="*/ 3189263 w 7467600"/>
              <a:gd name="connsiteY489" fmla="*/ 3625726 h 6858000"/>
              <a:gd name="connsiteX490" fmla="*/ 3560912 w 7467600"/>
              <a:gd name="connsiteY490" fmla="*/ 4079863 h 6858000"/>
              <a:gd name="connsiteX491" fmla="*/ 3626636 w 7467600"/>
              <a:gd name="connsiteY491" fmla="*/ 4512230 h 6858000"/>
              <a:gd name="connsiteX492" fmla="*/ 3653088 w 7467600"/>
              <a:gd name="connsiteY492" fmla="*/ 4521417 h 6858000"/>
              <a:gd name="connsiteX493" fmla="*/ 3988128 w 7467600"/>
              <a:gd name="connsiteY493" fmla="*/ 4817267 h 6858000"/>
              <a:gd name="connsiteX494" fmla="*/ 4830582 w 7467600"/>
              <a:gd name="connsiteY494" fmla="*/ 4676000 h 6858000"/>
              <a:gd name="connsiteX495" fmla="*/ 4830100 w 7467600"/>
              <a:gd name="connsiteY495" fmla="*/ 4675554 h 6858000"/>
              <a:gd name="connsiteX496" fmla="*/ 4036318 w 7467600"/>
              <a:gd name="connsiteY496" fmla="*/ 4147013 h 6858000"/>
              <a:gd name="connsiteX497" fmla="*/ 3432098 w 7467600"/>
              <a:gd name="connsiteY497" fmla="*/ 3537312 h 6858000"/>
              <a:gd name="connsiteX498" fmla="*/ 3446761 w 7467600"/>
              <a:gd name="connsiteY498" fmla="*/ 3461278 h 6858000"/>
              <a:gd name="connsiteX499" fmla="*/ 4419733 w 7467600"/>
              <a:gd name="connsiteY499" fmla="*/ 3963555 h 6858000"/>
              <a:gd name="connsiteX500" fmla="*/ 4781371 w 7467600"/>
              <a:gd name="connsiteY500" fmla="*/ 4458604 h 6858000"/>
              <a:gd name="connsiteX501" fmla="*/ 4780440 w 7467600"/>
              <a:gd name="connsiteY501" fmla="*/ 4470290 h 6858000"/>
              <a:gd name="connsiteX502" fmla="*/ 4898954 w 7467600"/>
              <a:gd name="connsiteY502" fmla="*/ 4662092 h 6858000"/>
              <a:gd name="connsiteX503" fmla="*/ 4900699 w 7467600"/>
              <a:gd name="connsiteY503" fmla="*/ 4670867 h 6858000"/>
              <a:gd name="connsiteX504" fmla="*/ 5714511 w 7467600"/>
              <a:gd name="connsiteY504" fmla="*/ 4663483 h 6858000"/>
              <a:gd name="connsiteX505" fmla="*/ 5464793 w 7467600"/>
              <a:gd name="connsiteY505" fmla="*/ 4393556 h 6858000"/>
              <a:gd name="connsiteX506" fmla="*/ 5461897 w 7467600"/>
              <a:gd name="connsiteY506" fmla="*/ 4390879 h 6858000"/>
              <a:gd name="connsiteX507" fmla="*/ 4294126 w 7467600"/>
              <a:gd name="connsiteY507" fmla="*/ 3303048 h 6858000"/>
              <a:gd name="connsiteX508" fmla="*/ 4305321 w 7467600"/>
              <a:gd name="connsiteY508" fmla="*/ 3256953 h 6858000"/>
              <a:gd name="connsiteX509" fmla="*/ 4949299 w 7467600"/>
              <a:gd name="connsiteY509" fmla="*/ 3766336 h 6858000"/>
              <a:gd name="connsiteX510" fmla="*/ 5291452 w 7467600"/>
              <a:gd name="connsiteY510" fmla="*/ 4076801 h 6858000"/>
              <a:gd name="connsiteX511" fmla="*/ 5434998 w 7467600"/>
              <a:gd name="connsiteY511" fmla="*/ 4254100 h 6858000"/>
              <a:gd name="connsiteX512" fmla="*/ 5351015 w 7467600"/>
              <a:gd name="connsiteY512" fmla="*/ 3760989 h 6858000"/>
              <a:gd name="connsiteX513" fmla="*/ 5413780 w 7467600"/>
              <a:gd name="connsiteY513" fmla="*/ 2966265 h 6858000"/>
              <a:gd name="connsiteX514" fmla="*/ 5425627 w 7467600"/>
              <a:gd name="connsiteY514" fmla="*/ 2954192 h 6858000"/>
              <a:gd name="connsiteX515" fmla="*/ 6604735 w 7467600"/>
              <a:gd name="connsiteY515" fmla="*/ 2041381 h 6858000"/>
              <a:gd name="connsiteX516" fmla="*/ 7204487 w 7467600"/>
              <a:gd name="connsiteY516" fmla="*/ 2742112 h 6858000"/>
              <a:gd name="connsiteX517" fmla="*/ 7131592 w 7467600"/>
              <a:gd name="connsiteY517" fmla="*/ 2672096 h 6858000"/>
              <a:gd name="connsiteX518" fmla="*/ 6996344 w 7467600"/>
              <a:gd name="connsiteY518" fmla="*/ 2518310 h 6858000"/>
              <a:gd name="connsiteX519" fmla="*/ 6735495 w 7467600"/>
              <a:gd name="connsiteY519" fmla="*/ 2196890 h 6858000"/>
              <a:gd name="connsiteX520" fmla="*/ 6721901 w 7467600"/>
              <a:gd name="connsiteY520" fmla="*/ 2179274 h 6858000"/>
              <a:gd name="connsiteX521" fmla="*/ 6604735 w 7467600"/>
              <a:gd name="connsiteY521" fmla="*/ 2041381 h 6858000"/>
              <a:gd name="connsiteX522" fmla="*/ 6591670 w 7467600"/>
              <a:gd name="connsiteY522" fmla="*/ 1988277 h 6858000"/>
              <a:gd name="connsiteX523" fmla="*/ 6747349 w 7467600"/>
              <a:gd name="connsiteY523" fmla="*/ 2160069 h 6858000"/>
              <a:gd name="connsiteX524" fmla="*/ 6760943 w 7467600"/>
              <a:gd name="connsiteY524" fmla="*/ 2177686 h 6858000"/>
              <a:gd name="connsiteX525" fmla="*/ 7021065 w 7467600"/>
              <a:gd name="connsiteY525" fmla="*/ 2498102 h 6858000"/>
              <a:gd name="connsiteX526" fmla="*/ 7155223 w 7467600"/>
              <a:gd name="connsiteY526" fmla="*/ 2650386 h 6858000"/>
              <a:gd name="connsiteX527" fmla="*/ 7203167 w 7467600"/>
              <a:gd name="connsiteY527" fmla="*/ 2697288 h 6858000"/>
              <a:gd name="connsiteX528" fmla="*/ 6937703 w 7467600"/>
              <a:gd name="connsiteY528" fmla="*/ 2321981 h 6858000"/>
              <a:gd name="connsiteX529" fmla="*/ 6591670 w 7467600"/>
              <a:gd name="connsiteY529" fmla="*/ 1988277 h 6858000"/>
              <a:gd name="connsiteX530" fmla="*/ 5798671 w 7467600"/>
              <a:gd name="connsiteY530" fmla="*/ 1981601 h 6858000"/>
              <a:gd name="connsiteX531" fmla="*/ 5754709 w 7467600"/>
              <a:gd name="connsiteY531" fmla="*/ 2071454 h 6858000"/>
              <a:gd name="connsiteX532" fmla="*/ 5763044 w 7467600"/>
              <a:gd name="connsiteY532" fmla="*/ 2842206 h 6858000"/>
              <a:gd name="connsiteX533" fmla="*/ 5764974 w 7467600"/>
              <a:gd name="connsiteY533" fmla="*/ 2799609 h 6858000"/>
              <a:gd name="connsiteX534" fmla="*/ 5767665 w 7467600"/>
              <a:gd name="connsiteY534" fmla="*/ 2666409 h 6858000"/>
              <a:gd name="connsiteX535" fmla="*/ 5763055 w 7467600"/>
              <a:gd name="connsiteY535" fmla="*/ 2579705 h 6858000"/>
              <a:gd name="connsiteX536" fmla="*/ 5758079 w 7467600"/>
              <a:gd name="connsiteY536" fmla="*/ 2492508 h 6858000"/>
              <a:gd name="connsiteX537" fmla="*/ 5779325 w 7467600"/>
              <a:gd name="connsiteY537" fmla="*/ 2197069 h 6858000"/>
              <a:gd name="connsiteX538" fmla="*/ 5798671 w 7467600"/>
              <a:gd name="connsiteY538" fmla="*/ 1981601 h 6858000"/>
              <a:gd name="connsiteX539" fmla="*/ 5829202 w 7467600"/>
              <a:gd name="connsiteY539" fmla="*/ 1971679 h 6858000"/>
              <a:gd name="connsiteX540" fmla="*/ 5809558 w 7467600"/>
              <a:gd name="connsiteY540" fmla="*/ 2198043 h 6858000"/>
              <a:gd name="connsiteX541" fmla="*/ 5788653 w 7467600"/>
              <a:gd name="connsiteY541" fmla="*/ 2489430 h 6858000"/>
              <a:gd name="connsiteX542" fmla="*/ 5793439 w 7467600"/>
              <a:gd name="connsiteY542" fmla="*/ 2575235 h 6858000"/>
              <a:gd name="connsiteX543" fmla="*/ 5796837 w 7467600"/>
              <a:gd name="connsiteY543" fmla="*/ 2637633 h 6858000"/>
              <a:gd name="connsiteX544" fmla="*/ 5818614 w 7467600"/>
              <a:gd name="connsiteY544" fmla="*/ 2473055 h 6858000"/>
              <a:gd name="connsiteX545" fmla="*/ 5829202 w 7467600"/>
              <a:gd name="connsiteY545" fmla="*/ 1971679 h 6858000"/>
              <a:gd name="connsiteX546" fmla="*/ 5911389 w 7467600"/>
              <a:gd name="connsiteY546" fmla="*/ 1898371 h 6858000"/>
              <a:gd name="connsiteX547" fmla="*/ 6237627 w 7467600"/>
              <a:gd name="connsiteY547" fmla="*/ 2231921 h 6858000"/>
              <a:gd name="connsiteX548" fmla="*/ 5911389 w 7467600"/>
              <a:gd name="connsiteY548" fmla="*/ 1898371 h 6858000"/>
              <a:gd name="connsiteX549" fmla="*/ 6944437 w 7467600"/>
              <a:gd name="connsiteY549" fmla="*/ 1575402 h 6858000"/>
              <a:gd name="connsiteX550" fmla="*/ 6304730 w 7467600"/>
              <a:gd name="connsiteY550" fmla="*/ 1766654 h 6858000"/>
              <a:gd name="connsiteX551" fmla="*/ 6944437 w 7467600"/>
              <a:gd name="connsiteY551" fmla="*/ 1575402 h 6858000"/>
              <a:gd name="connsiteX552" fmla="*/ 7019523 w 7467600"/>
              <a:gd name="connsiteY552" fmla="*/ 1519450 h 6858000"/>
              <a:gd name="connsiteX553" fmla="*/ 6298091 w 7467600"/>
              <a:gd name="connsiteY553" fmla="*/ 1737122 h 6858000"/>
              <a:gd name="connsiteX554" fmla="*/ 7019523 w 7467600"/>
              <a:gd name="connsiteY554" fmla="*/ 1519450 h 6858000"/>
              <a:gd name="connsiteX555" fmla="*/ 2399523 w 7467600"/>
              <a:gd name="connsiteY555" fmla="*/ 1428234 h 6858000"/>
              <a:gd name="connsiteX556" fmla="*/ 2224982 w 7467600"/>
              <a:gd name="connsiteY556" fmla="*/ 1826201 h 6858000"/>
              <a:gd name="connsiteX557" fmla="*/ 2096099 w 7467600"/>
              <a:gd name="connsiteY557" fmla="*/ 2345900 h 6858000"/>
              <a:gd name="connsiteX558" fmla="*/ 2283317 w 7467600"/>
              <a:gd name="connsiteY558" fmla="*/ 1796925 h 6858000"/>
              <a:gd name="connsiteX559" fmla="*/ 2399523 w 7467600"/>
              <a:gd name="connsiteY559" fmla="*/ 1428234 h 6858000"/>
              <a:gd name="connsiteX560" fmla="*/ 2448558 w 7467600"/>
              <a:gd name="connsiteY560" fmla="*/ 1373435 h 6858000"/>
              <a:gd name="connsiteX561" fmla="*/ 2312521 w 7467600"/>
              <a:gd name="connsiteY561" fmla="*/ 1806140 h 6858000"/>
              <a:gd name="connsiteX562" fmla="*/ 2127533 w 7467600"/>
              <a:gd name="connsiteY562" fmla="*/ 2348380 h 6858000"/>
              <a:gd name="connsiteX563" fmla="*/ 2358080 w 7467600"/>
              <a:gd name="connsiteY563" fmla="*/ 1866134 h 6858000"/>
              <a:gd name="connsiteX564" fmla="*/ 2407436 w 7467600"/>
              <a:gd name="connsiteY564" fmla="*/ 1651070 h 6858000"/>
              <a:gd name="connsiteX565" fmla="*/ 2448558 w 7467600"/>
              <a:gd name="connsiteY565" fmla="*/ 1373435 h 6858000"/>
              <a:gd name="connsiteX566" fmla="*/ 278707 w 7467600"/>
              <a:gd name="connsiteY566" fmla="*/ 1352270 h 6858000"/>
              <a:gd name="connsiteX567" fmla="*/ 321570 w 7467600"/>
              <a:gd name="connsiteY567" fmla="*/ 1861610 h 6858000"/>
              <a:gd name="connsiteX568" fmla="*/ 294281 w 7467600"/>
              <a:gd name="connsiteY568" fmla="*/ 1440658 h 6858000"/>
              <a:gd name="connsiteX569" fmla="*/ 278707 w 7467600"/>
              <a:gd name="connsiteY569" fmla="*/ 1352270 h 6858000"/>
              <a:gd name="connsiteX570" fmla="*/ 1423821 w 7467600"/>
              <a:gd name="connsiteY570" fmla="*/ 1351958 h 6858000"/>
              <a:gd name="connsiteX571" fmla="*/ 1638521 w 7467600"/>
              <a:gd name="connsiteY571" fmla="*/ 1908470 h 6858000"/>
              <a:gd name="connsiteX572" fmla="*/ 1754199 w 7467600"/>
              <a:gd name="connsiteY572" fmla="*/ 2149284 h 6858000"/>
              <a:gd name="connsiteX573" fmla="*/ 1908359 w 7467600"/>
              <a:gd name="connsiteY573" fmla="*/ 2364988 h 6858000"/>
              <a:gd name="connsiteX574" fmla="*/ 1647661 w 7467600"/>
              <a:gd name="connsiteY574" fmla="*/ 1825945 h 6858000"/>
              <a:gd name="connsiteX575" fmla="*/ 1423821 w 7467600"/>
              <a:gd name="connsiteY575" fmla="*/ 1351958 h 6858000"/>
              <a:gd name="connsiteX576" fmla="*/ 1431890 w 7467600"/>
              <a:gd name="connsiteY576" fmla="*/ 1306475 h 6858000"/>
              <a:gd name="connsiteX577" fmla="*/ 1507597 w 7467600"/>
              <a:gd name="connsiteY577" fmla="*/ 1446132 h 6858000"/>
              <a:gd name="connsiteX578" fmla="*/ 1674586 w 7467600"/>
              <a:gd name="connsiteY578" fmla="*/ 1813832 h 6858000"/>
              <a:gd name="connsiteX579" fmla="*/ 1815950 w 7467600"/>
              <a:gd name="connsiteY579" fmla="*/ 2128564 h 6858000"/>
              <a:gd name="connsiteX580" fmla="*/ 1984242 w 7467600"/>
              <a:gd name="connsiteY580" fmla="*/ 2430829 h 6858000"/>
              <a:gd name="connsiteX581" fmla="*/ 2014023 w 7467600"/>
              <a:gd name="connsiteY581" fmla="*/ 2450995 h 6858000"/>
              <a:gd name="connsiteX582" fmla="*/ 1747337 w 7467600"/>
              <a:gd name="connsiteY582" fmla="*/ 1855264 h 6858000"/>
              <a:gd name="connsiteX583" fmla="*/ 1533749 w 7467600"/>
              <a:gd name="connsiteY583" fmla="*/ 1478656 h 6858000"/>
              <a:gd name="connsiteX584" fmla="*/ 1431890 w 7467600"/>
              <a:gd name="connsiteY584" fmla="*/ 1306475 h 6858000"/>
              <a:gd name="connsiteX585" fmla="*/ 5052692 w 7467600"/>
              <a:gd name="connsiteY585" fmla="*/ 1292994 h 6858000"/>
              <a:gd name="connsiteX586" fmla="*/ 5200661 w 7467600"/>
              <a:gd name="connsiteY586" fmla="*/ 1635186 h 6858000"/>
              <a:gd name="connsiteX587" fmla="*/ 5297138 w 7467600"/>
              <a:gd name="connsiteY587" fmla="*/ 1906351 h 6858000"/>
              <a:gd name="connsiteX588" fmla="*/ 5052692 w 7467600"/>
              <a:gd name="connsiteY588" fmla="*/ 1292994 h 6858000"/>
              <a:gd name="connsiteX589" fmla="*/ 5009948 w 7467600"/>
              <a:gd name="connsiteY589" fmla="*/ 1273619 h 6858000"/>
              <a:gd name="connsiteX590" fmla="*/ 5121777 w 7467600"/>
              <a:gd name="connsiteY590" fmla="*/ 1654213 h 6858000"/>
              <a:gd name="connsiteX591" fmla="*/ 5293545 w 7467600"/>
              <a:gd name="connsiteY591" fmla="*/ 2072247 h 6858000"/>
              <a:gd name="connsiteX592" fmla="*/ 5294042 w 7467600"/>
              <a:gd name="connsiteY592" fmla="*/ 2065019 h 6858000"/>
              <a:gd name="connsiteX593" fmla="*/ 5171936 w 7467600"/>
              <a:gd name="connsiteY593" fmla="*/ 1647613 h 6858000"/>
              <a:gd name="connsiteX594" fmla="*/ 5009948 w 7467600"/>
              <a:gd name="connsiteY594" fmla="*/ 1273619 h 6858000"/>
              <a:gd name="connsiteX595" fmla="*/ 655236 w 7467600"/>
              <a:gd name="connsiteY595" fmla="*/ 1268632 h 6858000"/>
              <a:gd name="connsiteX596" fmla="*/ 839521 w 7467600"/>
              <a:gd name="connsiteY596" fmla="*/ 1685315 h 6858000"/>
              <a:gd name="connsiteX597" fmla="*/ 1109416 w 7467600"/>
              <a:gd name="connsiteY597" fmla="*/ 2061663 h 6858000"/>
              <a:gd name="connsiteX598" fmla="*/ 1298300 w 7467600"/>
              <a:gd name="connsiteY598" fmla="*/ 2247742 h 6858000"/>
              <a:gd name="connsiteX599" fmla="*/ 1125871 w 7467600"/>
              <a:gd name="connsiteY599" fmla="*/ 1989513 h 6858000"/>
              <a:gd name="connsiteX600" fmla="*/ 981574 w 7467600"/>
              <a:gd name="connsiteY600" fmla="*/ 1783157 h 6858000"/>
              <a:gd name="connsiteX601" fmla="*/ 922198 w 7467600"/>
              <a:gd name="connsiteY601" fmla="*/ 1677437 h 6858000"/>
              <a:gd name="connsiteX602" fmla="*/ 869293 w 7467600"/>
              <a:gd name="connsiteY602" fmla="*/ 1583214 h 6858000"/>
              <a:gd name="connsiteX603" fmla="*/ 751431 w 7467600"/>
              <a:gd name="connsiteY603" fmla="*/ 1405731 h 6858000"/>
              <a:gd name="connsiteX604" fmla="*/ 655236 w 7467600"/>
              <a:gd name="connsiteY604" fmla="*/ 1268632 h 6858000"/>
              <a:gd name="connsiteX605" fmla="*/ 6516292 w 7467600"/>
              <a:gd name="connsiteY605" fmla="*/ 1263064 h 6858000"/>
              <a:gd name="connsiteX606" fmla="*/ 5736320 w 7467600"/>
              <a:gd name="connsiteY606" fmla="*/ 1501803 h 6858000"/>
              <a:gd name="connsiteX607" fmla="*/ 6516292 w 7467600"/>
              <a:gd name="connsiteY607" fmla="*/ 1263064 h 6858000"/>
              <a:gd name="connsiteX608" fmla="*/ 291466 w 7467600"/>
              <a:gd name="connsiteY608" fmla="*/ 1250369 h 6858000"/>
              <a:gd name="connsiteX609" fmla="*/ 323180 w 7467600"/>
              <a:gd name="connsiteY609" fmla="*/ 1435283 h 6858000"/>
              <a:gd name="connsiteX610" fmla="*/ 349381 w 7467600"/>
              <a:gd name="connsiteY610" fmla="*/ 1875041 h 6858000"/>
              <a:gd name="connsiteX611" fmla="*/ 374363 w 7467600"/>
              <a:gd name="connsiteY611" fmla="*/ 1506494 h 6858000"/>
              <a:gd name="connsiteX612" fmla="*/ 302168 w 7467600"/>
              <a:gd name="connsiteY612" fmla="*/ 1274495 h 6858000"/>
              <a:gd name="connsiteX613" fmla="*/ 291466 w 7467600"/>
              <a:gd name="connsiteY613" fmla="*/ 1250369 h 6858000"/>
              <a:gd name="connsiteX614" fmla="*/ 678222 w 7467600"/>
              <a:gd name="connsiteY614" fmla="*/ 1248670 h 6858000"/>
              <a:gd name="connsiteX615" fmla="*/ 775536 w 7467600"/>
              <a:gd name="connsiteY615" fmla="*/ 1388015 h 6858000"/>
              <a:gd name="connsiteX616" fmla="*/ 894529 w 7467600"/>
              <a:gd name="connsiteY616" fmla="*/ 1567739 h 6858000"/>
              <a:gd name="connsiteX617" fmla="*/ 948000 w 7467600"/>
              <a:gd name="connsiteY617" fmla="*/ 1663088 h 6858000"/>
              <a:gd name="connsiteX618" fmla="*/ 1006812 w 7467600"/>
              <a:gd name="connsiteY618" fmla="*/ 1767683 h 6858000"/>
              <a:gd name="connsiteX619" fmla="*/ 1149133 w 7467600"/>
              <a:gd name="connsiteY619" fmla="*/ 1971513 h 6858000"/>
              <a:gd name="connsiteX620" fmla="*/ 1333952 w 7467600"/>
              <a:gd name="connsiteY620" fmla="*/ 2251620 h 6858000"/>
              <a:gd name="connsiteX621" fmla="*/ 1337329 w 7467600"/>
              <a:gd name="connsiteY621" fmla="*/ 2258350 h 6858000"/>
              <a:gd name="connsiteX622" fmla="*/ 1014726 w 7467600"/>
              <a:gd name="connsiteY622" fmla="*/ 1615556 h 6858000"/>
              <a:gd name="connsiteX623" fmla="*/ 678222 w 7467600"/>
              <a:gd name="connsiteY623" fmla="*/ 1248670 h 6858000"/>
              <a:gd name="connsiteX624" fmla="*/ 6691602 w 7467600"/>
              <a:gd name="connsiteY624" fmla="*/ 1140573 h 6858000"/>
              <a:gd name="connsiteX625" fmla="*/ 6571100 w 7467600"/>
              <a:gd name="connsiteY625" fmla="*/ 1183662 h 6858000"/>
              <a:gd name="connsiteX626" fmla="*/ 6241687 w 7467600"/>
              <a:gd name="connsiteY626" fmla="*/ 1257600 h 6858000"/>
              <a:gd name="connsiteX627" fmla="*/ 5693009 w 7467600"/>
              <a:gd name="connsiteY627" fmla="*/ 1478256 h 6858000"/>
              <a:gd name="connsiteX628" fmla="*/ 6548420 w 7467600"/>
              <a:gd name="connsiteY628" fmla="*/ 1214599 h 6858000"/>
              <a:gd name="connsiteX629" fmla="*/ 6605473 w 7467600"/>
              <a:gd name="connsiteY629" fmla="*/ 1184686 h 6858000"/>
              <a:gd name="connsiteX630" fmla="*/ 6691602 w 7467600"/>
              <a:gd name="connsiteY630" fmla="*/ 1140573 h 6858000"/>
              <a:gd name="connsiteX631" fmla="*/ 4002475 w 7467600"/>
              <a:gd name="connsiteY631" fmla="*/ 1037802 h 6858000"/>
              <a:gd name="connsiteX632" fmla="*/ 4000324 w 7467600"/>
              <a:gd name="connsiteY632" fmla="*/ 1039362 h 6858000"/>
              <a:gd name="connsiteX633" fmla="*/ 4002862 w 7467600"/>
              <a:gd name="connsiteY633" fmla="*/ 1042866 h 6858000"/>
              <a:gd name="connsiteX634" fmla="*/ 4002475 w 7467600"/>
              <a:gd name="connsiteY634" fmla="*/ 1037802 h 6858000"/>
              <a:gd name="connsiteX635" fmla="*/ 506322 w 7467600"/>
              <a:gd name="connsiteY635" fmla="*/ 1020997 h 6858000"/>
              <a:gd name="connsiteX636" fmla="*/ 533068 w 7467600"/>
              <a:gd name="connsiteY636" fmla="*/ 1029409 h 6858000"/>
              <a:gd name="connsiteX637" fmla="*/ 1232525 w 7467600"/>
              <a:gd name="connsiteY637" fmla="*/ 1804675 h 6858000"/>
              <a:gd name="connsiteX638" fmla="*/ 1388858 w 7467600"/>
              <a:gd name="connsiteY638" fmla="*/ 2368011 h 6858000"/>
              <a:gd name="connsiteX639" fmla="*/ 1384098 w 7467600"/>
              <a:gd name="connsiteY639" fmla="*/ 2378125 h 6858000"/>
              <a:gd name="connsiteX640" fmla="*/ 1425393 w 7467600"/>
              <a:gd name="connsiteY640" fmla="*/ 2589124 h 6858000"/>
              <a:gd name="connsiteX641" fmla="*/ 1424001 w 7467600"/>
              <a:gd name="connsiteY641" fmla="*/ 2597541 h 6858000"/>
              <a:gd name="connsiteX642" fmla="*/ 2152729 w 7467600"/>
              <a:gd name="connsiteY642" fmla="*/ 2864487 h 6858000"/>
              <a:gd name="connsiteX643" fmla="*/ 2020609 w 7467600"/>
              <a:gd name="connsiteY643" fmla="*/ 2539671 h 6858000"/>
              <a:gd name="connsiteX644" fmla="*/ 2018920 w 7467600"/>
              <a:gd name="connsiteY644" fmla="*/ 2536309 h 6858000"/>
              <a:gd name="connsiteX645" fmla="*/ 1342441 w 7467600"/>
              <a:gd name="connsiteY645" fmla="*/ 1173017 h 6858000"/>
              <a:gd name="connsiteX646" fmla="*/ 1367925 w 7467600"/>
              <a:gd name="connsiteY646" fmla="*/ 1135648 h 6858000"/>
              <a:gd name="connsiteX647" fmla="*/ 1771401 w 7467600"/>
              <a:gd name="connsiteY647" fmla="*/ 1806673 h 6858000"/>
              <a:gd name="connsiteX648" fmla="*/ 1972385 w 7467600"/>
              <a:gd name="connsiteY648" fmla="*/ 2198735 h 6858000"/>
              <a:gd name="connsiteX649" fmla="*/ 2040892 w 7467600"/>
              <a:gd name="connsiteY649" fmla="*/ 2405205 h 6858000"/>
              <a:gd name="connsiteX650" fmla="*/ 2131689 w 7467600"/>
              <a:gd name="connsiteY650" fmla="*/ 1936926 h 6858000"/>
              <a:gd name="connsiteX651" fmla="*/ 2454820 w 7467600"/>
              <a:gd name="connsiteY651" fmla="*/ 1248808 h 6858000"/>
              <a:gd name="connsiteX652" fmla="*/ 2492512 w 7467600"/>
              <a:gd name="connsiteY652" fmla="*/ 1302920 h 6858000"/>
              <a:gd name="connsiteX653" fmla="*/ 2081216 w 7467600"/>
              <a:gd name="connsiteY653" fmla="*/ 2527513 h 6858000"/>
              <a:gd name="connsiteX654" fmla="*/ 2081211 w 7467600"/>
              <a:gd name="connsiteY654" fmla="*/ 2528916 h 6858000"/>
              <a:gd name="connsiteX655" fmla="*/ 2199067 w 7467600"/>
              <a:gd name="connsiteY655" fmla="*/ 2884061 h 6858000"/>
              <a:gd name="connsiteX656" fmla="*/ 3192586 w 7467600"/>
              <a:gd name="connsiteY656" fmla="*/ 3411496 h 6858000"/>
              <a:gd name="connsiteX657" fmla="*/ 3182620 w 7467600"/>
              <a:gd name="connsiteY657" fmla="*/ 3483279 h 6858000"/>
              <a:gd name="connsiteX658" fmla="*/ 2435119 w 7467600"/>
              <a:gd name="connsiteY658" fmla="*/ 3080173 h 6858000"/>
              <a:gd name="connsiteX659" fmla="*/ 2410152 w 7467600"/>
              <a:gd name="connsiteY659" fmla="*/ 3063751 h 6858000"/>
              <a:gd name="connsiteX660" fmla="*/ 2408099 w 7467600"/>
              <a:gd name="connsiteY660" fmla="*/ 3064403 h 6858000"/>
              <a:gd name="connsiteX661" fmla="*/ 2407218 w 7467600"/>
              <a:gd name="connsiteY661" fmla="*/ 3070324 h 6858000"/>
              <a:gd name="connsiteX662" fmla="*/ 2380138 w 7467600"/>
              <a:gd name="connsiteY662" fmla="*/ 3099341 h 6858000"/>
              <a:gd name="connsiteX663" fmla="*/ 1765923 w 7467600"/>
              <a:gd name="connsiteY663" fmla="*/ 3581043 h 6858000"/>
              <a:gd name="connsiteX664" fmla="*/ 1702258 w 7467600"/>
              <a:gd name="connsiteY664" fmla="*/ 3612286 h 6858000"/>
              <a:gd name="connsiteX665" fmla="*/ 1538370 w 7467600"/>
              <a:gd name="connsiteY665" fmla="*/ 3811804 h 6858000"/>
              <a:gd name="connsiteX666" fmla="*/ 542867 w 7467600"/>
              <a:gd name="connsiteY666" fmla="*/ 4944092 h 6858000"/>
              <a:gd name="connsiteX667" fmla="*/ 515800 w 7467600"/>
              <a:gd name="connsiteY667" fmla="*/ 4862180 h 6858000"/>
              <a:gd name="connsiteX668" fmla="*/ 909145 w 7467600"/>
              <a:gd name="connsiteY668" fmla="*/ 4199225 h 6858000"/>
              <a:gd name="connsiteX669" fmla="*/ 1214067 w 7467600"/>
              <a:gd name="connsiteY669" fmla="*/ 3908561 h 6858000"/>
              <a:gd name="connsiteX670" fmla="*/ 640967 w 7467600"/>
              <a:gd name="connsiteY670" fmla="*/ 4105601 h 6858000"/>
              <a:gd name="connsiteX671" fmla="*/ 112563 w 7467600"/>
              <a:gd name="connsiteY671" fmla="*/ 4396952 h 6858000"/>
              <a:gd name="connsiteX672" fmla="*/ 0 w 7467600"/>
              <a:gd name="connsiteY672" fmla="*/ 4466006 h 6858000"/>
              <a:gd name="connsiteX673" fmla="*/ 0 w 7467600"/>
              <a:gd name="connsiteY673" fmla="*/ 4233763 h 6858000"/>
              <a:gd name="connsiteX674" fmla="*/ 36881 w 7467600"/>
              <a:gd name="connsiteY674" fmla="*/ 4200118 h 6858000"/>
              <a:gd name="connsiteX675" fmla="*/ 910534 w 7467600"/>
              <a:gd name="connsiteY675" fmla="*/ 3629753 h 6858000"/>
              <a:gd name="connsiteX676" fmla="*/ 1578717 w 7467600"/>
              <a:gd name="connsiteY676" fmla="*/ 3575982 h 6858000"/>
              <a:gd name="connsiteX677" fmla="*/ 2338780 w 7467600"/>
              <a:gd name="connsiteY677" fmla="*/ 3033725 h 6858000"/>
              <a:gd name="connsiteX678" fmla="*/ 1807991 w 7467600"/>
              <a:gd name="connsiteY678" fmla="*/ 2807184 h 6858000"/>
              <a:gd name="connsiteX679" fmla="*/ 1416358 w 7467600"/>
              <a:gd name="connsiteY679" fmla="*/ 3112571 h 6858000"/>
              <a:gd name="connsiteX680" fmla="*/ 939066 w 7467600"/>
              <a:gd name="connsiteY680" fmla="*/ 3378798 h 6858000"/>
              <a:gd name="connsiteX681" fmla="*/ 115099 w 7467600"/>
              <a:gd name="connsiteY681" fmla="*/ 3607650 h 6858000"/>
              <a:gd name="connsiteX682" fmla="*/ 97284 w 7467600"/>
              <a:gd name="connsiteY682" fmla="*/ 3520393 h 6858000"/>
              <a:gd name="connsiteX683" fmla="*/ 922050 w 7467600"/>
              <a:gd name="connsiteY683" fmla="*/ 3074867 h 6858000"/>
              <a:gd name="connsiteX684" fmla="*/ 1405265 w 7467600"/>
              <a:gd name="connsiteY684" fmla="*/ 3016319 h 6858000"/>
              <a:gd name="connsiteX685" fmla="*/ 1407512 w 7467600"/>
              <a:gd name="connsiteY685" fmla="*/ 3018001 h 6858000"/>
              <a:gd name="connsiteX686" fmla="*/ 1726266 w 7467600"/>
              <a:gd name="connsiteY686" fmla="*/ 2777274 h 6858000"/>
              <a:gd name="connsiteX687" fmla="*/ 625390 w 7467600"/>
              <a:gd name="connsiteY687" fmla="*/ 2514541 h 6858000"/>
              <a:gd name="connsiteX688" fmla="*/ 619799 w 7467600"/>
              <a:gd name="connsiteY688" fmla="*/ 2527180 h 6858000"/>
              <a:gd name="connsiteX689" fmla="*/ 310030 w 7467600"/>
              <a:gd name="connsiteY689" fmla="*/ 2771818 h 6858000"/>
              <a:gd name="connsiteX690" fmla="*/ 173877 w 7467600"/>
              <a:gd name="connsiteY690" fmla="*/ 2937056 h 6858000"/>
              <a:gd name="connsiteX691" fmla="*/ 77889 w 7467600"/>
              <a:gd name="connsiteY691" fmla="*/ 3138440 h 6858000"/>
              <a:gd name="connsiteX692" fmla="*/ 0 w 7467600"/>
              <a:gd name="connsiteY692" fmla="*/ 3271395 h 6858000"/>
              <a:gd name="connsiteX693" fmla="*/ 0 w 7467600"/>
              <a:gd name="connsiteY693" fmla="*/ 3153002 h 6858000"/>
              <a:gd name="connsiteX694" fmla="*/ 2386 w 7467600"/>
              <a:gd name="connsiteY694" fmla="*/ 3149203 h 6858000"/>
              <a:gd name="connsiteX695" fmla="*/ 89753 w 7467600"/>
              <a:gd name="connsiteY695" fmla="*/ 2987702 h 6858000"/>
              <a:gd name="connsiteX696" fmla="*/ 76869 w 7467600"/>
              <a:gd name="connsiteY696" fmla="*/ 3005404 h 6858000"/>
              <a:gd name="connsiteX697" fmla="*/ 32049 w 7467600"/>
              <a:gd name="connsiteY697" fmla="*/ 3065814 h 6858000"/>
              <a:gd name="connsiteX698" fmla="*/ 0 w 7467600"/>
              <a:gd name="connsiteY698" fmla="*/ 3108744 h 6858000"/>
              <a:gd name="connsiteX699" fmla="*/ 0 w 7467600"/>
              <a:gd name="connsiteY699" fmla="*/ 3058059 h 6858000"/>
              <a:gd name="connsiteX700" fmla="*/ 7610 w 7467600"/>
              <a:gd name="connsiteY700" fmla="*/ 3047889 h 6858000"/>
              <a:gd name="connsiteX701" fmla="*/ 52419 w 7467600"/>
              <a:gd name="connsiteY701" fmla="*/ 2987479 h 6858000"/>
              <a:gd name="connsiteX702" fmla="*/ 59142 w 7467600"/>
              <a:gd name="connsiteY702" fmla="*/ 2978488 h 6858000"/>
              <a:gd name="connsiteX703" fmla="*/ 0 w 7467600"/>
              <a:gd name="connsiteY703" fmla="*/ 3015334 h 6858000"/>
              <a:gd name="connsiteX704" fmla="*/ 0 w 7467600"/>
              <a:gd name="connsiteY704" fmla="*/ 2914286 h 6858000"/>
              <a:gd name="connsiteX705" fmla="*/ 36383 w 7467600"/>
              <a:gd name="connsiteY705" fmla="*/ 2901128 h 6858000"/>
              <a:gd name="connsiteX706" fmla="*/ 156329 w 7467600"/>
              <a:gd name="connsiteY706" fmla="*/ 2840533 h 6858000"/>
              <a:gd name="connsiteX707" fmla="*/ 358355 w 7467600"/>
              <a:gd name="connsiteY707" fmla="*/ 2620471 h 6858000"/>
              <a:gd name="connsiteX708" fmla="*/ 510577 w 7467600"/>
              <a:gd name="connsiteY708" fmla="*/ 2501244 h 6858000"/>
              <a:gd name="connsiteX709" fmla="*/ 211967 w 7467600"/>
              <a:gd name="connsiteY709" fmla="*/ 2479171 h 6858000"/>
              <a:gd name="connsiteX710" fmla="*/ 0 w 7467600"/>
              <a:gd name="connsiteY710" fmla="*/ 2476398 h 6858000"/>
              <a:gd name="connsiteX711" fmla="*/ 0 w 7467600"/>
              <a:gd name="connsiteY711" fmla="*/ 2389189 h 6858000"/>
              <a:gd name="connsiteX712" fmla="*/ 103062 w 7467600"/>
              <a:gd name="connsiteY712" fmla="*/ 2389518 h 6858000"/>
              <a:gd name="connsiteX713" fmla="*/ 510734 w 7467600"/>
              <a:gd name="connsiteY713" fmla="*/ 2416201 h 6858000"/>
              <a:gd name="connsiteX714" fmla="*/ 279257 w 7467600"/>
              <a:gd name="connsiteY714" fmla="*/ 2092102 h 6858000"/>
              <a:gd name="connsiteX715" fmla="*/ 65265 w 7467600"/>
              <a:gd name="connsiteY715" fmla="*/ 2006049 h 6858000"/>
              <a:gd name="connsiteX716" fmla="*/ 0 w 7467600"/>
              <a:gd name="connsiteY716" fmla="*/ 1982532 h 6858000"/>
              <a:gd name="connsiteX717" fmla="*/ 0 w 7467600"/>
              <a:gd name="connsiteY717" fmla="*/ 1912789 h 6858000"/>
              <a:gd name="connsiteX718" fmla="*/ 97460 w 7467600"/>
              <a:gd name="connsiteY718" fmla="*/ 1953725 h 6858000"/>
              <a:gd name="connsiteX719" fmla="*/ 221272 w 7467600"/>
              <a:gd name="connsiteY719" fmla="*/ 1980766 h 6858000"/>
              <a:gd name="connsiteX720" fmla="*/ 116765 w 7467600"/>
              <a:gd name="connsiteY720" fmla="*/ 1911033 h 6858000"/>
              <a:gd name="connsiteX721" fmla="*/ 16405 w 7467600"/>
              <a:gd name="connsiteY721" fmla="*/ 1803412 h 6858000"/>
              <a:gd name="connsiteX722" fmla="*/ 0 w 7467600"/>
              <a:gd name="connsiteY722" fmla="*/ 1784777 h 6858000"/>
              <a:gd name="connsiteX723" fmla="*/ 0 w 7467600"/>
              <a:gd name="connsiteY723" fmla="*/ 1740082 h 6858000"/>
              <a:gd name="connsiteX724" fmla="*/ 39394 w 7467600"/>
              <a:gd name="connsiteY724" fmla="*/ 1784856 h 6858000"/>
              <a:gd name="connsiteX725" fmla="*/ 135813 w 7467600"/>
              <a:gd name="connsiteY725" fmla="*/ 1888838 h 6858000"/>
              <a:gd name="connsiteX726" fmla="*/ 242575 w 7467600"/>
              <a:gd name="connsiteY726" fmla="*/ 1958841 h 6858000"/>
              <a:gd name="connsiteX727" fmla="*/ 82197 w 7467600"/>
              <a:gd name="connsiteY727" fmla="*/ 1754826 h 6858000"/>
              <a:gd name="connsiteX728" fmla="*/ 0 w 7467600"/>
              <a:gd name="connsiteY728" fmla="*/ 1679650 h 6858000"/>
              <a:gd name="connsiteX729" fmla="*/ 0 w 7467600"/>
              <a:gd name="connsiteY729" fmla="*/ 1602463 h 6858000"/>
              <a:gd name="connsiteX730" fmla="*/ 84689 w 7467600"/>
              <a:gd name="connsiteY730" fmla="*/ 1677442 h 6858000"/>
              <a:gd name="connsiteX731" fmla="*/ 298437 w 7467600"/>
              <a:gd name="connsiteY731" fmla="*/ 1968019 h 6858000"/>
              <a:gd name="connsiteX732" fmla="*/ 227269 w 7467600"/>
              <a:gd name="connsiteY732" fmla="*/ 1114064 h 6858000"/>
              <a:gd name="connsiteX733" fmla="*/ 248003 w 7467600"/>
              <a:gd name="connsiteY733" fmla="*/ 1089613 h 6858000"/>
              <a:gd name="connsiteX734" fmla="*/ 427020 w 7467600"/>
              <a:gd name="connsiteY734" fmla="*/ 1619803 h 6858000"/>
              <a:gd name="connsiteX735" fmla="*/ 340345 w 7467600"/>
              <a:gd name="connsiteY735" fmla="*/ 2027739 h 6858000"/>
              <a:gd name="connsiteX736" fmla="*/ 360865 w 7467600"/>
              <a:gd name="connsiteY736" fmla="*/ 2044827 h 6858000"/>
              <a:gd name="connsiteX737" fmla="*/ 560414 w 7467600"/>
              <a:gd name="connsiteY737" fmla="*/ 2421457 h 6858000"/>
              <a:gd name="connsiteX738" fmla="*/ 1359703 w 7467600"/>
              <a:gd name="connsiteY738" fmla="*/ 2578554 h 6858000"/>
              <a:gd name="connsiteX739" fmla="*/ 1359422 w 7467600"/>
              <a:gd name="connsiteY739" fmla="*/ 2577994 h 6858000"/>
              <a:gd name="connsiteX740" fmla="*/ 828701 w 7467600"/>
              <a:gd name="connsiteY740" fmla="*/ 1839520 h 6858000"/>
              <a:gd name="connsiteX741" fmla="*/ 494427 w 7467600"/>
              <a:gd name="connsiteY741" fmla="*/ 1092333 h 6858000"/>
              <a:gd name="connsiteX742" fmla="*/ 506322 w 7467600"/>
              <a:gd name="connsiteY742" fmla="*/ 1020997 h 6858000"/>
              <a:gd name="connsiteX743" fmla="*/ 4570198 w 7467600"/>
              <a:gd name="connsiteY743" fmla="*/ 978081 h 6858000"/>
              <a:gd name="connsiteX744" fmla="*/ 4523691 w 7467600"/>
              <a:gd name="connsiteY744" fmla="*/ 1127776 h 6858000"/>
              <a:gd name="connsiteX745" fmla="*/ 4509875 w 7467600"/>
              <a:gd name="connsiteY745" fmla="*/ 1167552 h 6858000"/>
              <a:gd name="connsiteX746" fmla="*/ 4478168 w 7467600"/>
              <a:gd name="connsiteY746" fmla="*/ 1260735 h 6858000"/>
              <a:gd name="connsiteX747" fmla="*/ 4409309 w 7467600"/>
              <a:gd name="connsiteY747" fmla="*/ 1666996 h 6858000"/>
              <a:gd name="connsiteX748" fmla="*/ 4370031 w 7467600"/>
              <a:gd name="connsiteY748" fmla="*/ 1955666 h 6858000"/>
              <a:gd name="connsiteX749" fmla="*/ 4570198 w 7467600"/>
              <a:gd name="connsiteY749" fmla="*/ 978081 h 6858000"/>
              <a:gd name="connsiteX750" fmla="*/ 4557898 w 7467600"/>
              <a:gd name="connsiteY750" fmla="*/ 900011 h 6858000"/>
              <a:gd name="connsiteX751" fmla="*/ 4344840 w 7467600"/>
              <a:gd name="connsiteY751" fmla="*/ 1922038 h 6858000"/>
              <a:gd name="connsiteX752" fmla="*/ 4378710 w 7467600"/>
              <a:gd name="connsiteY752" fmla="*/ 1665516 h 6858000"/>
              <a:gd name="connsiteX753" fmla="*/ 4448798 w 7467600"/>
              <a:gd name="connsiteY753" fmla="*/ 1253024 h 6858000"/>
              <a:gd name="connsiteX754" fmla="*/ 4480315 w 7467600"/>
              <a:gd name="connsiteY754" fmla="*/ 1158454 h 6858000"/>
              <a:gd name="connsiteX755" fmla="*/ 4494133 w 7467600"/>
              <a:gd name="connsiteY755" fmla="*/ 1118676 h 6858000"/>
              <a:gd name="connsiteX756" fmla="*/ 4557898 w 7467600"/>
              <a:gd name="connsiteY756" fmla="*/ 900011 h 6858000"/>
              <a:gd name="connsiteX757" fmla="*/ 5870151 w 7467600"/>
              <a:gd name="connsiteY757" fmla="*/ 898890 h 6858000"/>
              <a:gd name="connsiteX758" fmla="*/ 5861335 w 7467600"/>
              <a:gd name="connsiteY758" fmla="*/ 899177 h 6858000"/>
              <a:gd name="connsiteX759" fmla="*/ 5843702 w 7467600"/>
              <a:gd name="connsiteY759" fmla="*/ 899748 h 6858000"/>
              <a:gd name="connsiteX760" fmla="*/ 5651107 w 7467600"/>
              <a:gd name="connsiteY760" fmla="*/ 920306 h 6858000"/>
              <a:gd name="connsiteX761" fmla="*/ 5459407 w 7467600"/>
              <a:gd name="connsiteY761" fmla="*/ 940975 h 6858000"/>
              <a:gd name="connsiteX762" fmla="*/ 5374846 w 7467600"/>
              <a:gd name="connsiteY762" fmla="*/ 941988 h 6858000"/>
              <a:gd name="connsiteX763" fmla="*/ 5256105 w 7467600"/>
              <a:gd name="connsiteY763" fmla="*/ 945632 h 6858000"/>
              <a:gd name="connsiteX764" fmla="*/ 5107071 w 7467600"/>
              <a:gd name="connsiteY764" fmla="*/ 969720 h 6858000"/>
              <a:gd name="connsiteX765" fmla="*/ 4998681 w 7467600"/>
              <a:gd name="connsiteY765" fmla="*/ 988771 h 6858000"/>
              <a:gd name="connsiteX766" fmla="*/ 5870151 w 7467600"/>
              <a:gd name="connsiteY766" fmla="*/ 898890 h 6858000"/>
              <a:gd name="connsiteX767" fmla="*/ 5504425 w 7467600"/>
              <a:gd name="connsiteY767" fmla="*/ 848067 h 6858000"/>
              <a:gd name="connsiteX768" fmla="*/ 4968849 w 7467600"/>
              <a:gd name="connsiteY768" fmla="*/ 962318 h 6858000"/>
              <a:gd name="connsiteX769" fmla="*/ 5104039 w 7467600"/>
              <a:gd name="connsiteY769" fmla="*/ 940634 h 6858000"/>
              <a:gd name="connsiteX770" fmla="*/ 5256311 w 7467600"/>
              <a:gd name="connsiteY770" fmla="*/ 916490 h 6858000"/>
              <a:gd name="connsiteX771" fmla="*/ 5377381 w 7467600"/>
              <a:gd name="connsiteY771" fmla="*/ 912671 h 6858000"/>
              <a:gd name="connsiteX772" fmla="*/ 5460148 w 7467600"/>
              <a:gd name="connsiteY772" fmla="*/ 911442 h 6858000"/>
              <a:gd name="connsiteX773" fmla="*/ 5648971 w 7467600"/>
              <a:gd name="connsiteY773" fmla="*/ 891331 h 6858000"/>
              <a:gd name="connsiteX774" fmla="*/ 5844807 w 7467600"/>
              <a:gd name="connsiteY774" fmla="*/ 870718 h 6858000"/>
              <a:gd name="connsiteX775" fmla="*/ 5862975 w 7467600"/>
              <a:gd name="connsiteY775" fmla="*/ 869756 h 6858000"/>
              <a:gd name="connsiteX776" fmla="*/ 5920887 w 7467600"/>
              <a:gd name="connsiteY776" fmla="*/ 865929 h 6858000"/>
              <a:gd name="connsiteX777" fmla="*/ 5504425 w 7467600"/>
              <a:gd name="connsiteY777" fmla="*/ 848067 h 6858000"/>
              <a:gd name="connsiteX778" fmla="*/ 3607114 w 7467600"/>
              <a:gd name="connsiteY778" fmla="*/ 467441 h 6858000"/>
              <a:gd name="connsiteX779" fmla="*/ 3296242 w 7467600"/>
              <a:gd name="connsiteY779" fmla="*/ 807991 h 6858000"/>
              <a:gd name="connsiteX780" fmla="*/ 3174674 w 7467600"/>
              <a:gd name="connsiteY780" fmla="*/ 919759 h 6858000"/>
              <a:gd name="connsiteX781" fmla="*/ 3042978 w 7467600"/>
              <a:gd name="connsiteY781" fmla="*/ 1054894 h 6858000"/>
              <a:gd name="connsiteX782" fmla="*/ 2968914 w 7467600"/>
              <a:gd name="connsiteY782" fmla="*/ 1133756 h 6858000"/>
              <a:gd name="connsiteX783" fmla="*/ 3103823 w 7467600"/>
              <a:gd name="connsiteY783" fmla="*/ 1026814 h 6858000"/>
              <a:gd name="connsiteX784" fmla="*/ 3607114 w 7467600"/>
              <a:gd name="connsiteY784" fmla="*/ 467441 h 6858000"/>
              <a:gd name="connsiteX785" fmla="*/ 3744487 w 7467600"/>
              <a:gd name="connsiteY785" fmla="*/ 383136 h 6858000"/>
              <a:gd name="connsiteX786" fmla="*/ 3970213 w 7467600"/>
              <a:gd name="connsiteY786" fmla="*/ 995559 h 6858000"/>
              <a:gd name="connsiteX787" fmla="*/ 3744487 w 7467600"/>
              <a:gd name="connsiteY787" fmla="*/ 383136 h 6858000"/>
              <a:gd name="connsiteX788" fmla="*/ 3624562 w 7467600"/>
              <a:gd name="connsiteY788" fmla="*/ 367041 h 6858000"/>
              <a:gd name="connsiteX789" fmla="*/ 3489712 w 7467600"/>
              <a:gd name="connsiteY789" fmla="*/ 485386 h 6858000"/>
              <a:gd name="connsiteX790" fmla="*/ 3182994 w 7467600"/>
              <a:gd name="connsiteY790" fmla="*/ 828265 h 6858000"/>
              <a:gd name="connsiteX791" fmla="*/ 2892114 w 7467600"/>
              <a:gd name="connsiteY791" fmla="*/ 1172635 h 6858000"/>
              <a:gd name="connsiteX792" fmla="*/ 3021459 w 7467600"/>
              <a:gd name="connsiteY792" fmla="*/ 1035385 h 6858000"/>
              <a:gd name="connsiteX793" fmla="*/ 3153873 w 7467600"/>
              <a:gd name="connsiteY793" fmla="*/ 898971 h 6858000"/>
              <a:gd name="connsiteX794" fmla="*/ 3276511 w 7467600"/>
              <a:gd name="connsiteY794" fmla="*/ 786423 h 6858000"/>
              <a:gd name="connsiteX795" fmla="*/ 3584154 w 7467600"/>
              <a:gd name="connsiteY795" fmla="*/ 448218 h 6858000"/>
              <a:gd name="connsiteX796" fmla="*/ 3624562 w 7467600"/>
              <a:gd name="connsiteY796" fmla="*/ 367041 h 6858000"/>
              <a:gd name="connsiteX797" fmla="*/ 3766672 w 7467600"/>
              <a:gd name="connsiteY797" fmla="*/ 359429 h 6858000"/>
              <a:gd name="connsiteX798" fmla="*/ 3996338 w 7467600"/>
              <a:gd name="connsiteY798" fmla="*/ 968237 h 6858000"/>
              <a:gd name="connsiteX799" fmla="*/ 3766672 w 7467600"/>
              <a:gd name="connsiteY799" fmla="*/ 359429 h 6858000"/>
              <a:gd name="connsiteX800" fmla="*/ 5805386 w 7467600"/>
              <a:gd name="connsiteY800" fmla="*/ 239240 h 6858000"/>
              <a:gd name="connsiteX801" fmla="*/ 5736947 w 7467600"/>
              <a:gd name="connsiteY801" fmla="*/ 261367 h 6858000"/>
              <a:gd name="connsiteX802" fmla="*/ 5427012 w 7467600"/>
              <a:gd name="connsiteY802" fmla="*/ 311272 h 6858000"/>
              <a:gd name="connsiteX803" fmla="*/ 5147818 w 7467600"/>
              <a:gd name="connsiteY803" fmla="*/ 322112 h 6858000"/>
              <a:gd name="connsiteX804" fmla="*/ 5060854 w 7467600"/>
              <a:gd name="connsiteY804" fmla="*/ 311882 h 6858000"/>
              <a:gd name="connsiteX805" fmla="*/ 4945989 w 7467600"/>
              <a:gd name="connsiteY805" fmla="*/ 300516 h 6858000"/>
              <a:gd name="connsiteX806" fmla="*/ 5410479 w 7467600"/>
              <a:gd name="connsiteY806" fmla="*/ 348434 h 6858000"/>
              <a:gd name="connsiteX807" fmla="*/ 5805386 w 7467600"/>
              <a:gd name="connsiteY807" fmla="*/ 239240 h 6858000"/>
              <a:gd name="connsiteX808" fmla="*/ 5905192 w 7467600"/>
              <a:gd name="connsiteY808" fmla="*/ 163079 h 6858000"/>
              <a:gd name="connsiteX809" fmla="*/ 5865655 w 7467600"/>
              <a:gd name="connsiteY809" fmla="*/ 171901 h 6858000"/>
              <a:gd name="connsiteX810" fmla="*/ 5259740 w 7467600"/>
              <a:gd name="connsiteY810" fmla="*/ 257013 h 6858000"/>
              <a:gd name="connsiteX811" fmla="*/ 5208466 w 7467600"/>
              <a:gd name="connsiteY811" fmla="*/ 257550 h 6858000"/>
              <a:gd name="connsiteX812" fmla="*/ 4980204 w 7467600"/>
              <a:gd name="connsiteY812" fmla="*/ 271903 h 6858000"/>
              <a:gd name="connsiteX813" fmla="*/ 5068068 w 7467600"/>
              <a:gd name="connsiteY813" fmla="*/ 282244 h 6858000"/>
              <a:gd name="connsiteX814" fmla="*/ 5153231 w 7467600"/>
              <a:gd name="connsiteY814" fmla="*/ 292240 h 6858000"/>
              <a:gd name="connsiteX815" fmla="*/ 5426491 w 7467600"/>
              <a:gd name="connsiteY815" fmla="*/ 281128 h 6858000"/>
              <a:gd name="connsiteX816" fmla="*/ 5731212 w 7467600"/>
              <a:gd name="connsiteY816" fmla="*/ 231951 h 6858000"/>
              <a:gd name="connsiteX817" fmla="*/ 5905192 w 7467600"/>
              <a:gd name="connsiteY817" fmla="*/ 163079 h 6858000"/>
              <a:gd name="connsiteX818" fmla="*/ 5944437 w 7467600"/>
              <a:gd name="connsiteY818" fmla="*/ 113829 h 6858000"/>
              <a:gd name="connsiteX819" fmla="*/ 5825032 w 7467600"/>
              <a:gd name="connsiteY819" fmla="*/ 146405 h 6858000"/>
              <a:gd name="connsiteX820" fmla="*/ 4955599 w 7467600"/>
              <a:gd name="connsiteY820" fmla="*/ 247008 h 6858000"/>
              <a:gd name="connsiteX821" fmla="*/ 5210104 w 7467600"/>
              <a:gd name="connsiteY821" fmla="*/ 228123 h 6858000"/>
              <a:gd name="connsiteX822" fmla="*/ 5261015 w 7467600"/>
              <a:gd name="connsiteY822" fmla="*/ 227087 h 6858000"/>
              <a:gd name="connsiteX823" fmla="*/ 5861181 w 7467600"/>
              <a:gd name="connsiteY823" fmla="*/ 143093 h 6858000"/>
              <a:gd name="connsiteX824" fmla="*/ 5961252 w 7467600"/>
              <a:gd name="connsiteY824" fmla="*/ 114820 h 6858000"/>
              <a:gd name="connsiteX825" fmla="*/ 5944437 w 7467600"/>
              <a:gd name="connsiteY825" fmla="*/ 113829 h 6858000"/>
              <a:gd name="connsiteX826" fmla="*/ 3882765 w 7467600"/>
              <a:gd name="connsiteY826" fmla="*/ 0 h 6858000"/>
              <a:gd name="connsiteX827" fmla="*/ 3995099 w 7467600"/>
              <a:gd name="connsiteY827" fmla="*/ 0 h 6858000"/>
              <a:gd name="connsiteX828" fmla="*/ 4163818 w 7467600"/>
              <a:gd name="connsiteY828" fmla="*/ 234104 h 6858000"/>
              <a:gd name="connsiteX829" fmla="*/ 4172099 w 7467600"/>
              <a:gd name="connsiteY829" fmla="*/ 234207 h 6858000"/>
              <a:gd name="connsiteX830" fmla="*/ 4784282 w 7467600"/>
              <a:gd name="connsiteY830" fmla="*/ 276561 h 6858000"/>
              <a:gd name="connsiteX831" fmla="*/ 4801687 w 7467600"/>
              <a:gd name="connsiteY831" fmla="*/ 267764 h 6858000"/>
              <a:gd name="connsiteX832" fmla="*/ 6082788 w 7467600"/>
              <a:gd name="connsiteY832" fmla="*/ 64119 h 6858000"/>
              <a:gd name="connsiteX833" fmla="*/ 6099442 w 7467600"/>
              <a:gd name="connsiteY833" fmla="*/ 82568 h 6858000"/>
              <a:gd name="connsiteX834" fmla="*/ 4804137 w 7467600"/>
              <a:gd name="connsiteY834" fmla="*/ 320931 h 6858000"/>
              <a:gd name="connsiteX835" fmla="*/ 4227047 w 7467600"/>
              <a:gd name="connsiteY835" fmla="*/ 313415 h 6858000"/>
              <a:gd name="connsiteX836" fmla="*/ 4346041 w 7467600"/>
              <a:gd name="connsiteY836" fmla="*/ 456086 h 6858000"/>
              <a:gd name="connsiteX837" fmla="*/ 4870967 w 7467600"/>
              <a:gd name="connsiteY837" fmla="*/ 963061 h 6858000"/>
              <a:gd name="connsiteX838" fmla="*/ 4889647 w 7467600"/>
              <a:gd name="connsiteY838" fmla="*/ 957147 h 6858000"/>
              <a:gd name="connsiteX839" fmla="*/ 5422504 w 7467600"/>
              <a:gd name="connsiteY839" fmla="*/ 805191 h 6858000"/>
              <a:gd name="connsiteX840" fmla="*/ 6087656 w 7467600"/>
              <a:gd name="connsiteY840" fmla="*/ 826703 h 6858000"/>
              <a:gd name="connsiteX841" fmla="*/ 6058717 w 7467600"/>
              <a:gd name="connsiteY841" fmla="*/ 865992 h 6858000"/>
              <a:gd name="connsiteX842" fmla="*/ 4974153 w 7467600"/>
              <a:gd name="connsiteY842" fmla="*/ 1045456 h 6858000"/>
              <a:gd name="connsiteX843" fmla="*/ 5627835 w 7467600"/>
              <a:gd name="connsiteY843" fmla="*/ 1472077 h 6858000"/>
              <a:gd name="connsiteX844" fmla="*/ 5629817 w 7467600"/>
              <a:gd name="connsiteY844" fmla="*/ 1471412 h 6858000"/>
              <a:gd name="connsiteX845" fmla="*/ 5634124 w 7467600"/>
              <a:gd name="connsiteY845" fmla="*/ 1470572 h 6858000"/>
              <a:gd name="connsiteX846" fmla="*/ 5755832 w 7467600"/>
              <a:gd name="connsiteY846" fmla="*/ 1383886 h 6858000"/>
              <a:gd name="connsiteX847" fmla="*/ 6014186 w 7467600"/>
              <a:gd name="connsiteY847" fmla="*/ 1279799 h 6858000"/>
              <a:gd name="connsiteX848" fmla="*/ 6901619 w 7467600"/>
              <a:gd name="connsiteY848" fmla="*/ 1047874 h 6858000"/>
              <a:gd name="connsiteX849" fmla="*/ 6931566 w 7467600"/>
              <a:gd name="connsiteY849" fmla="*/ 1062034 h 6858000"/>
              <a:gd name="connsiteX850" fmla="*/ 5790982 w 7467600"/>
              <a:gd name="connsiteY850" fmla="*/ 1561380 h 6858000"/>
              <a:gd name="connsiteX851" fmla="*/ 6188971 w 7467600"/>
              <a:gd name="connsiteY851" fmla="*/ 1755168 h 6858000"/>
              <a:gd name="connsiteX852" fmla="*/ 6202446 w 7467600"/>
              <a:gd name="connsiteY852" fmla="*/ 1752268 h 6858000"/>
              <a:gd name="connsiteX853" fmla="*/ 7179560 w 7467600"/>
              <a:gd name="connsiteY853" fmla="*/ 1467551 h 6858000"/>
              <a:gd name="connsiteX854" fmla="*/ 7158730 w 7467600"/>
              <a:gd name="connsiteY854" fmla="*/ 1507835 h 6858000"/>
              <a:gd name="connsiteX855" fmla="*/ 6326959 w 7467600"/>
              <a:gd name="connsiteY855" fmla="*/ 1817686 h 6858000"/>
              <a:gd name="connsiteX856" fmla="*/ 6537433 w 7467600"/>
              <a:gd name="connsiteY856" fmla="*/ 1907790 h 6858000"/>
              <a:gd name="connsiteX857" fmla="*/ 6550221 w 7467600"/>
              <a:gd name="connsiteY857" fmla="*/ 1910729 h 6858000"/>
              <a:gd name="connsiteX858" fmla="*/ 6964438 w 7467600"/>
              <a:gd name="connsiteY858" fmla="*/ 2209505 h 6858000"/>
              <a:gd name="connsiteX859" fmla="*/ 7367862 w 7467600"/>
              <a:gd name="connsiteY859" fmla="*/ 2806833 h 6858000"/>
              <a:gd name="connsiteX860" fmla="*/ 7364329 w 7467600"/>
              <a:gd name="connsiteY860" fmla="*/ 2826907 h 6858000"/>
              <a:gd name="connsiteX861" fmla="*/ 7290545 w 7467600"/>
              <a:gd name="connsiteY861" fmla="*/ 2850663 h 6858000"/>
              <a:gd name="connsiteX862" fmla="*/ 6472036 w 7467600"/>
              <a:gd name="connsiteY862" fmla="*/ 1959003 h 6858000"/>
              <a:gd name="connsiteX863" fmla="*/ 5792897 w 7467600"/>
              <a:gd name="connsiteY863" fmla="*/ 1647747 h 6858000"/>
              <a:gd name="connsiteX864" fmla="*/ 5842751 w 7467600"/>
              <a:gd name="connsiteY864" fmla="*/ 1816112 h 6858000"/>
              <a:gd name="connsiteX865" fmla="*/ 5847424 w 7467600"/>
              <a:gd name="connsiteY865" fmla="*/ 1815776 h 6858000"/>
              <a:gd name="connsiteX866" fmla="*/ 6399821 w 7467600"/>
              <a:gd name="connsiteY866" fmla="*/ 2344799 h 6858000"/>
              <a:gd name="connsiteX867" fmla="*/ 6323232 w 7467600"/>
              <a:gd name="connsiteY867" fmla="*/ 2389634 h 6858000"/>
              <a:gd name="connsiteX868" fmla="*/ 5942958 w 7467600"/>
              <a:gd name="connsiteY868" fmla="*/ 2077708 h 6858000"/>
              <a:gd name="connsiteX869" fmla="*/ 5921559 w 7467600"/>
              <a:gd name="connsiteY869" fmla="*/ 2378596 h 6858000"/>
              <a:gd name="connsiteX870" fmla="*/ 5817651 w 7467600"/>
              <a:gd name="connsiteY870" fmla="*/ 3023919 h 6858000"/>
              <a:gd name="connsiteX871" fmla="*/ 5729634 w 7467600"/>
              <a:gd name="connsiteY871" fmla="*/ 3051849 h 6858000"/>
              <a:gd name="connsiteX872" fmla="*/ 5611018 w 7467600"/>
              <a:gd name="connsiteY872" fmla="*/ 2316769 h 6858000"/>
              <a:gd name="connsiteX873" fmla="*/ 5687608 w 7467600"/>
              <a:gd name="connsiteY873" fmla="*/ 2039972 h 6858000"/>
              <a:gd name="connsiteX874" fmla="*/ 5657554 w 7467600"/>
              <a:gd name="connsiteY874" fmla="*/ 1576445 h 6858000"/>
              <a:gd name="connsiteX875" fmla="*/ 5150475 w 7467600"/>
              <a:gd name="connsiteY875" fmla="*/ 1274012 h 6858000"/>
              <a:gd name="connsiteX876" fmla="*/ 5349142 w 7467600"/>
              <a:gd name="connsiteY876" fmla="*/ 2204405 h 6858000"/>
              <a:gd name="connsiteX877" fmla="*/ 5262214 w 7467600"/>
              <a:gd name="connsiteY877" fmla="*/ 2233836 h 6858000"/>
              <a:gd name="connsiteX878" fmla="*/ 4981539 w 7467600"/>
              <a:gd name="connsiteY878" fmla="*/ 1542201 h 6858000"/>
              <a:gd name="connsiteX879" fmla="*/ 4958461 w 7467600"/>
              <a:gd name="connsiteY879" fmla="*/ 1136957 h 6858000"/>
              <a:gd name="connsiteX880" fmla="*/ 4655015 w 7467600"/>
              <a:gd name="connsiteY880" fmla="*/ 891426 h 6858000"/>
              <a:gd name="connsiteX881" fmla="*/ 4348002 w 7467600"/>
              <a:gd name="connsiteY881" fmla="*/ 2205895 h 6858000"/>
              <a:gd name="connsiteX882" fmla="*/ 4262250 w 7467600"/>
              <a:gd name="connsiteY882" fmla="*/ 2219972 h 6858000"/>
              <a:gd name="connsiteX883" fmla="*/ 4550611 w 7467600"/>
              <a:gd name="connsiteY883" fmla="*/ 817540 h 6858000"/>
              <a:gd name="connsiteX884" fmla="*/ 4564418 w 7467600"/>
              <a:gd name="connsiteY884" fmla="*/ 808293 h 6858000"/>
              <a:gd name="connsiteX885" fmla="*/ 4266388 w 7467600"/>
              <a:gd name="connsiteY885" fmla="*/ 500083 h 6858000"/>
              <a:gd name="connsiteX886" fmla="*/ 4032842 w 7467600"/>
              <a:gd name="connsiteY886" fmla="*/ 211809 h 6858000"/>
              <a:gd name="connsiteX887" fmla="*/ 3882765 w 7467600"/>
              <a:gd name="connsiteY887" fmla="*/ 0 h 6858000"/>
              <a:gd name="connsiteX888" fmla="*/ 3721337 w 7467600"/>
              <a:gd name="connsiteY888" fmla="*/ 0 h 6858000"/>
              <a:gd name="connsiteX889" fmla="*/ 3797544 w 7467600"/>
              <a:gd name="connsiteY889" fmla="*/ 0 h 6858000"/>
              <a:gd name="connsiteX890" fmla="*/ 3775734 w 7467600"/>
              <a:gd name="connsiteY890" fmla="*/ 95131 h 6858000"/>
              <a:gd name="connsiteX891" fmla="*/ 3724807 w 7467600"/>
              <a:gd name="connsiteY891" fmla="*/ 272257 h 6858000"/>
              <a:gd name="connsiteX892" fmla="*/ 3726844 w 7467600"/>
              <a:gd name="connsiteY892" fmla="*/ 282988 h 6858000"/>
              <a:gd name="connsiteX893" fmla="*/ 3742664 w 7467600"/>
              <a:gd name="connsiteY893" fmla="*/ 279918 h 6858000"/>
              <a:gd name="connsiteX894" fmla="*/ 4103910 w 7467600"/>
              <a:gd name="connsiteY894" fmla="*/ 1161917 h 6858000"/>
              <a:gd name="connsiteX895" fmla="*/ 4020269 w 7467600"/>
              <a:gd name="connsiteY895" fmla="*/ 1200406 h 6858000"/>
              <a:gd name="connsiteX896" fmla="*/ 3674882 w 7467600"/>
              <a:gd name="connsiteY896" fmla="*/ 488524 h 6858000"/>
              <a:gd name="connsiteX897" fmla="*/ 3132682 w 7467600"/>
              <a:gd name="connsiteY897" fmla="*/ 1072284 h 6858000"/>
              <a:gd name="connsiteX898" fmla="*/ 2716346 w 7467600"/>
              <a:gd name="connsiteY898" fmla="*/ 1276376 h 6858000"/>
              <a:gd name="connsiteX899" fmla="*/ 2716772 w 7467600"/>
              <a:gd name="connsiteY899" fmla="*/ 1255462 h 6858000"/>
              <a:gd name="connsiteX900" fmla="*/ 3471096 w 7467600"/>
              <a:gd name="connsiteY900" fmla="*/ 437072 h 6858000"/>
              <a:gd name="connsiteX901" fmla="*/ 3639057 w 7467600"/>
              <a:gd name="connsiteY901" fmla="*/ 286334 h 6858000"/>
              <a:gd name="connsiteX902" fmla="*/ 3640309 w 7467600"/>
              <a:gd name="connsiteY902" fmla="*/ 284664 h 6858000"/>
              <a:gd name="connsiteX903" fmla="*/ 3646022 w 7467600"/>
              <a:gd name="connsiteY903" fmla="*/ 276711 h 6858000"/>
              <a:gd name="connsiteX904" fmla="*/ 3707943 w 7467600"/>
              <a:gd name="connsiteY904" fmla="*/ 65958 h 6858000"/>
              <a:gd name="connsiteX905" fmla="*/ 3721337 w 7467600"/>
              <a:gd name="connsiteY905" fmla="*/ 0 h 6858000"/>
              <a:gd name="connsiteX906" fmla="*/ 2867960 w 7467600"/>
              <a:gd name="connsiteY906" fmla="*/ 0 h 6858000"/>
              <a:gd name="connsiteX907" fmla="*/ 2926351 w 7467600"/>
              <a:gd name="connsiteY907" fmla="*/ 0 h 6858000"/>
              <a:gd name="connsiteX908" fmla="*/ 2902823 w 7467600"/>
              <a:gd name="connsiteY908" fmla="*/ 262929 h 6858000"/>
              <a:gd name="connsiteX909" fmla="*/ 2940663 w 7467600"/>
              <a:gd name="connsiteY909" fmla="*/ 140884 h 6858000"/>
              <a:gd name="connsiteX910" fmla="*/ 2947039 w 7467600"/>
              <a:gd name="connsiteY910" fmla="*/ 122524 h 6858000"/>
              <a:gd name="connsiteX911" fmla="*/ 2984316 w 7467600"/>
              <a:gd name="connsiteY911" fmla="*/ 0 h 6858000"/>
              <a:gd name="connsiteX912" fmla="*/ 3016114 w 7467600"/>
              <a:gd name="connsiteY912" fmla="*/ 0 h 6858000"/>
              <a:gd name="connsiteX913" fmla="*/ 2979949 w 7467600"/>
              <a:gd name="connsiteY913" fmla="*/ 119274 h 6858000"/>
              <a:gd name="connsiteX914" fmla="*/ 3023879 w 7467600"/>
              <a:gd name="connsiteY914" fmla="*/ 0 h 6858000"/>
              <a:gd name="connsiteX915" fmla="*/ 3105400 w 7467600"/>
              <a:gd name="connsiteY915" fmla="*/ 0 h 6858000"/>
              <a:gd name="connsiteX916" fmla="*/ 3094669 w 7467600"/>
              <a:gd name="connsiteY916" fmla="*/ 30308 h 6858000"/>
              <a:gd name="connsiteX917" fmla="*/ 2901945 w 7467600"/>
              <a:gd name="connsiteY917" fmla="*/ 466538 h 6858000"/>
              <a:gd name="connsiteX918" fmla="*/ 2815209 w 7467600"/>
              <a:gd name="connsiteY918" fmla="*/ 497361 h 6858000"/>
              <a:gd name="connsiteX919" fmla="*/ 2844845 w 7467600"/>
              <a:gd name="connsiteY919" fmla="*/ 127638 h 6858000"/>
              <a:gd name="connsiteX920" fmla="*/ 2867960 w 7467600"/>
              <a:gd name="connsiteY920" fmla="*/ 0 h 6858000"/>
              <a:gd name="connsiteX921" fmla="*/ 1057230 w 7467600"/>
              <a:gd name="connsiteY921" fmla="*/ 0 h 6858000"/>
              <a:gd name="connsiteX922" fmla="*/ 1111003 w 7467600"/>
              <a:gd name="connsiteY922" fmla="*/ 0 h 6858000"/>
              <a:gd name="connsiteX923" fmla="*/ 1125553 w 7467600"/>
              <a:gd name="connsiteY923" fmla="*/ 52588 h 6858000"/>
              <a:gd name="connsiteX924" fmla="*/ 1304276 w 7467600"/>
              <a:gd name="connsiteY924" fmla="*/ 476275 h 6858000"/>
              <a:gd name="connsiteX925" fmla="*/ 1492066 w 7467600"/>
              <a:gd name="connsiteY925" fmla="*/ 886333 h 6858000"/>
              <a:gd name="connsiteX926" fmla="*/ 1423698 w 7467600"/>
              <a:gd name="connsiteY926" fmla="*/ 710817 h 6858000"/>
              <a:gd name="connsiteX927" fmla="*/ 1357609 w 7467600"/>
              <a:gd name="connsiteY927" fmla="*/ 532892 h 6858000"/>
              <a:gd name="connsiteX928" fmla="*/ 1309550 w 7467600"/>
              <a:gd name="connsiteY928" fmla="*/ 374031 h 6858000"/>
              <a:gd name="connsiteX929" fmla="*/ 1193673 w 7467600"/>
              <a:gd name="connsiteY929" fmla="*/ 49533 h 6858000"/>
              <a:gd name="connsiteX930" fmla="*/ 1164391 w 7467600"/>
              <a:gd name="connsiteY930" fmla="*/ 0 h 6858000"/>
              <a:gd name="connsiteX931" fmla="*/ 1200666 w 7467600"/>
              <a:gd name="connsiteY931" fmla="*/ 0 h 6858000"/>
              <a:gd name="connsiteX932" fmla="*/ 1223408 w 7467600"/>
              <a:gd name="connsiteY932" fmla="*/ 38996 h 6858000"/>
              <a:gd name="connsiteX933" fmla="*/ 1339635 w 7467600"/>
              <a:gd name="connsiteY933" fmla="*/ 365517 h 6858000"/>
              <a:gd name="connsiteX934" fmla="*/ 1387469 w 7467600"/>
              <a:gd name="connsiteY934" fmla="*/ 523079 h 6858000"/>
              <a:gd name="connsiteX935" fmla="*/ 1452685 w 7467600"/>
              <a:gd name="connsiteY935" fmla="*/ 699806 h 6858000"/>
              <a:gd name="connsiteX936" fmla="*/ 1492092 w 7467600"/>
              <a:gd name="connsiteY936" fmla="*/ 800424 h 6858000"/>
              <a:gd name="connsiteX937" fmla="*/ 1455302 w 7467600"/>
              <a:gd name="connsiteY937" fmla="*/ 632913 h 6858000"/>
              <a:gd name="connsiteX938" fmla="*/ 1222336 w 7467600"/>
              <a:gd name="connsiteY938" fmla="*/ 9480 h 6858000"/>
              <a:gd name="connsiteX939" fmla="*/ 1214634 w 7467600"/>
              <a:gd name="connsiteY939" fmla="*/ 0 h 6858000"/>
              <a:gd name="connsiteX940" fmla="*/ 1289827 w 7467600"/>
              <a:gd name="connsiteY940" fmla="*/ 0 h 6858000"/>
              <a:gd name="connsiteX941" fmla="*/ 1321076 w 7467600"/>
              <a:gd name="connsiteY941" fmla="*/ 59722 h 6858000"/>
              <a:gd name="connsiteX942" fmla="*/ 1512579 w 7467600"/>
              <a:gd name="connsiteY942" fmla="*/ 626441 h 6858000"/>
              <a:gd name="connsiteX943" fmla="*/ 1506076 w 7467600"/>
              <a:gd name="connsiteY943" fmla="*/ 1089289 h 6858000"/>
              <a:gd name="connsiteX944" fmla="*/ 1486346 w 7467600"/>
              <a:gd name="connsiteY944" fmla="*/ 1079919 h 6858000"/>
              <a:gd name="connsiteX945" fmla="*/ 1070511 w 7467600"/>
              <a:gd name="connsiteY945" fmla="*/ 48609 h 6858000"/>
              <a:gd name="connsiteX946" fmla="*/ 1057230 w 7467600"/>
              <a:gd name="connsiteY946" fmla="*/ 0 h 6858000"/>
              <a:gd name="connsiteX947" fmla="*/ 43151 w 7467600"/>
              <a:gd name="connsiteY947" fmla="*/ 0 h 6858000"/>
              <a:gd name="connsiteX948" fmla="*/ 95283 w 7467600"/>
              <a:gd name="connsiteY948" fmla="*/ 0 h 6858000"/>
              <a:gd name="connsiteX949" fmla="*/ 300708 w 7467600"/>
              <a:gd name="connsiteY949" fmla="*/ 154571 h 6858000"/>
              <a:gd name="connsiteX950" fmla="*/ 530414 w 7467600"/>
              <a:gd name="connsiteY950" fmla="*/ 354673 h 6858000"/>
              <a:gd name="connsiteX951" fmla="*/ 333785 w 7467600"/>
              <a:gd name="connsiteY951" fmla="*/ 161564 h 6858000"/>
              <a:gd name="connsiteX952" fmla="*/ 147005 w 7467600"/>
              <a:gd name="connsiteY952" fmla="*/ 0 h 6858000"/>
              <a:gd name="connsiteX953" fmla="*/ 272509 w 7467600"/>
              <a:gd name="connsiteY953" fmla="*/ 0 h 6858000"/>
              <a:gd name="connsiteX954" fmla="*/ 326276 w 7467600"/>
              <a:gd name="connsiteY954" fmla="*/ 45847 h 6858000"/>
              <a:gd name="connsiteX955" fmla="*/ 823759 w 7467600"/>
              <a:gd name="connsiteY955" fmla="*/ 574145 h 6858000"/>
              <a:gd name="connsiteX956" fmla="*/ 811254 w 7467600"/>
              <a:gd name="connsiteY956" fmla="*/ 665546 h 6858000"/>
              <a:gd name="connsiteX957" fmla="*/ 154042 w 7467600"/>
              <a:gd name="connsiteY957" fmla="*/ 261522 h 6858000"/>
              <a:gd name="connsiteX958" fmla="*/ 13550 w 7467600"/>
              <a:gd name="connsiteY958" fmla="*/ 158423 h 6858000"/>
              <a:gd name="connsiteX959" fmla="*/ 0 w 7467600"/>
              <a:gd name="connsiteY959" fmla="*/ 146618 h 6858000"/>
              <a:gd name="connsiteX960" fmla="*/ 0 w 7467600"/>
              <a:gd name="connsiteY960" fmla="*/ 59161 h 6858000"/>
              <a:gd name="connsiteX961" fmla="*/ 45427 w 7467600"/>
              <a:gd name="connsiteY961" fmla="*/ 101078 h 6858000"/>
              <a:gd name="connsiteX962" fmla="*/ 630103 w 7467600"/>
              <a:gd name="connsiteY962" fmla="*/ 485885 h 6858000"/>
              <a:gd name="connsiteX963" fmla="*/ 532040 w 7467600"/>
              <a:gd name="connsiteY963" fmla="*/ 399359 h 6858000"/>
              <a:gd name="connsiteX964" fmla="*/ 517618 w 7467600"/>
              <a:gd name="connsiteY964" fmla="*/ 385726 h 6858000"/>
              <a:gd name="connsiteX965" fmla="*/ 285074 w 7467600"/>
              <a:gd name="connsiteY965" fmla="*/ 182755 h 6858000"/>
              <a:gd name="connsiteX966" fmla="*/ 43151 w 7467600"/>
              <a:gd name="connsiteY96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6012219 h 6858000"/>
              <a:gd name="connsiteX77" fmla="*/ 7356878 w 7467600"/>
              <a:gd name="connsiteY77" fmla="*/ 5981332 h 6858000"/>
              <a:gd name="connsiteX78" fmla="*/ 7467600 w 7467600"/>
              <a:gd name="connsiteY78" fmla="*/ 6117703 h 6858000"/>
              <a:gd name="connsiteX79" fmla="*/ 7467600 w 7467600"/>
              <a:gd name="connsiteY79" fmla="*/ 6163634 h 6858000"/>
              <a:gd name="connsiteX80" fmla="*/ 7403637 w 7467600"/>
              <a:gd name="connsiteY80" fmla="*/ 6083957 h 6858000"/>
              <a:gd name="connsiteX81" fmla="*/ 7254615 w 7467600"/>
              <a:gd name="connsiteY81" fmla="*/ 5911918 h 6858000"/>
              <a:gd name="connsiteX82" fmla="*/ 7312589 w 7467600"/>
              <a:gd name="connsiteY82" fmla="*/ 5982309 h 6858000"/>
              <a:gd name="connsiteX83" fmla="*/ 7448321 w 7467600"/>
              <a:gd name="connsiteY83" fmla="*/ 6190991 h 6858000"/>
              <a:gd name="connsiteX84" fmla="*/ 7467600 w 7467600"/>
              <a:gd name="connsiteY84" fmla="*/ 6221686 h 6858000"/>
              <a:gd name="connsiteX85" fmla="*/ 7467600 w 7467600"/>
              <a:gd name="connsiteY85" fmla="*/ 6334256 h 6858000"/>
              <a:gd name="connsiteX86" fmla="*/ 7454976 w 7467600"/>
              <a:gd name="connsiteY86" fmla="*/ 6318297 h 6858000"/>
              <a:gd name="connsiteX87" fmla="*/ 1456157 w 7467600"/>
              <a:gd name="connsiteY87" fmla="*/ 5371404 h 6858000"/>
              <a:gd name="connsiteX88" fmla="*/ 1244432 w 7467600"/>
              <a:gd name="connsiteY88" fmla="*/ 5385601 h 6858000"/>
              <a:gd name="connsiteX89" fmla="*/ 973990 w 7467600"/>
              <a:gd name="connsiteY89" fmla="*/ 5424940 h 6858000"/>
              <a:gd name="connsiteX90" fmla="*/ 1103809 w 7467600"/>
              <a:gd name="connsiteY90" fmla="*/ 5433720 h 6858000"/>
              <a:gd name="connsiteX91" fmla="*/ 1123454 w 7467600"/>
              <a:gd name="connsiteY91" fmla="*/ 5435727 h 6858000"/>
              <a:gd name="connsiteX92" fmla="*/ 1737017 w 7467600"/>
              <a:gd name="connsiteY92" fmla="*/ 5452183 h 6858000"/>
              <a:gd name="connsiteX93" fmla="*/ 1824397 w 7467600"/>
              <a:gd name="connsiteY93" fmla="*/ 5447757 h 6858000"/>
              <a:gd name="connsiteX94" fmla="*/ 2070059 w 7467600"/>
              <a:gd name="connsiteY94" fmla="*/ 5441660 h 6858000"/>
              <a:gd name="connsiteX95" fmla="*/ 1456157 w 7467600"/>
              <a:gd name="connsiteY95" fmla="*/ 5371404 h 6858000"/>
              <a:gd name="connsiteX96" fmla="*/ 4988186 w 7467600"/>
              <a:gd name="connsiteY96" fmla="*/ 5216467 h 6858000"/>
              <a:gd name="connsiteX97" fmla="*/ 4777334 w 7467600"/>
              <a:gd name="connsiteY97" fmla="*/ 5406072 h 6858000"/>
              <a:gd name="connsiteX98" fmla="*/ 4718341 w 7467600"/>
              <a:gd name="connsiteY98" fmla="*/ 5468043 h 6858000"/>
              <a:gd name="connsiteX99" fmla="*/ 4604655 w 7467600"/>
              <a:gd name="connsiteY99" fmla="*/ 5583434 h 6858000"/>
              <a:gd name="connsiteX100" fmla="*/ 4565074 w 7467600"/>
              <a:gd name="connsiteY100" fmla="*/ 5618550 h 6858000"/>
              <a:gd name="connsiteX101" fmla="*/ 4988186 w 7467600"/>
              <a:gd name="connsiteY101" fmla="*/ 5216467 h 6858000"/>
              <a:gd name="connsiteX102" fmla="*/ 4978032 w 7467600"/>
              <a:gd name="connsiteY102" fmla="*/ 5183809 h 6858000"/>
              <a:gd name="connsiteX103" fmla="*/ 4463413 w 7467600"/>
              <a:gd name="connsiteY103" fmla="*/ 5615162 h 6858000"/>
              <a:gd name="connsiteX104" fmla="*/ 4358134 w 7467600"/>
              <a:gd name="connsiteY104" fmla="*/ 5742791 h 6858000"/>
              <a:gd name="connsiteX105" fmla="*/ 4376219 w 7467600"/>
              <a:gd name="connsiteY105" fmla="*/ 5729027 h 6858000"/>
              <a:gd name="connsiteX106" fmla="*/ 4582340 w 7467600"/>
              <a:gd name="connsiteY106" fmla="*/ 5561037 h 6858000"/>
              <a:gd name="connsiteX107" fmla="*/ 4694684 w 7467600"/>
              <a:gd name="connsiteY107" fmla="*/ 5447098 h 6858000"/>
              <a:gd name="connsiteX108" fmla="*/ 4754123 w 7467600"/>
              <a:gd name="connsiteY108" fmla="*/ 5384643 h 6858000"/>
              <a:gd name="connsiteX109" fmla="*/ 4978032 w 7467600"/>
              <a:gd name="connsiteY109" fmla="*/ 5183809 h 6858000"/>
              <a:gd name="connsiteX110" fmla="*/ 1903353 w 7467600"/>
              <a:gd name="connsiteY110" fmla="*/ 5044827 h 6858000"/>
              <a:gd name="connsiteX111" fmla="*/ 1936931 w 7467600"/>
              <a:gd name="connsiteY111" fmla="*/ 5093954 h 6858000"/>
              <a:gd name="connsiteX112" fmla="*/ 2195868 w 7467600"/>
              <a:gd name="connsiteY112" fmla="*/ 5396574 h 6858000"/>
              <a:gd name="connsiteX113" fmla="*/ 2088852 w 7467600"/>
              <a:gd name="connsiteY113" fmla="*/ 5166123 h 6858000"/>
              <a:gd name="connsiteX114" fmla="*/ 1958241 w 7467600"/>
              <a:gd name="connsiteY114" fmla="*/ 5067955 h 6858000"/>
              <a:gd name="connsiteX115" fmla="*/ 1903353 w 7467600"/>
              <a:gd name="connsiteY115" fmla="*/ 5044827 h 6858000"/>
              <a:gd name="connsiteX116" fmla="*/ 1979378 w 7467600"/>
              <a:gd name="connsiteY116" fmla="*/ 4769504 h 6858000"/>
              <a:gd name="connsiteX117" fmla="*/ 2882120 w 7467600"/>
              <a:gd name="connsiteY117" fmla="*/ 5064547 h 6858000"/>
              <a:gd name="connsiteX118" fmla="*/ 2793103 w 7467600"/>
              <a:gd name="connsiteY118" fmla="*/ 5039699 h 6858000"/>
              <a:gd name="connsiteX119" fmla="*/ 2770041 w 7467600"/>
              <a:gd name="connsiteY119" fmla="*/ 5033634 h 6858000"/>
              <a:gd name="connsiteX120" fmla="*/ 1979378 w 7467600"/>
              <a:gd name="connsiteY120" fmla="*/ 4769504 h 6858000"/>
              <a:gd name="connsiteX121" fmla="*/ 1927410 w 7467600"/>
              <a:gd name="connsiteY121" fmla="*/ 4716164 h 6858000"/>
              <a:gd name="connsiteX122" fmla="*/ 1959587 w 7467600"/>
              <a:gd name="connsiteY122" fmla="*/ 4728849 h 6858000"/>
              <a:gd name="connsiteX123" fmla="*/ 2777707 w 7467600"/>
              <a:gd name="connsiteY123" fmla="*/ 5003991 h 6858000"/>
              <a:gd name="connsiteX124" fmla="*/ 2800768 w 7467600"/>
              <a:gd name="connsiteY124" fmla="*/ 5010056 h 6858000"/>
              <a:gd name="connsiteX125" fmla="*/ 2879408 w 7467600"/>
              <a:gd name="connsiteY125" fmla="*/ 5031590 h 6858000"/>
              <a:gd name="connsiteX126" fmla="*/ 2862295 w 7467600"/>
              <a:gd name="connsiteY126" fmla="*/ 5022958 h 6858000"/>
              <a:gd name="connsiteX127" fmla="*/ 2813343 w 7467600"/>
              <a:gd name="connsiteY127" fmla="*/ 4998369 h 6858000"/>
              <a:gd name="connsiteX128" fmla="*/ 2646245 w 7467600"/>
              <a:gd name="connsiteY128" fmla="*/ 4930999 h 6858000"/>
              <a:gd name="connsiteX129" fmla="*/ 1999243 w 7467600"/>
              <a:gd name="connsiteY129" fmla="*/ 4730524 h 6858000"/>
              <a:gd name="connsiteX130" fmla="*/ 1979527 w 7467600"/>
              <a:gd name="connsiteY130" fmla="*/ 4726651 h 6858000"/>
              <a:gd name="connsiteX131" fmla="*/ 1927410 w 7467600"/>
              <a:gd name="connsiteY131" fmla="*/ 4716164 h 6858000"/>
              <a:gd name="connsiteX132" fmla="*/ 1997014 w 7467600"/>
              <a:gd name="connsiteY132" fmla="*/ 4698007 h 6858000"/>
              <a:gd name="connsiteX133" fmla="*/ 2005458 w 7467600"/>
              <a:gd name="connsiteY133" fmla="*/ 4699540 h 6858000"/>
              <a:gd name="connsiteX134" fmla="*/ 2657186 w 7467600"/>
              <a:gd name="connsiteY134" fmla="*/ 4901687 h 6858000"/>
              <a:gd name="connsiteX135" fmla="*/ 2826662 w 7467600"/>
              <a:gd name="connsiteY135" fmla="*/ 4970362 h 6858000"/>
              <a:gd name="connsiteX136" fmla="*/ 2876100 w 7467600"/>
              <a:gd name="connsiteY136" fmla="*/ 4995397 h 6858000"/>
              <a:gd name="connsiteX137" fmla="*/ 3042600 w 7467600"/>
              <a:gd name="connsiteY137" fmla="*/ 5059532 h 6858000"/>
              <a:gd name="connsiteX138" fmla="*/ 1997014 w 7467600"/>
              <a:gd name="connsiteY138" fmla="*/ 4698007 h 6858000"/>
              <a:gd name="connsiteX139" fmla="*/ 2305292 w 7467600"/>
              <a:gd name="connsiteY139" fmla="*/ 4219492 h 6858000"/>
              <a:gd name="connsiteX140" fmla="*/ 3360922 w 7467600"/>
              <a:gd name="connsiteY140" fmla="*/ 4529373 h 6858000"/>
              <a:gd name="connsiteX141" fmla="*/ 3492420 w 7467600"/>
              <a:gd name="connsiteY141" fmla="*/ 4510145 h 6858000"/>
              <a:gd name="connsiteX142" fmla="*/ 3364086 w 7467600"/>
              <a:gd name="connsiteY142" fmla="*/ 4480340 h 6858000"/>
              <a:gd name="connsiteX143" fmla="*/ 3225818 w 7467600"/>
              <a:gd name="connsiteY143" fmla="*/ 4411822 h 6858000"/>
              <a:gd name="connsiteX144" fmla="*/ 3129696 w 7467600"/>
              <a:gd name="connsiteY144" fmla="*/ 4360704 h 6858000"/>
              <a:gd name="connsiteX145" fmla="*/ 2814545 w 7467600"/>
              <a:gd name="connsiteY145" fmla="*/ 4282955 h 6858000"/>
              <a:gd name="connsiteX146" fmla="*/ 2305292 w 7467600"/>
              <a:gd name="connsiteY146" fmla="*/ 4219492 h 6858000"/>
              <a:gd name="connsiteX147" fmla="*/ 2626982 w 7467600"/>
              <a:gd name="connsiteY147" fmla="*/ 4206450 h 6858000"/>
              <a:gd name="connsiteX148" fmla="*/ 2490617 w 7467600"/>
              <a:gd name="connsiteY148" fmla="*/ 4206951 h 6858000"/>
              <a:gd name="connsiteX149" fmla="*/ 2819869 w 7467600"/>
              <a:gd name="connsiteY149" fmla="*/ 4252936 h 6858000"/>
              <a:gd name="connsiteX150" fmla="*/ 3143018 w 7467600"/>
              <a:gd name="connsiteY150" fmla="*/ 4332698 h 6858000"/>
              <a:gd name="connsiteX151" fmla="*/ 3241520 w 7467600"/>
              <a:gd name="connsiteY151" fmla="*/ 4385112 h 6858000"/>
              <a:gd name="connsiteX152" fmla="*/ 3374575 w 7467600"/>
              <a:gd name="connsiteY152" fmla="*/ 4451517 h 6858000"/>
              <a:gd name="connsiteX153" fmla="*/ 3505221 w 7467600"/>
              <a:gd name="connsiteY153" fmla="*/ 4480757 h 6858000"/>
              <a:gd name="connsiteX154" fmla="*/ 2626982 w 7467600"/>
              <a:gd name="connsiteY154" fmla="*/ 4206450 h 6858000"/>
              <a:gd name="connsiteX155" fmla="*/ 1310106 w 7467600"/>
              <a:gd name="connsiteY155" fmla="*/ 3943217 h 6858000"/>
              <a:gd name="connsiteX156" fmla="*/ 854994 w 7467600"/>
              <a:gd name="connsiteY156" fmla="*/ 4399136 h 6858000"/>
              <a:gd name="connsiteX157" fmla="*/ 742462 w 7467600"/>
              <a:gd name="connsiteY157" fmla="*/ 4594648 h 6858000"/>
              <a:gd name="connsiteX158" fmla="*/ 820602 w 7467600"/>
              <a:gd name="connsiteY158" fmla="*/ 4485915 h 6858000"/>
              <a:gd name="connsiteX159" fmla="*/ 878295 w 7467600"/>
              <a:gd name="connsiteY159" fmla="*/ 4403594 h 6858000"/>
              <a:gd name="connsiteX160" fmla="*/ 1240607 w 7467600"/>
              <a:gd name="connsiteY160" fmla="*/ 4010401 h 6858000"/>
              <a:gd name="connsiteX161" fmla="*/ 1310106 w 7467600"/>
              <a:gd name="connsiteY161" fmla="*/ 3943217 h 6858000"/>
              <a:gd name="connsiteX162" fmla="*/ 1423113 w 7467600"/>
              <a:gd name="connsiteY162" fmla="*/ 3874565 h 6858000"/>
              <a:gd name="connsiteX163" fmla="*/ 1260565 w 7467600"/>
              <a:gd name="connsiteY163" fmla="*/ 4031982 h 6858000"/>
              <a:gd name="connsiteX164" fmla="*/ 901900 w 7467600"/>
              <a:gd name="connsiteY164" fmla="*/ 4421236 h 6858000"/>
              <a:gd name="connsiteX165" fmla="*/ 845044 w 7467600"/>
              <a:gd name="connsiteY165" fmla="*/ 4502436 h 6858000"/>
              <a:gd name="connsiteX166" fmla="*/ 685926 w 7467600"/>
              <a:gd name="connsiteY166" fmla="*/ 4703069 h 6858000"/>
              <a:gd name="connsiteX167" fmla="*/ 684248 w 7467600"/>
              <a:gd name="connsiteY167" fmla="*/ 4706721 h 6858000"/>
              <a:gd name="connsiteX168" fmla="*/ 1423113 w 7467600"/>
              <a:gd name="connsiteY168" fmla="*/ 3874565 h 6858000"/>
              <a:gd name="connsiteX169" fmla="*/ 3316479 w 7467600"/>
              <a:gd name="connsiteY169" fmla="*/ 3872136 h 6858000"/>
              <a:gd name="connsiteX170" fmla="*/ 3546806 w 7467600"/>
              <a:gd name="connsiteY170" fmla="*/ 4356139 h 6858000"/>
              <a:gd name="connsiteX171" fmla="*/ 3364433 w 7467600"/>
              <a:gd name="connsiteY171" fmla="*/ 3953121 h 6858000"/>
              <a:gd name="connsiteX172" fmla="*/ 3316479 w 7467600"/>
              <a:gd name="connsiteY172" fmla="*/ 3872136 h 6858000"/>
              <a:gd name="connsiteX173" fmla="*/ 3291335 w 7467600"/>
              <a:gd name="connsiteY173" fmla="*/ 3767420 h 6858000"/>
              <a:gd name="connsiteX174" fmla="*/ 3390805 w 7467600"/>
              <a:gd name="connsiteY174" fmla="*/ 3937163 h 6858000"/>
              <a:gd name="connsiteX175" fmla="*/ 3579062 w 7467600"/>
              <a:gd name="connsiteY175" fmla="*/ 4359040 h 6858000"/>
              <a:gd name="connsiteX176" fmla="*/ 3467355 w 7467600"/>
              <a:gd name="connsiteY176" fmla="*/ 3988130 h 6858000"/>
              <a:gd name="connsiteX177" fmla="*/ 3310753 w 7467600"/>
              <a:gd name="connsiteY177" fmla="*/ 3787140 h 6858000"/>
              <a:gd name="connsiteX178" fmla="*/ 3291335 w 7467600"/>
              <a:gd name="connsiteY178" fmla="*/ 3767420 h 6858000"/>
              <a:gd name="connsiteX179" fmla="*/ 1635889 w 7467600"/>
              <a:gd name="connsiteY179" fmla="*/ 3709494 h 6858000"/>
              <a:gd name="connsiteX180" fmla="*/ 1634800 w 7467600"/>
              <a:gd name="connsiteY180" fmla="*/ 3731111 h 6858000"/>
              <a:gd name="connsiteX181" fmla="*/ 1635889 w 7467600"/>
              <a:gd name="connsiteY181" fmla="*/ 3709494 h 6858000"/>
              <a:gd name="connsiteX182" fmla="*/ 1510397 w 7467600"/>
              <a:gd name="connsiteY182" fmla="*/ 3684705 h 6858000"/>
              <a:gd name="connsiteX183" fmla="*/ 1146550 w 7467600"/>
              <a:gd name="connsiteY183" fmla="*/ 3802012 h 6858000"/>
              <a:gd name="connsiteX184" fmla="*/ 698834 w 7467600"/>
              <a:gd name="connsiteY184" fmla="*/ 3952272 h 6858000"/>
              <a:gd name="connsiteX185" fmla="*/ 34256 w 7467600"/>
              <a:gd name="connsiteY185" fmla="*/ 4347603 h 6858000"/>
              <a:gd name="connsiteX186" fmla="*/ 527241 w 7467600"/>
              <a:gd name="connsiteY186" fmla="*/ 4065078 h 6858000"/>
              <a:gd name="connsiteX187" fmla="*/ 1510397 w 7467600"/>
              <a:gd name="connsiteY187" fmla="*/ 3684705 h 6858000"/>
              <a:gd name="connsiteX188" fmla="*/ 1313114 w 7467600"/>
              <a:gd name="connsiteY188" fmla="*/ 3655216 h 6858000"/>
              <a:gd name="connsiteX189" fmla="*/ 1109304 w 7467600"/>
              <a:gd name="connsiteY189" fmla="*/ 3669030 h 6858000"/>
              <a:gd name="connsiteX190" fmla="*/ 8129 w 7467600"/>
              <a:gd name="connsiteY190" fmla="*/ 4330519 h 6858000"/>
              <a:gd name="connsiteX191" fmla="*/ 687572 w 7467600"/>
              <a:gd name="connsiteY191" fmla="*/ 3925629 h 6858000"/>
              <a:gd name="connsiteX192" fmla="*/ 1138365 w 7467600"/>
              <a:gd name="connsiteY192" fmla="*/ 3774515 h 6858000"/>
              <a:gd name="connsiteX193" fmla="*/ 1505579 w 7467600"/>
              <a:gd name="connsiteY193" fmla="*/ 3655526 h 6858000"/>
              <a:gd name="connsiteX194" fmla="*/ 1313114 w 7467600"/>
              <a:gd name="connsiteY194" fmla="*/ 3655216 h 6858000"/>
              <a:gd name="connsiteX195" fmla="*/ 3655073 w 7467600"/>
              <a:gd name="connsiteY195" fmla="*/ 3650884 h 6858000"/>
              <a:gd name="connsiteX196" fmla="*/ 3989938 w 7467600"/>
              <a:gd name="connsiteY196" fmla="*/ 3991685 h 6858000"/>
              <a:gd name="connsiteX197" fmla="*/ 4393907 w 7467600"/>
              <a:gd name="connsiteY197" fmla="*/ 4261258 h 6858000"/>
              <a:gd name="connsiteX198" fmla="*/ 4648051 w 7467600"/>
              <a:gd name="connsiteY198" fmla="*/ 4374051 h 6858000"/>
              <a:gd name="connsiteX199" fmla="*/ 4383389 w 7467600"/>
              <a:gd name="connsiteY199" fmla="*/ 4184369 h 6858000"/>
              <a:gd name="connsiteX200" fmla="*/ 4165508 w 7467600"/>
              <a:gd name="connsiteY200" fmla="*/ 4035196 h 6858000"/>
              <a:gd name="connsiteX201" fmla="*/ 4068162 w 7467600"/>
              <a:gd name="connsiteY201" fmla="*/ 3953394 h 6858000"/>
              <a:gd name="connsiteX202" fmla="*/ 3981416 w 7467600"/>
              <a:gd name="connsiteY202" fmla="*/ 3880482 h 6858000"/>
              <a:gd name="connsiteX203" fmla="*/ 3800147 w 7467600"/>
              <a:gd name="connsiteY203" fmla="*/ 3749872 h 6858000"/>
              <a:gd name="connsiteX204" fmla="*/ 3655073 w 7467600"/>
              <a:gd name="connsiteY204" fmla="*/ 3650884 h 6858000"/>
              <a:gd name="connsiteX205" fmla="*/ 3670252 w 7467600"/>
              <a:gd name="connsiteY205" fmla="*/ 3622798 h 6858000"/>
              <a:gd name="connsiteX206" fmla="*/ 3817258 w 7467600"/>
              <a:gd name="connsiteY206" fmla="*/ 3723577 h 6858000"/>
              <a:gd name="connsiteX207" fmla="*/ 4000461 w 7467600"/>
              <a:gd name="connsiteY207" fmla="*/ 3855966 h 6858000"/>
              <a:gd name="connsiteX208" fmla="*/ 4088180 w 7467600"/>
              <a:gd name="connsiteY208" fmla="*/ 3929774 h 6858000"/>
              <a:gd name="connsiteX209" fmla="*/ 4184555 w 7467600"/>
              <a:gd name="connsiteY209" fmla="*/ 4010683 h 6858000"/>
              <a:gd name="connsiteX210" fmla="*/ 4399563 w 7467600"/>
              <a:gd name="connsiteY210" fmla="*/ 4158106 h 6858000"/>
              <a:gd name="connsiteX211" fmla="*/ 4684469 w 7467600"/>
              <a:gd name="connsiteY211" fmla="*/ 4364680 h 6858000"/>
              <a:gd name="connsiteX212" fmla="*/ 4690271 w 7467600"/>
              <a:gd name="connsiteY212" fmla="*/ 4370034 h 6858000"/>
              <a:gd name="connsiteX213" fmla="*/ 4136093 w 7467600"/>
              <a:gd name="connsiteY213" fmla="*/ 3858466 h 6858000"/>
              <a:gd name="connsiteX214" fmla="*/ 3670252 w 7467600"/>
              <a:gd name="connsiteY214" fmla="*/ 3622798 h 6858000"/>
              <a:gd name="connsiteX215" fmla="*/ 4440129 w 7467600"/>
              <a:gd name="connsiteY215" fmla="*/ 3448571 h 6858000"/>
              <a:gd name="connsiteX216" fmla="*/ 4856525 w 7467600"/>
              <a:gd name="connsiteY216" fmla="*/ 3915351 h 6858000"/>
              <a:gd name="connsiteX217" fmla="*/ 5059055 w 7467600"/>
              <a:gd name="connsiteY217" fmla="*/ 4108918 h 6858000"/>
              <a:gd name="connsiteX218" fmla="*/ 5290070 w 7467600"/>
              <a:gd name="connsiteY218" fmla="*/ 4263619 h 6858000"/>
              <a:gd name="connsiteX219" fmla="*/ 4834991 w 7467600"/>
              <a:gd name="connsiteY219" fmla="*/ 3830985 h 6858000"/>
              <a:gd name="connsiteX220" fmla="*/ 4440129 w 7467600"/>
              <a:gd name="connsiteY220" fmla="*/ 3448571 h 6858000"/>
              <a:gd name="connsiteX221" fmla="*/ 4441737 w 7467600"/>
              <a:gd name="connsiteY221" fmla="*/ 3399734 h 6858000"/>
              <a:gd name="connsiteX222" fmla="*/ 4431236 w 7467600"/>
              <a:gd name="connsiteY222" fmla="*/ 3400954 h 6858000"/>
              <a:gd name="connsiteX223" fmla="*/ 4557150 w 7467600"/>
              <a:gd name="connsiteY223" fmla="*/ 3510023 h 6858000"/>
              <a:gd name="connsiteX224" fmla="*/ 4856936 w 7467600"/>
              <a:gd name="connsiteY224" fmla="*/ 3809146 h 6858000"/>
              <a:gd name="connsiteX225" fmla="*/ 5111996 w 7467600"/>
              <a:gd name="connsiteY225" fmla="*/ 4065759 h 6858000"/>
              <a:gd name="connsiteX226" fmla="*/ 5388878 w 7467600"/>
              <a:gd name="connsiteY226" fmla="*/ 4300185 h 6858000"/>
              <a:gd name="connsiteX227" fmla="*/ 5425556 w 7467600"/>
              <a:gd name="connsiteY227" fmla="*/ 4308967 h 6858000"/>
              <a:gd name="connsiteX228" fmla="*/ 4943646 w 7467600"/>
              <a:gd name="connsiteY228" fmla="*/ 3822916 h 6858000"/>
              <a:gd name="connsiteX229" fmla="*/ 4594837 w 7467600"/>
              <a:gd name="connsiteY229" fmla="*/ 3532274 h 6858000"/>
              <a:gd name="connsiteX230" fmla="*/ 4441737 w 7467600"/>
              <a:gd name="connsiteY230" fmla="*/ 3399734 h 6858000"/>
              <a:gd name="connsiteX231" fmla="*/ 5425834 w 7467600"/>
              <a:gd name="connsiteY231" fmla="*/ 3162785 h 6858000"/>
              <a:gd name="connsiteX232" fmla="*/ 5401644 w 7467600"/>
              <a:gd name="connsiteY232" fmla="*/ 3617847 h 6858000"/>
              <a:gd name="connsiteX233" fmla="*/ 5467256 w 7467600"/>
              <a:gd name="connsiteY233" fmla="*/ 4175494 h 6858000"/>
              <a:gd name="connsiteX234" fmla="*/ 5448069 w 7467600"/>
              <a:gd name="connsiteY234" fmla="*/ 3567554 h 6858000"/>
              <a:gd name="connsiteX235" fmla="*/ 5425834 w 7467600"/>
              <a:gd name="connsiteY235" fmla="*/ 3162785 h 6858000"/>
              <a:gd name="connsiteX236" fmla="*/ 1318687 w 7467600"/>
              <a:gd name="connsiteY236" fmla="*/ 3113840 h 6858000"/>
              <a:gd name="connsiteX237" fmla="*/ 1066793 w 7467600"/>
              <a:gd name="connsiteY237" fmla="*/ 3212171 h 6858000"/>
              <a:gd name="connsiteX238" fmla="*/ 993319 w 7467600"/>
              <a:gd name="connsiteY238" fmla="*/ 3247648 h 6858000"/>
              <a:gd name="connsiteX239" fmla="*/ 853081 w 7467600"/>
              <a:gd name="connsiteY239" fmla="*/ 3312410 h 6858000"/>
              <a:gd name="connsiteX240" fmla="*/ 805957 w 7467600"/>
              <a:gd name="connsiteY240" fmla="*/ 3330443 h 6858000"/>
              <a:gd name="connsiteX241" fmla="*/ 1318687 w 7467600"/>
              <a:gd name="connsiteY241" fmla="*/ 3113840 h 6858000"/>
              <a:gd name="connsiteX242" fmla="*/ 5453702 w 7467600"/>
              <a:gd name="connsiteY242" fmla="*/ 3090882 h 6858000"/>
              <a:gd name="connsiteX243" fmla="*/ 5480135 w 7467600"/>
              <a:gd name="connsiteY243" fmla="*/ 3565802 h 6858000"/>
              <a:gd name="connsiteX244" fmla="*/ 5499023 w 7467600"/>
              <a:gd name="connsiteY244" fmla="*/ 4166310 h 6858000"/>
              <a:gd name="connsiteX245" fmla="*/ 5547022 w 7467600"/>
              <a:gd name="connsiteY245" fmla="*/ 3607838 h 6858000"/>
              <a:gd name="connsiteX246" fmla="*/ 5515964 w 7467600"/>
              <a:gd name="connsiteY246" fmla="*/ 3378541 h 6858000"/>
              <a:gd name="connsiteX247" fmla="*/ 5453702 w 7467600"/>
              <a:gd name="connsiteY247" fmla="*/ 3090882 h 6858000"/>
              <a:gd name="connsiteX248" fmla="*/ 1238695 w 7467600"/>
              <a:gd name="connsiteY248" fmla="*/ 3076820 h 6858000"/>
              <a:gd name="connsiteX249" fmla="*/ 716371 w 7467600"/>
              <a:gd name="connsiteY249" fmla="*/ 3293249 h 6858000"/>
              <a:gd name="connsiteX250" fmla="*/ 579522 w 7467600"/>
              <a:gd name="connsiteY250" fmla="*/ 3371759 h 6858000"/>
              <a:gd name="connsiteX251" fmla="*/ 600288 w 7467600"/>
              <a:gd name="connsiteY251" fmla="*/ 3365555 h 6858000"/>
              <a:gd name="connsiteX252" fmla="*/ 840692 w 7467600"/>
              <a:gd name="connsiteY252" fmla="*/ 3284921 h 6858000"/>
              <a:gd name="connsiteX253" fmla="*/ 979248 w 7467600"/>
              <a:gd name="connsiteY253" fmla="*/ 3221003 h 6858000"/>
              <a:gd name="connsiteX254" fmla="*/ 1053282 w 7467600"/>
              <a:gd name="connsiteY254" fmla="*/ 3185247 h 6858000"/>
              <a:gd name="connsiteX255" fmla="*/ 1320603 w 7467600"/>
              <a:gd name="connsiteY255" fmla="*/ 3081281 h 6858000"/>
              <a:gd name="connsiteX256" fmla="*/ 1238695 w 7467600"/>
              <a:gd name="connsiteY256" fmla="*/ 3076820 h 6858000"/>
              <a:gd name="connsiteX257" fmla="*/ 5425627 w 7467600"/>
              <a:gd name="connsiteY257" fmla="*/ 2954192 h 6858000"/>
              <a:gd name="connsiteX258" fmla="*/ 5470770 w 7467600"/>
              <a:gd name="connsiteY258" fmla="*/ 3005435 h 6858000"/>
              <a:gd name="connsiteX259" fmla="*/ 5519779 w 7467600"/>
              <a:gd name="connsiteY259" fmla="*/ 4359223 h 6858000"/>
              <a:gd name="connsiteX260" fmla="*/ 5520293 w 7467600"/>
              <a:gd name="connsiteY260" fmla="*/ 4360602 h 6858000"/>
              <a:gd name="connsiteX261" fmla="*/ 5767221 w 7467600"/>
              <a:gd name="connsiteY261" fmla="*/ 4665564 h 6858000"/>
              <a:gd name="connsiteX262" fmla="*/ 6937169 w 7467600"/>
              <a:gd name="connsiteY262" fmla="*/ 4815941 h 6858000"/>
              <a:gd name="connsiteX263" fmla="*/ 6953922 w 7467600"/>
              <a:gd name="connsiteY263" fmla="*/ 4890068 h 6858000"/>
              <a:gd name="connsiteX264" fmla="*/ 6071359 w 7467600"/>
              <a:gd name="connsiteY264" fmla="*/ 4770770 h 6858000"/>
              <a:gd name="connsiteX265" fmla="*/ 6038839 w 7467600"/>
              <a:gd name="connsiteY265" fmla="*/ 4764474 h 6858000"/>
              <a:gd name="connsiteX266" fmla="*/ 6038706 w 7467600"/>
              <a:gd name="connsiteY266" fmla="*/ 4763847 h 6858000"/>
              <a:gd name="connsiteX267" fmla="*/ 6037784 w 7467600"/>
              <a:gd name="connsiteY267" fmla="*/ 4764270 h 6858000"/>
              <a:gd name="connsiteX268" fmla="*/ 6038839 w 7467600"/>
              <a:gd name="connsiteY268" fmla="*/ 4764474 h 6858000"/>
              <a:gd name="connsiteX269" fmla="*/ 6040338 w 7467600"/>
              <a:gd name="connsiteY269" fmla="*/ 4771418 h 6858000"/>
              <a:gd name="connsiteX270" fmla="*/ 6024488 w 7467600"/>
              <a:gd name="connsiteY270" fmla="*/ 4809903 h 6858000"/>
              <a:gd name="connsiteX271" fmla="*/ 5599771 w 7467600"/>
              <a:gd name="connsiteY271" fmla="*/ 5509652 h 6858000"/>
              <a:gd name="connsiteX272" fmla="*/ 5548843 w 7467600"/>
              <a:gd name="connsiteY272" fmla="*/ 5563845 h 6858000"/>
              <a:gd name="connsiteX273" fmla="*/ 5940952 w 7467600"/>
              <a:gd name="connsiteY273" fmla="*/ 6250028 h 6858000"/>
              <a:gd name="connsiteX274" fmla="*/ 6043441 w 7467600"/>
              <a:gd name="connsiteY274" fmla="*/ 6665847 h 6858000"/>
              <a:gd name="connsiteX275" fmla="*/ 6093432 w 7467600"/>
              <a:gd name="connsiteY275" fmla="*/ 6858000 h 6858000"/>
              <a:gd name="connsiteX276" fmla="*/ 6034344 w 7467600"/>
              <a:gd name="connsiteY276" fmla="*/ 6858000 h 6858000"/>
              <a:gd name="connsiteX277" fmla="*/ 6026679 w 7467600"/>
              <a:gd name="connsiteY277" fmla="*/ 6836959 h 6858000"/>
              <a:gd name="connsiteX278" fmla="*/ 5800441 w 7467600"/>
              <a:gd name="connsiteY278" fmla="*/ 6335286 h 6858000"/>
              <a:gd name="connsiteX279" fmla="*/ 5526562 w 7467600"/>
              <a:gd name="connsiteY279" fmla="*/ 5705388 h 6858000"/>
              <a:gd name="connsiteX280" fmla="*/ 5519640 w 7467600"/>
              <a:gd name="connsiteY280" fmla="*/ 5683774 h 6858000"/>
              <a:gd name="connsiteX281" fmla="*/ 5844559 w 7467600"/>
              <a:gd name="connsiteY281" fmla="*/ 6553349 h 6858000"/>
              <a:gd name="connsiteX282" fmla="*/ 5975994 w 7467600"/>
              <a:gd name="connsiteY282" fmla="*/ 6858000 h 6858000"/>
              <a:gd name="connsiteX283" fmla="*/ 5898547 w 7467600"/>
              <a:gd name="connsiteY283" fmla="*/ 6858000 h 6858000"/>
              <a:gd name="connsiteX284" fmla="*/ 5682041 w 7467600"/>
              <a:gd name="connsiteY284" fmla="*/ 6355860 h 6858000"/>
              <a:gd name="connsiteX285" fmla="*/ 5461758 w 7467600"/>
              <a:gd name="connsiteY285" fmla="*/ 5820220 h 6858000"/>
              <a:gd name="connsiteX286" fmla="*/ 5237282 w 7467600"/>
              <a:gd name="connsiteY286" fmla="*/ 6579086 h 6858000"/>
              <a:gd name="connsiteX287" fmla="*/ 5115009 w 7467600"/>
              <a:gd name="connsiteY287" fmla="*/ 6858000 h 6858000"/>
              <a:gd name="connsiteX288" fmla="*/ 5028074 w 7467600"/>
              <a:gd name="connsiteY288" fmla="*/ 6858000 h 6858000"/>
              <a:gd name="connsiteX289" fmla="*/ 5079508 w 7467600"/>
              <a:gd name="connsiteY289" fmla="*/ 6749074 h 6858000"/>
              <a:gd name="connsiteX290" fmla="*/ 5371846 w 7467600"/>
              <a:gd name="connsiteY290" fmla="*/ 5924413 h 6858000"/>
              <a:gd name="connsiteX291" fmla="*/ 5270512 w 7467600"/>
              <a:gd name="connsiteY291" fmla="*/ 6138975 h 6858000"/>
              <a:gd name="connsiteX292" fmla="*/ 5062409 w 7467600"/>
              <a:gd name="connsiteY292" fmla="*/ 6653544 h 6858000"/>
              <a:gd name="connsiteX293" fmla="*/ 5036628 w 7467600"/>
              <a:gd name="connsiteY293" fmla="*/ 6754247 h 6858000"/>
              <a:gd name="connsiteX294" fmla="*/ 5009112 w 7467600"/>
              <a:gd name="connsiteY294" fmla="*/ 6858000 h 6858000"/>
              <a:gd name="connsiteX295" fmla="*/ 4976679 w 7467600"/>
              <a:gd name="connsiteY295" fmla="*/ 6858000 h 6858000"/>
              <a:gd name="connsiteX296" fmla="*/ 5006537 w 7467600"/>
              <a:gd name="connsiteY296" fmla="*/ 6747068 h 6858000"/>
              <a:gd name="connsiteX297" fmla="*/ 5032723 w 7467600"/>
              <a:gd name="connsiteY297" fmla="*/ 6644957 h 6858000"/>
              <a:gd name="connsiteX298" fmla="*/ 5242949 w 7467600"/>
              <a:gd name="connsiteY298" fmla="*/ 6125175 h 6858000"/>
              <a:gd name="connsiteX299" fmla="*/ 5286321 w 7467600"/>
              <a:gd name="connsiteY299" fmla="*/ 6033555 h 6858000"/>
              <a:gd name="connsiteX300" fmla="*/ 5008210 w 7467600"/>
              <a:gd name="connsiteY300" fmla="*/ 6649194 h 6858000"/>
              <a:gd name="connsiteX301" fmla="*/ 4986321 w 7467600"/>
              <a:gd name="connsiteY301" fmla="*/ 6765687 h 6858000"/>
              <a:gd name="connsiteX302" fmla="*/ 4973474 w 7467600"/>
              <a:gd name="connsiteY302" fmla="*/ 6858000 h 6858000"/>
              <a:gd name="connsiteX303" fmla="*/ 4907178 w 7467600"/>
              <a:gd name="connsiteY303" fmla="*/ 6858000 h 6858000"/>
              <a:gd name="connsiteX304" fmla="*/ 4910810 w 7467600"/>
              <a:gd name="connsiteY304" fmla="*/ 6829660 h 6858000"/>
              <a:gd name="connsiteX305" fmla="*/ 4987461 w 7467600"/>
              <a:gd name="connsiteY305" fmla="*/ 6432994 h 6858000"/>
              <a:gd name="connsiteX306" fmla="*/ 5179262 w 7467600"/>
              <a:gd name="connsiteY306" fmla="*/ 6035044 h 6858000"/>
              <a:gd name="connsiteX307" fmla="*/ 4689678 w 7467600"/>
              <a:gd name="connsiteY307" fmla="*/ 6440241 h 6858000"/>
              <a:gd name="connsiteX308" fmla="*/ 4477543 w 7467600"/>
              <a:gd name="connsiteY308" fmla="*/ 6674836 h 6858000"/>
              <a:gd name="connsiteX309" fmla="*/ 4329957 w 7467600"/>
              <a:gd name="connsiteY309" fmla="*/ 6858000 h 6858000"/>
              <a:gd name="connsiteX310" fmla="*/ 4218595 w 7467600"/>
              <a:gd name="connsiteY310" fmla="*/ 6858000 h 6858000"/>
              <a:gd name="connsiteX311" fmla="*/ 4368888 w 7467600"/>
              <a:gd name="connsiteY311" fmla="*/ 6668412 h 6858000"/>
              <a:gd name="connsiteX312" fmla="*/ 4563091 w 7467600"/>
              <a:gd name="connsiteY312" fmla="*/ 6442508 h 6858000"/>
              <a:gd name="connsiteX313" fmla="*/ 5387324 w 7467600"/>
              <a:gd name="connsiteY313" fmla="*/ 5705830 h 6858000"/>
              <a:gd name="connsiteX314" fmla="*/ 5073620 w 7467600"/>
              <a:gd name="connsiteY314" fmla="*/ 5955437 h 6858000"/>
              <a:gd name="connsiteX315" fmla="*/ 4689789 w 7467600"/>
              <a:gd name="connsiteY315" fmla="*/ 6268382 h 6858000"/>
              <a:gd name="connsiteX316" fmla="*/ 4418722 w 7467600"/>
              <a:gd name="connsiteY316" fmla="*/ 6570886 h 6858000"/>
              <a:gd name="connsiteX317" fmla="*/ 4214944 w 7467600"/>
              <a:gd name="connsiteY317" fmla="*/ 6858000 h 6858000"/>
              <a:gd name="connsiteX318" fmla="*/ 4177898 w 7467600"/>
              <a:gd name="connsiteY318" fmla="*/ 6858000 h 6858000"/>
              <a:gd name="connsiteX319" fmla="*/ 4391597 w 7467600"/>
              <a:gd name="connsiteY319" fmla="*/ 6556370 h 6858000"/>
              <a:gd name="connsiteX320" fmla="*/ 4668889 w 7467600"/>
              <a:gd name="connsiteY320" fmla="*/ 6246399 h 6858000"/>
              <a:gd name="connsiteX321" fmla="*/ 5055427 w 7467600"/>
              <a:gd name="connsiteY321" fmla="*/ 5931476 h 6858000"/>
              <a:gd name="connsiteX322" fmla="*/ 5371814 w 7467600"/>
              <a:gd name="connsiteY322" fmla="*/ 5678975 h 6858000"/>
              <a:gd name="connsiteX323" fmla="*/ 4987918 w 7467600"/>
              <a:gd name="connsiteY323" fmla="*/ 5838701 h 6858000"/>
              <a:gd name="connsiteX324" fmla="*/ 4317146 w 7467600"/>
              <a:gd name="connsiteY324" fmla="*/ 6587716 h 6858000"/>
              <a:gd name="connsiteX325" fmla="*/ 4171627 w 7467600"/>
              <a:gd name="connsiteY325" fmla="*/ 6858000 h 6858000"/>
              <a:gd name="connsiteX326" fmla="*/ 4081585 w 7467600"/>
              <a:gd name="connsiteY326" fmla="*/ 6858000 h 6858000"/>
              <a:gd name="connsiteX327" fmla="*/ 4238603 w 7467600"/>
              <a:gd name="connsiteY327" fmla="*/ 6559341 h 6858000"/>
              <a:gd name="connsiteX328" fmla="*/ 4778333 w 7467600"/>
              <a:gd name="connsiteY328" fmla="*/ 5873626 h 6858000"/>
              <a:gd name="connsiteX329" fmla="*/ 5414185 w 7467600"/>
              <a:gd name="connsiteY329" fmla="*/ 5573882 h 6858000"/>
              <a:gd name="connsiteX330" fmla="*/ 5959648 w 7467600"/>
              <a:gd name="connsiteY330" fmla="*/ 4760797 h 6858000"/>
              <a:gd name="connsiteX331" fmla="*/ 5355019 w 7467600"/>
              <a:gd name="connsiteY331" fmla="*/ 4734672 h 6858000"/>
              <a:gd name="connsiteX332" fmla="*/ 5083565 w 7467600"/>
              <a:gd name="connsiteY332" fmla="*/ 5179121 h 6858000"/>
              <a:gd name="connsiteX333" fmla="*/ 4713577 w 7467600"/>
              <a:gd name="connsiteY333" fmla="*/ 5616803 h 6858000"/>
              <a:gd name="connsiteX334" fmla="*/ 3989559 w 7467600"/>
              <a:gd name="connsiteY334" fmla="*/ 6145945 h 6858000"/>
              <a:gd name="connsiteX335" fmla="*/ 3939824 w 7467600"/>
              <a:gd name="connsiteY335" fmla="*/ 6066900 h 6858000"/>
              <a:gd name="connsiteX336" fmla="*/ 4584537 w 7467600"/>
              <a:gd name="connsiteY336" fmla="*/ 5324826 h 6858000"/>
              <a:gd name="connsiteX337" fmla="*/ 5037105 w 7467600"/>
              <a:gd name="connsiteY337" fmla="*/ 5088765 h 6858000"/>
              <a:gd name="connsiteX338" fmla="*/ 5039930 w 7467600"/>
              <a:gd name="connsiteY338" fmla="*/ 5089585 h 6858000"/>
              <a:gd name="connsiteX339" fmla="*/ 5263764 w 7467600"/>
              <a:gd name="connsiteY339" fmla="*/ 4735525 h 6858000"/>
              <a:gd name="connsiteX340" fmla="*/ 4086300 w 7467600"/>
              <a:gd name="connsiteY340" fmla="*/ 4884599 h 6858000"/>
              <a:gd name="connsiteX341" fmla="*/ 4085485 w 7467600"/>
              <a:gd name="connsiteY341" fmla="*/ 4899070 h 6858000"/>
              <a:gd name="connsiteX342" fmla="*/ 3871915 w 7467600"/>
              <a:gd name="connsiteY342" fmla="*/ 5253645 h 6858000"/>
              <a:gd name="connsiteX343" fmla="*/ 3799374 w 7467600"/>
              <a:gd name="connsiteY343" fmla="*/ 5466127 h 6858000"/>
              <a:gd name="connsiteX344" fmla="*/ 3498850 w 7467600"/>
              <a:gd name="connsiteY344" fmla="*/ 6661888 h 6858000"/>
              <a:gd name="connsiteX345" fmla="*/ 3399216 w 7467600"/>
              <a:gd name="connsiteY345" fmla="*/ 6858000 h 6858000"/>
              <a:gd name="connsiteX346" fmla="*/ 3303688 w 7467600"/>
              <a:gd name="connsiteY346" fmla="*/ 6858000 h 6858000"/>
              <a:gd name="connsiteX347" fmla="*/ 3391774 w 7467600"/>
              <a:gd name="connsiteY347" fmla="*/ 6697181 h 6858000"/>
              <a:gd name="connsiteX348" fmla="*/ 3735540 w 7467600"/>
              <a:gd name="connsiteY348" fmla="*/ 5546923 h 6858000"/>
              <a:gd name="connsiteX349" fmla="*/ 3729438 w 7467600"/>
              <a:gd name="connsiteY349" fmla="*/ 5569058 h 6858000"/>
              <a:gd name="connsiteX350" fmla="*/ 3707782 w 7467600"/>
              <a:gd name="connsiteY350" fmla="*/ 5644908 h 6858000"/>
              <a:gd name="connsiteX351" fmla="*/ 3583827 w 7467600"/>
              <a:gd name="connsiteY351" fmla="*/ 6039215 h 6858000"/>
              <a:gd name="connsiteX352" fmla="*/ 3547861 w 7467600"/>
              <a:gd name="connsiteY352" fmla="*/ 6129609 h 6858000"/>
              <a:gd name="connsiteX353" fmla="*/ 3490905 w 7467600"/>
              <a:gd name="connsiteY353" fmla="*/ 6277660 h 6858000"/>
              <a:gd name="connsiteX354" fmla="*/ 3455859 w 7467600"/>
              <a:gd name="connsiteY354" fmla="*/ 6391301 h 6858000"/>
              <a:gd name="connsiteX355" fmla="*/ 3429112 w 7467600"/>
              <a:gd name="connsiteY355" fmla="*/ 6479469 h 6858000"/>
              <a:gd name="connsiteX356" fmla="*/ 3304862 w 7467600"/>
              <a:gd name="connsiteY356" fmla="*/ 6796476 h 6858000"/>
              <a:gd name="connsiteX357" fmla="*/ 3276071 w 7467600"/>
              <a:gd name="connsiteY357" fmla="*/ 6858000 h 6858000"/>
              <a:gd name="connsiteX358" fmla="*/ 3240805 w 7467600"/>
              <a:gd name="connsiteY358" fmla="*/ 6858000 h 6858000"/>
              <a:gd name="connsiteX359" fmla="*/ 3275917 w 7467600"/>
              <a:gd name="connsiteY359" fmla="*/ 6783192 h 6858000"/>
              <a:gd name="connsiteX360" fmla="*/ 3399358 w 7467600"/>
              <a:gd name="connsiteY360" fmla="*/ 6469011 h 6858000"/>
              <a:gd name="connsiteX361" fmla="*/ 3425650 w 7467600"/>
              <a:gd name="connsiteY361" fmla="*/ 6381333 h 6858000"/>
              <a:gd name="connsiteX362" fmla="*/ 3460661 w 7467600"/>
              <a:gd name="connsiteY362" fmla="*/ 6266763 h 6858000"/>
              <a:gd name="connsiteX363" fmla="*/ 3518021 w 7467600"/>
              <a:gd name="connsiteY363" fmla="*/ 6117298 h 6858000"/>
              <a:gd name="connsiteX364" fmla="*/ 3554035 w 7467600"/>
              <a:gd name="connsiteY364" fmla="*/ 6027832 h 6858000"/>
              <a:gd name="connsiteX365" fmla="*/ 3677174 w 7467600"/>
              <a:gd name="connsiteY365" fmla="*/ 5636351 h 6858000"/>
              <a:gd name="connsiteX366" fmla="*/ 3698819 w 7467600"/>
              <a:gd name="connsiteY366" fmla="*/ 5560503 h 6858000"/>
              <a:gd name="connsiteX367" fmla="*/ 3702094 w 7467600"/>
              <a:gd name="connsiteY367" fmla="*/ 5549194 h 6858000"/>
              <a:gd name="connsiteX368" fmla="*/ 3398355 w 7467600"/>
              <a:gd name="connsiteY368" fmla="*/ 6094603 h 6858000"/>
              <a:gd name="connsiteX369" fmla="*/ 3193941 w 7467600"/>
              <a:gd name="connsiteY369" fmla="*/ 6798775 h 6858000"/>
              <a:gd name="connsiteX370" fmla="*/ 3184140 w 7467600"/>
              <a:gd name="connsiteY370" fmla="*/ 6858000 h 6858000"/>
              <a:gd name="connsiteX371" fmla="*/ 3099978 w 7467600"/>
              <a:gd name="connsiteY371" fmla="*/ 6858000 h 6858000"/>
              <a:gd name="connsiteX372" fmla="*/ 3101556 w 7467600"/>
              <a:gd name="connsiteY372" fmla="*/ 6843337 h 6858000"/>
              <a:gd name="connsiteX373" fmla="*/ 3370162 w 7467600"/>
              <a:gd name="connsiteY373" fmla="*/ 5785550 h 6858000"/>
              <a:gd name="connsiteX374" fmla="*/ 3746477 w 7467600"/>
              <a:gd name="connsiteY374" fmla="*/ 5377889 h 6858000"/>
              <a:gd name="connsiteX375" fmla="*/ 3863399 w 7467600"/>
              <a:gd name="connsiteY375" fmla="*/ 5087257 h 6858000"/>
              <a:gd name="connsiteX376" fmla="*/ 3968712 w 7467600"/>
              <a:gd name="connsiteY376" fmla="*/ 4913989 h 6858000"/>
              <a:gd name="connsiteX377" fmla="*/ 2792390 w 7467600"/>
              <a:gd name="connsiteY377" fmla="*/ 5382974 h 6858000"/>
              <a:gd name="connsiteX378" fmla="*/ 2714982 w 7467600"/>
              <a:gd name="connsiteY378" fmla="*/ 5427051 h 6858000"/>
              <a:gd name="connsiteX379" fmla="*/ 2813361 w 7467600"/>
              <a:gd name="connsiteY379" fmla="*/ 6023912 h 6858000"/>
              <a:gd name="connsiteX380" fmla="*/ 2688430 w 7467600"/>
              <a:gd name="connsiteY380" fmla="*/ 6801564 h 6858000"/>
              <a:gd name="connsiteX381" fmla="*/ 2629626 w 7467600"/>
              <a:gd name="connsiteY381" fmla="*/ 6763394 h 6858000"/>
              <a:gd name="connsiteX382" fmla="*/ 2565328 w 7467600"/>
              <a:gd name="connsiteY382" fmla="*/ 5516399 h 6858000"/>
              <a:gd name="connsiteX383" fmla="*/ 1922999 w 7467600"/>
              <a:gd name="connsiteY383" fmla="*/ 5980343 h 6858000"/>
              <a:gd name="connsiteX384" fmla="*/ 1950261 w 7467600"/>
              <a:gd name="connsiteY384" fmla="*/ 6405858 h 6858000"/>
              <a:gd name="connsiteX385" fmla="*/ 2365554 w 7467600"/>
              <a:gd name="connsiteY385" fmla="*/ 6759107 h 6858000"/>
              <a:gd name="connsiteX386" fmla="*/ 2424142 w 7467600"/>
              <a:gd name="connsiteY386" fmla="*/ 6858000 h 6858000"/>
              <a:gd name="connsiteX387" fmla="*/ 2395994 w 7467600"/>
              <a:gd name="connsiteY387" fmla="*/ 6858000 h 6858000"/>
              <a:gd name="connsiteX388" fmla="*/ 2392863 w 7467600"/>
              <a:gd name="connsiteY388" fmla="*/ 6852964 h 6858000"/>
              <a:gd name="connsiteX389" fmla="*/ 2017589 w 7467600"/>
              <a:gd name="connsiteY389" fmla="*/ 6493982 h 6858000"/>
              <a:gd name="connsiteX390" fmla="*/ 2147336 w 7467600"/>
              <a:gd name="connsiteY390" fmla="*/ 6594052 h 6858000"/>
              <a:gd name="connsiteX391" fmla="*/ 2207047 w 7467600"/>
              <a:gd name="connsiteY391" fmla="*/ 6654540 h 6858000"/>
              <a:gd name="connsiteX392" fmla="*/ 2299106 w 7467600"/>
              <a:gd name="connsiteY392" fmla="*/ 6778931 h 6858000"/>
              <a:gd name="connsiteX393" fmla="*/ 2314430 w 7467600"/>
              <a:gd name="connsiteY393" fmla="*/ 6801144 h 6858000"/>
              <a:gd name="connsiteX394" fmla="*/ 2352406 w 7467600"/>
              <a:gd name="connsiteY394" fmla="*/ 6858000 h 6858000"/>
              <a:gd name="connsiteX395" fmla="*/ 2314492 w 7467600"/>
              <a:gd name="connsiteY395" fmla="*/ 6858000 h 6858000"/>
              <a:gd name="connsiteX396" fmla="*/ 2288095 w 7467600"/>
              <a:gd name="connsiteY396" fmla="*/ 6818030 h 6858000"/>
              <a:gd name="connsiteX397" fmla="*/ 2272768 w 7467600"/>
              <a:gd name="connsiteY397" fmla="*/ 6795822 h 6858000"/>
              <a:gd name="connsiteX398" fmla="*/ 2182715 w 7467600"/>
              <a:gd name="connsiteY398" fmla="*/ 6675071 h 6858000"/>
              <a:gd name="connsiteX399" fmla="*/ 2032061 w 7467600"/>
              <a:gd name="connsiteY399" fmla="*/ 6541380 h 6858000"/>
              <a:gd name="connsiteX400" fmla="*/ 2257220 w 7467600"/>
              <a:gd name="connsiteY400" fmla="*/ 6826257 h 6858000"/>
              <a:gd name="connsiteX401" fmla="*/ 2281324 w 7467600"/>
              <a:gd name="connsiteY401" fmla="*/ 6858000 h 6858000"/>
              <a:gd name="connsiteX402" fmla="*/ 2242860 w 7467600"/>
              <a:gd name="connsiteY402" fmla="*/ 6858000 h 6858000"/>
              <a:gd name="connsiteX403" fmla="*/ 2232818 w 7467600"/>
              <a:gd name="connsiteY403" fmla="*/ 6844926 h 6858000"/>
              <a:gd name="connsiteX404" fmla="*/ 1990172 w 7467600"/>
              <a:gd name="connsiteY404" fmla="*/ 6542121 h 6858000"/>
              <a:gd name="connsiteX405" fmla="*/ 2124090 w 7467600"/>
              <a:gd name="connsiteY405" fmla="*/ 6761017 h 6858000"/>
              <a:gd name="connsiteX406" fmla="*/ 2200380 w 7467600"/>
              <a:gd name="connsiteY406" fmla="*/ 6858000 h 6858000"/>
              <a:gd name="connsiteX407" fmla="*/ 2147507 w 7467600"/>
              <a:gd name="connsiteY407" fmla="*/ 6858000 h 6858000"/>
              <a:gd name="connsiteX408" fmla="*/ 2070668 w 7467600"/>
              <a:gd name="connsiteY408" fmla="*/ 6761520 h 6858000"/>
              <a:gd name="connsiteX409" fmla="*/ 1975142 w 7467600"/>
              <a:gd name="connsiteY409" fmla="*/ 6585570 h 6858000"/>
              <a:gd name="connsiteX410" fmla="*/ 2050035 w 7467600"/>
              <a:gd name="connsiteY410" fmla="*/ 6813345 h 6858000"/>
              <a:gd name="connsiteX411" fmla="*/ 2063025 w 7467600"/>
              <a:gd name="connsiteY411" fmla="*/ 6858000 h 6858000"/>
              <a:gd name="connsiteX412" fmla="*/ 2021675 w 7467600"/>
              <a:gd name="connsiteY412" fmla="*/ 6858000 h 6858000"/>
              <a:gd name="connsiteX413" fmla="*/ 2019308 w 7467600"/>
              <a:gd name="connsiteY413" fmla="*/ 6847118 h 6858000"/>
              <a:gd name="connsiteX414" fmla="*/ 1938835 w 7467600"/>
              <a:gd name="connsiteY414" fmla="*/ 6551160 h 6858000"/>
              <a:gd name="connsiteX415" fmla="*/ 1953230 w 7467600"/>
              <a:gd name="connsiteY415" fmla="*/ 6759699 h 6858000"/>
              <a:gd name="connsiteX416" fmla="*/ 1956763 w 7467600"/>
              <a:gd name="connsiteY416" fmla="*/ 6778191 h 6858000"/>
              <a:gd name="connsiteX417" fmla="*/ 1967925 w 7467600"/>
              <a:gd name="connsiteY417" fmla="*/ 6858000 h 6858000"/>
              <a:gd name="connsiteX418" fmla="*/ 1936622 w 7467600"/>
              <a:gd name="connsiteY418" fmla="*/ 6858000 h 6858000"/>
              <a:gd name="connsiteX419" fmla="*/ 1926261 w 7467600"/>
              <a:gd name="connsiteY419" fmla="*/ 6784064 h 6858000"/>
              <a:gd name="connsiteX420" fmla="*/ 1922724 w 7467600"/>
              <a:gd name="connsiteY420" fmla="*/ 6765577 h 6858000"/>
              <a:gd name="connsiteX421" fmla="*/ 1904650 w 7467600"/>
              <a:gd name="connsiteY421" fmla="*/ 6639616 h 6858000"/>
              <a:gd name="connsiteX422" fmla="*/ 1885273 w 7467600"/>
              <a:gd name="connsiteY422" fmla="*/ 6858000 h 6858000"/>
              <a:gd name="connsiteX423" fmla="*/ 1854363 w 7467600"/>
              <a:gd name="connsiteY423" fmla="*/ 6858000 h 6858000"/>
              <a:gd name="connsiteX424" fmla="*/ 1880391 w 7467600"/>
              <a:gd name="connsiteY424" fmla="*/ 6603796 h 6858000"/>
              <a:gd name="connsiteX425" fmla="*/ 1818273 w 7467600"/>
              <a:gd name="connsiteY425" fmla="*/ 6715729 h 6858000"/>
              <a:gd name="connsiteX426" fmla="*/ 1794691 w 7467600"/>
              <a:gd name="connsiteY426" fmla="*/ 6843239 h 6858000"/>
              <a:gd name="connsiteX427" fmla="*/ 1794914 w 7467600"/>
              <a:gd name="connsiteY427" fmla="*/ 6858000 h 6858000"/>
              <a:gd name="connsiteX428" fmla="*/ 1746128 w 7467600"/>
              <a:gd name="connsiteY428" fmla="*/ 6858000 h 6858000"/>
              <a:gd name="connsiteX429" fmla="*/ 1753934 w 7467600"/>
              <a:gd name="connsiteY429" fmla="*/ 6724796 h 6858000"/>
              <a:gd name="connsiteX430" fmla="*/ 1792053 w 7467600"/>
              <a:gd name="connsiteY430" fmla="*/ 6572396 h 6858000"/>
              <a:gd name="connsiteX431" fmla="*/ 1862248 w 7467600"/>
              <a:gd name="connsiteY431" fmla="*/ 6266397 h 6858000"/>
              <a:gd name="connsiteX432" fmla="*/ 1862250 w 7467600"/>
              <a:gd name="connsiteY432" fmla="*/ 6033531 h 6858000"/>
              <a:gd name="connsiteX433" fmla="*/ 1211999 w 7467600"/>
              <a:gd name="connsiteY433" fmla="*/ 6683610 h 6858000"/>
              <a:gd name="connsiteX434" fmla="*/ 1213266 w 7467600"/>
              <a:gd name="connsiteY434" fmla="*/ 6691947 h 6858000"/>
              <a:gd name="connsiteX435" fmla="*/ 1203370 w 7467600"/>
              <a:gd name="connsiteY435" fmla="*/ 6850676 h 6858000"/>
              <a:gd name="connsiteX436" fmla="*/ 1203671 w 7467600"/>
              <a:gd name="connsiteY436" fmla="*/ 6858000 h 6858000"/>
              <a:gd name="connsiteX437" fmla="*/ 1143180 w 7467600"/>
              <a:gd name="connsiteY437" fmla="*/ 6858000 h 6858000"/>
              <a:gd name="connsiteX438" fmla="*/ 1142176 w 7467600"/>
              <a:gd name="connsiteY438" fmla="*/ 6766045 h 6858000"/>
              <a:gd name="connsiteX439" fmla="*/ 1067484 w 7467600"/>
              <a:gd name="connsiteY439" fmla="*/ 6858000 h 6858000"/>
              <a:gd name="connsiteX440" fmla="*/ 953928 w 7467600"/>
              <a:gd name="connsiteY440" fmla="*/ 6858000 h 6858000"/>
              <a:gd name="connsiteX441" fmla="*/ 959715 w 7467600"/>
              <a:gd name="connsiteY441" fmla="*/ 6850185 h 6858000"/>
              <a:gd name="connsiteX442" fmla="*/ 1483788 w 7467600"/>
              <a:gd name="connsiteY442" fmla="*/ 6259174 h 6858000"/>
              <a:gd name="connsiteX443" fmla="*/ 1100671 w 7467600"/>
              <a:gd name="connsiteY443" fmla="*/ 6252137 h 6858000"/>
              <a:gd name="connsiteX444" fmla="*/ 1090144 w 7467600"/>
              <a:gd name="connsiteY444" fmla="*/ 6256748 h 6858000"/>
              <a:gd name="connsiteX445" fmla="*/ 1095872 w 7467600"/>
              <a:gd name="connsiteY445" fmla="*/ 6271892 h 6858000"/>
              <a:gd name="connsiteX446" fmla="*/ 262785 w 7467600"/>
              <a:gd name="connsiteY446" fmla="*/ 6845450 h 6858000"/>
              <a:gd name="connsiteX447" fmla="*/ 209968 w 7467600"/>
              <a:gd name="connsiteY447" fmla="*/ 6770713 h 6858000"/>
              <a:gd name="connsiteX448" fmla="*/ 873460 w 7467600"/>
              <a:gd name="connsiteY448" fmla="*/ 6253768 h 6858000"/>
              <a:gd name="connsiteX449" fmla="*/ 192686 w 7467600"/>
              <a:gd name="connsiteY449" fmla="*/ 5849257 h 6858000"/>
              <a:gd name="connsiteX450" fmla="*/ 4696 w 7467600"/>
              <a:gd name="connsiteY450" fmla="*/ 5697668 h 6858000"/>
              <a:gd name="connsiteX451" fmla="*/ 0 w 7467600"/>
              <a:gd name="connsiteY451" fmla="*/ 5689984 h 6858000"/>
              <a:gd name="connsiteX452" fmla="*/ 0 w 7467600"/>
              <a:gd name="connsiteY452" fmla="*/ 5513472 h 6858000"/>
              <a:gd name="connsiteX453" fmla="*/ 174101 w 7467600"/>
              <a:gd name="connsiteY453" fmla="*/ 5620277 h 6858000"/>
              <a:gd name="connsiteX454" fmla="*/ 891800 w 7467600"/>
              <a:gd name="connsiteY454" fmla="*/ 6036935 h 6858000"/>
              <a:gd name="connsiteX455" fmla="*/ 1072219 w 7467600"/>
              <a:gd name="connsiteY455" fmla="*/ 6169443 h 6858000"/>
              <a:gd name="connsiteX456" fmla="*/ 1074117 w 7467600"/>
              <a:gd name="connsiteY456" fmla="*/ 6170301 h 6858000"/>
              <a:gd name="connsiteX457" fmla="*/ 1083114 w 7467600"/>
              <a:gd name="connsiteY457" fmla="*/ 6174131 h 6858000"/>
              <a:gd name="connsiteX458" fmla="*/ 1543010 w 7467600"/>
              <a:gd name="connsiteY458" fmla="*/ 6191140 h 6858000"/>
              <a:gd name="connsiteX459" fmla="*/ 1551080 w 7467600"/>
              <a:gd name="connsiteY459" fmla="*/ 6195006 h 6858000"/>
              <a:gd name="connsiteX460" fmla="*/ 2345443 w 7467600"/>
              <a:gd name="connsiteY460" fmla="*/ 5549882 h 6858000"/>
              <a:gd name="connsiteX461" fmla="*/ 1721499 w 7467600"/>
              <a:gd name="connsiteY461" fmla="*/ 5599969 h 6858000"/>
              <a:gd name="connsiteX462" fmla="*/ 767716 w 7467600"/>
              <a:gd name="connsiteY462" fmla="*/ 5472768 h 6858000"/>
              <a:gd name="connsiteX463" fmla="*/ 722147 w 7467600"/>
              <a:gd name="connsiteY463" fmla="*/ 5393091 h 6858000"/>
              <a:gd name="connsiteX464" fmla="*/ 1485552 w 7467600"/>
              <a:gd name="connsiteY464" fmla="*/ 5313202 h 6858000"/>
              <a:gd name="connsiteX465" fmla="*/ 2143004 w 7467600"/>
              <a:gd name="connsiteY465" fmla="*/ 5402420 h 6858000"/>
              <a:gd name="connsiteX466" fmla="*/ 1933391 w 7467600"/>
              <a:gd name="connsiteY466" fmla="*/ 5156971 h 6858000"/>
              <a:gd name="connsiteX467" fmla="*/ 1827118 w 7467600"/>
              <a:gd name="connsiteY467" fmla="*/ 4968410 h 6858000"/>
              <a:gd name="connsiteX468" fmla="*/ 1837349 w 7467600"/>
              <a:gd name="connsiteY468" fmla="*/ 4956357 h 6858000"/>
              <a:gd name="connsiteX469" fmla="*/ 2162835 w 7467600"/>
              <a:gd name="connsiteY469" fmla="*/ 5187853 h 6858000"/>
              <a:gd name="connsiteX470" fmla="*/ 2257167 w 7467600"/>
              <a:gd name="connsiteY470" fmla="*/ 5462123 h 6858000"/>
              <a:gd name="connsiteX471" fmla="*/ 2261598 w 7467600"/>
              <a:gd name="connsiteY471" fmla="*/ 5467998 h 6858000"/>
              <a:gd name="connsiteX472" fmla="*/ 2437177 w 7467600"/>
              <a:gd name="connsiteY472" fmla="*/ 5479608 h 6858000"/>
              <a:gd name="connsiteX473" fmla="*/ 2445247 w 7467600"/>
              <a:gd name="connsiteY473" fmla="*/ 5483476 h 6858000"/>
              <a:gd name="connsiteX474" fmla="*/ 2743626 w 7467600"/>
              <a:gd name="connsiteY474" fmla="*/ 5304819 h 6858000"/>
              <a:gd name="connsiteX475" fmla="*/ 3048102 w 7467600"/>
              <a:gd name="connsiteY475" fmla="*/ 5150595 h 6858000"/>
              <a:gd name="connsiteX476" fmla="*/ 1799414 w 7467600"/>
              <a:gd name="connsiteY476" fmla="*/ 4694732 h 6858000"/>
              <a:gd name="connsiteX477" fmla="*/ 1771735 w 7467600"/>
              <a:gd name="connsiteY477" fmla="*/ 4619929 h 6858000"/>
              <a:gd name="connsiteX478" fmla="*/ 3104273 w 7467600"/>
              <a:gd name="connsiteY478" fmla="*/ 5076159 h 6858000"/>
              <a:gd name="connsiteX479" fmla="*/ 3113245 w 7467600"/>
              <a:gd name="connsiteY479" fmla="*/ 5090705 h 6858000"/>
              <a:gd name="connsiteX480" fmla="*/ 3126294 w 7467600"/>
              <a:gd name="connsiteY480" fmla="*/ 5114400 h 6858000"/>
              <a:gd name="connsiteX481" fmla="*/ 3937433 w 7467600"/>
              <a:gd name="connsiteY481" fmla="*/ 4830473 h 6858000"/>
              <a:gd name="connsiteX482" fmla="*/ 3590475 w 7467600"/>
              <a:gd name="connsiteY482" fmla="*/ 4597974 h 6858000"/>
              <a:gd name="connsiteX483" fmla="*/ 3100264 w 7467600"/>
              <a:gd name="connsiteY483" fmla="*/ 4579845 h 6858000"/>
              <a:gd name="connsiteX484" fmla="*/ 2183576 w 7467600"/>
              <a:gd name="connsiteY484" fmla="*/ 4227150 h 6858000"/>
              <a:gd name="connsiteX485" fmla="*/ 2151029 w 7467600"/>
              <a:gd name="connsiteY485" fmla="*/ 4146947 h 6858000"/>
              <a:gd name="connsiteX486" fmla="*/ 3563434 w 7467600"/>
              <a:gd name="connsiteY486" fmla="*/ 4469115 h 6858000"/>
              <a:gd name="connsiteX487" fmla="*/ 3177952 w 7467600"/>
              <a:gd name="connsiteY487" fmla="*/ 3657386 h 6858000"/>
              <a:gd name="connsiteX488" fmla="*/ 3189263 w 7467600"/>
              <a:gd name="connsiteY488" fmla="*/ 3625726 h 6858000"/>
              <a:gd name="connsiteX489" fmla="*/ 3560912 w 7467600"/>
              <a:gd name="connsiteY489" fmla="*/ 4079863 h 6858000"/>
              <a:gd name="connsiteX490" fmla="*/ 3626636 w 7467600"/>
              <a:gd name="connsiteY490" fmla="*/ 4512230 h 6858000"/>
              <a:gd name="connsiteX491" fmla="*/ 3653088 w 7467600"/>
              <a:gd name="connsiteY491" fmla="*/ 4521417 h 6858000"/>
              <a:gd name="connsiteX492" fmla="*/ 3988128 w 7467600"/>
              <a:gd name="connsiteY492" fmla="*/ 4817267 h 6858000"/>
              <a:gd name="connsiteX493" fmla="*/ 4830582 w 7467600"/>
              <a:gd name="connsiteY493" fmla="*/ 4676000 h 6858000"/>
              <a:gd name="connsiteX494" fmla="*/ 4830100 w 7467600"/>
              <a:gd name="connsiteY494" fmla="*/ 4675554 h 6858000"/>
              <a:gd name="connsiteX495" fmla="*/ 4036318 w 7467600"/>
              <a:gd name="connsiteY495" fmla="*/ 4147013 h 6858000"/>
              <a:gd name="connsiteX496" fmla="*/ 3432098 w 7467600"/>
              <a:gd name="connsiteY496" fmla="*/ 3537312 h 6858000"/>
              <a:gd name="connsiteX497" fmla="*/ 3446761 w 7467600"/>
              <a:gd name="connsiteY497" fmla="*/ 3461278 h 6858000"/>
              <a:gd name="connsiteX498" fmla="*/ 4419733 w 7467600"/>
              <a:gd name="connsiteY498" fmla="*/ 3963555 h 6858000"/>
              <a:gd name="connsiteX499" fmla="*/ 4781371 w 7467600"/>
              <a:gd name="connsiteY499" fmla="*/ 4458604 h 6858000"/>
              <a:gd name="connsiteX500" fmla="*/ 4780440 w 7467600"/>
              <a:gd name="connsiteY500" fmla="*/ 4470290 h 6858000"/>
              <a:gd name="connsiteX501" fmla="*/ 4898954 w 7467600"/>
              <a:gd name="connsiteY501" fmla="*/ 4662092 h 6858000"/>
              <a:gd name="connsiteX502" fmla="*/ 4900699 w 7467600"/>
              <a:gd name="connsiteY502" fmla="*/ 4670867 h 6858000"/>
              <a:gd name="connsiteX503" fmla="*/ 5714511 w 7467600"/>
              <a:gd name="connsiteY503" fmla="*/ 4663483 h 6858000"/>
              <a:gd name="connsiteX504" fmla="*/ 5464793 w 7467600"/>
              <a:gd name="connsiteY504" fmla="*/ 4393556 h 6858000"/>
              <a:gd name="connsiteX505" fmla="*/ 5461897 w 7467600"/>
              <a:gd name="connsiteY505" fmla="*/ 4390879 h 6858000"/>
              <a:gd name="connsiteX506" fmla="*/ 4294126 w 7467600"/>
              <a:gd name="connsiteY506" fmla="*/ 3303048 h 6858000"/>
              <a:gd name="connsiteX507" fmla="*/ 4305321 w 7467600"/>
              <a:gd name="connsiteY507" fmla="*/ 3256953 h 6858000"/>
              <a:gd name="connsiteX508" fmla="*/ 4949299 w 7467600"/>
              <a:gd name="connsiteY508" fmla="*/ 3766336 h 6858000"/>
              <a:gd name="connsiteX509" fmla="*/ 5291452 w 7467600"/>
              <a:gd name="connsiteY509" fmla="*/ 4076801 h 6858000"/>
              <a:gd name="connsiteX510" fmla="*/ 5434998 w 7467600"/>
              <a:gd name="connsiteY510" fmla="*/ 4254100 h 6858000"/>
              <a:gd name="connsiteX511" fmla="*/ 5351015 w 7467600"/>
              <a:gd name="connsiteY511" fmla="*/ 3760989 h 6858000"/>
              <a:gd name="connsiteX512" fmla="*/ 5413780 w 7467600"/>
              <a:gd name="connsiteY512" fmla="*/ 2966265 h 6858000"/>
              <a:gd name="connsiteX513" fmla="*/ 5425627 w 7467600"/>
              <a:gd name="connsiteY513" fmla="*/ 2954192 h 6858000"/>
              <a:gd name="connsiteX514" fmla="*/ 6604735 w 7467600"/>
              <a:gd name="connsiteY514" fmla="*/ 2041381 h 6858000"/>
              <a:gd name="connsiteX515" fmla="*/ 7204487 w 7467600"/>
              <a:gd name="connsiteY515" fmla="*/ 2742112 h 6858000"/>
              <a:gd name="connsiteX516" fmla="*/ 7131592 w 7467600"/>
              <a:gd name="connsiteY516" fmla="*/ 2672096 h 6858000"/>
              <a:gd name="connsiteX517" fmla="*/ 6996344 w 7467600"/>
              <a:gd name="connsiteY517" fmla="*/ 2518310 h 6858000"/>
              <a:gd name="connsiteX518" fmla="*/ 6735495 w 7467600"/>
              <a:gd name="connsiteY518" fmla="*/ 2196890 h 6858000"/>
              <a:gd name="connsiteX519" fmla="*/ 6721901 w 7467600"/>
              <a:gd name="connsiteY519" fmla="*/ 2179274 h 6858000"/>
              <a:gd name="connsiteX520" fmla="*/ 6604735 w 7467600"/>
              <a:gd name="connsiteY520" fmla="*/ 2041381 h 6858000"/>
              <a:gd name="connsiteX521" fmla="*/ 6591670 w 7467600"/>
              <a:gd name="connsiteY521" fmla="*/ 1988277 h 6858000"/>
              <a:gd name="connsiteX522" fmla="*/ 6747349 w 7467600"/>
              <a:gd name="connsiteY522" fmla="*/ 2160069 h 6858000"/>
              <a:gd name="connsiteX523" fmla="*/ 6760943 w 7467600"/>
              <a:gd name="connsiteY523" fmla="*/ 2177686 h 6858000"/>
              <a:gd name="connsiteX524" fmla="*/ 7021065 w 7467600"/>
              <a:gd name="connsiteY524" fmla="*/ 2498102 h 6858000"/>
              <a:gd name="connsiteX525" fmla="*/ 7155223 w 7467600"/>
              <a:gd name="connsiteY525" fmla="*/ 2650386 h 6858000"/>
              <a:gd name="connsiteX526" fmla="*/ 7203167 w 7467600"/>
              <a:gd name="connsiteY526" fmla="*/ 2697288 h 6858000"/>
              <a:gd name="connsiteX527" fmla="*/ 6937703 w 7467600"/>
              <a:gd name="connsiteY527" fmla="*/ 2321981 h 6858000"/>
              <a:gd name="connsiteX528" fmla="*/ 6591670 w 7467600"/>
              <a:gd name="connsiteY528" fmla="*/ 1988277 h 6858000"/>
              <a:gd name="connsiteX529" fmla="*/ 5798671 w 7467600"/>
              <a:gd name="connsiteY529" fmla="*/ 1981601 h 6858000"/>
              <a:gd name="connsiteX530" fmla="*/ 5754709 w 7467600"/>
              <a:gd name="connsiteY530" fmla="*/ 2071454 h 6858000"/>
              <a:gd name="connsiteX531" fmla="*/ 5763044 w 7467600"/>
              <a:gd name="connsiteY531" fmla="*/ 2842206 h 6858000"/>
              <a:gd name="connsiteX532" fmla="*/ 5764974 w 7467600"/>
              <a:gd name="connsiteY532" fmla="*/ 2799609 h 6858000"/>
              <a:gd name="connsiteX533" fmla="*/ 5767665 w 7467600"/>
              <a:gd name="connsiteY533" fmla="*/ 2666409 h 6858000"/>
              <a:gd name="connsiteX534" fmla="*/ 5763055 w 7467600"/>
              <a:gd name="connsiteY534" fmla="*/ 2579705 h 6858000"/>
              <a:gd name="connsiteX535" fmla="*/ 5758079 w 7467600"/>
              <a:gd name="connsiteY535" fmla="*/ 2492508 h 6858000"/>
              <a:gd name="connsiteX536" fmla="*/ 5779325 w 7467600"/>
              <a:gd name="connsiteY536" fmla="*/ 2197069 h 6858000"/>
              <a:gd name="connsiteX537" fmla="*/ 5798671 w 7467600"/>
              <a:gd name="connsiteY537" fmla="*/ 1981601 h 6858000"/>
              <a:gd name="connsiteX538" fmla="*/ 5829202 w 7467600"/>
              <a:gd name="connsiteY538" fmla="*/ 1971679 h 6858000"/>
              <a:gd name="connsiteX539" fmla="*/ 5809558 w 7467600"/>
              <a:gd name="connsiteY539" fmla="*/ 2198043 h 6858000"/>
              <a:gd name="connsiteX540" fmla="*/ 5788653 w 7467600"/>
              <a:gd name="connsiteY540" fmla="*/ 2489430 h 6858000"/>
              <a:gd name="connsiteX541" fmla="*/ 5793439 w 7467600"/>
              <a:gd name="connsiteY541" fmla="*/ 2575235 h 6858000"/>
              <a:gd name="connsiteX542" fmla="*/ 5796837 w 7467600"/>
              <a:gd name="connsiteY542" fmla="*/ 2637633 h 6858000"/>
              <a:gd name="connsiteX543" fmla="*/ 5818614 w 7467600"/>
              <a:gd name="connsiteY543" fmla="*/ 2473055 h 6858000"/>
              <a:gd name="connsiteX544" fmla="*/ 5829202 w 7467600"/>
              <a:gd name="connsiteY544" fmla="*/ 1971679 h 6858000"/>
              <a:gd name="connsiteX545" fmla="*/ 5911389 w 7467600"/>
              <a:gd name="connsiteY545" fmla="*/ 1898371 h 6858000"/>
              <a:gd name="connsiteX546" fmla="*/ 6237627 w 7467600"/>
              <a:gd name="connsiteY546" fmla="*/ 2231921 h 6858000"/>
              <a:gd name="connsiteX547" fmla="*/ 5911389 w 7467600"/>
              <a:gd name="connsiteY547" fmla="*/ 1898371 h 6858000"/>
              <a:gd name="connsiteX548" fmla="*/ 6944437 w 7467600"/>
              <a:gd name="connsiteY548" fmla="*/ 1575402 h 6858000"/>
              <a:gd name="connsiteX549" fmla="*/ 6304730 w 7467600"/>
              <a:gd name="connsiteY549" fmla="*/ 1766654 h 6858000"/>
              <a:gd name="connsiteX550" fmla="*/ 6944437 w 7467600"/>
              <a:gd name="connsiteY550" fmla="*/ 1575402 h 6858000"/>
              <a:gd name="connsiteX551" fmla="*/ 7019523 w 7467600"/>
              <a:gd name="connsiteY551" fmla="*/ 1519450 h 6858000"/>
              <a:gd name="connsiteX552" fmla="*/ 6298091 w 7467600"/>
              <a:gd name="connsiteY552" fmla="*/ 1737122 h 6858000"/>
              <a:gd name="connsiteX553" fmla="*/ 7019523 w 7467600"/>
              <a:gd name="connsiteY553" fmla="*/ 1519450 h 6858000"/>
              <a:gd name="connsiteX554" fmla="*/ 2399523 w 7467600"/>
              <a:gd name="connsiteY554" fmla="*/ 1428234 h 6858000"/>
              <a:gd name="connsiteX555" fmla="*/ 2224982 w 7467600"/>
              <a:gd name="connsiteY555" fmla="*/ 1826201 h 6858000"/>
              <a:gd name="connsiteX556" fmla="*/ 2096099 w 7467600"/>
              <a:gd name="connsiteY556" fmla="*/ 2345900 h 6858000"/>
              <a:gd name="connsiteX557" fmla="*/ 2283317 w 7467600"/>
              <a:gd name="connsiteY557" fmla="*/ 1796925 h 6858000"/>
              <a:gd name="connsiteX558" fmla="*/ 2399523 w 7467600"/>
              <a:gd name="connsiteY558" fmla="*/ 1428234 h 6858000"/>
              <a:gd name="connsiteX559" fmla="*/ 2448558 w 7467600"/>
              <a:gd name="connsiteY559" fmla="*/ 1373435 h 6858000"/>
              <a:gd name="connsiteX560" fmla="*/ 2312521 w 7467600"/>
              <a:gd name="connsiteY560" fmla="*/ 1806140 h 6858000"/>
              <a:gd name="connsiteX561" fmla="*/ 2127533 w 7467600"/>
              <a:gd name="connsiteY561" fmla="*/ 2348380 h 6858000"/>
              <a:gd name="connsiteX562" fmla="*/ 2358080 w 7467600"/>
              <a:gd name="connsiteY562" fmla="*/ 1866134 h 6858000"/>
              <a:gd name="connsiteX563" fmla="*/ 2407436 w 7467600"/>
              <a:gd name="connsiteY563" fmla="*/ 1651070 h 6858000"/>
              <a:gd name="connsiteX564" fmla="*/ 2448558 w 7467600"/>
              <a:gd name="connsiteY564" fmla="*/ 1373435 h 6858000"/>
              <a:gd name="connsiteX565" fmla="*/ 278707 w 7467600"/>
              <a:gd name="connsiteY565" fmla="*/ 1352270 h 6858000"/>
              <a:gd name="connsiteX566" fmla="*/ 321570 w 7467600"/>
              <a:gd name="connsiteY566" fmla="*/ 1861610 h 6858000"/>
              <a:gd name="connsiteX567" fmla="*/ 294281 w 7467600"/>
              <a:gd name="connsiteY567" fmla="*/ 1440658 h 6858000"/>
              <a:gd name="connsiteX568" fmla="*/ 278707 w 7467600"/>
              <a:gd name="connsiteY568" fmla="*/ 1352270 h 6858000"/>
              <a:gd name="connsiteX569" fmla="*/ 1423821 w 7467600"/>
              <a:gd name="connsiteY569" fmla="*/ 1351958 h 6858000"/>
              <a:gd name="connsiteX570" fmla="*/ 1638521 w 7467600"/>
              <a:gd name="connsiteY570" fmla="*/ 1908470 h 6858000"/>
              <a:gd name="connsiteX571" fmla="*/ 1754199 w 7467600"/>
              <a:gd name="connsiteY571" fmla="*/ 2149284 h 6858000"/>
              <a:gd name="connsiteX572" fmla="*/ 1908359 w 7467600"/>
              <a:gd name="connsiteY572" fmla="*/ 2364988 h 6858000"/>
              <a:gd name="connsiteX573" fmla="*/ 1647661 w 7467600"/>
              <a:gd name="connsiteY573" fmla="*/ 1825945 h 6858000"/>
              <a:gd name="connsiteX574" fmla="*/ 1423821 w 7467600"/>
              <a:gd name="connsiteY574" fmla="*/ 1351958 h 6858000"/>
              <a:gd name="connsiteX575" fmla="*/ 1431890 w 7467600"/>
              <a:gd name="connsiteY575" fmla="*/ 1306475 h 6858000"/>
              <a:gd name="connsiteX576" fmla="*/ 1507597 w 7467600"/>
              <a:gd name="connsiteY576" fmla="*/ 1446132 h 6858000"/>
              <a:gd name="connsiteX577" fmla="*/ 1674586 w 7467600"/>
              <a:gd name="connsiteY577" fmla="*/ 1813832 h 6858000"/>
              <a:gd name="connsiteX578" fmla="*/ 1815950 w 7467600"/>
              <a:gd name="connsiteY578" fmla="*/ 2128564 h 6858000"/>
              <a:gd name="connsiteX579" fmla="*/ 1984242 w 7467600"/>
              <a:gd name="connsiteY579" fmla="*/ 2430829 h 6858000"/>
              <a:gd name="connsiteX580" fmla="*/ 2014023 w 7467600"/>
              <a:gd name="connsiteY580" fmla="*/ 2450995 h 6858000"/>
              <a:gd name="connsiteX581" fmla="*/ 1747337 w 7467600"/>
              <a:gd name="connsiteY581" fmla="*/ 1855264 h 6858000"/>
              <a:gd name="connsiteX582" fmla="*/ 1533749 w 7467600"/>
              <a:gd name="connsiteY582" fmla="*/ 1478656 h 6858000"/>
              <a:gd name="connsiteX583" fmla="*/ 1431890 w 7467600"/>
              <a:gd name="connsiteY583" fmla="*/ 1306475 h 6858000"/>
              <a:gd name="connsiteX584" fmla="*/ 5052692 w 7467600"/>
              <a:gd name="connsiteY584" fmla="*/ 1292994 h 6858000"/>
              <a:gd name="connsiteX585" fmla="*/ 5200661 w 7467600"/>
              <a:gd name="connsiteY585" fmla="*/ 1635186 h 6858000"/>
              <a:gd name="connsiteX586" fmla="*/ 5297138 w 7467600"/>
              <a:gd name="connsiteY586" fmla="*/ 1906351 h 6858000"/>
              <a:gd name="connsiteX587" fmla="*/ 5052692 w 7467600"/>
              <a:gd name="connsiteY587" fmla="*/ 1292994 h 6858000"/>
              <a:gd name="connsiteX588" fmla="*/ 5009948 w 7467600"/>
              <a:gd name="connsiteY588" fmla="*/ 1273619 h 6858000"/>
              <a:gd name="connsiteX589" fmla="*/ 5121777 w 7467600"/>
              <a:gd name="connsiteY589" fmla="*/ 1654213 h 6858000"/>
              <a:gd name="connsiteX590" fmla="*/ 5293545 w 7467600"/>
              <a:gd name="connsiteY590" fmla="*/ 2072247 h 6858000"/>
              <a:gd name="connsiteX591" fmla="*/ 5294042 w 7467600"/>
              <a:gd name="connsiteY591" fmla="*/ 2065019 h 6858000"/>
              <a:gd name="connsiteX592" fmla="*/ 5171936 w 7467600"/>
              <a:gd name="connsiteY592" fmla="*/ 1647613 h 6858000"/>
              <a:gd name="connsiteX593" fmla="*/ 5009948 w 7467600"/>
              <a:gd name="connsiteY593" fmla="*/ 1273619 h 6858000"/>
              <a:gd name="connsiteX594" fmla="*/ 655236 w 7467600"/>
              <a:gd name="connsiteY594" fmla="*/ 1268632 h 6858000"/>
              <a:gd name="connsiteX595" fmla="*/ 839521 w 7467600"/>
              <a:gd name="connsiteY595" fmla="*/ 1685315 h 6858000"/>
              <a:gd name="connsiteX596" fmla="*/ 1109416 w 7467600"/>
              <a:gd name="connsiteY596" fmla="*/ 2061663 h 6858000"/>
              <a:gd name="connsiteX597" fmla="*/ 1298300 w 7467600"/>
              <a:gd name="connsiteY597" fmla="*/ 2247742 h 6858000"/>
              <a:gd name="connsiteX598" fmla="*/ 1125871 w 7467600"/>
              <a:gd name="connsiteY598" fmla="*/ 1989513 h 6858000"/>
              <a:gd name="connsiteX599" fmla="*/ 981574 w 7467600"/>
              <a:gd name="connsiteY599" fmla="*/ 1783157 h 6858000"/>
              <a:gd name="connsiteX600" fmla="*/ 922198 w 7467600"/>
              <a:gd name="connsiteY600" fmla="*/ 1677437 h 6858000"/>
              <a:gd name="connsiteX601" fmla="*/ 869293 w 7467600"/>
              <a:gd name="connsiteY601" fmla="*/ 1583214 h 6858000"/>
              <a:gd name="connsiteX602" fmla="*/ 751431 w 7467600"/>
              <a:gd name="connsiteY602" fmla="*/ 1405731 h 6858000"/>
              <a:gd name="connsiteX603" fmla="*/ 655236 w 7467600"/>
              <a:gd name="connsiteY603" fmla="*/ 1268632 h 6858000"/>
              <a:gd name="connsiteX604" fmla="*/ 6516292 w 7467600"/>
              <a:gd name="connsiteY604" fmla="*/ 1263064 h 6858000"/>
              <a:gd name="connsiteX605" fmla="*/ 5736320 w 7467600"/>
              <a:gd name="connsiteY605" fmla="*/ 1501803 h 6858000"/>
              <a:gd name="connsiteX606" fmla="*/ 6516292 w 7467600"/>
              <a:gd name="connsiteY606" fmla="*/ 1263064 h 6858000"/>
              <a:gd name="connsiteX607" fmla="*/ 291466 w 7467600"/>
              <a:gd name="connsiteY607" fmla="*/ 1250369 h 6858000"/>
              <a:gd name="connsiteX608" fmla="*/ 323180 w 7467600"/>
              <a:gd name="connsiteY608" fmla="*/ 1435283 h 6858000"/>
              <a:gd name="connsiteX609" fmla="*/ 349381 w 7467600"/>
              <a:gd name="connsiteY609" fmla="*/ 1875041 h 6858000"/>
              <a:gd name="connsiteX610" fmla="*/ 374363 w 7467600"/>
              <a:gd name="connsiteY610" fmla="*/ 1506494 h 6858000"/>
              <a:gd name="connsiteX611" fmla="*/ 302168 w 7467600"/>
              <a:gd name="connsiteY611" fmla="*/ 1274495 h 6858000"/>
              <a:gd name="connsiteX612" fmla="*/ 291466 w 7467600"/>
              <a:gd name="connsiteY612" fmla="*/ 1250369 h 6858000"/>
              <a:gd name="connsiteX613" fmla="*/ 678222 w 7467600"/>
              <a:gd name="connsiteY613" fmla="*/ 1248670 h 6858000"/>
              <a:gd name="connsiteX614" fmla="*/ 775536 w 7467600"/>
              <a:gd name="connsiteY614" fmla="*/ 1388015 h 6858000"/>
              <a:gd name="connsiteX615" fmla="*/ 894529 w 7467600"/>
              <a:gd name="connsiteY615" fmla="*/ 1567739 h 6858000"/>
              <a:gd name="connsiteX616" fmla="*/ 948000 w 7467600"/>
              <a:gd name="connsiteY616" fmla="*/ 1663088 h 6858000"/>
              <a:gd name="connsiteX617" fmla="*/ 1006812 w 7467600"/>
              <a:gd name="connsiteY617" fmla="*/ 1767683 h 6858000"/>
              <a:gd name="connsiteX618" fmla="*/ 1149133 w 7467600"/>
              <a:gd name="connsiteY618" fmla="*/ 1971513 h 6858000"/>
              <a:gd name="connsiteX619" fmla="*/ 1333952 w 7467600"/>
              <a:gd name="connsiteY619" fmla="*/ 2251620 h 6858000"/>
              <a:gd name="connsiteX620" fmla="*/ 1337329 w 7467600"/>
              <a:gd name="connsiteY620" fmla="*/ 2258350 h 6858000"/>
              <a:gd name="connsiteX621" fmla="*/ 1014726 w 7467600"/>
              <a:gd name="connsiteY621" fmla="*/ 1615556 h 6858000"/>
              <a:gd name="connsiteX622" fmla="*/ 678222 w 7467600"/>
              <a:gd name="connsiteY622" fmla="*/ 1248670 h 6858000"/>
              <a:gd name="connsiteX623" fmla="*/ 6691602 w 7467600"/>
              <a:gd name="connsiteY623" fmla="*/ 1140573 h 6858000"/>
              <a:gd name="connsiteX624" fmla="*/ 6571100 w 7467600"/>
              <a:gd name="connsiteY624" fmla="*/ 1183662 h 6858000"/>
              <a:gd name="connsiteX625" fmla="*/ 6241687 w 7467600"/>
              <a:gd name="connsiteY625" fmla="*/ 1257600 h 6858000"/>
              <a:gd name="connsiteX626" fmla="*/ 5693009 w 7467600"/>
              <a:gd name="connsiteY626" fmla="*/ 1478256 h 6858000"/>
              <a:gd name="connsiteX627" fmla="*/ 6548420 w 7467600"/>
              <a:gd name="connsiteY627" fmla="*/ 1214599 h 6858000"/>
              <a:gd name="connsiteX628" fmla="*/ 6605473 w 7467600"/>
              <a:gd name="connsiteY628" fmla="*/ 1184686 h 6858000"/>
              <a:gd name="connsiteX629" fmla="*/ 6691602 w 7467600"/>
              <a:gd name="connsiteY629" fmla="*/ 1140573 h 6858000"/>
              <a:gd name="connsiteX630" fmla="*/ 4002475 w 7467600"/>
              <a:gd name="connsiteY630" fmla="*/ 1037802 h 6858000"/>
              <a:gd name="connsiteX631" fmla="*/ 4000324 w 7467600"/>
              <a:gd name="connsiteY631" fmla="*/ 1039362 h 6858000"/>
              <a:gd name="connsiteX632" fmla="*/ 4002862 w 7467600"/>
              <a:gd name="connsiteY632" fmla="*/ 1042866 h 6858000"/>
              <a:gd name="connsiteX633" fmla="*/ 4002475 w 7467600"/>
              <a:gd name="connsiteY633" fmla="*/ 1037802 h 6858000"/>
              <a:gd name="connsiteX634" fmla="*/ 506322 w 7467600"/>
              <a:gd name="connsiteY634" fmla="*/ 1020997 h 6858000"/>
              <a:gd name="connsiteX635" fmla="*/ 533068 w 7467600"/>
              <a:gd name="connsiteY635" fmla="*/ 1029409 h 6858000"/>
              <a:gd name="connsiteX636" fmla="*/ 1232525 w 7467600"/>
              <a:gd name="connsiteY636" fmla="*/ 1804675 h 6858000"/>
              <a:gd name="connsiteX637" fmla="*/ 1388858 w 7467600"/>
              <a:gd name="connsiteY637" fmla="*/ 2368011 h 6858000"/>
              <a:gd name="connsiteX638" fmla="*/ 1384098 w 7467600"/>
              <a:gd name="connsiteY638" fmla="*/ 2378125 h 6858000"/>
              <a:gd name="connsiteX639" fmla="*/ 1425393 w 7467600"/>
              <a:gd name="connsiteY639" fmla="*/ 2589124 h 6858000"/>
              <a:gd name="connsiteX640" fmla="*/ 1424001 w 7467600"/>
              <a:gd name="connsiteY640" fmla="*/ 2597541 h 6858000"/>
              <a:gd name="connsiteX641" fmla="*/ 2152729 w 7467600"/>
              <a:gd name="connsiteY641" fmla="*/ 2864487 h 6858000"/>
              <a:gd name="connsiteX642" fmla="*/ 2020609 w 7467600"/>
              <a:gd name="connsiteY642" fmla="*/ 2539671 h 6858000"/>
              <a:gd name="connsiteX643" fmla="*/ 2018920 w 7467600"/>
              <a:gd name="connsiteY643" fmla="*/ 2536309 h 6858000"/>
              <a:gd name="connsiteX644" fmla="*/ 1342441 w 7467600"/>
              <a:gd name="connsiteY644" fmla="*/ 1173017 h 6858000"/>
              <a:gd name="connsiteX645" fmla="*/ 1367925 w 7467600"/>
              <a:gd name="connsiteY645" fmla="*/ 1135648 h 6858000"/>
              <a:gd name="connsiteX646" fmla="*/ 1771401 w 7467600"/>
              <a:gd name="connsiteY646" fmla="*/ 1806673 h 6858000"/>
              <a:gd name="connsiteX647" fmla="*/ 1972385 w 7467600"/>
              <a:gd name="connsiteY647" fmla="*/ 2198735 h 6858000"/>
              <a:gd name="connsiteX648" fmla="*/ 2040892 w 7467600"/>
              <a:gd name="connsiteY648" fmla="*/ 2405205 h 6858000"/>
              <a:gd name="connsiteX649" fmla="*/ 2131689 w 7467600"/>
              <a:gd name="connsiteY649" fmla="*/ 1936926 h 6858000"/>
              <a:gd name="connsiteX650" fmla="*/ 2454820 w 7467600"/>
              <a:gd name="connsiteY650" fmla="*/ 1248808 h 6858000"/>
              <a:gd name="connsiteX651" fmla="*/ 2492512 w 7467600"/>
              <a:gd name="connsiteY651" fmla="*/ 1302920 h 6858000"/>
              <a:gd name="connsiteX652" fmla="*/ 2081216 w 7467600"/>
              <a:gd name="connsiteY652" fmla="*/ 2527513 h 6858000"/>
              <a:gd name="connsiteX653" fmla="*/ 2081211 w 7467600"/>
              <a:gd name="connsiteY653" fmla="*/ 2528916 h 6858000"/>
              <a:gd name="connsiteX654" fmla="*/ 2199067 w 7467600"/>
              <a:gd name="connsiteY654" fmla="*/ 2884061 h 6858000"/>
              <a:gd name="connsiteX655" fmla="*/ 3192586 w 7467600"/>
              <a:gd name="connsiteY655" fmla="*/ 3411496 h 6858000"/>
              <a:gd name="connsiteX656" fmla="*/ 3182620 w 7467600"/>
              <a:gd name="connsiteY656" fmla="*/ 3483279 h 6858000"/>
              <a:gd name="connsiteX657" fmla="*/ 2435119 w 7467600"/>
              <a:gd name="connsiteY657" fmla="*/ 3080173 h 6858000"/>
              <a:gd name="connsiteX658" fmla="*/ 2410152 w 7467600"/>
              <a:gd name="connsiteY658" fmla="*/ 3063751 h 6858000"/>
              <a:gd name="connsiteX659" fmla="*/ 2408099 w 7467600"/>
              <a:gd name="connsiteY659" fmla="*/ 3064403 h 6858000"/>
              <a:gd name="connsiteX660" fmla="*/ 2407218 w 7467600"/>
              <a:gd name="connsiteY660" fmla="*/ 3070324 h 6858000"/>
              <a:gd name="connsiteX661" fmla="*/ 2380138 w 7467600"/>
              <a:gd name="connsiteY661" fmla="*/ 3099341 h 6858000"/>
              <a:gd name="connsiteX662" fmla="*/ 1765923 w 7467600"/>
              <a:gd name="connsiteY662" fmla="*/ 3581043 h 6858000"/>
              <a:gd name="connsiteX663" fmla="*/ 1702258 w 7467600"/>
              <a:gd name="connsiteY663" fmla="*/ 3612286 h 6858000"/>
              <a:gd name="connsiteX664" fmla="*/ 1538370 w 7467600"/>
              <a:gd name="connsiteY664" fmla="*/ 3811804 h 6858000"/>
              <a:gd name="connsiteX665" fmla="*/ 542867 w 7467600"/>
              <a:gd name="connsiteY665" fmla="*/ 4944092 h 6858000"/>
              <a:gd name="connsiteX666" fmla="*/ 515800 w 7467600"/>
              <a:gd name="connsiteY666" fmla="*/ 4862180 h 6858000"/>
              <a:gd name="connsiteX667" fmla="*/ 909145 w 7467600"/>
              <a:gd name="connsiteY667" fmla="*/ 4199225 h 6858000"/>
              <a:gd name="connsiteX668" fmla="*/ 1214067 w 7467600"/>
              <a:gd name="connsiteY668" fmla="*/ 3908561 h 6858000"/>
              <a:gd name="connsiteX669" fmla="*/ 640967 w 7467600"/>
              <a:gd name="connsiteY669" fmla="*/ 4105601 h 6858000"/>
              <a:gd name="connsiteX670" fmla="*/ 112563 w 7467600"/>
              <a:gd name="connsiteY670" fmla="*/ 4396952 h 6858000"/>
              <a:gd name="connsiteX671" fmla="*/ 0 w 7467600"/>
              <a:gd name="connsiteY671" fmla="*/ 4466006 h 6858000"/>
              <a:gd name="connsiteX672" fmla="*/ 0 w 7467600"/>
              <a:gd name="connsiteY672" fmla="*/ 4233763 h 6858000"/>
              <a:gd name="connsiteX673" fmla="*/ 36881 w 7467600"/>
              <a:gd name="connsiteY673" fmla="*/ 4200118 h 6858000"/>
              <a:gd name="connsiteX674" fmla="*/ 910534 w 7467600"/>
              <a:gd name="connsiteY674" fmla="*/ 3629753 h 6858000"/>
              <a:gd name="connsiteX675" fmla="*/ 1578717 w 7467600"/>
              <a:gd name="connsiteY675" fmla="*/ 3575982 h 6858000"/>
              <a:gd name="connsiteX676" fmla="*/ 2338780 w 7467600"/>
              <a:gd name="connsiteY676" fmla="*/ 3033725 h 6858000"/>
              <a:gd name="connsiteX677" fmla="*/ 1807991 w 7467600"/>
              <a:gd name="connsiteY677" fmla="*/ 2807184 h 6858000"/>
              <a:gd name="connsiteX678" fmla="*/ 1416358 w 7467600"/>
              <a:gd name="connsiteY678" fmla="*/ 3112571 h 6858000"/>
              <a:gd name="connsiteX679" fmla="*/ 939066 w 7467600"/>
              <a:gd name="connsiteY679" fmla="*/ 3378798 h 6858000"/>
              <a:gd name="connsiteX680" fmla="*/ 115099 w 7467600"/>
              <a:gd name="connsiteY680" fmla="*/ 3607650 h 6858000"/>
              <a:gd name="connsiteX681" fmla="*/ 97284 w 7467600"/>
              <a:gd name="connsiteY681" fmla="*/ 3520393 h 6858000"/>
              <a:gd name="connsiteX682" fmla="*/ 922050 w 7467600"/>
              <a:gd name="connsiteY682" fmla="*/ 3074867 h 6858000"/>
              <a:gd name="connsiteX683" fmla="*/ 1405265 w 7467600"/>
              <a:gd name="connsiteY683" fmla="*/ 3016319 h 6858000"/>
              <a:gd name="connsiteX684" fmla="*/ 1407512 w 7467600"/>
              <a:gd name="connsiteY684" fmla="*/ 3018001 h 6858000"/>
              <a:gd name="connsiteX685" fmla="*/ 1726266 w 7467600"/>
              <a:gd name="connsiteY685" fmla="*/ 2777274 h 6858000"/>
              <a:gd name="connsiteX686" fmla="*/ 625390 w 7467600"/>
              <a:gd name="connsiteY686" fmla="*/ 2514541 h 6858000"/>
              <a:gd name="connsiteX687" fmla="*/ 619799 w 7467600"/>
              <a:gd name="connsiteY687" fmla="*/ 2527180 h 6858000"/>
              <a:gd name="connsiteX688" fmla="*/ 310030 w 7467600"/>
              <a:gd name="connsiteY688" fmla="*/ 2771818 h 6858000"/>
              <a:gd name="connsiteX689" fmla="*/ 173877 w 7467600"/>
              <a:gd name="connsiteY689" fmla="*/ 2937056 h 6858000"/>
              <a:gd name="connsiteX690" fmla="*/ 77889 w 7467600"/>
              <a:gd name="connsiteY690" fmla="*/ 3138440 h 6858000"/>
              <a:gd name="connsiteX691" fmla="*/ 0 w 7467600"/>
              <a:gd name="connsiteY691" fmla="*/ 3271395 h 6858000"/>
              <a:gd name="connsiteX692" fmla="*/ 0 w 7467600"/>
              <a:gd name="connsiteY692" fmla="*/ 3153002 h 6858000"/>
              <a:gd name="connsiteX693" fmla="*/ 2386 w 7467600"/>
              <a:gd name="connsiteY693" fmla="*/ 3149203 h 6858000"/>
              <a:gd name="connsiteX694" fmla="*/ 89753 w 7467600"/>
              <a:gd name="connsiteY694" fmla="*/ 2987702 h 6858000"/>
              <a:gd name="connsiteX695" fmla="*/ 76869 w 7467600"/>
              <a:gd name="connsiteY695" fmla="*/ 3005404 h 6858000"/>
              <a:gd name="connsiteX696" fmla="*/ 32049 w 7467600"/>
              <a:gd name="connsiteY696" fmla="*/ 3065814 h 6858000"/>
              <a:gd name="connsiteX697" fmla="*/ 0 w 7467600"/>
              <a:gd name="connsiteY697" fmla="*/ 3108744 h 6858000"/>
              <a:gd name="connsiteX698" fmla="*/ 0 w 7467600"/>
              <a:gd name="connsiteY698" fmla="*/ 3058059 h 6858000"/>
              <a:gd name="connsiteX699" fmla="*/ 7610 w 7467600"/>
              <a:gd name="connsiteY699" fmla="*/ 3047889 h 6858000"/>
              <a:gd name="connsiteX700" fmla="*/ 52419 w 7467600"/>
              <a:gd name="connsiteY700" fmla="*/ 2987479 h 6858000"/>
              <a:gd name="connsiteX701" fmla="*/ 59142 w 7467600"/>
              <a:gd name="connsiteY701" fmla="*/ 2978488 h 6858000"/>
              <a:gd name="connsiteX702" fmla="*/ 0 w 7467600"/>
              <a:gd name="connsiteY702" fmla="*/ 3015334 h 6858000"/>
              <a:gd name="connsiteX703" fmla="*/ 0 w 7467600"/>
              <a:gd name="connsiteY703" fmla="*/ 2914286 h 6858000"/>
              <a:gd name="connsiteX704" fmla="*/ 36383 w 7467600"/>
              <a:gd name="connsiteY704" fmla="*/ 2901128 h 6858000"/>
              <a:gd name="connsiteX705" fmla="*/ 156329 w 7467600"/>
              <a:gd name="connsiteY705" fmla="*/ 2840533 h 6858000"/>
              <a:gd name="connsiteX706" fmla="*/ 358355 w 7467600"/>
              <a:gd name="connsiteY706" fmla="*/ 2620471 h 6858000"/>
              <a:gd name="connsiteX707" fmla="*/ 510577 w 7467600"/>
              <a:gd name="connsiteY707" fmla="*/ 2501244 h 6858000"/>
              <a:gd name="connsiteX708" fmla="*/ 211967 w 7467600"/>
              <a:gd name="connsiteY708" fmla="*/ 2479171 h 6858000"/>
              <a:gd name="connsiteX709" fmla="*/ 0 w 7467600"/>
              <a:gd name="connsiteY709" fmla="*/ 2476398 h 6858000"/>
              <a:gd name="connsiteX710" fmla="*/ 0 w 7467600"/>
              <a:gd name="connsiteY710" fmla="*/ 2389189 h 6858000"/>
              <a:gd name="connsiteX711" fmla="*/ 103062 w 7467600"/>
              <a:gd name="connsiteY711" fmla="*/ 2389518 h 6858000"/>
              <a:gd name="connsiteX712" fmla="*/ 510734 w 7467600"/>
              <a:gd name="connsiteY712" fmla="*/ 2416201 h 6858000"/>
              <a:gd name="connsiteX713" fmla="*/ 279257 w 7467600"/>
              <a:gd name="connsiteY713" fmla="*/ 2092102 h 6858000"/>
              <a:gd name="connsiteX714" fmla="*/ 65265 w 7467600"/>
              <a:gd name="connsiteY714" fmla="*/ 2006049 h 6858000"/>
              <a:gd name="connsiteX715" fmla="*/ 0 w 7467600"/>
              <a:gd name="connsiteY715" fmla="*/ 1982532 h 6858000"/>
              <a:gd name="connsiteX716" fmla="*/ 0 w 7467600"/>
              <a:gd name="connsiteY716" fmla="*/ 1912789 h 6858000"/>
              <a:gd name="connsiteX717" fmla="*/ 97460 w 7467600"/>
              <a:gd name="connsiteY717" fmla="*/ 1953725 h 6858000"/>
              <a:gd name="connsiteX718" fmla="*/ 221272 w 7467600"/>
              <a:gd name="connsiteY718" fmla="*/ 1980766 h 6858000"/>
              <a:gd name="connsiteX719" fmla="*/ 116765 w 7467600"/>
              <a:gd name="connsiteY719" fmla="*/ 1911033 h 6858000"/>
              <a:gd name="connsiteX720" fmla="*/ 16405 w 7467600"/>
              <a:gd name="connsiteY720" fmla="*/ 1803412 h 6858000"/>
              <a:gd name="connsiteX721" fmla="*/ 0 w 7467600"/>
              <a:gd name="connsiteY721" fmla="*/ 1784777 h 6858000"/>
              <a:gd name="connsiteX722" fmla="*/ 0 w 7467600"/>
              <a:gd name="connsiteY722" fmla="*/ 1740082 h 6858000"/>
              <a:gd name="connsiteX723" fmla="*/ 39394 w 7467600"/>
              <a:gd name="connsiteY723" fmla="*/ 1784856 h 6858000"/>
              <a:gd name="connsiteX724" fmla="*/ 135813 w 7467600"/>
              <a:gd name="connsiteY724" fmla="*/ 1888838 h 6858000"/>
              <a:gd name="connsiteX725" fmla="*/ 242575 w 7467600"/>
              <a:gd name="connsiteY725" fmla="*/ 1958841 h 6858000"/>
              <a:gd name="connsiteX726" fmla="*/ 82197 w 7467600"/>
              <a:gd name="connsiteY726" fmla="*/ 1754826 h 6858000"/>
              <a:gd name="connsiteX727" fmla="*/ 0 w 7467600"/>
              <a:gd name="connsiteY727" fmla="*/ 1679650 h 6858000"/>
              <a:gd name="connsiteX728" fmla="*/ 0 w 7467600"/>
              <a:gd name="connsiteY728" fmla="*/ 1602463 h 6858000"/>
              <a:gd name="connsiteX729" fmla="*/ 84689 w 7467600"/>
              <a:gd name="connsiteY729" fmla="*/ 1677442 h 6858000"/>
              <a:gd name="connsiteX730" fmla="*/ 298437 w 7467600"/>
              <a:gd name="connsiteY730" fmla="*/ 1968019 h 6858000"/>
              <a:gd name="connsiteX731" fmla="*/ 227269 w 7467600"/>
              <a:gd name="connsiteY731" fmla="*/ 1114064 h 6858000"/>
              <a:gd name="connsiteX732" fmla="*/ 248003 w 7467600"/>
              <a:gd name="connsiteY732" fmla="*/ 1089613 h 6858000"/>
              <a:gd name="connsiteX733" fmla="*/ 427020 w 7467600"/>
              <a:gd name="connsiteY733" fmla="*/ 1619803 h 6858000"/>
              <a:gd name="connsiteX734" fmla="*/ 340345 w 7467600"/>
              <a:gd name="connsiteY734" fmla="*/ 2027739 h 6858000"/>
              <a:gd name="connsiteX735" fmla="*/ 360865 w 7467600"/>
              <a:gd name="connsiteY735" fmla="*/ 2044827 h 6858000"/>
              <a:gd name="connsiteX736" fmla="*/ 560414 w 7467600"/>
              <a:gd name="connsiteY736" fmla="*/ 2421457 h 6858000"/>
              <a:gd name="connsiteX737" fmla="*/ 1359703 w 7467600"/>
              <a:gd name="connsiteY737" fmla="*/ 2578554 h 6858000"/>
              <a:gd name="connsiteX738" fmla="*/ 1359422 w 7467600"/>
              <a:gd name="connsiteY738" fmla="*/ 2577994 h 6858000"/>
              <a:gd name="connsiteX739" fmla="*/ 828701 w 7467600"/>
              <a:gd name="connsiteY739" fmla="*/ 1839520 h 6858000"/>
              <a:gd name="connsiteX740" fmla="*/ 494427 w 7467600"/>
              <a:gd name="connsiteY740" fmla="*/ 1092333 h 6858000"/>
              <a:gd name="connsiteX741" fmla="*/ 506322 w 7467600"/>
              <a:gd name="connsiteY741" fmla="*/ 1020997 h 6858000"/>
              <a:gd name="connsiteX742" fmla="*/ 4570198 w 7467600"/>
              <a:gd name="connsiteY742" fmla="*/ 978081 h 6858000"/>
              <a:gd name="connsiteX743" fmla="*/ 4523691 w 7467600"/>
              <a:gd name="connsiteY743" fmla="*/ 1127776 h 6858000"/>
              <a:gd name="connsiteX744" fmla="*/ 4509875 w 7467600"/>
              <a:gd name="connsiteY744" fmla="*/ 1167552 h 6858000"/>
              <a:gd name="connsiteX745" fmla="*/ 4478168 w 7467600"/>
              <a:gd name="connsiteY745" fmla="*/ 1260735 h 6858000"/>
              <a:gd name="connsiteX746" fmla="*/ 4409309 w 7467600"/>
              <a:gd name="connsiteY746" fmla="*/ 1666996 h 6858000"/>
              <a:gd name="connsiteX747" fmla="*/ 4370031 w 7467600"/>
              <a:gd name="connsiteY747" fmla="*/ 1955666 h 6858000"/>
              <a:gd name="connsiteX748" fmla="*/ 4570198 w 7467600"/>
              <a:gd name="connsiteY748" fmla="*/ 978081 h 6858000"/>
              <a:gd name="connsiteX749" fmla="*/ 4557898 w 7467600"/>
              <a:gd name="connsiteY749" fmla="*/ 900011 h 6858000"/>
              <a:gd name="connsiteX750" fmla="*/ 4344840 w 7467600"/>
              <a:gd name="connsiteY750" fmla="*/ 1922038 h 6858000"/>
              <a:gd name="connsiteX751" fmla="*/ 4378710 w 7467600"/>
              <a:gd name="connsiteY751" fmla="*/ 1665516 h 6858000"/>
              <a:gd name="connsiteX752" fmla="*/ 4448798 w 7467600"/>
              <a:gd name="connsiteY752" fmla="*/ 1253024 h 6858000"/>
              <a:gd name="connsiteX753" fmla="*/ 4480315 w 7467600"/>
              <a:gd name="connsiteY753" fmla="*/ 1158454 h 6858000"/>
              <a:gd name="connsiteX754" fmla="*/ 4494133 w 7467600"/>
              <a:gd name="connsiteY754" fmla="*/ 1118676 h 6858000"/>
              <a:gd name="connsiteX755" fmla="*/ 4557898 w 7467600"/>
              <a:gd name="connsiteY755" fmla="*/ 900011 h 6858000"/>
              <a:gd name="connsiteX756" fmla="*/ 5870151 w 7467600"/>
              <a:gd name="connsiteY756" fmla="*/ 898890 h 6858000"/>
              <a:gd name="connsiteX757" fmla="*/ 5861335 w 7467600"/>
              <a:gd name="connsiteY757" fmla="*/ 899177 h 6858000"/>
              <a:gd name="connsiteX758" fmla="*/ 5843702 w 7467600"/>
              <a:gd name="connsiteY758" fmla="*/ 899748 h 6858000"/>
              <a:gd name="connsiteX759" fmla="*/ 5651107 w 7467600"/>
              <a:gd name="connsiteY759" fmla="*/ 920306 h 6858000"/>
              <a:gd name="connsiteX760" fmla="*/ 5459407 w 7467600"/>
              <a:gd name="connsiteY760" fmla="*/ 940975 h 6858000"/>
              <a:gd name="connsiteX761" fmla="*/ 5374846 w 7467600"/>
              <a:gd name="connsiteY761" fmla="*/ 941988 h 6858000"/>
              <a:gd name="connsiteX762" fmla="*/ 5256105 w 7467600"/>
              <a:gd name="connsiteY762" fmla="*/ 945632 h 6858000"/>
              <a:gd name="connsiteX763" fmla="*/ 5107071 w 7467600"/>
              <a:gd name="connsiteY763" fmla="*/ 969720 h 6858000"/>
              <a:gd name="connsiteX764" fmla="*/ 4998681 w 7467600"/>
              <a:gd name="connsiteY764" fmla="*/ 988771 h 6858000"/>
              <a:gd name="connsiteX765" fmla="*/ 5870151 w 7467600"/>
              <a:gd name="connsiteY765" fmla="*/ 898890 h 6858000"/>
              <a:gd name="connsiteX766" fmla="*/ 5504425 w 7467600"/>
              <a:gd name="connsiteY766" fmla="*/ 848067 h 6858000"/>
              <a:gd name="connsiteX767" fmla="*/ 4968849 w 7467600"/>
              <a:gd name="connsiteY767" fmla="*/ 962318 h 6858000"/>
              <a:gd name="connsiteX768" fmla="*/ 5104039 w 7467600"/>
              <a:gd name="connsiteY768" fmla="*/ 940634 h 6858000"/>
              <a:gd name="connsiteX769" fmla="*/ 5256311 w 7467600"/>
              <a:gd name="connsiteY769" fmla="*/ 916490 h 6858000"/>
              <a:gd name="connsiteX770" fmla="*/ 5377381 w 7467600"/>
              <a:gd name="connsiteY770" fmla="*/ 912671 h 6858000"/>
              <a:gd name="connsiteX771" fmla="*/ 5460148 w 7467600"/>
              <a:gd name="connsiteY771" fmla="*/ 911442 h 6858000"/>
              <a:gd name="connsiteX772" fmla="*/ 5648971 w 7467600"/>
              <a:gd name="connsiteY772" fmla="*/ 891331 h 6858000"/>
              <a:gd name="connsiteX773" fmla="*/ 5844807 w 7467600"/>
              <a:gd name="connsiteY773" fmla="*/ 870718 h 6858000"/>
              <a:gd name="connsiteX774" fmla="*/ 5862975 w 7467600"/>
              <a:gd name="connsiteY774" fmla="*/ 869756 h 6858000"/>
              <a:gd name="connsiteX775" fmla="*/ 5920887 w 7467600"/>
              <a:gd name="connsiteY775" fmla="*/ 865929 h 6858000"/>
              <a:gd name="connsiteX776" fmla="*/ 5504425 w 7467600"/>
              <a:gd name="connsiteY776" fmla="*/ 848067 h 6858000"/>
              <a:gd name="connsiteX777" fmla="*/ 3607114 w 7467600"/>
              <a:gd name="connsiteY777" fmla="*/ 467441 h 6858000"/>
              <a:gd name="connsiteX778" fmla="*/ 3296242 w 7467600"/>
              <a:gd name="connsiteY778" fmla="*/ 807991 h 6858000"/>
              <a:gd name="connsiteX779" fmla="*/ 3174674 w 7467600"/>
              <a:gd name="connsiteY779" fmla="*/ 919759 h 6858000"/>
              <a:gd name="connsiteX780" fmla="*/ 3042978 w 7467600"/>
              <a:gd name="connsiteY780" fmla="*/ 1054894 h 6858000"/>
              <a:gd name="connsiteX781" fmla="*/ 2968914 w 7467600"/>
              <a:gd name="connsiteY781" fmla="*/ 1133756 h 6858000"/>
              <a:gd name="connsiteX782" fmla="*/ 3103823 w 7467600"/>
              <a:gd name="connsiteY782" fmla="*/ 1026814 h 6858000"/>
              <a:gd name="connsiteX783" fmla="*/ 3607114 w 7467600"/>
              <a:gd name="connsiteY783" fmla="*/ 467441 h 6858000"/>
              <a:gd name="connsiteX784" fmla="*/ 3744487 w 7467600"/>
              <a:gd name="connsiteY784" fmla="*/ 383136 h 6858000"/>
              <a:gd name="connsiteX785" fmla="*/ 3970213 w 7467600"/>
              <a:gd name="connsiteY785" fmla="*/ 995559 h 6858000"/>
              <a:gd name="connsiteX786" fmla="*/ 3744487 w 7467600"/>
              <a:gd name="connsiteY786" fmla="*/ 383136 h 6858000"/>
              <a:gd name="connsiteX787" fmla="*/ 3624562 w 7467600"/>
              <a:gd name="connsiteY787" fmla="*/ 367041 h 6858000"/>
              <a:gd name="connsiteX788" fmla="*/ 3489712 w 7467600"/>
              <a:gd name="connsiteY788" fmla="*/ 485386 h 6858000"/>
              <a:gd name="connsiteX789" fmla="*/ 3182994 w 7467600"/>
              <a:gd name="connsiteY789" fmla="*/ 828265 h 6858000"/>
              <a:gd name="connsiteX790" fmla="*/ 2892114 w 7467600"/>
              <a:gd name="connsiteY790" fmla="*/ 1172635 h 6858000"/>
              <a:gd name="connsiteX791" fmla="*/ 3021459 w 7467600"/>
              <a:gd name="connsiteY791" fmla="*/ 1035385 h 6858000"/>
              <a:gd name="connsiteX792" fmla="*/ 3153873 w 7467600"/>
              <a:gd name="connsiteY792" fmla="*/ 898971 h 6858000"/>
              <a:gd name="connsiteX793" fmla="*/ 3276511 w 7467600"/>
              <a:gd name="connsiteY793" fmla="*/ 786423 h 6858000"/>
              <a:gd name="connsiteX794" fmla="*/ 3584154 w 7467600"/>
              <a:gd name="connsiteY794" fmla="*/ 448218 h 6858000"/>
              <a:gd name="connsiteX795" fmla="*/ 3624562 w 7467600"/>
              <a:gd name="connsiteY795" fmla="*/ 367041 h 6858000"/>
              <a:gd name="connsiteX796" fmla="*/ 3766672 w 7467600"/>
              <a:gd name="connsiteY796" fmla="*/ 359429 h 6858000"/>
              <a:gd name="connsiteX797" fmla="*/ 3996338 w 7467600"/>
              <a:gd name="connsiteY797" fmla="*/ 968237 h 6858000"/>
              <a:gd name="connsiteX798" fmla="*/ 3766672 w 7467600"/>
              <a:gd name="connsiteY798" fmla="*/ 359429 h 6858000"/>
              <a:gd name="connsiteX799" fmla="*/ 5805386 w 7467600"/>
              <a:gd name="connsiteY799" fmla="*/ 239240 h 6858000"/>
              <a:gd name="connsiteX800" fmla="*/ 5736947 w 7467600"/>
              <a:gd name="connsiteY800" fmla="*/ 261367 h 6858000"/>
              <a:gd name="connsiteX801" fmla="*/ 5427012 w 7467600"/>
              <a:gd name="connsiteY801" fmla="*/ 311272 h 6858000"/>
              <a:gd name="connsiteX802" fmla="*/ 5147818 w 7467600"/>
              <a:gd name="connsiteY802" fmla="*/ 322112 h 6858000"/>
              <a:gd name="connsiteX803" fmla="*/ 5060854 w 7467600"/>
              <a:gd name="connsiteY803" fmla="*/ 311882 h 6858000"/>
              <a:gd name="connsiteX804" fmla="*/ 4945989 w 7467600"/>
              <a:gd name="connsiteY804" fmla="*/ 300516 h 6858000"/>
              <a:gd name="connsiteX805" fmla="*/ 5410479 w 7467600"/>
              <a:gd name="connsiteY805" fmla="*/ 348434 h 6858000"/>
              <a:gd name="connsiteX806" fmla="*/ 5805386 w 7467600"/>
              <a:gd name="connsiteY806" fmla="*/ 239240 h 6858000"/>
              <a:gd name="connsiteX807" fmla="*/ 5905192 w 7467600"/>
              <a:gd name="connsiteY807" fmla="*/ 163079 h 6858000"/>
              <a:gd name="connsiteX808" fmla="*/ 5865655 w 7467600"/>
              <a:gd name="connsiteY808" fmla="*/ 171901 h 6858000"/>
              <a:gd name="connsiteX809" fmla="*/ 5259740 w 7467600"/>
              <a:gd name="connsiteY809" fmla="*/ 257013 h 6858000"/>
              <a:gd name="connsiteX810" fmla="*/ 5208466 w 7467600"/>
              <a:gd name="connsiteY810" fmla="*/ 257550 h 6858000"/>
              <a:gd name="connsiteX811" fmla="*/ 4980204 w 7467600"/>
              <a:gd name="connsiteY811" fmla="*/ 271903 h 6858000"/>
              <a:gd name="connsiteX812" fmla="*/ 5068068 w 7467600"/>
              <a:gd name="connsiteY812" fmla="*/ 282244 h 6858000"/>
              <a:gd name="connsiteX813" fmla="*/ 5153231 w 7467600"/>
              <a:gd name="connsiteY813" fmla="*/ 292240 h 6858000"/>
              <a:gd name="connsiteX814" fmla="*/ 5426491 w 7467600"/>
              <a:gd name="connsiteY814" fmla="*/ 281128 h 6858000"/>
              <a:gd name="connsiteX815" fmla="*/ 5731212 w 7467600"/>
              <a:gd name="connsiteY815" fmla="*/ 231951 h 6858000"/>
              <a:gd name="connsiteX816" fmla="*/ 5905192 w 7467600"/>
              <a:gd name="connsiteY816" fmla="*/ 163079 h 6858000"/>
              <a:gd name="connsiteX817" fmla="*/ 5944437 w 7467600"/>
              <a:gd name="connsiteY817" fmla="*/ 113829 h 6858000"/>
              <a:gd name="connsiteX818" fmla="*/ 5825032 w 7467600"/>
              <a:gd name="connsiteY818" fmla="*/ 146405 h 6858000"/>
              <a:gd name="connsiteX819" fmla="*/ 4955599 w 7467600"/>
              <a:gd name="connsiteY819" fmla="*/ 247008 h 6858000"/>
              <a:gd name="connsiteX820" fmla="*/ 5210104 w 7467600"/>
              <a:gd name="connsiteY820" fmla="*/ 228123 h 6858000"/>
              <a:gd name="connsiteX821" fmla="*/ 5261015 w 7467600"/>
              <a:gd name="connsiteY821" fmla="*/ 227087 h 6858000"/>
              <a:gd name="connsiteX822" fmla="*/ 5861181 w 7467600"/>
              <a:gd name="connsiteY822" fmla="*/ 143093 h 6858000"/>
              <a:gd name="connsiteX823" fmla="*/ 5961252 w 7467600"/>
              <a:gd name="connsiteY823" fmla="*/ 114820 h 6858000"/>
              <a:gd name="connsiteX824" fmla="*/ 5944437 w 7467600"/>
              <a:gd name="connsiteY824" fmla="*/ 113829 h 6858000"/>
              <a:gd name="connsiteX825" fmla="*/ 3882765 w 7467600"/>
              <a:gd name="connsiteY825" fmla="*/ 0 h 6858000"/>
              <a:gd name="connsiteX826" fmla="*/ 3995099 w 7467600"/>
              <a:gd name="connsiteY826" fmla="*/ 0 h 6858000"/>
              <a:gd name="connsiteX827" fmla="*/ 4163818 w 7467600"/>
              <a:gd name="connsiteY827" fmla="*/ 234104 h 6858000"/>
              <a:gd name="connsiteX828" fmla="*/ 4172099 w 7467600"/>
              <a:gd name="connsiteY828" fmla="*/ 234207 h 6858000"/>
              <a:gd name="connsiteX829" fmla="*/ 4784282 w 7467600"/>
              <a:gd name="connsiteY829" fmla="*/ 276561 h 6858000"/>
              <a:gd name="connsiteX830" fmla="*/ 4801687 w 7467600"/>
              <a:gd name="connsiteY830" fmla="*/ 267764 h 6858000"/>
              <a:gd name="connsiteX831" fmla="*/ 6082788 w 7467600"/>
              <a:gd name="connsiteY831" fmla="*/ 64119 h 6858000"/>
              <a:gd name="connsiteX832" fmla="*/ 6099442 w 7467600"/>
              <a:gd name="connsiteY832" fmla="*/ 82568 h 6858000"/>
              <a:gd name="connsiteX833" fmla="*/ 4804137 w 7467600"/>
              <a:gd name="connsiteY833" fmla="*/ 320931 h 6858000"/>
              <a:gd name="connsiteX834" fmla="*/ 4227047 w 7467600"/>
              <a:gd name="connsiteY834" fmla="*/ 313415 h 6858000"/>
              <a:gd name="connsiteX835" fmla="*/ 4346041 w 7467600"/>
              <a:gd name="connsiteY835" fmla="*/ 456086 h 6858000"/>
              <a:gd name="connsiteX836" fmla="*/ 4870967 w 7467600"/>
              <a:gd name="connsiteY836" fmla="*/ 963061 h 6858000"/>
              <a:gd name="connsiteX837" fmla="*/ 4889647 w 7467600"/>
              <a:gd name="connsiteY837" fmla="*/ 957147 h 6858000"/>
              <a:gd name="connsiteX838" fmla="*/ 5422504 w 7467600"/>
              <a:gd name="connsiteY838" fmla="*/ 805191 h 6858000"/>
              <a:gd name="connsiteX839" fmla="*/ 6087656 w 7467600"/>
              <a:gd name="connsiteY839" fmla="*/ 826703 h 6858000"/>
              <a:gd name="connsiteX840" fmla="*/ 6058717 w 7467600"/>
              <a:gd name="connsiteY840" fmla="*/ 865992 h 6858000"/>
              <a:gd name="connsiteX841" fmla="*/ 4974153 w 7467600"/>
              <a:gd name="connsiteY841" fmla="*/ 1045456 h 6858000"/>
              <a:gd name="connsiteX842" fmla="*/ 5627835 w 7467600"/>
              <a:gd name="connsiteY842" fmla="*/ 1472077 h 6858000"/>
              <a:gd name="connsiteX843" fmla="*/ 5629817 w 7467600"/>
              <a:gd name="connsiteY843" fmla="*/ 1471412 h 6858000"/>
              <a:gd name="connsiteX844" fmla="*/ 5634124 w 7467600"/>
              <a:gd name="connsiteY844" fmla="*/ 1470572 h 6858000"/>
              <a:gd name="connsiteX845" fmla="*/ 5755832 w 7467600"/>
              <a:gd name="connsiteY845" fmla="*/ 1383886 h 6858000"/>
              <a:gd name="connsiteX846" fmla="*/ 6014186 w 7467600"/>
              <a:gd name="connsiteY846" fmla="*/ 1279799 h 6858000"/>
              <a:gd name="connsiteX847" fmla="*/ 6901619 w 7467600"/>
              <a:gd name="connsiteY847" fmla="*/ 1047874 h 6858000"/>
              <a:gd name="connsiteX848" fmla="*/ 6931566 w 7467600"/>
              <a:gd name="connsiteY848" fmla="*/ 1062034 h 6858000"/>
              <a:gd name="connsiteX849" fmla="*/ 5790982 w 7467600"/>
              <a:gd name="connsiteY849" fmla="*/ 1561380 h 6858000"/>
              <a:gd name="connsiteX850" fmla="*/ 6188971 w 7467600"/>
              <a:gd name="connsiteY850" fmla="*/ 1755168 h 6858000"/>
              <a:gd name="connsiteX851" fmla="*/ 6202446 w 7467600"/>
              <a:gd name="connsiteY851" fmla="*/ 1752268 h 6858000"/>
              <a:gd name="connsiteX852" fmla="*/ 7179560 w 7467600"/>
              <a:gd name="connsiteY852" fmla="*/ 1467551 h 6858000"/>
              <a:gd name="connsiteX853" fmla="*/ 7158730 w 7467600"/>
              <a:gd name="connsiteY853" fmla="*/ 1507835 h 6858000"/>
              <a:gd name="connsiteX854" fmla="*/ 6326959 w 7467600"/>
              <a:gd name="connsiteY854" fmla="*/ 1817686 h 6858000"/>
              <a:gd name="connsiteX855" fmla="*/ 6537433 w 7467600"/>
              <a:gd name="connsiteY855" fmla="*/ 1907790 h 6858000"/>
              <a:gd name="connsiteX856" fmla="*/ 6550221 w 7467600"/>
              <a:gd name="connsiteY856" fmla="*/ 1910729 h 6858000"/>
              <a:gd name="connsiteX857" fmla="*/ 6964438 w 7467600"/>
              <a:gd name="connsiteY857" fmla="*/ 2209505 h 6858000"/>
              <a:gd name="connsiteX858" fmla="*/ 7367862 w 7467600"/>
              <a:gd name="connsiteY858" fmla="*/ 2806833 h 6858000"/>
              <a:gd name="connsiteX859" fmla="*/ 7364329 w 7467600"/>
              <a:gd name="connsiteY859" fmla="*/ 2826907 h 6858000"/>
              <a:gd name="connsiteX860" fmla="*/ 7290545 w 7467600"/>
              <a:gd name="connsiteY860" fmla="*/ 2850663 h 6858000"/>
              <a:gd name="connsiteX861" fmla="*/ 6472036 w 7467600"/>
              <a:gd name="connsiteY861" fmla="*/ 1959003 h 6858000"/>
              <a:gd name="connsiteX862" fmla="*/ 5792897 w 7467600"/>
              <a:gd name="connsiteY862" fmla="*/ 1647747 h 6858000"/>
              <a:gd name="connsiteX863" fmla="*/ 5842751 w 7467600"/>
              <a:gd name="connsiteY863" fmla="*/ 1816112 h 6858000"/>
              <a:gd name="connsiteX864" fmla="*/ 5847424 w 7467600"/>
              <a:gd name="connsiteY864" fmla="*/ 1815776 h 6858000"/>
              <a:gd name="connsiteX865" fmla="*/ 6399821 w 7467600"/>
              <a:gd name="connsiteY865" fmla="*/ 2344799 h 6858000"/>
              <a:gd name="connsiteX866" fmla="*/ 6323232 w 7467600"/>
              <a:gd name="connsiteY866" fmla="*/ 2389634 h 6858000"/>
              <a:gd name="connsiteX867" fmla="*/ 5942958 w 7467600"/>
              <a:gd name="connsiteY867" fmla="*/ 2077708 h 6858000"/>
              <a:gd name="connsiteX868" fmla="*/ 5921559 w 7467600"/>
              <a:gd name="connsiteY868" fmla="*/ 2378596 h 6858000"/>
              <a:gd name="connsiteX869" fmla="*/ 5817651 w 7467600"/>
              <a:gd name="connsiteY869" fmla="*/ 3023919 h 6858000"/>
              <a:gd name="connsiteX870" fmla="*/ 5729634 w 7467600"/>
              <a:gd name="connsiteY870" fmla="*/ 3051849 h 6858000"/>
              <a:gd name="connsiteX871" fmla="*/ 5611018 w 7467600"/>
              <a:gd name="connsiteY871" fmla="*/ 2316769 h 6858000"/>
              <a:gd name="connsiteX872" fmla="*/ 5687608 w 7467600"/>
              <a:gd name="connsiteY872" fmla="*/ 2039972 h 6858000"/>
              <a:gd name="connsiteX873" fmla="*/ 5657554 w 7467600"/>
              <a:gd name="connsiteY873" fmla="*/ 1576445 h 6858000"/>
              <a:gd name="connsiteX874" fmla="*/ 5150475 w 7467600"/>
              <a:gd name="connsiteY874" fmla="*/ 1274012 h 6858000"/>
              <a:gd name="connsiteX875" fmla="*/ 5349142 w 7467600"/>
              <a:gd name="connsiteY875" fmla="*/ 2204405 h 6858000"/>
              <a:gd name="connsiteX876" fmla="*/ 5262214 w 7467600"/>
              <a:gd name="connsiteY876" fmla="*/ 2233836 h 6858000"/>
              <a:gd name="connsiteX877" fmla="*/ 4981539 w 7467600"/>
              <a:gd name="connsiteY877" fmla="*/ 1542201 h 6858000"/>
              <a:gd name="connsiteX878" fmla="*/ 4958461 w 7467600"/>
              <a:gd name="connsiteY878" fmla="*/ 1136957 h 6858000"/>
              <a:gd name="connsiteX879" fmla="*/ 4655015 w 7467600"/>
              <a:gd name="connsiteY879" fmla="*/ 891426 h 6858000"/>
              <a:gd name="connsiteX880" fmla="*/ 4348002 w 7467600"/>
              <a:gd name="connsiteY880" fmla="*/ 2205895 h 6858000"/>
              <a:gd name="connsiteX881" fmla="*/ 4262250 w 7467600"/>
              <a:gd name="connsiteY881" fmla="*/ 2219972 h 6858000"/>
              <a:gd name="connsiteX882" fmla="*/ 4550611 w 7467600"/>
              <a:gd name="connsiteY882" fmla="*/ 817540 h 6858000"/>
              <a:gd name="connsiteX883" fmla="*/ 4564418 w 7467600"/>
              <a:gd name="connsiteY883" fmla="*/ 808293 h 6858000"/>
              <a:gd name="connsiteX884" fmla="*/ 4266388 w 7467600"/>
              <a:gd name="connsiteY884" fmla="*/ 500083 h 6858000"/>
              <a:gd name="connsiteX885" fmla="*/ 4032842 w 7467600"/>
              <a:gd name="connsiteY885" fmla="*/ 211809 h 6858000"/>
              <a:gd name="connsiteX886" fmla="*/ 3882765 w 7467600"/>
              <a:gd name="connsiteY886" fmla="*/ 0 h 6858000"/>
              <a:gd name="connsiteX887" fmla="*/ 3721337 w 7467600"/>
              <a:gd name="connsiteY887" fmla="*/ 0 h 6858000"/>
              <a:gd name="connsiteX888" fmla="*/ 3797544 w 7467600"/>
              <a:gd name="connsiteY888" fmla="*/ 0 h 6858000"/>
              <a:gd name="connsiteX889" fmla="*/ 3775734 w 7467600"/>
              <a:gd name="connsiteY889" fmla="*/ 95131 h 6858000"/>
              <a:gd name="connsiteX890" fmla="*/ 3724807 w 7467600"/>
              <a:gd name="connsiteY890" fmla="*/ 272257 h 6858000"/>
              <a:gd name="connsiteX891" fmla="*/ 3726844 w 7467600"/>
              <a:gd name="connsiteY891" fmla="*/ 282988 h 6858000"/>
              <a:gd name="connsiteX892" fmla="*/ 3742664 w 7467600"/>
              <a:gd name="connsiteY892" fmla="*/ 279918 h 6858000"/>
              <a:gd name="connsiteX893" fmla="*/ 4103910 w 7467600"/>
              <a:gd name="connsiteY893" fmla="*/ 1161917 h 6858000"/>
              <a:gd name="connsiteX894" fmla="*/ 4020269 w 7467600"/>
              <a:gd name="connsiteY894" fmla="*/ 1200406 h 6858000"/>
              <a:gd name="connsiteX895" fmla="*/ 3674882 w 7467600"/>
              <a:gd name="connsiteY895" fmla="*/ 488524 h 6858000"/>
              <a:gd name="connsiteX896" fmla="*/ 3132682 w 7467600"/>
              <a:gd name="connsiteY896" fmla="*/ 1072284 h 6858000"/>
              <a:gd name="connsiteX897" fmla="*/ 2716346 w 7467600"/>
              <a:gd name="connsiteY897" fmla="*/ 1276376 h 6858000"/>
              <a:gd name="connsiteX898" fmla="*/ 2716772 w 7467600"/>
              <a:gd name="connsiteY898" fmla="*/ 1255462 h 6858000"/>
              <a:gd name="connsiteX899" fmla="*/ 3471096 w 7467600"/>
              <a:gd name="connsiteY899" fmla="*/ 437072 h 6858000"/>
              <a:gd name="connsiteX900" fmla="*/ 3639057 w 7467600"/>
              <a:gd name="connsiteY900" fmla="*/ 286334 h 6858000"/>
              <a:gd name="connsiteX901" fmla="*/ 3640309 w 7467600"/>
              <a:gd name="connsiteY901" fmla="*/ 284664 h 6858000"/>
              <a:gd name="connsiteX902" fmla="*/ 3646022 w 7467600"/>
              <a:gd name="connsiteY902" fmla="*/ 276711 h 6858000"/>
              <a:gd name="connsiteX903" fmla="*/ 3707943 w 7467600"/>
              <a:gd name="connsiteY903" fmla="*/ 65958 h 6858000"/>
              <a:gd name="connsiteX904" fmla="*/ 3721337 w 7467600"/>
              <a:gd name="connsiteY904" fmla="*/ 0 h 6858000"/>
              <a:gd name="connsiteX905" fmla="*/ 2867960 w 7467600"/>
              <a:gd name="connsiteY905" fmla="*/ 0 h 6858000"/>
              <a:gd name="connsiteX906" fmla="*/ 2926351 w 7467600"/>
              <a:gd name="connsiteY906" fmla="*/ 0 h 6858000"/>
              <a:gd name="connsiteX907" fmla="*/ 2902823 w 7467600"/>
              <a:gd name="connsiteY907" fmla="*/ 262929 h 6858000"/>
              <a:gd name="connsiteX908" fmla="*/ 2940663 w 7467600"/>
              <a:gd name="connsiteY908" fmla="*/ 140884 h 6858000"/>
              <a:gd name="connsiteX909" fmla="*/ 2947039 w 7467600"/>
              <a:gd name="connsiteY909" fmla="*/ 122524 h 6858000"/>
              <a:gd name="connsiteX910" fmla="*/ 2984316 w 7467600"/>
              <a:gd name="connsiteY910" fmla="*/ 0 h 6858000"/>
              <a:gd name="connsiteX911" fmla="*/ 3016114 w 7467600"/>
              <a:gd name="connsiteY911" fmla="*/ 0 h 6858000"/>
              <a:gd name="connsiteX912" fmla="*/ 2979949 w 7467600"/>
              <a:gd name="connsiteY912" fmla="*/ 119274 h 6858000"/>
              <a:gd name="connsiteX913" fmla="*/ 3023879 w 7467600"/>
              <a:gd name="connsiteY913" fmla="*/ 0 h 6858000"/>
              <a:gd name="connsiteX914" fmla="*/ 3105400 w 7467600"/>
              <a:gd name="connsiteY914" fmla="*/ 0 h 6858000"/>
              <a:gd name="connsiteX915" fmla="*/ 3094669 w 7467600"/>
              <a:gd name="connsiteY915" fmla="*/ 30308 h 6858000"/>
              <a:gd name="connsiteX916" fmla="*/ 2901945 w 7467600"/>
              <a:gd name="connsiteY916" fmla="*/ 466538 h 6858000"/>
              <a:gd name="connsiteX917" fmla="*/ 2815209 w 7467600"/>
              <a:gd name="connsiteY917" fmla="*/ 497361 h 6858000"/>
              <a:gd name="connsiteX918" fmla="*/ 2844845 w 7467600"/>
              <a:gd name="connsiteY918" fmla="*/ 127638 h 6858000"/>
              <a:gd name="connsiteX919" fmla="*/ 2867960 w 7467600"/>
              <a:gd name="connsiteY919" fmla="*/ 0 h 6858000"/>
              <a:gd name="connsiteX920" fmla="*/ 1057230 w 7467600"/>
              <a:gd name="connsiteY920" fmla="*/ 0 h 6858000"/>
              <a:gd name="connsiteX921" fmla="*/ 1111003 w 7467600"/>
              <a:gd name="connsiteY921" fmla="*/ 0 h 6858000"/>
              <a:gd name="connsiteX922" fmla="*/ 1125553 w 7467600"/>
              <a:gd name="connsiteY922" fmla="*/ 52588 h 6858000"/>
              <a:gd name="connsiteX923" fmla="*/ 1304276 w 7467600"/>
              <a:gd name="connsiteY923" fmla="*/ 476275 h 6858000"/>
              <a:gd name="connsiteX924" fmla="*/ 1492066 w 7467600"/>
              <a:gd name="connsiteY924" fmla="*/ 886333 h 6858000"/>
              <a:gd name="connsiteX925" fmla="*/ 1423698 w 7467600"/>
              <a:gd name="connsiteY925" fmla="*/ 710817 h 6858000"/>
              <a:gd name="connsiteX926" fmla="*/ 1357609 w 7467600"/>
              <a:gd name="connsiteY926" fmla="*/ 532892 h 6858000"/>
              <a:gd name="connsiteX927" fmla="*/ 1309550 w 7467600"/>
              <a:gd name="connsiteY927" fmla="*/ 374031 h 6858000"/>
              <a:gd name="connsiteX928" fmla="*/ 1193673 w 7467600"/>
              <a:gd name="connsiteY928" fmla="*/ 49533 h 6858000"/>
              <a:gd name="connsiteX929" fmla="*/ 1164391 w 7467600"/>
              <a:gd name="connsiteY929" fmla="*/ 0 h 6858000"/>
              <a:gd name="connsiteX930" fmla="*/ 1200666 w 7467600"/>
              <a:gd name="connsiteY930" fmla="*/ 0 h 6858000"/>
              <a:gd name="connsiteX931" fmla="*/ 1223408 w 7467600"/>
              <a:gd name="connsiteY931" fmla="*/ 38996 h 6858000"/>
              <a:gd name="connsiteX932" fmla="*/ 1339635 w 7467600"/>
              <a:gd name="connsiteY932" fmla="*/ 365517 h 6858000"/>
              <a:gd name="connsiteX933" fmla="*/ 1387469 w 7467600"/>
              <a:gd name="connsiteY933" fmla="*/ 523079 h 6858000"/>
              <a:gd name="connsiteX934" fmla="*/ 1452685 w 7467600"/>
              <a:gd name="connsiteY934" fmla="*/ 699806 h 6858000"/>
              <a:gd name="connsiteX935" fmla="*/ 1492092 w 7467600"/>
              <a:gd name="connsiteY935" fmla="*/ 800424 h 6858000"/>
              <a:gd name="connsiteX936" fmla="*/ 1455302 w 7467600"/>
              <a:gd name="connsiteY936" fmla="*/ 632913 h 6858000"/>
              <a:gd name="connsiteX937" fmla="*/ 1222336 w 7467600"/>
              <a:gd name="connsiteY937" fmla="*/ 9480 h 6858000"/>
              <a:gd name="connsiteX938" fmla="*/ 1214634 w 7467600"/>
              <a:gd name="connsiteY938" fmla="*/ 0 h 6858000"/>
              <a:gd name="connsiteX939" fmla="*/ 1289827 w 7467600"/>
              <a:gd name="connsiteY939" fmla="*/ 0 h 6858000"/>
              <a:gd name="connsiteX940" fmla="*/ 1321076 w 7467600"/>
              <a:gd name="connsiteY940" fmla="*/ 59722 h 6858000"/>
              <a:gd name="connsiteX941" fmla="*/ 1512579 w 7467600"/>
              <a:gd name="connsiteY941" fmla="*/ 626441 h 6858000"/>
              <a:gd name="connsiteX942" fmla="*/ 1506076 w 7467600"/>
              <a:gd name="connsiteY942" fmla="*/ 1089289 h 6858000"/>
              <a:gd name="connsiteX943" fmla="*/ 1486346 w 7467600"/>
              <a:gd name="connsiteY943" fmla="*/ 1079919 h 6858000"/>
              <a:gd name="connsiteX944" fmla="*/ 1070511 w 7467600"/>
              <a:gd name="connsiteY944" fmla="*/ 48609 h 6858000"/>
              <a:gd name="connsiteX945" fmla="*/ 1057230 w 7467600"/>
              <a:gd name="connsiteY945" fmla="*/ 0 h 6858000"/>
              <a:gd name="connsiteX946" fmla="*/ 43151 w 7467600"/>
              <a:gd name="connsiteY946" fmla="*/ 0 h 6858000"/>
              <a:gd name="connsiteX947" fmla="*/ 95283 w 7467600"/>
              <a:gd name="connsiteY947" fmla="*/ 0 h 6858000"/>
              <a:gd name="connsiteX948" fmla="*/ 300708 w 7467600"/>
              <a:gd name="connsiteY948" fmla="*/ 154571 h 6858000"/>
              <a:gd name="connsiteX949" fmla="*/ 530414 w 7467600"/>
              <a:gd name="connsiteY949" fmla="*/ 354673 h 6858000"/>
              <a:gd name="connsiteX950" fmla="*/ 333785 w 7467600"/>
              <a:gd name="connsiteY950" fmla="*/ 161564 h 6858000"/>
              <a:gd name="connsiteX951" fmla="*/ 147005 w 7467600"/>
              <a:gd name="connsiteY951" fmla="*/ 0 h 6858000"/>
              <a:gd name="connsiteX952" fmla="*/ 272509 w 7467600"/>
              <a:gd name="connsiteY952" fmla="*/ 0 h 6858000"/>
              <a:gd name="connsiteX953" fmla="*/ 326276 w 7467600"/>
              <a:gd name="connsiteY953" fmla="*/ 45847 h 6858000"/>
              <a:gd name="connsiteX954" fmla="*/ 823759 w 7467600"/>
              <a:gd name="connsiteY954" fmla="*/ 574145 h 6858000"/>
              <a:gd name="connsiteX955" fmla="*/ 811254 w 7467600"/>
              <a:gd name="connsiteY955" fmla="*/ 665546 h 6858000"/>
              <a:gd name="connsiteX956" fmla="*/ 154042 w 7467600"/>
              <a:gd name="connsiteY956" fmla="*/ 261522 h 6858000"/>
              <a:gd name="connsiteX957" fmla="*/ 13550 w 7467600"/>
              <a:gd name="connsiteY957" fmla="*/ 158423 h 6858000"/>
              <a:gd name="connsiteX958" fmla="*/ 0 w 7467600"/>
              <a:gd name="connsiteY958" fmla="*/ 146618 h 6858000"/>
              <a:gd name="connsiteX959" fmla="*/ 0 w 7467600"/>
              <a:gd name="connsiteY959" fmla="*/ 59161 h 6858000"/>
              <a:gd name="connsiteX960" fmla="*/ 45427 w 7467600"/>
              <a:gd name="connsiteY960" fmla="*/ 101078 h 6858000"/>
              <a:gd name="connsiteX961" fmla="*/ 630103 w 7467600"/>
              <a:gd name="connsiteY961" fmla="*/ 485885 h 6858000"/>
              <a:gd name="connsiteX962" fmla="*/ 532040 w 7467600"/>
              <a:gd name="connsiteY962" fmla="*/ 399359 h 6858000"/>
              <a:gd name="connsiteX963" fmla="*/ 517618 w 7467600"/>
              <a:gd name="connsiteY963" fmla="*/ 385726 h 6858000"/>
              <a:gd name="connsiteX964" fmla="*/ 285074 w 7467600"/>
              <a:gd name="connsiteY964" fmla="*/ 182755 h 6858000"/>
              <a:gd name="connsiteX965" fmla="*/ 43151 w 7467600"/>
              <a:gd name="connsiteY965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254615 w 7472601"/>
              <a:gd name="connsiteY80" fmla="*/ 5911918 h 6858000"/>
              <a:gd name="connsiteX81" fmla="*/ 7312589 w 7472601"/>
              <a:gd name="connsiteY81" fmla="*/ 5982309 h 6858000"/>
              <a:gd name="connsiteX82" fmla="*/ 7448321 w 7472601"/>
              <a:gd name="connsiteY82" fmla="*/ 6190991 h 6858000"/>
              <a:gd name="connsiteX83" fmla="*/ 7467600 w 7472601"/>
              <a:gd name="connsiteY83" fmla="*/ 6221686 h 6858000"/>
              <a:gd name="connsiteX84" fmla="*/ 7467600 w 7472601"/>
              <a:gd name="connsiteY84" fmla="*/ 6334256 h 6858000"/>
              <a:gd name="connsiteX85" fmla="*/ 7454976 w 7472601"/>
              <a:gd name="connsiteY85" fmla="*/ 6318297 h 6858000"/>
              <a:gd name="connsiteX86" fmla="*/ 1456157 w 7472601"/>
              <a:gd name="connsiteY86" fmla="*/ 5371404 h 6858000"/>
              <a:gd name="connsiteX87" fmla="*/ 1244432 w 7472601"/>
              <a:gd name="connsiteY87" fmla="*/ 5385601 h 6858000"/>
              <a:gd name="connsiteX88" fmla="*/ 973990 w 7472601"/>
              <a:gd name="connsiteY88" fmla="*/ 5424940 h 6858000"/>
              <a:gd name="connsiteX89" fmla="*/ 1103809 w 7472601"/>
              <a:gd name="connsiteY89" fmla="*/ 5433720 h 6858000"/>
              <a:gd name="connsiteX90" fmla="*/ 1123454 w 7472601"/>
              <a:gd name="connsiteY90" fmla="*/ 5435727 h 6858000"/>
              <a:gd name="connsiteX91" fmla="*/ 1737017 w 7472601"/>
              <a:gd name="connsiteY91" fmla="*/ 5452183 h 6858000"/>
              <a:gd name="connsiteX92" fmla="*/ 1824397 w 7472601"/>
              <a:gd name="connsiteY92" fmla="*/ 5447757 h 6858000"/>
              <a:gd name="connsiteX93" fmla="*/ 2070059 w 7472601"/>
              <a:gd name="connsiteY93" fmla="*/ 5441660 h 6858000"/>
              <a:gd name="connsiteX94" fmla="*/ 1456157 w 7472601"/>
              <a:gd name="connsiteY94" fmla="*/ 5371404 h 6858000"/>
              <a:gd name="connsiteX95" fmla="*/ 4988186 w 7472601"/>
              <a:gd name="connsiteY95" fmla="*/ 5216467 h 6858000"/>
              <a:gd name="connsiteX96" fmla="*/ 4777334 w 7472601"/>
              <a:gd name="connsiteY96" fmla="*/ 5406072 h 6858000"/>
              <a:gd name="connsiteX97" fmla="*/ 4718341 w 7472601"/>
              <a:gd name="connsiteY97" fmla="*/ 5468043 h 6858000"/>
              <a:gd name="connsiteX98" fmla="*/ 4604655 w 7472601"/>
              <a:gd name="connsiteY98" fmla="*/ 5583434 h 6858000"/>
              <a:gd name="connsiteX99" fmla="*/ 4565074 w 7472601"/>
              <a:gd name="connsiteY99" fmla="*/ 5618550 h 6858000"/>
              <a:gd name="connsiteX100" fmla="*/ 4988186 w 7472601"/>
              <a:gd name="connsiteY100" fmla="*/ 5216467 h 6858000"/>
              <a:gd name="connsiteX101" fmla="*/ 4978032 w 7472601"/>
              <a:gd name="connsiteY101" fmla="*/ 5183809 h 6858000"/>
              <a:gd name="connsiteX102" fmla="*/ 4463413 w 7472601"/>
              <a:gd name="connsiteY102" fmla="*/ 5615162 h 6858000"/>
              <a:gd name="connsiteX103" fmla="*/ 4358134 w 7472601"/>
              <a:gd name="connsiteY103" fmla="*/ 5742791 h 6858000"/>
              <a:gd name="connsiteX104" fmla="*/ 4376219 w 7472601"/>
              <a:gd name="connsiteY104" fmla="*/ 5729027 h 6858000"/>
              <a:gd name="connsiteX105" fmla="*/ 4582340 w 7472601"/>
              <a:gd name="connsiteY105" fmla="*/ 5561037 h 6858000"/>
              <a:gd name="connsiteX106" fmla="*/ 4694684 w 7472601"/>
              <a:gd name="connsiteY106" fmla="*/ 5447098 h 6858000"/>
              <a:gd name="connsiteX107" fmla="*/ 4754123 w 7472601"/>
              <a:gd name="connsiteY107" fmla="*/ 5384643 h 6858000"/>
              <a:gd name="connsiteX108" fmla="*/ 4978032 w 7472601"/>
              <a:gd name="connsiteY108" fmla="*/ 5183809 h 6858000"/>
              <a:gd name="connsiteX109" fmla="*/ 1903353 w 7472601"/>
              <a:gd name="connsiteY109" fmla="*/ 5044827 h 6858000"/>
              <a:gd name="connsiteX110" fmla="*/ 1936931 w 7472601"/>
              <a:gd name="connsiteY110" fmla="*/ 5093954 h 6858000"/>
              <a:gd name="connsiteX111" fmla="*/ 2195868 w 7472601"/>
              <a:gd name="connsiteY111" fmla="*/ 5396574 h 6858000"/>
              <a:gd name="connsiteX112" fmla="*/ 2088852 w 7472601"/>
              <a:gd name="connsiteY112" fmla="*/ 5166123 h 6858000"/>
              <a:gd name="connsiteX113" fmla="*/ 1958241 w 7472601"/>
              <a:gd name="connsiteY113" fmla="*/ 5067955 h 6858000"/>
              <a:gd name="connsiteX114" fmla="*/ 1903353 w 7472601"/>
              <a:gd name="connsiteY114" fmla="*/ 5044827 h 6858000"/>
              <a:gd name="connsiteX115" fmla="*/ 1979378 w 7472601"/>
              <a:gd name="connsiteY115" fmla="*/ 4769504 h 6858000"/>
              <a:gd name="connsiteX116" fmla="*/ 2882120 w 7472601"/>
              <a:gd name="connsiteY116" fmla="*/ 5064547 h 6858000"/>
              <a:gd name="connsiteX117" fmla="*/ 2793103 w 7472601"/>
              <a:gd name="connsiteY117" fmla="*/ 5039699 h 6858000"/>
              <a:gd name="connsiteX118" fmla="*/ 2770041 w 7472601"/>
              <a:gd name="connsiteY118" fmla="*/ 5033634 h 6858000"/>
              <a:gd name="connsiteX119" fmla="*/ 1979378 w 7472601"/>
              <a:gd name="connsiteY119" fmla="*/ 4769504 h 6858000"/>
              <a:gd name="connsiteX120" fmla="*/ 1927410 w 7472601"/>
              <a:gd name="connsiteY120" fmla="*/ 4716164 h 6858000"/>
              <a:gd name="connsiteX121" fmla="*/ 1959587 w 7472601"/>
              <a:gd name="connsiteY121" fmla="*/ 4728849 h 6858000"/>
              <a:gd name="connsiteX122" fmla="*/ 2777707 w 7472601"/>
              <a:gd name="connsiteY122" fmla="*/ 5003991 h 6858000"/>
              <a:gd name="connsiteX123" fmla="*/ 2800768 w 7472601"/>
              <a:gd name="connsiteY123" fmla="*/ 5010056 h 6858000"/>
              <a:gd name="connsiteX124" fmla="*/ 2879408 w 7472601"/>
              <a:gd name="connsiteY124" fmla="*/ 5031590 h 6858000"/>
              <a:gd name="connsiteX125" fmla="*/ 2862295 w 7472601"/>
              <a:gd name="connsiteY125" fmla="*/ 5022958 h 6858000"/>
              <a:gd name="connsiteX126" fmla="*/ 2813343 w 7472601"/>
              <a:gd name="connsiteY126" fmla="*/ 4998369 h 6858000"/>
              <a:gd name="connsiteX127" fmla="*/ 2646245 w 7472601"/>
              <a:gd name="connsiteY127" fmla="*/ 4930999 h 6858000"/>
              <a:gd name="connsiteX128" fmla="*/ 1999243 w 7472601"/>
              <a:gd name="connsiteY128" fmla="*/ 4730524 h 6858000"/>
              <a:gd name="connsiteX129" fmla="*/ 1979527 w 7472601"/>
              <a:gd name="connsiteY129" fmla="*/ 4726651 h 6858000"/>
              <a:gd name="connsiteX130" fmla="*/ 1927410 w 7472601"/>
              <a:gd name="connsiteY130" fmla="*/ 4716164 h 6858000"/>
              <a:gd name="connsiteX131" fmla="*/ 1997014 w 7472601"/>
              <a:gd name="connsiteY131" fmla="*/ 4698007 h 6858000"/>
              <a:gd name="connsiteX132" fmla="*/ 2005458 w 7472601"/>
              <a:gd name="connsiteY132" fmla="*/ 4699540 h 6858000"/>
              <a:gd name="connsiteX133" fmla="*/ 2657186 w 7472601"/>
              <a:gd name="connsiteY133" fmla="*/ 4901687 h 6858000"/>
              <a:gd name="connsiteX134" fmla="*/ 2826662 w 7472601"/>
              <a:gd name="connsiteY134" fmla="*/ 4970362 h 6858000"/>
              <a:gd name="connsiteX135" fmla="*/ 2876100 w 7472601"/>
              <a:gd name="connsiteY135" fmla="*/ 4995397 h 6858000"/>
              <a:gd name="connsiteX136" fmla="*/ 3042600 w 7472601"/>
              <a:gd name="connsiteY136" fmla="*/ 5059532 h 6858000"/>
              <a:gd name="connsiteX137" fmla="*/ 1997014 w 7472601"/>
              <a:gd name="connsiteY137" fmla="*/ 4698007 h 6858000"/>
              <a:gd name="connsiteX138" fmla="*/ 2305292 w 7472601"/>
              <a:gd name="connsiteY138" fmla="*/ 4219492 h 6858000"/>
              <a:gd name="connsiteX139" fmla="*/ 3360922 w 7472601"/>
              <a:gd name="connsiteY139" fmla="*/ 4529373 h 6858000"/>
              <a:gd name="connsiteX140" fmla="*/ 3492420 w 7472601"/>
              <a:gd name="connsiteY140" fmla="*/ 4510145 h 6858000"/>
              <a:gd name="connsiteX141" fmla="*/ 3364086 w 7472601"/>
              <a:gd name="connsiteY141" fmla="*/ 4480340 h 6858000"/>
              <a:gd name="connsiteX142" fmla="*/ 3225818 w 7472601"/>
              <a:gd name="connsiteY142" fmla="*/ 4411822 h 6858000"/>
              <a:gd name="connsiteX143" fmla="*/ 3129696 w 7472601"/>
              <a:gd name="connsiteY143" fmla="*/ 4360704 h 6858000"/>
              <a:gd name="connsiteX144" fmla="*/ 2814545 w 7472601"/>
              <a:gd name="connsiteY144" fmla="*/ 4282955 h 6858000"/>
              <a:gd name="connsiteX145" fmla="*/ 2305292 w 7472601"/>
              <a:gd name="connsiteY145" fmla="*/ 4219492 h 6858000"/>
              <a:gd name="connsiteX146" fmla="*/ 2626982 w 7472601"/>
              <a:gd name="connsiteY146" fmla="*/ 4206450 h 6858000"/>
              <a:gd name="connsiteX147" fmla="*/ 2490617 w 7472601"/>
              <a:gd name="connsiteY147" fmla="*/ 4206951 h 6858000"/>
              <a:gd name="connsiteX148" fmla="*/ 2819869 w 7472601"/>
              <a:gd name="connsiteY148" fmla="*/ 4252936 h 6858000"/>
              <a:gd name="connsiteX149" fmla="*/ 3143018 w 7472601"/>
              <a:gd name="connsiteY149" fmla="*/ 4332698 h 6858000"/>
              <a:gd name="connsiteX150" fmla="*/ 3241520 w 7472601"/>
              <a:gd name="connsiteY150" fmla="*/ 4385112 h 6858000"/>
              <a:gd name="connsiteX151" fmla="*/ 3374575 w 7472601"/>
              <a:gd name="connsiteY151" fmla="*/ 4451517 h 6858000"/>
              <a:gd name="connsiteX152" fmla="*/ 3505221 w 7472601"/>
              <a:gd name="connsiteY152" fmla="*/ 4480757 h 6858000"/>
              <a:gd name="connsiteX153" fmla="*/ 2626982 w 7472601"/>
              <a:gd name="connsiteY153" fmla="*/ 4206450 h 6858000"/>
              <a:gd name="connsiteX154" fmla="*/ 1310106 w 7472601"/>
              <a:gd name="connsiteY154" fmla="*/ 3943217 h 6858000"/>
              <a:gd name="connsiteX155" fmla="*/ 854994 w 7472601"/>
              <a:gd name="connsiteY155" fmla="*/ 4399136 h 6858000"/>
              <a:gd name="connsiteX156" fmla="*/ 742462 w 7472601"/>
              <a:gd name="connsiteY156" fmla="*/ 4594648 h 6858000"/>
              <a:gd name="connsiteX157" fmla="*/ 820602 w 7472601"/>
              <a:gd name="connsiteY157" fmla="*/ 4485915 h 6858000"/>
              <a:gd name="connsiteX158" fmla="*/ 878295 w 7472601"/>
              <a:gd name="connsiteY158" fmla="*/ 4403594 h 6858000"/>
              <a:gd name="connsiteX159" fmla="*/ 1240607 w 7472601"/>
              <a:gd name="connsiteY159" fmla="*/ 4010401 h 6858000"/>
              <a:gd name="connsiteX160" fmla="*/ 1310106 w 7472601"/>
              <a:gd name="connsiteY160" fmla="*/ 3943217 h 6858000"/>
              <a:gd name="connsiteX161" fmla="*/ 1423113 w 7472601"/>
              <a:gd name="connsiteY161" fmla="*/ 3874565 h 6858000"/>
              <a:gd name="connsiteX162" fmla="*/ 1260565 w 7472601"/>
              <a:gd name="connsiteY162" fmla="*/ 4031982 h 6858000"/>
              <a:gd name="connsiteX163" fmla="*/ 901900 w 7472601"/>
              <a:gd name="connsiteY163" fmla="*/ 4421236 h 6858000"/>
              <a:gd name="connsiteX164" fmla="*/ 845044 w 7472601"/>
              <a:gd name="connsiteY164" fmla="*/ 4502436 h 6858000"/>
              <a:gd name="connsiteX165" fmla="*/ 685926 w 7472601"/>
              <a:gd name="connsiteY165" fmla="*/ 4703069 h 6858000"/>
              <a:gd name="connsiteX166" fmla="*/ 684248 w 7472601"/>
              <a:gd name="connsiteY166" fmla="*/ 4706721 h 6858000"/>
              <a:gd name="connsiteX167" fmla="*/ 1423113 w 7472601"/>
              <a:gd name="connsiteY167" fmla="*/ 3874565 h 6858000"/>
              <a:gd name="connsiteX168" fmla="*/ 3316479 w 7472601"/>
              <a:gd name="connsiteY168" fmla="*/ 3872136 h 6858000"/>
              <a:gd name="connsiteX169" fmla="*/ 3546806 w 7472601"/>
              <a:gd name="connsiteY169" fmla="*/ 4356139 h 6858000"/>
              <a:gd name="connsiteX170" fmla="*/ 3364433 w 7472601"/>
              <a:gd name="connsiteY170" fmla="*/ 3953121 h 6858000"/>
              <a:gd name="connsiteX171" fmla="*/ 3316479 w 7472601"/>
              <a:gd name="connsiteY171" fmla="*/ 3872136 h 6858000"/>
              <a:gd name="connsiteX172" fmla="*/ 3291335 w 7472601"/>
              <a:gd name="connsiteY172" fmla="*/ 3767420 h 6858000"/>
              <a:gd name="connsiteX173" fmla="*/ 3390805 w 7472601"/>
              <a:gd name="connsiteY173" fmla="*/ 3937163 h 6858000"/>
              <a:gd name="connsiteX174" fmla="*/ 3579062 w 7472601"/>
              <a:gd name="connsiteY174" fmla="*/ 4359040 h 6858000"/>
              <a:gd name="connsiteX175" fmla="*/ 3467355 w 7472601"/>
              <a:gd name="connsiteY175" fmla="*/ 3988130 h 6858000"/>
              <a:gd name="connsiteX176" fmla="*/ 3310753 w 7472601"/>
              <a:gd name="connsiteY176" fmla="*/ 3787140 h 6858000"/>
              <a:gd name="connsiteX177" fmla="*/ 3291335 w 7472601"/>
              <a:gd name="connsiteY177" fmla="*/ 3767420 h 6858000"/>
              <a:gd name="connsiteX178" fmla="*/ 1635889 w 7472601"/>
              <a:gd name="connsiteY178" fmla="*/ 3709494 h 6858000"/>
              <a:gd name="connsiteX179" fmla="*/ 1634800 w 7472601"/>
              <a:gd name="connsiteY179" fmla="*/ 3731111 h 6858000"/>
              <a:gd name="connsiteX180" fmla="*/ 1635889 w 7472601"/>
              <a:gd name="connsiteY180" fmla="*/ 3709494 h 6858000"/>
              <a:gd name="connsiteX181" fmla="*/ 1510397 w 7472601"/>
              <a:gd name="connsiteY181" fmla="*/ 3684705 h 6858000"/>
              <a:gd name="connsiteX182" fmla="*/ 1146550 w 7472601"/>
              <a:gd name="connsiteY182" fmla="*/ 3802012 h 6858000"/>
              <a:gd name="connsiteX183" fmla="*/ 698834 w 7472601"/>
              <a:gd name="connsiteY183" fmla="*/ 3952272 h 6858000"/>
              <a:gd name="connsiteX184" fmla="*/ 34256 w 7472601"/>
              <a:gd name="connsiteY184" fmla="*/ 4347603 h 6858000"/>
              <a:gd name="connsiteX185" fmla="*/ 527241 w 7472601"/>
              <a:gd name="connsiteY185" fmla="*/ 4065078 h 6858000"/>
              <a:gd name="connsiteX186" fmla="*/ 1510397 w 7472601"/>
              <a:gd name="connsiteY186" fmla="*/ 3684705 h 6858000"/>
              <a:gd name="connsiteX187" fmla="*/ 1313114 w 7472601"/>
              <a:gd name="connsiteY187" fmla="*/ 3655216 h 6858000"/>
              <a:gd name="connsiteX188" fmla="*/ 1109304 w 7472601"/>
              <a:gd name="connsiteY188" fmla="*/ 3669030 h 6858000"/>
              <a:gd name="connsiteX189" fmla="*/ 8129 w 7472601"/>
              <a:gd name="connsiteY189" fmla="*/ 4330519 h 6858000"/>
              <a:gd name="connsiteX190" fmla="*/ 687572 w 7472601"/>
              <a:gd name="connsiteY190" fmla="*/ 3925629 h 6858000"/>
              <a:gd name="connsiteX191" fmla="*/ 1138365 w 7472601"/>
              <a:gd name="connsiteY191" fmla="*/ 3774515 h 6858000"/>
              <a:gd name="connsiteX192" fmla="*/ 1505579 w 7472601"/>
              <a:gd name="connsiteY192" fmla="*/ 3655526 h 6858000"/>
              <a:gd name="connsiteX193" fmla="*/ 1313114 w 7472601"/>
              <a:gd name="connsiteY193" fmla="*/ 3655216 h 6858000"/>
              <a:gd name="connsiteX194" fmla="*/ 3655073 w 7472601"/>
              <a:gd name="connsiteY194" fmla="*/ 3650884 h 6858000"/>
              <a:gd name="connsiteX195" fmla="*/ 3989938 w 7472601"/>
              <a:gd name="connsiteY195" fmla="*/ 3991685 h 6858000"/>
              <a:gd name="connsiteX196" fmla="*/ 4393907 w 7472601"/>
              <a:gd name="connsiteY196" fmla="*/ 4261258 h 6858000"/>
              <a:gd name="connsiteX197" fmla="*/ 4648051 w 7472601"/>
              <a:gd name="connsiteY197" fmla="*/ 4374051 h 6858000"/>
              <a:gd name="connsiteX198" fmla="*/ 4383389 w 7472601"/>
              <a:gd name="connsiteY198" fmla="*/ 4184369 h 6858000"/>
              <a:gd name="connsiteX199" fmla="*/ 4165508 w 7472601"/>
              <a:gd name="connsiteY199" fmla="*/ 4035196 h 6858000"/>
              <a:gd name="connsiteX200" fmla="*/ 4068162 w 7472601"/>
              <a:gd name="connsiteY200" fmla="*/ 3953394 h 6858000"/>
              <a:gd name="connsiteX201" fmla="*/ 3981416 w 7472601"/>
              <a:gd name="connsiteY201" fmla="*/ 3880482 h 6858000"/>
              <a:gd name="connsiteX202" fmla="*/ 3800147 w 7472601"/>
              <a:gd name="connsiteY202" fmla="*/ 3749872 h 6858000"/>
              <a:gd name="connsiteX203" fmla="*/ 3655073 w 7472601"/>
              <a:gd name="connsiteY203" fmla="*/ 3650884 h 6858000"/>
              <a:gd name="connsiteX204" fmla="*/ 3670252 w 7472601"/>
              <a:gd name="connsiteY204" fmla="*/ 3622798 h 6858000"/>
              <a:gd name="connsiteX205" fmla="*/ 3817258 w 7472601"/>
              <a:gd name="connsiteY205" fmla="*/ 3723577 h 6858000"/>
              <a:gd name="connsiteX206" fmla="*/ 4000461 w 7472601"/>
              <a:gd name="connsiteY206" fmla="*/ 3855966 h 6858000"/>
              <a:gd name="connsiteX207" fmla="*/ 4088180 w 7472601"/>
              <a:gd name="connsiteY207" fmla="*/ 3929774 h 6858000"/>
              <a:gd name="connsiteX208" fmla="*/ 4184555 w 7472601"/>
              <a:gd name="connsiteY208" fmla="*/ 4010683 h 6858000"/>
              <a:gd name="connsiteX209" fmla="*/ 4399563 w 7472601"/>
              <a:gd name="connsiteY209" fmla="*/ 4158106 h 6858000"/>
              <a:gd name="connsiteX210" fmla="*/ 4684469 w 7472601"/>
              <a:gd name="connsiteY210" fmla="*/ 4364680 h 6858000"/>
              <a:gd name="connsiteX211" fmla="*/ 4690271 w 7472601"/>
              <a:gd name="connsiteY211" fmla="*/ 4370034 h 6858000"/>
              <a:gd name="connsiteX212" fmla="*/ 4136093 w 7472601"/>
              <a:gd name="connsiteY212" fmla="*/ 3858466 h 6858000"/>
              <a:gd name="connsiteX213" fmla="*/ 3670252 w 7472601"/>
              <a:gd name="connsiteY213" fmla="*/ 3622798 h 6858000"/>
              <a:gd name="connsiteX214" fmla="*/ 4440129 w 7472601"/>
              <a:gd name="connsiteY214" fmla="*/ 3448571 h 6858000"/>
              <a:gd name="connsiteX215" fmla="*/ 4856525 w 7472601"/>
              <a:gd name="connsiteY215" fmla="*/ 3915351 h 6858000"/>
              <a:gd name="connsiteX216" fmla="*/ 5059055 w 7472601"/>
              <a:gd name="connsiteY216" fmla="*/ 4108918 h 6858000"/>
              <a:gd name="connsiteX217" fmla="*/ 5290070 w 7472601"/>
              <a:gd name="connsiteY217" fmla="*/ 4263619 h 6858000"/>
              <a:gd name="connsiteX218" fmla="*/ 4834991 w 7472601"/>
              <a:gd name="connsiteY218" fmla="*/ 3830985 h 6858000"/>
              <a:gd name="connsiteX219" fmla="*/ 4440129 w 7472601"/>
              <a:gd name="connsiteY219" fmla="*/ 3448571 h 6858000"/>
              <a:gd name="connsiteX220" fmla="*/ 4441737 w 7472601"/>
              <a:gd name="connsiteY220" fmla="*/ 3399734 h 6858000"/>
              <a:gd name="connsiteX221" fmla="*/ 4431236 w 7472601"/>
              <a:gd name="connsiteY221" fmla="*/ 3400954 h 6858000"/>
              <a:gd name="connsiteX222" fmla="*/ 4557150 w 7472601"/>
              <a:gd name="connsiteY222" fmla="*/ 3510023 h 6858000"/>
              <a:gd name="connsiteX223" fmla="*/ 4856936 w 7472601"/>
              <a:gd name="connsiteY223" fmla="*/ 3809146 h 6858000"/>
              <a:gd name="connsiteX224" fmla="*/ 5111996 w 7472601"/>
              <a:gd name="connsiteY224" fmla="*/ 4065759 h 6858000"/>
              <a:gd name="connsiteX225" fmla="*/ 5388878 w 7472601"/>
              <a:gd name="connsiteY225" fmla="*/ 4300185 h 6858000"/>
              <a:gd name="connsiteX226" fmla="*/ 5425556 w 7472601"/>
              <a:gd name="connsiteY226" fmla="*/ 4308967 h 6858000"/>
              <a:gd name="connsiteX227" fmla="*/ 4943646 w 7472601"/>
              <a:gd name="connsiteY227" fmla="*/ 3822916 h 6858000"/>
              <a:gd name="connsiteX228" fmla="*/ 4594837 w 7472601"/>
              <a:gd name="connsiteY228" fmla="*/ 3532274 h 6858000"/>
              <a:gd name="connsiteX229" fmla="*/ 4441737 w 7472601"/>
              <a:gd name="connsiteY229" fmla="*/ 3399734 h 6858000"/>
              <a:gd name="connsiteX230" fmla="*/ 5425834 w 7472601"/>
              <a:gd name="connsiteY230" fmla="*/ 3162785 h 6858000"/>
              <a:gd name="connsiteX231" fmla="*/ 5401644 w 7472601"/>
              <a:gd name="connsiteY231" fmla="*/ 3617847 h 6858000"/>
              <a:gd name="connsiteX232" fmla="*/ 5467256 w 7472601"/>
              <a:gd name="connsiteY232" fmla="*/ 4175494 h 6858000"/>
              <a:gd name="connsiteX233" fmla="*/ 5448069 w 7472601"/>
              <a:gd name="connsiteY233" fmla="*/ 3567554 h 6858000"/>
              <a:gd name="connsiteX234" fmla="*/ 5425834 w 7472601"/>
              <a:gd name="connsiteY234" fmla="*/ 3162785 h 6858000"/>
              <a:gd name="connsiteX235" fmla="*/ 1318687 w 7472601"/>
              <a:gd name="connsiteY235" fmla="*/ 3113840 h 6858000"/>
              <a:gd name="connsiteX236" fmla="*/ 1066793 w 7472601"/>
              <a:gd name="connsiteY236" fmla="*/ 3212171 h 6858000"/>
              <a:gd name="connsiteX237" fmla="*/ 993319 w 7472601"/>
              <a:gd name="connsiteY237" fmla="*/ 3247648 h 6858000"/>
              <a:gd name="connsiteX238" fmla="*/ 853081 w 7472601"/>
              <a:gd name="connsiteY238" fmla="*/ 3312410 h 6858000"/>
              <a:gd name="connsiteX239" fmla="*/ 805957 w 7472601"/>
              <a:gd name="connsiteY239" fmla="*/ 3330443 h 6858000"/>
              <a:gd name="connsiteX240" fmla="*/ 1318687 w 7472601"/>
              <a:gd name="connsiteY240" fmla="*/ 3113840 h 6858000"/>
              <a:gd name="connsiteX241" fmla="*/ 5453702 w 7472601"/>
              <a:gd name="connsiteY241" fmla="*/ 3090882 h 6858000"/>
              <a:gd name="connsiteX242" fmla="*/ 5480135 w 7472601"/>
              <a:gd name="connsiteY242" fmla="*/ 3565802 h 6858000"/>
              <a:gd name="connsiteX243" fmla="*/ 5499023 w 7472601"/>
              <a:gd name="connsiteY243" fmla="*/ 4166310 h 6858000"/>
              <a:gd name="connsiteX244" fmla="*/ 5547022 w 7472601"/>
              <a:gd name="connsiteY244" fmla="*/ 3607838 h 6858000"/>
              <a:gd name="connsiteX245" fmla="*/ 5515964 w 7472601"/>
              <a:gd name="connsiteY245" fmla="*/ 3378541 h 6858000"/>
              <a:gd name="connsiteX246" fmla="*/ 5453702 w 7472601"/>
              <a:gd name="connsiteY246" fmla="*/ 3090882 h 6858000"/>
              <a:gd name="connsiteX247" fmla="*/ 1238695 w 7472601"/>
              <a:gd name="connsiteY247" fmla="*/ 3076820 h 6858000"/>
              <a:gd name="connsiteX248" fmla="*/ 716371 w 7472601"/>
              <a:gd name="connsiteY248" fmla="*/ 3293249 h 6858000"/>
              <a:gd name="connsiteX249" fmla="*/ 579522 w 7472601"/>
              <a:gd name="connsiteY249" fmla="*/ 3371759 h 6858000"/>
              <a:gd name="connsiteX250" fmla="*/ 600288 w 7472601"/>
              <a:gd name="connsiteY250" fmla="*/ 3365555 h 6858000"/>
              <a:gd name="connsiteX251" fmla="*/ 840692 w 7472601"/>
              <a:gd name="connsiteY251" fmla="*/ 3284921 h 6858000"/>
              <a:gd name="connsiteX252" fmla="*/ 979248 w 7472601"/>
              <a:gd name="connsiteY252" fmla="*/ 3221003 h 6858000"/>
              <a:gd name="connsiteX253" fmla="*/ 1053282 w 7472601"/>
              <a:gd name="connsiteY253" fmla="*/ 3185247 h 6858000"/>
              <a:gd name="connsiteX254" fmla="*/ 1320603 w 7472601"/>
              <a:gd name="connsiteY254" fmla="*/ 3081281 h 6858000"/>
              <a:gd name="connsiteX255" fmla="*/ 1238695 w 7472601"/>
              <a:gd name="connsiteY255" fmla="*/ 3076820 h 6858000"/>
              <a:gd name="connsiteX256" fmla="*/ 5425627 w 7472601"/>
              <a:gd name="connsiteY256" fmla="*/ 2954192 h 6858000"/>
              <a:gd name="connsiteX257" fmla="*/ 5470770 w 7472601"/>
              <a:gd name="connsiteY257" fmla="*/ 3005435 h 6858000"/>
              <a:gd name="connsiteX258" fmla="*/ 5519779 w 7472601"/>
              <a:gd name="connsiteY258" fmla="*/ 4359223 h 6858000"/>
              <a:gd name="connsiteX259" fmla="*/ 5520293 w 7472601"/>
              <a:gd name="connsiteY259" fmla="*/ 4360602 h 6858000"/>
              <a:gd name="connsiteX260" fmla="*/ 5767221 w 7472601"/>
              <a:gd name="connsiteY260" fmla="*/ 4665564 h 6858000"/>
              <a:gd name="connsiteX261" fmla="*/ 6937169 w 7472601"/>
              <a:gd name="connsiteY261" fmla="*/ 4815941 h 6858000"/>
              <a:gd name="connsiteX262" fmla="*/ 6953922 w 7472601"/>
              <a:gd name="connsiteY262" fmla="*/ 4890068 h 6858000"/>
              <a:gd name="connsiteX263" fmla="*/ 6071359 w 7472601"/>
              <a:gd name="connsiteY263" fmla="*/ 4770770 h 6858000"/>
              <a:gd name="connsiteX264" fmla="*/ 6038839 w 7472601"/>
              <a:gd name="connsiteY264" fmla="*/ 4764474 h 6858000"/>
              <a:gd name="connsiteX265" fmla="*/ 6038706 w 7472601"/>
              <a:gd name="connsiteY265" fmla="*/ 4763847 h 6858000"/>
              <a:gd name="connsiteX266" fmla="*/ 6037784 w 7472601"/>
              <a:gd name="connsiteY266" fmla="*/ 4764270 h 6858000"/>
              <a:gd name="connsiteX267" fmla="*/ 6038839 w 7472601"/>
              <a:gd name="connsiteY267" fmla="*/ 4764474 h 6858000"/>
              <a:gd name="connsiteX268" fmla="*/ 6040338 w 7472601"/>
              <a:gd name="connsiteY268" fmla="*/ 4771418 h 6858000"/>
              <a:gd name="connsiteX269" fmla="*/ 6024488 w 7472601"/>
              <a:gd name="connsiteY269" fmla="*/ 4809903 h 6858000"/>
              <a:gd name="connsiteX270" fmla="*/ 5599771 w 7472601"/>
              <a:gd name="connsiteY270" fmla="*/ 5509652 h 6858000"/>
              <a:gd name="connsiteX271" fmla="*/ 5548843 w 7472601"/>
              <a:gd name="connsiteY271" fmla="*/ 5563845 h 6858000"/>
              <a:gd name="connsiteX272" fmla="*/ 5940952 w 7472601"/>
              <a:gd name="connsiteY272" fmla="*/ 6250028 h 6858000"/>
              <a:gd name="connsiteX273" fmla="*/ 6043441 w 7472601"/>
              <a:gd name="connsiteY273" fmla="*/ 6665847 h 6858000"/>
              <a:gd name="connsiteX274" fmla="*/ 6093432 w 7472601"/>
              <a:gd name="connsiteY274" fmla="*/ 6858000 h 6858000"/>
              <a:gd name="connsiteX275" fmla="*/ 6034344 w 7472601"/>
              <a:gd name="connsiteY275" fmla="*/ 6858000 h 6858000"/>
              <a:gd name="connsiteX276" fmla="*/ 6026679 w 7472601"/>
              <a:gd name="connsiteY276" fmla="*/ 6836959 h 6858000"/>
              <a:gd name="connsiteX277" fmla="*/ 5800441 w 7472601"/>
              <a:gd name="connsiteY277" fmla="*/ 6335286 h 6858000"/>
              <a:gd name="connsiteX278" fmla="*/ 5526562 w 7472601"/>
              <a:gd name="connsiteY278" fmla="*/ 5705388 h 6858000"/>
              <a:gd name="connsiteX279" fmla="*/ 5519640 w 7472601"/>
              <a:gd name="connsiteY279" fmla="*/ 5683774 h 6858000"/>
              <a:gd name="connsiteX280" fmla="*/ 5844559 w 7472601"/>
              <a:gd name="connsiteY280" fmla="*/ 6553349 h 6858000"/>
              <a:gd name="connsiteX281" fmla="*/ 5975994 w 7472601"/>
              <a:gd name="connsiteY281" fmla="*/ 6858000 h 6858000"/>
              <a:gd name="connsiteX282" fmla="*/ 5898547 w 7472601"/>
              <a:gd name="connsiteY282" fmla="*/ 6858000 h 6858000"/>
              <a:gd name="connsiteX283" fmla="*/ 5682041 w 7472601"/>
              <a:gd name="connsiteY283" fmla="*/ 6355860 h 6858000"/>
              <a:gd name="connsiteX284" fmla="*/ 5461758 w 7472601"/>
              <a:gd name="connsiteY284" fmla="*/ 5820220 h 6858000"/>
              <a:gd name="connsiteX285" fmla="*/ 5237282 w 7472601"/>
              <a:gd name="connsiteY285" fmla="*/ 6579086 h 6858000"/>
              <a:gd name="connsiteX286" fmla="*/ 5115009 w 7472601"/>
              <a:gd name="connsiteY286" fmla="*/ 6858000 h 6858000"/>
              <a:gd name="connsiteX287" fmla="*/ 5028074 w 7472601"/>
              <a:gd name="connsiteY287" fmla="*/ 6858000 h 6858000"/>
              <a:gd name="connsiteX288" fmla="*/ 5079508 w 7472601"/>
              <a:gd name="connsiteY288" fmla="*/ 6749074 h 6858000"/>
              <a:gd name="connsiteX289" fmla="*/ 5371846 w 7472601"/>
              <a:gd name="connsiteY289" fmla="*/ 5924413 h 6858000"/>
              <a:gd name="connsiteX290" fmla="*/ 5270512 w 7472601"/>
              <a:gd name="connsiteY290" fmla="*/ 6138975 h 6858000"/>
              <a:gd name="connsiteX291" fmla="*/ 5062409 w 7472601"/>
              <a:gd name="connsiteY291" fmla="*/ 6653544 h 6858000"/>
              <a:gd name="connsiteX292" fmla="*/ 5036628 w 7472601"/>
              <a:gd name="connsiteY292" fmla="*/ 6754247 h 6858000"/>
              <a:gd name="connsiteX293" fmla="*/ 5009112 w 7472601"/>
              <a:gd name="connsiteY293" fmla="*/ 6858000 h 6858000"/>
              <a:gd name="connsiteX294" fmla="*/ 4976679 w 7472601"/>
              <a:gd name="connsiteY294" fmla="*/ 6858000 h 6858000"/>
              <a:gd name="connsiteX295" fmla="*/ 5006537 w 7472601"/>
              <a:gd name="connsiteY295" fmla="*/ 6747068 h 6858000"/>
              <a:gd name="connsiteX296" fmla="*/ 5032723 w 7472601"/>
              <a:gd name="connsiteY296" fmla="*/ 6644957 h 6858000"/>
              <a:gd name="connsiteX297" fmla="*/ 5242949 w 7472601"/>
              <a:gd name="connsiteY297" fmla="*/ 6125175 h 6858000"/>
              <a:gd name="connsiteX298" fmla="*/ 5286321 w 7472601"/>
              <a:gd name="connsiteY298" fmla="*/ 6033555 h 6858000"/>
              <a:gd name="connsiteX299" fmla="*/ 5008210 w 7472601"/>
              <a:gd name="connsiteY299" fmla="*/ 6649194 h 6858000"/>
              <a:gd name="connsiteX300" fmla="*/ 4986321 w 7472601"/>
              <a:gd name="connsiteY300" fmla="*/ 6765687 h 6858000"/>
              <a:gd name="connsiteX301" fmla="*/ 4973474 w 7472601"/>
              <a:gd name="connsiteY301" fmla="*/ 6858000 h 6858000"/>
              <a:gd name="connsiteX302" fmla="*/ 4907178 w 7472601"/>
              <a:gd name="connsiteY302" fmla="*/ 6858000 h 6858000"/>
              <a:gd name="connsiteX303" fmla="*/ 4910810 w 7472601"/>
              <a:gd name="connsiteY303" fmla="*/ 6829660 h 6858000"/>
              <a:gd name="connsiteX304" fmla="*/ 4987461 w 7472601"/>
              <a:gd name="connsiteY304" fmla="*/ 6432994 h 6858000"/>
              <a:gd name="connsiteX305" fmla="*/ 5179262 w 7472601"/>
              <a:gd name="connsiteY305" fmla="*/ 6035044 h 6858000"/>
              <a:gd name="connsiteX306" fmla="*/ 4689678 w 7472601"/>
              <a:gd name="connsiteY306" fmla="*/ 6440241 h 6858000"/>
              <a:gd name="connsiteX307" fmla="*/ 4477543 w 7472601"/>
              <a:gd name="connsiteY307" fmla="*/ 6674836 h 6858000"/>
              <a:gd name="connsiteX308" fmla="*/ 4329957 w 7472601"/>
              <a:gd name="connsiteY308" fmla="*/ 6858000 h 6858000"/>
              <a:gd name="connsiteX309" fmla="*/ 4218595 w 7472601"/>
              <a:gd name="connsiteY309" fmla="*/ 6858000 h 6858000"/>
              <a:gd name="connsiteX310" fmla="*/ 4368888 w 7472601"/>
              <a:gd name="connsiteY310" fmla="*/ 6668412 h 6858000"/>
              <a:gd name="connsiteX311" fmla="*/ 4563091 w 7472601"/>
              <a:gd name="connsiteY311" fmla="*/ 6442508 h 6858000"/>
              <a:gd name="connsiteX312" fmla="*/ 5387324 w 7472601"/>
              <a:gd name="connsiteY312" fmla="*/ 5705830 h 6858000"/>
              <a:gd name="connsiteX313" fmla="*/ 5073620 w 7472601"/>
              <a:gd name="connsiteY313" fmla="*/ 5955437 h 6858000"/>
              <a:gd name="connsiteX314" fmla="*/ 4689789 w 7472601"/>
              <a:gd name="connsiteY314" fmla="*/ 6268382 h 6858000"/>
              <a:gd name="connsiteX315" fmla="*/ 4418722 w 7472601"/>
              <a:gd name="connsiteY315" fmla="*/ 6570886 h 6858000"/>
              <a:gd name="connsiteX316" fmla="*/ 4214944 w 7472601"/>
              <a:gd name="connsiteY316" fmla="*/ 6858000 h 6858000"/>
              <a:gd name="connsiteX317" fmla="*/ 4177898 w 7472601"/>
              <a:gd name="connsiteY317" fmla="*/ 6858000 h 6858000"/>
              <a:gd name="connsiteX318" fmla="*/ 4391597 w 7472601"/>
              <a:gd name="connsiteY318" fmla="*/ 6556370 h 6858000"/>
              <a:gd name="connsiteX319" fmla="*/ 4668889 w 7472601"/>
              <a:gd name="connsiteY319" fmla="*/ 6246399 h 6858000"/>
              <a:gd name="connsiteX320" fmla="*/ 5055427 w 7472601"/>
              <a:gd name="connsiteY320" fmla="*/ 5931476 h 6858000"/>
              <a:gd name="connsiteX321" fmla="*/ 5371814 w 7472601"/>
              <a:gd name="connsiteY321" fmla="*/ 5678975 h 6858000"/>
              <a:gd name="connsiteX322" fmla="*/ 4987918 w 7472601"/>
              <a:gd name="connsiteY322" fmla="*/ 5838701 h 6858000"/>
              <a:gd name="connsiteX323" fmla="*/ 4317146 w 7472601"/>
              <a:gd name="connsiteY323" fmla="*/ 6587716 h 6858000"/>
              <a:gd name="connsiteX324" fmla="*/ 4171627 w 7472601"/>
              <a:gd name="connsiteY324" fmla="*/ 6858000 h 6858000"/>
              <a:gd name="connsiteX325" fmla="*/ 4081585 w 7472601"/>
              <a:gd name="connsiteY325" fmla="*/ 6858000 h 6858000"/>
              <a:gd name="connsiteX326" fmla="*/ 4238603 w 7472601"/>
              <a:gd name="connsiteY326" fmla="*/ 6559341 h 6858000"/>
              <a:gd name="connsiteX327" fmla="*/ 4778333 w 7472601"/>
              <a:gd name="connsiteY327" fmla="*/ 5873626 h 6858000"/>
              <a:gd name="connsiteX328" fmla="*/ 5414185 w 7472601"/>
              <a:gd name="connsiteY328" fmla="*/ 5573882 h 6858000"/>
              <a:gd name="connsiteX329" fmla="*/ 5959648 w 7472601"/>
              <a:gd name="connsiteY329" fmla="*/ 4760797 h 6858000"/>
              <a:gd name="connsiteX330" fmla="*/ 5355019 w 7472601"/>
              <a:gd name="connsiteY330" fmla="*/ 4734672 h 6858000"/>
              <a:gd name="connsiteX331" fmla="*/ 5083565 w 7472601"/>
              <a:gd name="connsiteY331" fmla="*/ 5179121 h 6858000"/>
              <a:gd name="connsiteX332" fmla="*/ 4713577 w 7472601"/>
              <a:gd name="connsiteY332" fmla="*/ 5616803 h 6858000"/>
              <a:gd name="connsiteX333" fmla="*/ 3989559 w 7472601"/>
              <a:gd name="connsiteY333" fmla="*/ 6145945 h 6858000"/>
              <a:gd name="connsiteX334" fmla="*/ 3939824 w 7472601"/>
              <a:gd name="connsiteY334" fmla="*/ 6066900 h 6858000"/>
              <a:gd name="connsiteX335" fmla="*/ 4584537 w 7472601"/>
              <a:gd name="connsiteY335" fmla="*/ 5324826 h 6858000"/>
              <a:gd name="connsiteX336" fmla="*/ 5037105 w 7472601"/>
              <a:gd name="connsiteY336" fmla="*/ 5088765 h 6858000"/>
              <a:gd name="connsiteX337" fmla="*/ 5039930 w 7472601"/>
              <a:gd name="connsiteY337" fmla="*/ 5089585 h 6858000"/>
              <a:gd name="connsiteX338" fmla="*/ 5263764 w 7472601"/>
              <a:gd name="connsiteY338" fmla="*/ 4735525 h 6858000"/>
              <a:gd name="connsiteX339" fmla="*/ 4086300 w 7472601"/>
              <a:gd name="connsiteY339" fmla="*/ 4884599 h 6858000"/>
              <a:gd name="connsiteX340" fmla="*/ 4085485 w 7472601"/>
              <a:gd name="connsiteY340" fmla="*/ 4899070 h 6858000"/>
              <a:gd name="connsiteX341" fmla="*/ 3871915 w 7472601"/>
              <a:gd name="connsiteY341" fmla="*/ 5253645 h 6858000"/>
              <a:gd name="connsiteX342" fmla="*/ 3799374 w 7472601"/>
              <a:gd name="connsiteY342" fmla="*/ 5466127 h 6858000"/>
              <a:gd name="connsiteX343" fmla="*/ 3498850 w 7472601"/>
              <a:gd name="connsiteY343" fmla="*/ 6661888 h 6858000"/>
              <a:gd name="connsiteX344" fmla="*/ 3399216 w 7472601"/>
              <a:gd name="connsiteY344" fmla="*/ 6858000 h 6858000"/>
              <a:gd name="connsiteX345" fmla="*/ 3303688 w 7472601"/>
              <a:gd name="connsiteY345" fmla="*/ 6858000 h 6858000"/>
              <a:gd name="connsiteX346" fmla="*/ 3391774 w 7472601"/>
              <a:gd name="connsiteY346" fmla="*/ 6697181 h 6858000"/>
              <a:gd name="connsiteX347" fmla="*/ 3735540 w 7472601"/>
              <a:gd name="connsiteY347" fmla="*/ 5546923 h 6858000"/>
              <a:gd name="connsiteX348" fmla="*/ 3729438 w 7472601"/>
              <a:gd name="connsiteY348" fmla="*/ 5569058 h 6858000"/>
              <a:gd name="connsiteX349" fmla="*/ 3707782 w 7472601"/>
              <a:gd name="connsiteY349" fmla="*/ 5644908 h 6858000"/>
              <a:gd name="connsiteX350" fmla="*/ 3583827 w 7472601"/>
              <a:gd name="connsiteY350" fmla="*/ 6039215 h 6858000"/>
              <a:gd name="connsiteX351" fmla="*/ 3547861 w 7472601"/>
              <a:gd name="connsiteY351" fmla="*/ 6129609 h 6858000"/>
              <a:gd name="connsiteX352" fmla="*/ 3490905 w 7472601"/>
              <a:gd name="connsiteY352" fmla="*/ 6277660 h 6858000"/>
              <a:gd name="connsiteX353" fmla="*/ 3455859 w 7472601"/>
              <a:gd name="connsiteY353" fmla="*/ 6391301 h 6858000"/>
              <a:gd name="connsiteX354" fmla="*/ 3429112 w 7472601"/>
              <a:gd name="connsiteY354" fmla="*/ 6479469 h 6858000"/>
              <a:gd name="connsiteX355" fmla="*/ 3304862 w 7472601"/>
              <a:gd name="connsiteY355" fmla="*/ 6796476 h 6858000"/>
              <a:gd name="connsiteX356" fmla="*/ 3276071 w 7472601"/>
              <a:gd name="connsiteY356" fmla="*/ 6858000 h 6858000"/>
              <a:gd name="connsiteX357" fmla="*/ 3240805 w 7472601"/>
              <a:gd name="connsiteY357" fmla="*/ 6858000 h 6858000"/>
              <a:gd name="connsiteX358" fmla="*/ 3275917 w 7472601"/>
              <a:gd name="connsiteY358" fmla="*/ 6783192 h 6858000"/>
              <a:gd name="connsiteX359" fmla="*/ 3399358 w 7472601"/>
              <a:gd name="connsiteY359" fmla="*/ 6469011 h 6858000"/>
              <a:gd name="connsiteX360" fmla="*/ 3425650 w 7472601"/>
              <a:gd name="connsiteY360" fmla="*/ 6381333 h 6858000"/>
              <a:gd name="connsiteX361" fmla="*/ 3460661 w 7472601"/>
              <a:gd name="connsiteY361" fmla="*/ 6266763 h 6858000"/>
              <a:gd name="connsiteX362" fmla="*/ 3518021 w 7472601"/>
              <a:gd name="connsiteY362" fmla="*/ 6117298 h 6858000"/>
              <a:gd name="connsiteX363" fmla="*/ 3554035 w 7472601"/>
              <a:gd name="connsiteY363" fmla="*/ 6027832 h 6858000"/>
              <a:gd name="connsiteX364" fmla="*/ 3677174 w 7472601"/>
              <a:gd name="connsiteY364" fmla="*/ 5636351 h 6858000"/>
              <a:gd name="connsiteX365" fmla="*/ 3698819 w 7472601"/>
              <a:gd name="connsiteY365" fmla="*/ 5560503 h 6858000"/>
              <a:gd name="connsiteX366" fmla="*/ 3702094 w 7472601"/>
              <a:gd name="connsiteY366" fmla="*/ 5549194 h 6858000"/>
              <a:gd name="connsiteX367" fmla="*/ 3398355 w 7472601"/>
              <a:gd name="connsiteY367" fmla="*/ 6094603 h 6858000"/>
              <a:gd name="connsiteX368" fmla="*/ 3193941 w 7472601"/>
              <a:gd name="connsiteY368" fmla="*/ 6798775 h 6858000"/>
              <a:gd name="connsiteX369" fmla="*/ 3184140 w 7472601"/>
              <a:gd name="connsiteY369" fmla="*/ 6858000 h 6858000"/>
              <a:gd name="connsiteX370" fmla="*/ 3099978 w 7472601"/>
              <a:gd name="connsiteY370" fmla="*/ 6858000 h 6858000"/>
              <a:gd name="connsiteX371" fmla="*/ 3101556 w 7472601"/>
              <a:gd name="connsiteY371" fmla="*/ 6843337 h 6858000"/>
              <a:gd name="connsiteX372" fmla="*/ 3370162 w 7472601"/>
              <a:gd name="connsiteY372" fmla="*/ 5785550 h 6858000"/>
              <a:gd name="connsiteX373" fmla="*/ 3746477 w 7472601"/>
              <a:gd name="connsiteY373" fmla="*/ 5377889 h 6858000"/>
              <a:gd name="connsiteX374" fmla="*/ 3863399 w 7472601"/>
              <a:gd name="connsiteY374" fmla="*/ 5087257 h 6858000"/>
              <a:gd name="connsiteX375" fmla="*/ 3968712 w 7472601"/>
              <a:gd name="connsiteY375" fmla="*/ 4913989 h 6858000"/>
              <a:gd name="connsiteX376" fmla="*/ 2792390 w 7472601"/>
              <a:gd name="connsiteY376" fmla="*/ 5382974 h 6858000"/>
              <a:gd name="connsiteX377" fmla="*/ 2714982 w 7472601"/>
              <a:gd name="connsiteY377" fmla="*/ 5427051 h 6858000"/>
              <a:gd name="connsiteX378" fmla="*/ 2813361 w 7472601"/>
              <a:gd name="connsiteY378" fmla="*/ 6023912 h 6858000"/>
              <a:gd name="connsiteX379" fmla="*/ 2688430 w 7472601"/>
              <a:gd name="connsiteY379" fmla="*/ 6801564 h 6858000"/>
              <a:gd name="connsiteX380" fmla="*/ 2629626 w 7472601"/>
              <a:gd name="connsiteY380" fmla="*/ 6763394 h 6858000"/>
              <a:gd name="connsiteX381" fmla="*/ 2565328 w 7472601"/>
              <a:gd name="connsiteY381" fmla="*/ 5516399 h 6858000"/>
              <a:gd name="connsiteX382" fmla="*/ 1922999 w 7472601"/>
              <a:gd name="connsiteY382" fmla="*/ 5980343 h 6858000"/>
              <a:gd name="connsiteX383" fmla="*/ 1950261 w 7472601"/>
              <a:gd name="connsiteY383" fmla="*/ 6405858 h 6858000"/>
              <a:gd name="connsiteX384" fmla="*/ 2365554 w 7472601"/>
              <a:gd name="connsiteY384" fmla="*/ 6759107 h 6858000"/>
              <a:gd name="connsiteX385" fmla="*/ 2424142 w 7472601"/>
              <a:gd name="connsiteY385" fmla="*/ 6858000 h 6858000"/>
              <a:gd name="connsiteX386" fmla="*/ 2395994 w 7472601"/>
              <a:gd name="connsiteY386" fmla="*/ 6858000 h 6858000"/>
              <a:gd name="connsiteX387" fmla="*/ 2392863 w 7472601"/>
              <a:gd name="connsiteY387" fmla="*/ 6852964 h 6858000"/>
              <a:gd name="connsiteX388" fmla="*/ 2017589 w 7472601"/>
              <a:gd name="connsiteY388" fmla="*/ 6493982 h 6858000"/>
              <a:gd name="connsiteX389" fmla="*/ 2147336 w 7472601"/>
              <a:gd name="connsiteY389" fmla="*/ 6594052 h 6858000"/>
              <a:gd name="connsiteX390" fmla="*/ 2207047 w 7472601"/>
              <a:gd name="connsiteY390" fmla="*/ 6654540 h 6858000"/>
              <a:gd name="connsiteX391" fmla="*/ 2299106 w 7472601"/>
              <a:gd name="connsiteY391" fmla="*/ 6778931 h 6858000"/>
              <a:gd name="connsiteX392" fmla="*/ 2314430 w 7472601"/>
              <a:gd name="connsiteY392" fmla="*/ 6801144 h 6858000"/>
              <a:gd name="connsiteX393" fmla="*/ 2352406 w 7472601"/>
              <a:gd name="connsiteY393" fmla="*/ 6858000 h 6858000"/>
              <a:gd name="connsiteX394" fmla="*/ 2314492 w 7472601"/>
              <a:gd name="connsiteY394" fmla="*/ 6858000 h 6858000"/>
              <a:gd name="connsiteX395" fmla="*/ 2288095 w 7472601"/>
              <a:gd name="connsiteY395" fmla="*/ 6818030 h 6858000"/>
              <a:gd name="connsiteX396" fmla="*/ 2272768 w 7472601"/>
              <a:gd name="connsiteY396" fmla="*/ 6795822 h 6858000"/>
              <a:gd name="connsiteX397" fmla="*/ 2182715 w 7472601"/>
              <a:gd name="connsiteY397" fmla="*/ 6675071 h 6858000"/>
              <a:gd name="connsiteX398" fmla="*/ 2032061 w 7472601"/>
              <a:gd name="connsiteY398" fmla="*/ 6541380 h 6858000"/>
              <a:gd name="connsiteX399" fmla="*/ 2257220 w 7472601"/>
              <a:gd name="connsiteY399" fmla="*/ 6826257 h 6858000"/>
              <a:gd name="connsiteX400" fmla="*/ 2281324 w 7472601"/>
              <a:gd name="connsiteY400" fmla="*/ 6858000 h 6858000"/>
              <a:gd name="connsiteX401" fmla="*/ 2242860 w 7472601"/>
              <a:gd name="connsiteY401" fmla="*/ 6858000 h 6858000"/>
              <a:gd name="connsiteX402" fmla="*/ 2232818 w 7472601"/>
              <a:gd name="connsiteY402" fmla="*/ 6844926 h 6858000"/>
              <a:gd name="connsiteX403" fmla="*/ 1990172 w 7472601"/>
              <a:gd name="connsiteY403" fmla="*/ 6542121 h 6858000"/>
              <a:gd name="connsiteX404" fmla="*/ 2124090 w 7472601"/>
              <a:gd name="connsiteY404" fmla="*/ 6761017 h 6858000"/>
              <a:gd name="connsiteX405" fmla="*/ 2200380 w 7472601"/>
              <a:gd name="connsiteY405" fmla="*/ 6858000 h 6858000"/>
              <a:gd name="connsiteX406" fmla="*/ 2147507 w 7472601"/>
              <a:gd name="connsiteY406" fmla="*/ 6858000 h 6858000"/>
              <a:gd name="connsiteX407" fmla="*/ 2070668 w 7472601"/>
              <a:gd name="connsiteY407" fmla="*/ 6761520 h 6858000"/>
              <a:gd name="connsiteX408" fmla="*/ 1975142 w 7472601"/>
              <a:gd name="connsiteY408" fmla="*/ 6585570 h 6858000"/>
              <a:gd name="connsiteX409" fmla="*/ 2050035 w 7472601"/>
              <a:gd name="connsiteY409" fmla="*/ 6813345 h 6858000"/>
              <a:gd name="connsiteX410" fmla="*/ 2063025 w 7472601"/>
              <a:gd name="connsiteY410" fmla="*/ 6858000 h 6858000"/>
              <a:gd name="connsiteX411" fmla="*/ 2021675 w 7472601"/>
              <a:gd name="connsiteY411" fmla="*/ 6858000 h 6858000"/>
              <a:gd name="connsiteX412" fmla="*/ 2019308 w 7472601"/>
              <a:gd name="connsiteY412" fmla="*/ 6847118 h 6858000"/>
              <a:gd name="connsiteX413" fmla="*/ 1938835 w 7472601"/>
              <a:gd name="connsiteY413" fmla="*/ 6551160 h 6858000"/>
              <a:gd name="connsiteX414" fmla="*/ 1953230 w 7472601"/>
              <a:gd name="connsiteY414" fmla="*/ 6759699 h 6858000"/>
              <a:gd name="connsiteX415" fmla="*/ 1956763 w 7472601"/>
              <a:gd name="connsiteY415" fmla="*/ 6778191 h 6858000"/>
              <a:gd name="connsiteX416" fmla="*/ 1967925 w 7472601"/>
              <a:gd name="connsiteY416" fmla="*/ 6858000 h 6858000"/>
              <a:gd name="connsiteX417" fmla="*/ 1936622 w 7472601"/>
              <a:gd name="connsiteY417" fmla="*/ 6858000 h 6858000"/>
              <a:gd name="connsiteX418" fmla="*/ 1926261 w 7472601"/>
              <a:gd name="connsiteY418" fmla="*/ 6784064 h 6858000"/>
              <a:gd name="connsiteX419" fmla="*/ 1922724 w 7472601"/>
              <a:gd name="connsiteY419" fmla="*/ 6765577 h 6858000"/>
              <a:gd name="connsiteX420" fmla="*/ 1904650 w 7472601"/>
              <a:gd name="connsiteY420" fmla="*/ 6639616 h 6858000"/>
              <a:gd name="connsiteX421" fmla="*/ 1885273 w 7472601"/>
              <a:gd name="connsiteY421" fmla="*/ 6858000 h 6858000"/>
              <a:gd name="connsiteX422" fmla="*/ 1854363 w 7472601"/>
              <a:gd name="connsiteY422" fmla="*/ 6858000 h 6858000"/>
              <a:gd name="connsiteX423" fmla="*/ 1880391 w 7472601"/>
              <a:gd name="connsiteY423" fmla="*/ 6603796 h 6858000"/>
              <a:gd name="connsiteX424" fmla="*/ 1818273 w 7472601"/>
              <a:gd name="connsiteY424" fmla="*/ 6715729 h 6858000"/>
              <a:gd name="connsiteX425" fmla="*/ 1794691 w 7472601"/>
              <a:gd name="connsiteY425" fmla="*/ 6843239 h 6858000"/>
              <a:gd name="connsiteX426" fmla="*/ 1794914 w 7472601"/>
              <a:gd name="connsiteY426" fmla="*/ 6858000 h 6858000"/>
              <a:gd name="connsiteX427" fmla="*/ 1746128 w 7472601"/>
              <a:gd name="connsiteY427" fmla="*/ 6858000 h 6858000"/>
              <a:gd name="connsiteX428" fmla="*/ 1753934 w 7472601"/>
              <a:gd name="connsiteY428" fmla="*/ 6724796 h 6858000"/>
              <a:gd name="connsiteX429" fmla="*/ 1792053 w 7472601"/>
              <a:gd name="connsiteY429" fmla="*/ 6572396 h 6858000"/>
              <a:gd name="connsiteX430" fmla="*/ 1862248 w 7472601"/>
              <a:gd name="connsiteY430" fmla="*/ 6266397 h 6858000"/>
              <a:gd name="connsiteX431" fmla="*/ 1862250 w 7472601"/>
              <a:gd name="connsiteY431" fmla="*/ 6033531 h 6858000"/>
              <a:gd name="connsiteX432" fmla="*/ 1211999 w 7472601"/>
              <a:gd name="connsiteY432" fmla="*/ 6683610 h 6858000"/>
              <a:gd name="connsiteX433" fmla="*/ 1213266 w 7472601"/>
              <a:gd name="connsiteY433" fmla="*/ 6691947 h 6858000"/>
              <a:gd name="connsiteX434" fmla="*/ 1203370 w 7472601"/>
              <a:gd name="connsiteY434" fmla="*/ 6850676 h 6858000"/>
              <a:gd name="connsiteX435" fmla="*/ 1203671 w 7472601"/>
              <a:gd name="connsiteY435" fmla="*/ 6858000 h 6858000"/>
              <a:gd name="connsiteX436" fmla="*/ 1143180 w 7472601"/>
              <a:gd name="connsiteY436" fmla="*/ 6858000 h 6858000"/>
              <a:gd name="connsiteX437" fmla="*/ 1142176 w 7472601"/>
              <a:gd name="connsiteY437" fmla="*/ 6766045 h 6858000"/>
              <a:gd name="connsiteX438" fmla="*/ 1067484 w 7472601"/>
              <a:gd name="connsiteY438" fmla="*/ 6858000 h 6858000"/>
              <a:gd name="connsiteX439" fmla="*/ 953928 w 7472601"/>
              <a:gd name="connsiteY439" fmla="*/ 6858000 h 6858000"/>
              <a:gd name="connsiteX440" fmla="*/ 959715 w 7472601"/>
              <a:gd name="connsiteY440" fmla="*/ 6850185 h 6858000"/>
              <a:gd name="connsiteX441" fmla="*/ 1483788 w 7472601"/>
              <a:gd name="connsiteY441" fmla="*/ 6259174 h 6858000"/>
              <a:gd name="connsiteX442" fmla="*/ 1100671 w 7472601"/>
              <a:gd name="connsiteY442" fmla="*/ 6252137 h 6858000"/>
              <a:gd name="connsiteX443" fmla="*/ 1090144 w 7472601"/>
              <a:gd name="connsiteY443" fmla="*/ 6256748 h 6858000"/>
              <a:gd name="connsiteX444" fmla="*/ 1095872 w 7472601"/>
              <a:gd name="connsiteY444" fmla="*/ 6271892 h 6858000"/>
              <a:gd name="connsiteX445" fmla="*/ 262785 w 7472601"/>
              <a:gd name="connsiteY445" fmla="*/ 6845450 h 6858000"/>
              <a:gd name="connsiteX446" fmla="*/ 209968 w 7472601"/>
              <a:gd name="connsiteY446" fmla="*/ 6770713 h 6858000"/>
              <a:gd name="connsiteX447" fmla="*/ 873460 w 7472601"/>
              <a:gd name="connsiteY447" fmla="*/ 6253768 h 6858000"/>
              <a:gd name="connsiteX448" fmla="*/ 192686 w 7472601"/>
              <a:gd name="connsiteY448" fmla="*/ 5849257 h 6858000"/>
              <a:gd name="connsiteX449" fmla="*/ 4696 w 7472601"/>
              <a:gd name="connsiteY449" fmla="*/ 5697668 h 6858000"/>
              <a:gd name="connsiteX450" fmla="*/ 0 w 7472601"/>
              <a:gd name="connsiteY450" fmla="*/ 5689984 h 6858000"/>
              <a:gd name="connsiteX451" fmla="*/ 0 w 7472601"/>
              <a:gd name="connsiteY451" fmla="*/ 5513472 h 6858000"/>
              <a:gd name="connsiteX452" fmla="*/ 174101 w 7472601"/>
              <a:gd name="connsiteY452" fmla="*/ 5620277 h 6858000"/>
              <a:gd name="connsiteX453" fmla="*/ 891800 w 7472601"/>
              <a:gd name="connsiteY453" fmla="*/ 6036935 h 6858000"/>
              <a:gd name="connsiteX454" fmla="*/ 1072219 w 7472601"/>
              <a:gd name="connsiteY454" fmla="*/ 6169443 h 6858000"/>
              <a:gd name="connsiteX455" fmla="*/ 1074117 w 7472601"/>
              <a:gd name="connsiteY455" fmla="*/ 6170301 h 6858000"/>
              <a:gd name="connsiteX456" fmla="*/ 1083114 w 7472601"/>
              <a:gd name="connsiteY456" fmla="*/ 6174131 h 6858000"/>
              <a:gd name="connsiteX457" fmla="*/ 1543010 w 7472601"/>
              <a:gd name="connsiteY457" fmla="*/ 6191140 h 6858000"/>
              <a:gd name="connsiteX458" fmla="*/ 1551080 w 7472601"/>
              <a:gd name="connsiteY458" fmla="*/ 6195006 h 6858000"/>
              <a:gd name="connsiteX459" fmla="*/ 2345443 w 7472601"/>
              <a:gd name="connsiteY459" fmla="*/ 5549882 h 6858000"/>
              <a:gd name="connsiteX460" fmla="*/ 1721499 w 7472601"/>
              <a:gd name="connsiteY460" fmla="*/ 5599969 h 6858000"/>
              <a:gd name="connsiteX461" fmla="*/ 767716 w 7472601"/>
              <a:gd name="connsiteY461" fmla="*/ 5472768 h 6858000"/>
              <a:gd name="connsiteX462" fmla="*/ 722147 w 7472601"/>
              <a:gd name="connsiteY462" fmla="*/ 5393091 h 6858000"/>
              <a:gd name="connsiteX463" fmla="*/ 1485552 w 7472601"/>
              <a:gd name="connsiteY463" fmla="*/ 5313202 h 6858000"/>
              <a:gd name="connsiteX464" fmla="*/ 2143004 w 7472601"/>
              <a:gd name="connsiteY464" fmla="*/ 5402420 h 6858000"/>
              <a:gd name="connsiteX465" fmla="*/ 1933391 w 7472601"/>
              <a:gd name="connsiteY465" fmla="*/ 5156971 h 6858000"/>
              <a:gd name="connsiteX466" fmla="*/ 1827118 w 7472601"/>
              <a:gd name="connsiteY466" fmla="*/ 4968410 h 6858000"/>
              <a:gd name="connsiteX467" fmla="*/ 1837349 w 7472601"/>
              <a:gd name="connsiteY467" fmla="*/ 4956357 h 6858000"/>
              <a:gd name="connsiteX468" fmla="*/ 2162835 w 7472601"/>
              <a:gd name="connsiteY468" fmla="*/ 5187853 h 6858000"/>
              <a:gd name="connsiteX469" fmla="*/ 2257167 w 7472601"/>
              <a:gd name="connsiteY469" fmla="*/ 5462123 h 6858000"/>
              <a:gd name="connsiteX470" fmla="*/ 2261598 w 7472601"/>
              <a:gd name="connsiteY470" fmla="*/ 5467998 h 6858000"/>
              <a:gd name="connsiteX471" fmla="*/ 2437177 w 7472601"/>
              <a:gd name="connsiteY471" fmla="*/ 5479608 h 6858000"/>
              <a:gd name="connsiteX472" fmla="*/ 2445247 w 7472601"/>
              <a:gd name="connsiteY472" fmla="*/ 5483476 h 6858000"/>
              <a:gd name="connsiteX473" fmla="*/ 2743626 w 7472601"/>
              <a:gd name="connsiteY473" fmla="*/ 5304819 h 6858000"/>
              <a:gd name="connsiteX474" fmla="*/ 3048102 w 7472601"/>
              <a:gd name="connsiteY474" fmla="*/ 5150595 h 6858000"/>
              <a:gd name="connsiteX475" fmla="*/ 1799414 w 7472601"/>
              <a:gd name="connsiteY475" fmla="*/ 4694732 h 6858000"/>
              <a:gd name="connsiteX476" fmla="*/ 1771735 w 7472601"/>
              <a:gd name="connsiteY476" fmla="*/ 4619929 h 6858000"/>
              <a:gd name="connsiteX477" fmla="*/ 3104273 w 7472601"/>
              <a:gd name="connsiteY477" fmla="*/ 5076159 h 6858000"/>
              <a:gd name="connsiteX478" fmla="*/ 3113245 w 7472601"/>
              <a:gd name="connsiteY478" fmla="*/ 5090705 h 6858000"/>
              <a:gd name="connsiteX479" fmla="*/ 3126294 w 7472601"/>
              <a:gd name="connsiteY479" fmla="*/ 5114400 h 6858000"/>
              <a:gd name="connsiteX480" fmla="*/ 3937433 w 7472601"/>
              <a:gd name="connsiteY480" fmla="*/ 4830473 h 6858000"/>
              <a:gd name="connsiteX481" fmla="*/ 3590475 w 7472601"/>
              <a:gd name="connsiteY481" fmla="*/ 4597974 h 6858000"/>
              <a:gd name="connsiteX482" fmla="*/ 3100264 w 7472601"/>
              <a:gd name="connsiteY482" fmla="*/ 4579845 h 6858000"/>
              <a:gd name="connsiteX483" fmla="*/ 2183576 w 7472601"/>
              <a:gd name="connsiteY483" fmla="*/ 4227150 h 6858000"/>
              <a:gd name="connsiteX484" fmla="*/ 2151029 w 7472601"/>
              <a:gd name="connsiteY484" fmla="*/ 4146947 h 6858000"/>
              <a:gd name="connsiteX485" fmla="*/ 3563434 w 7472601"/>
              <a:gd name="connsiteY485" fmla="*/ 4469115 h 6858000"/>
              <a:gd name="connsiteX486" fmla="*/ 3177952 w 7472601"/>
              <a:gd name="connsiteY486" fmla="*/ 3657386 h 6858000"/>
              <a:gd name="connsiteX487" fmla="*/ 3189263 w 7472601"/>
              <a:gd name="connsiteY487" fmla="*/ 3625726 h 6858000"/>
              <a:gd name="connsiteX488" fmla="*/ 3560912 w 7472601"/>
              <a:gd name="connsiteY488" fmla="*/ 4079863 h 6858000"/>
              <a:gd name="connsiteX489" fmla="*/ 3626636 w 7472601"/>
              <a:gd name="connsiteY489" fmla="*/ 4512230 h 6858000"/>
              <a:gd name="connsiteX490" fmla="*/ 3653088 w 7472601"/>
              <a:gd name="connsiteY490" fmla="*/ 4521417 h 6858000"/>
              <a:gd name="connsiteX491" fmla="*/ 3988128 w 7472601"/>
              <a:gd name="connsiteY491" fmla="*/ 4817267 h 6858000"/>
              <a:gd name="connsiteX492" fmla="*/ 4830582 w 7472601"/>
              <a:gd name="connsiteY492" fmla="*/ 4676000 h 6858000"/>
              <a:gd name="connsiteX493" fmla="*/ 4830100 w 7472601"/>
              <a:gd name="connsiteY493" fmla="*/ 4675554 h 6858000"/>
              <a:gd name="connsiteX494" fmla="*/ 4036318 w 7472601"/>
              <a:gd name="connsiteY494" fmla="*/ 4147013 h 6858000"/>
              <a:gd name="connsiteX495" fmla="*/ 3432098 w 7472601"/>
              <a:gd name="connsiteY495" fmla="*/ 3537312 h 6858000"/>
              <a:gd name="connsiteX496" fmla="*/ 3446761 w 7472601"/>
              <a:gd name="connsiteY496" fmla="*/ 3461278 h 6858000"/>
              <a:gd name="connsiteX497" fmla="*/ 4419733 w 7472601"/>
              <a:gd name="connsiteY497" fmla="*/ 3963555 h 6858000"/>
              <a:gd name="connsiteX498" fmla="*/ 4781371 w 7472601"/>
              <a:gd name="connsiteY498" fmla="*/ 4458604 h 6858000"/>
              <a:gd name="connsiteX499" fmla="*/ 4780440 w 7472601"/>
              <a:gd name="connsiteY499" fmla="*/ 4470290 h 6858000"/>
              <a:gd name="connsiteX500" fmla="*/ 4898954 w 7472601"/>
              <a:gd name="connsiteY500" fmla="*/ 4662092 h 6858000"/>
              <a:gd name="connsiteX501" fmla="*/ 4900699 w 7472601"/>
              <a:gd name="connsiteY501" fmla="*/ 4670867 h 6858000"/>
              <a:gd name="connsiteX502" fmla="*/ 5714511 w 7472601"/>
              <a:gd name="connsiteY502" fmla="*/ 4663483 h 6858000"/>
              <a:gd name="connsiteX503" fmla="*/ 5464793 w 7472601"/>
              <a:gd name="connsiteY503" fmla="*/ 4393556 h 6858000"/>
              <a:gd name="connsiteX504" fmla="*/ 5461897 w 7472601"/>
              <a:gd name="connsiteY504" fmla="*/ 4390879 h 6858000"/>
              <a:gd name="connsiteX505" fmla="*/ 4294126 w 7472601"/>
              <a:gd name="connsiteY505" fmla="*/ 3303048 h 6858000"/>
              <a:gd name="connsiteX506" fmla="*/ 4305321 w 7472601"/>
              <a:gd name="connsiteY506" fmla="*/ 3256953 h 6858000"/>
              <a:gd name="connsiteX507" fmla="*/ 4949299 w 7472601"/>
              <a:gd name="connsiteY507" fmla="*/ 3766336 h 6858000"/>
              <a:gd name="connsiteX508" fmla="*/ 5291452 w 7472601"/>
              <a:gd name="connsiteY508" fmla="*/ 4076801 h 6858000"/>
              <a:gd name="connsiteX509" fmla="*/ 5434998 w 7472601"/>
              <a:gd name="connsiteY509" fmla="*/ 4254100 h 6858000"/>
              <a:gd name="connsiteX510" fmla="*/ 5351015 w 7472601"/>
              <a:gd name="connsiteY510" fmla="*/ 3760989 h 6858000"/>
              <a:gd name="connsiteX511" fmla="*/ 5413780 w 7472601"/>
              <a:gd name="connsiteY511" fmla="*/ 2966265 h 6858000"/>
              <a:gd name="connsiteX512" fmla="*/ 5425627 w 7472601"/>
              <a:gd name="connsiteY512" fmla="*/ 2954192 h 6858000"/>
              <a:gd name="connsiteX513" fmla="*/ 6604735 w 7472601"/>
              <a:gd name="connsiteY513" fmla="*/ 2041381 h 6858000"/>
              <a:gd name="connsiteX514" fmla="*/ 7204487 w 7472601"/>
              <a:gd name="connsiteY514" fmla="*/ 2742112 h 6858000"/>
              <a:gd name="connsiteX515" fmla="*/ 7131592 w 7472601"/>
              <a:gd name="connsiteY515" fmla="*/ 2672096 h 6858000"/>
              <a:gd name="connsiteX516" fmla="*/ 6996344 w 7472601"/>
              <a:gd name="connsiteY516" fmla="*/ 2518310 h 6858000"/>
              <a:gd name="connsiteX517" fmla="*/ 6735495 w 7472601"/>
              <a:gd name="connsiteY517" fmla="*/ 2196890 h 6858000"/>
              <a:gd name="connsiteX518" fmla="*/ 6721901 w 7472601"/>
              <a:gd name="connsiteY518" fmla="*/ 2179274 h 6858000"/>
              <a:gd name="connsiteX519" fmla="*/ 6604735 w 7472601"/>
              <a:gd name="connsiteY519" fmla="*/ 2041381 h 6858000"/>
              <a:gd name="connsiteX520" fmla="*/ 6591670 w 7472601"/>
              <a:gd name="connsiteY520" fmla="*/ 1988277 h 6858000"/>
              <a:gd name="connsiteX521" fmla="*/ 6747349 w 7472601"/>
              <a:gd name="connsiteY521" fmla="*/ 2160069 h 6858000"/>
              <a:gd name="connsiteX522" fmla="*/ 6760943 w 7472601"/>
              <a:gd name="connsiteY522" fmla="*/ 2177686 h 6858000"/>
              <a:gd name="connsiteX523" fmla="*/ 7021065 w 7472601"/>
              <a:gd name="connsiteY523" fmla="*/ 2498102 h 6858000"/>
              <a:gd name="connsiteX524" fmla="*/ 7155223 w 7472601"/>
              <a:gd name="connsiteY524" fmla="*/ 2650386 h 6858000"/>
              <a:gd name="connsiteX525" fmla="*/ 7203167 w 7472601"/>
              <a:gd name="connsiteY525" fmla="*/ 2697288 h 6858000"/>
              <a:gd name="connsiteX526" fmla="*/ 6937703 w 7472601"/>
              <a:gd name="connsiteY526" fmla="*/ 2321981 h 6858000"/>
              <a:gd name="connsiteX527" fmla="*/ 6591670 w 7472601"/>
              <a:gd name="connsiteY527" fmla="*/ 1988277 h 6858000"/>
              <a:gd name="connsiteX528" fmla="*/ 5798671 w 7472601"/>
              <a:gd name="connsiteY528" fmla="*/ 1981601 h 6858000"/>
              <a:gd name="connsiteX529" fmla="*/ 5754709 w 7472601"/>
              <a:gd name="connsiteY529" fmla="*/ 2071454 h 6858000"/>
              <a:gd name="connsiteX530" fmla="*/ 5763044 w 7472601"/>
              <a:gd name="connsiteY530" fmla="*/ 2842206 h 6858000"/>
              <a:gd name="connsiteX531" fmla="*/ 5764974 w 7472601"/>
              <a:gd name="connsiteY531" fmla="*/ 2799609 h 6858000"/>
              <a:gd name="connsiteX532" fmla="*/ 5767665 w 7472601"/>
              <a:gd name="connsiteY532" fmla="*/ 2666409 h 6858000"/>
              <a:gd name="connsiteX533" fmla="*/ 5763055 w 7472601"/>
              <a:gd name="connsiteY533" fmla="*/ 2579705 h 6858000"/>
              <a:gd name="connsiteX534" fmla="*/ 5758079 w 7472601"/>
              <a:gd name="connsiteY534" fmla="*/ 2492508 h 6858000"/>
              <a:gd name="connsiteX535" fmla="*/ 5779325 w 7472601"/>
              <a:gd name="connsiteY535" fmla="*/ 2197069 h 6858000"/>
              <a:gd name="connsiteX536" fmla="*/ 5798671 w 7472601"/>
              <a:gd name="connsiteY536" fmla="*/ 1981601 h 6858000"/>
              <a:gd name="connsiteX537" fmla="*/ 5829202 w 7472601"/>
              <a:gd name="connsiteY537" fmla="*/ 1971679 h 6858000"/>
              <a:gd name="connsiteX538" fmla="*/ 5809558 w 7472601"/>
              <a:gd name="connsiteY538" fmla="*/ 2198043 h 6858000"/>
              <a:gd name="connsiteX539" fmla="*/ 5788653 w 7472601"/>
              <a:gd name="connsiteY539" fmla="*/ 2489430 h 6858000"/>
              <a:gd name="connsiteX540" fmla="*/ 5793439 w 7472601"/>
              <a:gd name="connsiteY540" fmla="*/ 2575235 h 6858000"/>
              <a:gd name="connsiteX541" fmla="*/ 5796837 w 7472601"/>
              <a:gd name="connsiteY541" fmla="*/ 2637633 h 6858000"/>
              <a:gd name="connsiteX542" fmla="*/ 5818614 w 7472601"/>
              <a:gd name="connsiteY542" fmla="*/ 2473055 h 6858000"/>
              <a:gd name="connsiteX543" fmla="*/ 5829202 w 7472601"/>
              <a:gd name="connsiteY543" fmla="*/ 1971679 h 6858000"/>
              <a:gd name="connsiteX544" fmla="*/ 5911389 w 7472601"/>
              <a:gd name="connsiteY544" fmla="*/ 1898371 h 6858000"/>
              <a:gd name="connsiteX545" fmla="*/ 6237627 w 7472601"/>
              <a:gd name="connsiteY545" fmla="*/ 2231921 h 6858000"/>
              <a:gd name="connsiteX546" fmla="*/ 5911389 w 7472601"/>
              <a:gd name="connsiteY546" fmla="*/ 1898371 h 6858000"/>
              <a:gd name="connsiteX547" fmla="*/ 6944437 w 7472601"/>
              <a:gd name="connsiteY547" fmla="*/ 1575402 h 6858000"/>
              <a:gd name="connsiteX548" fmla="*/ 6304730 w 7472601"/>
              <a:gd name="connsiteY548" fmla="*/ 1766654 h 6858000"/>
              <a:gd name="connsiteX549" fmla="*/ 6944437 w 7472601"/>
              <a:gd name="connsiteY549" fmla="*/ 1575402 h 6858000"/>
              <a:gd name="connsiteX550" fmla="*/ 7019523 w 7472601"/>
              <a:gd name="connsiteY550" fmla="*/ 1519450 h 6858000"/>
              <a:gd name="connsiteX551" fmla="*/ 6298091 w 7472601"/>
              <a:gd name="connsiteY551" fmla="*/ 1737122 h 6858000"/>
              <a:gd name="connsiteX552" fmla="*/ 7019523 w 7472601"/>
              <a:gd name="connsiteY552" fmla="*/ 1519450 h 6858000"/>
              <a:gd name="connsiteX553" fmla="*/ 2399523 w 7472601"/>
              <a:gd name="connsiteY553" fmla="*/ 1428234 h 6858000"/>
              <a:gd name="connsiteX554" fmla="*/ 2224982 w 7472601"/>
              <a:gd name="connsiteY554" fmla="*/ 1826201 h 6858000"/>
              <a:gd name="connsiteX555" fmla="*/ 2096099 w 7472601"/>
              <a:gd name="connsiteY555" fmla="*/ 2345900 h 6858000"/>
              <a:gd name="connsiteX556" fmla="*/ 2283317 w 7472601"/>
              <a:gd name="connsiteY556" fmla="*/ 1796925 h 6858000"/>
              <a:gd name="connsiteX557" fmla="*/ 2399523 w 7472601"/>
              <a:gd name="connsiteY557" fmla="*/ 1428234 h 6858000"/>
              <a:gd name="connsiteX558" fmla="*/ 2448558 w 7472601"/>
              <a:gd name="connsiteY558" fmla="*/ 1373435 h 6858000"/>
              <a:gd name="connsiteX559" fmla="*/ 2312521 w 7472601"/>
              <a:gd name="connsiteY559" fmla="*/ 1806140 h 6858000"/>
              <a:gd name="connsiteX560" fmla="*/ 2127533 w 7472601"/>
              <a:gd name="connsiteY560" fmla="*/ 2348380 h 6858000"/>
              <a:gd name="connsiteX561" fmla="*/ 2358080 w 7472601"/>
              <a:gd name="connsiteY561" fmla="*/ 1866134 h 6858000"/>
              <a:gd name="connsiteX562" fmla="*/ 2407436 w 7472601"/>
              <a:gd name="connsiteY562" fmla="*/ 1651070 h 6858000"/>
              <a:gd name="connsiteX563" fmla="*/ 2448558 w 7472601"/>
              <a:gd name="connsiteY563" fmla="*/ 1373435 h 6858000"/>
              <a:gd name="connsiteX564" fmla="*/ 278707 w 7472601"/>
              <a:gd name="connsiteY564" fmla="*/ 1352270 h 6858000"/>
              <a:gd name="connsiteX565" fmla="*/ 321570 w 7472601"/>
              <a:gd name="connsiteY565" fmla="*/ 1861610 h 6858000"/>
              <a:gd name="connsiteX566" fmla="*/ 294281 w 7472601"/>
              <a:gd name="connsiteY566" fmla="*/ 1440658 h 6858000"/>
              <a:gd name="connsiteX567" fmla="*/ 278707 w 7472601"/>
              <a:gd name="connsiteY567" fmla="*/ 1352270 h 6858000"/>
              <a:gd name="connsiteX568" fmla="*/ 1423821 w 7472601"/>
              <a:gd name="connsiteY568" fmla="*/ 1351958 h 6858000"/>
              <a:gd name="connsiteX569" fmla="*/ 1638521 w 7472601"/>
              <a:gd name="connsiteY569" fmla="*/ 1908470 h 6858000"/>
              <a:gd name="connsiteX570" fmla="*/ 1754199 w 7472601"/>
              <a:gd name="connsiteY570" fmla="*/ 2149284 h 6858000"/>
              <a:gd name="connsiteX571" fmla="*/ 1908359 w 7472601"/>
              <a:gd name="connsiteY571" fmla="*/ 2364988 h 6858000"/>
              <a:gd name="connsiteX572" fmla="*/ 1647661 w 7472601"/>
              <a:gd name="connsiteY572" fmla="*/ 1825945 h 6858000"/>
              <a:gd name="connsiteX573" fmla="*/ 1423821 w 7472601"/>
              <a:gd name="connsiteY573" fmla="*/ 1351958 h 6858000"/>
              <a:gd name="connsiteX574" fmla="*/ 1431890 w 7472601"/>
              <a:gd name="connsiteY574" fmla="*/ 1306475 h 6858000"/>
              <a:gd name="connsiteX575" fmla="*/ 1507597 w 7472601"/>
              <a:gd name="connsiteY575" fmla="*/ 1446132 h 6858000"/>
              <a:gd name="connsiteX576" fmla="*/ 1674586 w 7472601"/>
              <a:gd name="connsiteY576" fmla="*/ 1813832 h 6858000"/>
              <a:gd name="connsiteX577" fmla="*/ 1815950 w 7472601"/>
              <a:gd name="connsiteY577" fmla="*/ 2128564 h 6858000"/>
              <a:gd name="connsiteX578" fmla="*/ 1984242 w 7472601"/>
              <a:gd name="connsiteY578" fmla="*/ 2430829 h 6858000"/>
              <a:gd name="connsiteX579" fmla="*/ 2014023 w 7472601"/>
              <a:gd name="connsiteY579" fmla="*/ 2450995 h 6858000"/>
              <a:gd name="connsiteX580" fmla="*/ 1747337 w 7472601"/>
              <a:gd name="connsiteY580" fmla="*/ 1855264 h 6858000"/>
              <a:gd name="connsiteX581" fmla="*/ 1533749 w 7472601"/>
              <a:gd name="connsiteY581" fmla="*/ 1478656 h 6858000"/>
              <a:gd name="connsiteX582" fmla="*/ 1431890 w 7472601"/>
              <a:gd name="connsiteY582" fmla="*/ 1306475 h 6858000"/>
              <a:gd name="connsiteX583" fmla="*/ 5052692 w 7472601"/>
              <a:gd name="connsiteY583" fmla="*/ 1292994 h 6858000"/>
              <a:gd name="connsiteX584" fmla="*/ 5200661 w 7472601"/>
              <a:gd name="connsiteY584" fmla="*/ 1635186 h 6858000"/>
              <a:gd name="connsiteX585" fmla="*/ 5297138 w 7472601"/>
              <a:gd name="connsiteY585" fmla="*/ 1906351 h 6858000"/>
              <a:gd name="connsiteX586" fmla="*/ 5052692 w 7472601"/>
              <a:gd name="connsiteY586" fmla="*/ 1292994 h 6858000"/>
              <a:gd name="connsiteX587" fmla="*/ 5009948 w 7472601"/>
              <a:gd name="connsiteY587" fmla="*/ 1273619 h 6858000"/>
              <a:gd name="connsiteX588" fmla="*/ 5121777 w 7472601"/>
              <a:gd name="connsiteY588" fmla="*/ 1654213 h 6858000"/>
              <a:gd name="connsiteX589" fmla="*/ 5293545 w 7472601"/>
              <a:gd name="connsiteY589" fmla="*/ 2072247 h 6858000"/>
              <a:gd name="connsiteX590" fmla="*/ 5294042 w 7472601"/>
              <a:gd name="connsiteY590" fmla="*/ 2065019 h 6858000"/>
              <a:gd name="connsiteX591" fmla="*/ 5171936 w 7472601"/>
              <a:gd name="connsiteY591" fmla="*/ 1647613 h 6858000"/>
              <a:gd name="connsiteX592" fmla="*/ 5009948 w 7472601"/>
              <a:gd name="connsiteY592" fmla="*/ 1273619 h 6858000"/>
              <a:gd name="connsiteX593" fmla="*/ 655236 w 7472601"/>
              <a:gd name="connsiteY593" fmla="*/ 1268632 h 6858000"/>
              <a:gd name="connsiteX594" fmla="*/ 839521 w 7472601"/>
              <a:gd name="connsiteY594" fmla="*/ 1685315 h 6858000"/>
              <a:gd name="connsiteX595" fmla="*/ 1109416 w 7472601"/>
              <a:gd name="connsiteY595" fmla="*/ 2061663 h 6858000"/>
              <a:gd name="connsiteX596" fmla="*/ 1298300 w 7472601"/>
              <a:gd name="connsiteY596" fmla="*/ 2247742 h 6858000"/>
              <a:gd name="connsiteX597" fmla="*/ 1125871 w 7472601"/>
              <a:gd name="connsiteY597" fmla="*/ 1989513 h 6858000"/>
              <a:gd name="connsiteX598" fmla="*/ 981574 w 7472601"/>
              <a:gd name="connsiteY598" fmla="*/ 1783157 h 6858000"/>
              <a:gd name="connsiteX599" fmla="*/ 922198 w 7472601"/>
              <a:gd name="connsiteY599" fmla="*/ 1677437 h 6858000"/>
              <a:gd name="connsiteX600" fmla="*/ 869293 w 7472601"/>
              <a:gd name="connsiteY600" fmla="*/ 1583214 h 6858000"/>
              <a:gd name="connsiteX601" fmla="*/ 751431 w 7472601"/>
              <a:gd name="connsiteY601" fmla="*/ 1405731 h 6858000"/>
              <a:gd name="connsiteX602" fmla="*/ 655236 w 7472601"/>
              <a:gd name="connsiteY602" fmla="*/ 1268632 h 6858000"/>
              <a:gd name="connsiteX603" fmla="*/ 6516292 w 7472601"/>
              <a:gd name="connsiteY603" fmla="*/ 1263064 h 6858000"/>
              <a:gd name="connsiteX604" fmla="*/ 5736320 w 7472601"/>
              <a:gd name="connsiteY604" fmla="*/ 1501803 h 6858000"/>
              <a:gd name="connsiteX605" fmla="*/ 6516292 w 7472601"/>
              <a:gd name="connsiteY605" fmla="*/ 1263064 h 6858000"/>
              <a:gd name="connsiteX606" fmla="*/ 291466 w 7472601"/>
              <a:gd name="connsiteY606" fmla="*/ 1250369 h 6858000"/>
              <a:gd name="connsiteX607" fmla="*/ 323180 w 7472601"/>
              <a:gd name="connsiteY607" fmla="*/ 1435283 h 6858000"/>
              <a:gd name="connsiteX608" fmla="*/ 349381 w 7472601"/>
              <a:gd name="connsiteY608" fmla="*/ 1875041 h 6858000"/>
              <a:gd name="connsiteX609" fmla="*/ 374363 w 7472601"/>
              <a:gd name="connsiteY609" fmla="*/ 1506494 h 6858000"/>
              <a:gd name="connsiteX610" fmla="*/ 302168 w 7472601"/>
              <a:gd name="connsiteY610" fmla="*/ 1274495 h 6858000"/>
              <a:gd name="connsiteX611" fmla="*/ 291466 w 7472601"/>
              <a:gd name="connsiteY611" fmla="*/ 1250369 h 6858000"/>
              <a:gd name="connsiteX612" fmla="*/ 678222 w 7472601"/>
              <a:gd name="connsiteY612" fmla="*/ 1248670 h 6858000"/>
              <a:gd name="connsiteX613" fmla="*/ 775536 w 7472601"/>
              <a:gd name="connsiteY613" fmla="*/ 1388015 h 6858000"/>
              <a:gd name="connsiteX614" fmla="*/ 894529 w 7472601"/>
              <a:gd name="connsiteY614" fmla="*/ 1567739 h 6858000"/>
              <a:gd name="connsiteX615" fmla="*/ 948000 w 7472601"/>
              <a:gd name="connsiteY615" fmla="*/ 1663088 h 6858000"/>
              <a:gd name="connsiteX616" fmla="*/ 1006812 w 7472601"/>
              <a:gd name="connsiteY616" fmla="*/ 1767683 h 6858000"/>
              <a:gd name="connsiteX617" fmla="*/ 1149133 w 7472601"/>
              <a:gd name="connsiteY617" fmla="*/ 1971513 h 6858000"/>
              <a:gd name="connsiteX618" fmla="*/ 1333952 w 7472601"/>
              <a:gd name="connsiteY618" fmla="*/ 2251620 h 6858000"/>
              <a:gd name="connsiteX619" fmla="*/ 1337329 w 7472601"/>
              <a:gd name="connsiteY619" fmla="*/ 2258350 h 6858000"/>
              <a:gd name="connsiteX620" fmla="*/ 1014726 w 7472601"/>
              <a:gd name="connsiteY620" fmla="*/ 1615556 h 6858000"/>
              <a:gd name="connsiteX621" fmla="*/ 678222 w 7472601"/>
              <a:gd name="connsiteY621" fmla="*/ 1248670 h 6858000"/>
              <a:gd name="connsiteX622" fmla="*/ 6691602 w 7472601"/>
              <a:gd name="connsiteY622" fmla="*/ 1140573 h 6858000"/>
              <a:gd name="connsiteX623" fmla="*/ 6571100 w 7472601"/>
              <a:gd name="connsiteY623" fmla="*/ 1183662 h 6858000"/>
              <a:gd name="connsiteX624" fmla="*/ 6241687 w 7472601"/>
              <a:gd name="connsiteY624" fmla="*/ 1257600 h 6858000"/>
              <a:gd name="connsiteX625" fmla="*/ 5693009 w 7472601"/>
              <a:gd name="connsiteY625" fmla="*/ 1478256 h 6858000"/>
              <a:gd name="connsiteX626" fmla="*/ 6548420 w 7472601"/>
              <a:gd name="connsiteY626" fmla="*/ 1214599 h 6858000"/>
              <a:gd name="connsiteX627" fmla="*/ 6605473 w 7472601"/>
              <a:gd name="connsiteY627" fmla="*/ 1184686 h 6858000"/>
              <a:gd name="connsiteX628" fmla="*/ 6691602 w 7472601"/>
              <a:gd name="connsiteY628" fmla="*/ 1140573 h 6858000"/>
              <a:gd name="connsiteX629" fmla="*/ 4002475 w 7472601"/>
              <a:gd name="connsiteY629" fmla="*/ 1037802 h 6858000"/>
              <a:gd name="connsiteX630" fmla="*/ 4000324 w 7472601"/>
              <a:gd name="connsiteY630" fmla="*/ 1039362 h 6858000"/>
              <a:gd name="connsiteX631" fmla="*/ 4002862 w 7472601"/>
              <a:gd name="connsiteY631" fmla="*/ 1042866 h 6858000"/>
              <a:gd name="connsiteX632" fmla="*/ 4002475 w 7472601"/>
              <a:gd name="connsiteY632" fmla="*/ 1037802 h 6858000"/>
              <a:gd name="connsiteX633" fmla="*/ 506322 w 7472601"/>
              <a:gd name="connsiteY633" fmla="*/ 1020997 h 6858000"/>
              <a:gd name="connsiteX634" fmla="*/ 533068 w 7472601"/>
              <a:gd name="connsiteY634" fmla="*/ 1029409 h 6858000"/>
              <a:gd name="connsiteX635" fmla="*/ 1232525 w 7472601"/>
              <a:gd name="connsiteY635" fmla="*/ 1804675 h 6858000"/>
              <a:gd name="connsiteX636" fmla="*/ 1388858 w 7472601"/>
              <a:gd name="connsiteY636" fmla="*/ 2368011 h 6858000"/>
              <a:gd name="connsiteX637" fmla="*/ 1384098 w 7472601"/>
              <a:gd name="connsiteY637" fmla="*/ 2378125 h 6858000"/>
              <a:gd name="connsiteX638" fmla="*/ 1425393 w 7472601"/>
              <a:gd name="connsiteY638" fmla="*/ 2589124 h 6858000"/>
              <a:gd name="connsiteX639" fmla="*/ 1424001 w 7472601"/>
              <a:gd name="connsiteY639" fmla="*/ 2597541 h 6858000"/>
              <a:gd name="connsiteX640" fmla="*/ 2152729 w 7472601"/>
              <a:gd name="connsiteY640" fmla="*/ 2864487 h 6858000"/>
              <a:gd name="connsiteX641" fmla="*/ 2020609 w 7472601"/>
              <a:gd name="connsiteY641" fmla="*/ 2539671 h 6858000"/>
              <a:gd name="connsiteX642" fmla="*/ 2018920 w 7472601"/>
              <a:gd name="connsiteY642" fmla="*/ 2536309 h 6858000"/>
              <a:gd name="connsiteX643" fmla="*/ 1342441 w 7472601"/>
              <a:gd name="connsiteY643" fmla="*/ 1173017 h 6858000"/>
              <a:gd name="connsiteX644" fmla="*/ 1367925 w 7472601"/>
              <a:gd name="connsiteY644" fmla="*/ 1135648 h 6858000"/>
              <a:gd name="connsiteX645" fmla="*/ 1771401 w 7472601"/>
              <a:gd name="connsiteY645" fmla="*/ 1806673 h 6858000"/>
              <a:gd name="connsiteX646" fmla="*/ 1972385 w 7472601"/>
              <a:gd name="connsiteY646" fmla="*/ 2198735 h 6858000"/>
              <a:gd name="connsiteX647" fmla="*/ 2040892 w 7472601"/>
              <a:gd name="connsiteY647" fmla="*/ 2405205 h 6858000"/>
              <a:gd name="connsiteX648" fmla="*/ 2131689 w 7472601"/>
              <a:gd name="connsiteY648" fmla="*/ 1936926 h 6858000"/>
              <a:gd name="connsiteX649" fmla="*/ 2454820 w 7472601"/>
              <a:gd name="connsiteY649" fmla="*/ 1248808 h 6858000"/>
              <a:gd name="connsiteX650" fmla="*/ 2492512 w 7472601"/>
              <a:gd name="connsiteY650" fmla="*/ 1302920 h 6858000"/>
              <a:gd name="connsiteX651" fmla="*/ 2081216 w 7472601"/>
              <a:gd name="connsiteY651" fmla="*/ 2527513 h 6858000"/>
              <a:gd name="connsiteX652" fmla="*/ 2081211 w 7472601"/>
              <a:gd name="connsiteY652" fmla="*/ 2528916 h 6858000"/>
              <a:gd name="connsiteX653" fmla="*/ 2199067 w 7472601"/>
              <a:gd name="connsiteY653" fmla="*/ 2884061 h 6858000"/>
              <a:gd name="connsiteX654" fmla="*/ 3192586 w 7472601"/>
              <a:gd name="connsiteY654" fmla="*/ 3411496 h 6858000"/>
              <a:gd name="connsiteX655" fmla="*/ 3182620 w 7472601"/>
              <a:gd name="connsiteY655" fmla="*/ 3483279 h 6858000"/>
              <a:gd name="connsiteX656" fmla="*/ 2435119 w 7472601"/>
              <a:gd name="connsiteY656" fmla="*/ 3080173 h 6858000"/>
              <a:gd name="connsiteX657" fmla="*/ 2410152 w 7472601"/>
              <a:gd name="connsiteY657" fmla="*/ 3063751 h 6858000"/>
              <a:gd name="connsiteX658" fmla="*/ 2408099 w 7472601"/>
              <a:gd name="connsiteY658" fmla="*/ 3064403 h 6858000"/>
              <a:gd name="connsiteX659" fmla="*/ 2407218 w 7472601"/>
              <a:gd name="connsiteY659" fmla="*/ 3070324 h 6858000"/>
              <a:gd name="connsiteX660" fmla="*/ 2380138 w 7472601"/>
              <a:gd name="connsiteY660" fmla="*/ 3099341 h 6858000"/>
              <a:gd name="connsiteX661" fmla="*/ 1765923 w 7472601"/>
              <a:gd name="connsiteY661" fmla="*/ 3581043 h 6858000"/>
              <a:gd name="connsiteX662" fmla="*/ 1702258 w 7472601"/>
              <a:gd name="connsiteY662" fmla="*/ 3612286 h 6858000"/>
              <a:gd name="connsiteX663" fmla="*/ 1538370 w 7472601"/>
              <a:gd name="connsiteY663" fmla="*/ 3811804 h 6858000"/>
              <a:gd name="connsiteX664" fmla="*/ 542867 w 7472601"/>
              <a:gd name="connsiteY664" fmla="*/ 4944092 h 6858000"/>
              <a:gd name="connsiteX665" fmla="*/ 515800 w 7472601"/>
              <a:gd name="connsiteY665" fmla="*/ 4862180 h 6858000"/>
              <a:gd name="connsiteX666" fmla="*/ 909145 w 7472601"/>
              <a:gd name="connsiteY666" fmla="*/ 4199225 h 6858000"/>
              <a:gd name="connsiteX667" fmla="*/ 1214067 w 7472601"/>
              <a:gd name="connsiteY667" fmla="*/ 3908561 h 6858000"/>
              <a:gd name="connsiteX668" fmla="*/ 640967 w 7472601"/>
              <a:gd name="connsiteY668" fmla="*/ 4105601 h 6858000"/>
              <a:gd name="connsiteX669" fmla="*/ 112563 w 7472601"/>
              <a:gd name="connsiteY669" fmla="*/ 4396952 h 6858000"/>
              <a:gd name="connsiteX670" fmla="*/ 0 w 7472601"/>
              <a:gd name="connsiteY670" fmla="*/ 4466006 h 6858000"/>
              <a:gd name="connsiteX671" fmla="*/ 0 w 7472601"/>
              <a:gd name="connsiteY671" fmla="*/ 4233763 h 6858000"/>
              <a:gd name="connsiteX672" fmla="*/ 36881 w 7472601"/>
              <a:gd name="connsiteY672" fmla="*/ 4200118 h 6858000"/>
              <a:gd name="connsiteX673" fmla="*/ 910534 w 7472601"/>
              <a:gd name="connsiteY673" fmla="*/ 3629753 h 6858000"/>
              <a:gd name="connsiteX674" fmla="*/ 1578717 w 7472601"/>
              <a:gd name="connsiteY674" fmla="*/ 3575982 h 6858000"/>
              <a:gd name="connsiteX675" fmla="*/ 2338780 w 7472601"/>
              <a:gd name="connsiteY675" fmla="*/ 3033725 h 6858000"/>
              <a:gd name="connsiteX676" fmla="*/ 1807991 w 7472601"/>
              <a:gd name="connsiteY676" fmla="*/ 2807184 h 6858000"/>
              <a:gd name="connsiteX677" fmla="*/ 1416358 w 7472601"/>
              <a:gd name="connsiteY677" fmla="*/ 3112571 h 6858000"/>
              <a:gd name="connsiteX678" fmla="*/ 939066 w 7472601"/>
              <a:gd name="connsiteY678" fmla="*/ 3378798 h 6858000"/>
              <a:gd name="connsiteX679" fmla="*/ 115099 w 7472601"/>
              <a:gd name="connsiteY679" fmla="*/ 3607650 h 6858000"/>
              <a:gd name="connsiteX680" fmla="*/ 97284 w 7472601"/>
              <a:gd name="connsiteY680" fmla="*/ 3520393 h 6858000"/>
              <a:gd name="connsiteX681" fmla="*/ 922050 w 7472601"/>
              <a:gd name="connsiteY681" fmla="*/ 3074867 h 6858000"/>
              <a:gd name="connsiteX682" fmla="*/ 1405265 w 7472601"/>
              <a:gd name="connsiteY682" fmla="*/ 3016319 h 6858000"/>
              <a:gd name="connsiteX683" fmla="*/ 1407512 w 7472601"/>
              <a:gd name="connsiteY683" fmla="*/ 3018001 h 6858000"/>
              <a:gd name="connsiteX684" fmla="*/ 1726266 w 7472601"/>
              <a:gd name="connsiteY684" fmla="*/ 2777274 h 6858000"/>
              <a:gd name="connsiteX685" fmla="*/ 625390 w 7472601"/>
              <a:gd name="connsiteY685" fmla="*/ 2514541 h 6858000"/>
              <a:gd name="connsiteX686" fmla="*/ 619799 w 7472601"/>
              <a:gd name="connsiteY686" fmla="*/ 2527180 h 6858000"/>
              <a:gd name="connsiteX687" fmla="*/ 310030 w 7472601"/>
              <a:gd name="connsiteY687" fmla="*/ 2771818 h 6858000"/>
              <a:gd name="connsiteX688" fmla="*/ 173877 w 7472601"/>
              <a:gd name="connsiteY688" fmla="*/ 2937056 h 6858000"/>
              <a:gd name="connsiteX689" fmla="*/ 77889 w 7472601"/>
              <a:gd name="connsiteY689" fmla="*/ 3138440 h 6858000"/>
              <a:gd name="connsiteX690" fmla="*/ 0 w 7472601"/>
              <a:gd name="connsiteY690" fmla="*/ 3271395 h 6858000"/>
              <a:gd name="connsiteX691" fmla="*/ 0 w 7472601"/>
              <a:gd name="connsiteY691" fmla="*/ 3153002 h 6858000"/>
              <a:gd name="connsiteX692" fmla="*/ 2386 w 7472601"/>
              <a:gd name="connsiteY692" fmla="*/ 3149203 h 6858000"/>
              <a:gd name="connsiteX693" fmla="*/ 89753 w 7472601"/>
              <a:gd name="connsiteY693" fmla="*/ 2987702 h 6858000"/>
              <a:gd name="connsiteX694" fmla="*/ 76869 w 7472601"/>
              <a:gd name="connsiteY694" fmla="*/ 3005404 h 6858000"/>
              <a:gd name="connsiteX695" fmla="*/ 32049 w 7472601"/>
              <a:gd name="connsiteY695" fmla="*/ 3065814 h 6858000"/>
              <a:gd name="connsiteX696" fmla="*/ 0 w 7472601"/>
              <a:gd name="connsiteY696" fmla="*/ 3108744 h 6858000"/>
              <a:gd name="connsiteX697" fmla="*/ 0 w 7472601"/>
              <a:gd name="connsiteY697" fmla="*/ 3058059 h 6858000"/>
              <a:gd name="connsiteX698" fmla="*/ 7610 w 7472601"/>
              <a:gd name="connsiteY698" fmla="*/ 3047889 h 6858000"/>
              <a:gd name="connsiteX699" fmla="*/ 52419 w 7472601"/>
              <a:gd name="connsiteY699" fmla="*/ 2987479 h 6858000"/>
              <a:gd name="connsiteX700" fmla="*/ 59142 w 7472601"/>
              <a:gd name="connsiteY700" fmla="*/ 2978488 h 6858000"/>
              <a:gd name="connsiteX701" fmla="*/ 0 w 7472601"/>
              <a:gd name="connsiteY701" fmla="*/ 3015334 h 6858000"/>
              <a:gd name="connsiteX702" fmla="*/ 0 w 7472601"/>
              <a:gd name="connsiteY702" fmla="*/ 2914286 h 6858000"/>
              <a:gd name="connsiteX703" fmla="*/ 36383 w 7472601"/>
              <a:gd name="connsiteY703" fmla="*/ 2901128 h 6858000"/>
              <a:gd name="connsiteX704" fmla="*/ 156329 w 7472601"/>
              <a:gd name="connsiteY704" fmla="*/ 2840533 h 6858000"/>
              <a:gd name="connsiteX705" fmla="*/ 358355 w 7472601"/>
              <a:gd name="connsiteY705" fmla="*/ 2620471 h 6858000"/>
              <a:gd name="connsiteX706" fmla="*/ 510577 w 7472601"/>
              <a:gd name="connsiteY706" fmla="*/ 2501244 h 6858000"/>
              <a:gd name="connsiteX707" fmla="*/ 211967 w 7472601"/>
              <a:gd name="connsiteY707" fmla="*/ 2479171 h 6858000"/>
              <a:gd name="connsiteX708" fmla="*/ 0 w 7472601"/>
              <a:gd name="connsiteY708" fmla="*/ 2476398 h 6858000"/>
              <a:gd name="connsiteX709" fmla="*/ 0 w 7472601"/>
              <a:gd name="connsiteY709" fmla="*/ 2389189 h 6858000"/>
              <a:gd name="connsiteX710" fmla="*/ 103062 w 7472601"/>
              <a:gd name="connsiteY710" fmla="*/ 2389518 h 6858000"/>
              <a:gd name="connsiteX711" fmla="*/ 510734 w 7472601"/>
              <a:gd name="connsiteY711" fmla="*/ 2416201 h 6858000"/>
              <a:gd name="connsiteX712" fmla="*/ 279257 w 7472601"/>
              <a:gd name="connsiteY712" fmla="*/ 2092102 h 6858000"/>
              <a:gd name="connsiteX713" fmla="*/ 65265 w 7472601"/>
              <a:gd name="connsiteY713" fmla="*/ 2006049 h 6858000"/>
              <a:gd name="connsiteX714" fmla="*/ 0 w 7472601"/>
              <a:gd name="connsiteY714" fmla="*/ 1982532 h 6858000"/>
              <a:gd name="connsiteX715" fmla="*/ 0 w 7472601"/>
              <a:gd name="connsiteY715" fmla="*/ 1912789 h 6858000"/>
              <a:gd name="connsiteX716" fmla="*/ 97460 w 7472601"/>
              <a:gd name="connsiteY716" fmla="*/ 1953725 h 6858000"/>
              <a:gd name="connsiteX717" fmla="*/ 221272 w 7472601"/>
              <a:gd name="connsiteY717" fmla="*/ 1980766 h 6858000"/>
              <a:gd name="connsiteX718" fmla="*/ 116765 w 7472601"/>
              <a:gd name="connsiteY718" fmla="*/ 1911033 h 6858000"/>
              <a:gd name="connsiteX719" fmla="*/ 16405 w 7472601"/>
              <a:gd name="connsiteY719" fmla="*/ 1803412 h 6858000"/>
              <a:gd name="connsiteX720" fmla="*/ 0 w 7472601"/>
              <a:gd name="connsiteY720" fmla="*/ 1784777 h 6858000"/>
              <a:gd name="connsiteX721" fmla="*/ 0 w 7472601"/>
              <a:gd name="connsiteY721" fmla="*/ 1740082 h 6858000"/>
              <a:gd name="connsiteX722" fmla="*/ 39394 w 7472601"/>
              <a:gd name="connsiteY722" fmla="*/ 1784856 h 6858000"/>
              <a:gd name="connsiteX723" fmla="*/ 135813 w 7472601"/>
              <a:gd name="connsiteY723" fmla="*/ 1888838 h 6858000"/>
              <a:gd name="connsiteX724" fmla="*/ 242575 w 7472601"/>
              <a:gd name="connsiteY724" fmla="*/ 1958841 h 6858000"/>
              <a:gd name="connsiteX725" fmla="*/ 82197 w 7472601"/>
              <a:gd name="connsiteY725" fmla="*/ 1754826 h 6858000"/>
              <a:gd name="connsiteX726" fmla="*/ 0 w 7472601"/>
              <a:gd name="connsiteY726" fmla="*/ 1679650 h 6858000"/>
              <a:gd name="connsiteX727" fmla="*/ 0 w 7472601"/>
              <a:gd name="connsiteY727" fmla="*/ 1602463 h 6858000"/>
              <a:gd name="connsiteX728" fmla="*/ 84689 w 7472601"/>
              <a:gd name="connsiteY728" fmla="*/ 1677442 h 6858000"/>
              <a:gd name="connsiteX729" fmla="*/ 298437 w 7472601"/>
              <a:gd name="connsiteY729" fmla="*/ 1968019 h 6858000"/>
              <a:gd name="connsiteX730" fmla="*/ 227269 w 7472601"/>
              <a:gd name="connsiteY730" fmla="*/ 1114064 h 6858000"/>
              <a:gd name="connsiteX731" fmla="*/ 248003 w 7472601"/>
              <a:gd name="connsiteY731" fmla="*/ 1089613 h 6858000"/>
              <a:gd name="connsiteX732" fmla="*/ 427020 w 7472601"/>
              <a:gd name="connsiteY732" fmla="*/ 1619803 h 6858000"/>
              <a:gd name="connsiteX733" fmla="*/ 340345 w 7472601"/>
              <a:gd name="connsiteY733" fmla="*/ 2027739 h 6858000"/>
              <a:gd name="connsiteX734" fmla="*/ 360865 w 7472601"/>
              <a:gd name="connsiteY734" fmla="*/ 2044827 h 6858000"/>
              <a:gd name="connsiteX735" fmla="*/ 560414 w 7472601"/>
              <a:gd name="connsiteY735" fmla="*/ 2421457 h 6858000"/>
              <a:gd name="connsiteX736" fmla="*/ 1359703 w 7472601"/>
              <a:gd name="connsiteY736" fmla="*/ 2578554 h 6858000"/>
              <a:gd name="connsiteX737" fmla="*/ 1359422 w 7472601"/>
              <a:gd name="connsiteY737" fmla="*/ 2577994 h 6858000"/>
              <a:gd name="connsiteX738" fmla="*/ 828701 w 7472601"/>
              <a:gd name="connsiteY738" fmla="*/ 1839520 h 6858000"/>
              <a:gd name="connsiteX739" fmla="*/ 494427 w 7472601"/>
              <a:gd name="connsiteY739" fmla="*/ 1092333 h 6858000"/>
              <a:gd name="connsiteX740" fmla="*/ 506322 w 7472601"/>
              <a:gd name="connsiteY740" fmla="*/ 1020997 h 6858000"/>
              <a:gd name="connsiteX741" fmla="*/ 4570198 w 7472601"/>
              <a:gd name="connsiteY741" fmla="*/ 978081 h 6858000"/>
              <a:gd name="connsiteX742" fmla="*/ 4523691 w 7472601"/>
              <a:gd name="connsiteY742" fmla="*/ 1127776 h 6858000"/>
              <a:gd name="connsiteX743" fmla="*/ 4509875 w 7472601"/>
              <a:gd name="connsiteY743" fmla="*/ 1167552 h 6858000"/>
              <a:gd name="connsiteX744" fmla="*/ 4478168 w 7472601"/>
              <a:gd name="connsiteY744" fmla="*/ 1260735 h 6858000"/>
              <a:gd name="connsiteX745" fmla="*/ 4409309 w 7472601"/>
              <a:gd name="connsiteY745" fmla="*/ 1666996 h 6858000"/>
              <a:gd name="connsiteX746" fmla="*/ 4370031 w 7472601"/>
              <a:gd name="connsiteY746" fmla="*/ 1955666 h 6858000"/>
              <a:gd name="connsiteX747" fmla="*/ 4570198 w 7472601"/>
              <a:gd name="connsiteY747" fmla="*/ 978081 h 6858000"/>
              <a:gd name="connsiteX748" fmla="*/ 4557898 w 7472601"/>
              <a:gd name="connsiteY748" fmla="*/ 900011 h 6858000"/>
              <a:gd name="connsiteX749" fmla="*/ 4344840 w 7472601"/>
              <a:gd name="connsiteY749" fmla="*/ 1922038 h 6858000"/>
              <a:gd name="connsiteX750" fmla="*/ 4378710 w 7472601"/>
              <a:gd name="connsiteY750" fmla="*/ 1665516 h 6858000"/>
              <a:gd name="connsiteX751" fmla="*/ 4448798 w 7472601"/>
              <a:gd name="connsiteY751" fmla="*/ 1253024 h 6858000"/>
              <a:gd name="connsiteX752" fmla="*/ 4480315 w 7472601"/>
              <a:gd name="connsiteY752" fmla="*/ 1158454 h 6858000"/>
              <a:gd name="connsiteX753" fmla="*/ 4494133 w 7472601"/>
              <a:gd name="connsiteY753" fmla="*/ 1118676 h 6858000"/>
              <a:gd name="connsiteX754" fmla="*/ 4557898 w 7472601"/>
              <a:gd name="connsiteY754" fmla="*/ 900011 h 6858000"/>
              <a:gd name="connsiteX755" fmla="*/ 5870151 w 7472601"/>
              <a:gd name="connsiteY755" fmla="*/ 898890 h 6858000"/>
              <a:gd name="connsiteX756" fmla="*/ 5861335 w 7472601"/>
              <a:gd name="connsiteY756" fmla="*/ 899177 h 6858000"/>
              <a:gd name="connsiteX757" fmla="*/ 5843702 w 7472601"/>
              <a:gd name="connsiteY757" fmla="*/ 899748 h 6858000"/>
              <a:gd name="connsiteX758" fmla="*/ 5651107 w 7472601"/>
              <a:gd name="connsiteY758" fmla="*/ 920306 h 6858000"/>
              <a:gd name="connsiteX759" fmla="*/ 5459407 w 7472601"/>
              <a:gd name="connsiteY759" fmla="*/ 940975 h 6858000"/>
              <a:gd name="connsiteX760" fmla="*/ 5374846 w 7472601"/>
              <a:gd name="connsiteY760" fmla="*/ 941988 h 6858000"/>
              <a:gd name="connsiteX761" fmla="*/ 5256105 w 7472601"/>
              <a:gd name="connsiteY761" fmla="*/ 945632 h 6858000"/>
              <a:gd name="connsiteX762" fmla="*/ 5107071 w 7472601"/>
              <a:gd name="connsiteY762" fmla="*/ 969720 h 6858000"/>
              <a:gd name="connsiteX763" fmla="*/ 4998681 w 7472601"/>
              <a:gd name="connsiteY763" fmla="*/ 988771 h 6858000"/>
              <a:gd name="connsiteX764" fmla="*/ 5870151 w 7472601"/>
              <a:gd name="connsiteY764" fmla="*/ 898890 h 6858000"/>
              <a:gd name="connsiteX765" fmla="*/ 5504425 w 7472601"/>
              <a:gd name="connsiteY765" fmla="*/ 848067 h 6858000"/>
              <a:gd name="connsiteX766" fmla="*/ 4968849 w 7472601"/>
              <a:gd name="connsiteY766" fmla="*/ 962318 h 6858000"/>
              <a:gd name="connsiteX767" fmla="*/ 5104039 w 7472601"/>
              <a:gd name="connsiteY767" fmla="*/ 940634 h 6858000"/>
              <a:gd name="connsiteX768" fmla="*/ 5256311 w 7472601"/>
              <a:gd name="connsiteY768" fmla="*/ 916490 h 6858000"/>
              <a:gd name="connsiteX769" fmla="*/ 5377381 w 7472601"/>
              <a:gd name="connsiteY769" fmla="*/ 912671 h 6858000"/>
              <a:gd name="connsiteX770" fmla="*/ 5460148 w 7472601"/>
              <a:gd name="connsiteY770" fmla="*/ 911442 h 6858000"/>
              <a:gd name="connsiteX771" fmla="*/ 5648971 w 7472601"/>
              <a:gd name="connsiteY771" fmla="*/ 891331 h 6858000"/>
              <a:gd name="connsiteX772" fmla="*/ 5844807 w 7472601"/>
              <a:gd name="connsiteY772" fmla="*/ 870718 h 6858000"/>
              <a:gd name="connsiteX773" fmla="*/ 5862975 w 7472601"/>
              <a:gd name="connsiteY773" fmla="*/ 869756 h 6858000"/>
              <a:gd name="connsiteX774" fmla="*/ 5920887 w 7472601"/>
              <a:gd name="connsiteY774" fmla="*/ 865929 h 6858000"/>
              <a:gd name="connsiteX775" fmla="*/ 5504425 w 7472601"/>
              <a:gd name="connsiteY775" fmla="*/ 848067 h 6858000"/>
              <a:gd name="connsiteX776" fmla="*/ 3607114 w 7472601"/>
              <a:gd name="connsiteY776" fmla="*/ 467441 h 6858000"/>
              <a:gd name="connsiteX777" fmla="*/ 3296242 w 7472601"/>
              <a:gd name="connsiteY777" fmla="*/ 807991 h 6858000"/>
              <a:gd name="connsiteX778" fmla="*/ 3174674 w 7472601"/>
              <a:gd name="connsiteY778" fmla="*/ 919759 h 6858000"/>
              <a:gd name="connsiteX779" fmla="*/ 3042978 w 7472601"/>
              <a:gd name="connsiteY779" fmla="*/ 1054894 h 6858000"/>
              <a:gd name="connsiteX780" fmla="*/ 2968914 w 7472601"/>
              <a:gd name="connsiteY780" fmla="*/ 1133756 h 6858000"/>
              <a:gd name="connsiteX781" fmla="*/ 3103823 w 7472601"/>
              <a:gd name="connsiteY781" fmla="*/ 1026814 h 6858000"/>
              <a:gd name="connsiteX782" fmla="*/ 3607114 w 7472601"/>
              <a:gd name="connsiteY782" fmla="*/ 467441 h 6858000"/>
              <a:gd name="connsiteX783" fmla="*/ 3744487 w 7472601"/>
              <a:gd name="connsiteY783" fmla="*/ 383136 h 6858000"/>
              <a:gd name="connsiteX784" fmla="*/ 3970213 w 7472601"/>
              <a:gd name="connsiteY784" fmla="*/ 995559 h 6858000"/>
              <a:gd name="connsiteX785" fmla="*/ 3744487 w 7472601"/>
              <a:gd name="connsiteY785" fmla="*/ 383136 h 6858000"/>
              <a:gd name="connsiteX786" fmla="*/ 3624562 w 7472601"/>
              <a:gd name="connsiteY786" fmla="*/ 367041 h 6858000"/>
              <a:gd name="connsiteX787" fmla="*/ 3489712 w 7472601"/>
              <a:gd name="connsiteY787" fmla="*/ 485386 h 6858000"/>
              <a:gd name="connsiteX788" fmla="*/ 3182994 w 7472601"/>
              <a:gd name="connsiteY788" fmla="*/ 828265 h 6858000"/>
              <a:gd name="connsiteX789" fmla="*/ 2892114 w 7472601"/>
              <a:gd name="connsiteY789" fmla="*/ 1172635 h 6858000"/>
              <a:gd name="connsiteX790" fmla="*/ 3021459 w 7472601"/>
              <a:gd name="connsiteY790" fmla="*/ 1035385 h 6858000"/>
              <a:gd name="connsiteX791" fmla="*/ 3153873 w 7472601"/>
              <a:gd name="connsiteY791" fmla="*/ 898971 h 6858000"/>
              <a:gd name="connsiteX792" fmla="*/ 3276511 w 7472601"/>
              <a:gd name="connsiteY792" fmla="*/ 786423 h 6858000"/>
              <a:gd name="connsiteX793" fmla="*/ 3584154 w 7472601"/>
              <a:gd name="connsiteY793" fmla="*/ 448218 h 6858000"/>
              <a:gd name="connsiteX794" fmla="*/ 3624562 w 7472601"/>
              <a:gd name="connsiteY794" fmla="*/ 367041 h 6858000"/>
              <a:gd name="connsiteX795" fmla="*/ 3766672 w 7472601"/>
              <a:gd name="connsiteY795" fmla="*/ 359429 h 6858000"/>
              <a:gd name="connsiteX796" fmla="*/ 3996338 w 7472601"/>
              <a:gd name="connsiteY796" fmla="*/ 968237 h 6858000"/>
              <a:gd name="connsiteX797" fmla="*/ 3766672 w 7472601"/>
              <a:gd name="connsiteY797" fmla="*/ 359429 h 6858000"/>
              <a:gd name="connsiteX798" fmla="*/ 5805386 w 7472601"/>
              <a:gd name="connsiteY798" fmla="*/ 239240 h 6858000"/>
              <a:gd name="connsiteX799" fmla="*/ 5736947 w 7472601"/>
              <a:gd name="connsiteY799" fmla="*/ 261367 h 6858000"/>
              <a:gd name="connsiteX800" fmla="*/ 5427012 w 7472601"/>
              <a:gd name="connsiteY800" fmla="*/ 311272 h 6858000"/>
              <a:gd name="connsiteX801" fmla="*/ 5147818 w 7472601"/>
              <a:gd name="connsiteY801" fmla="*/ 322112 h 6858000"/>
              <a:gd name="connsiteX802" fmla="*/ 5060854 w 7472601"/>
              <a:gd name="connsiteY802" fmla="*/ 311882 h 6858000"/>
              <a:gd name="connsiteX803" fmla="*/ 4945989 w 7472601"/>
              <a:gd name="connsiteY803" fmla="*/ 300516 h 6858000"/>
              <a:gd name="connsiteX804" fmla="*/ 5410479 w 7472601"/>
              <a:gd name="connsiteY804" fmla="*/ 348434 h 6858000"/>
              <a:gd name="connsiteX805" fmla="*/ 5805386 w 7472601"/>
              <a:gd name="connsiteY805" fmla="*/ 239240 h 6858000"/>
              <a:gd name="connsiteX806" fmla="*/ 5905192 w 7472601"/>
              <a:gd name="connsiteY806" fmla="*/ 163079 h 6858000"/>
              <a:gd name="connsiteX807" fmla="*/ 5865655 w 7472601"/>
              <a:gd name="connsiteY807" fmla="*/ 171901 h 6858000"/>
              <a:gd name="connsiteX808" fmla="*/ 5259740 w 7472601"/>
              <a:gd name="connsiteY808" fmla="*/ 257013 h 6858000"/>
              <a:gd name="connsiteX809" fmla="*/ 5208466 w 7472601"/>
              <a:gd name="connsiteY809" fmla="*/ 257550 h 6858000"/>
              <a:gd name="connsiteX810" fmla="*/ 4980204 w 7472601"/>
              <a:gd name="connsiteY810" fmla="*/ 271903 h 6858000"/>
              <a:gd name="connsiteX811" fmla="*/ 5068068 w 7472601"/>
              <a:gd name="connsiteY811" fmla="*/ 282244 h 6858000"/>
              <a:gd name="connsiteX812" fmla="*/ 5153231 w 7472601"/>
              <a:gd name="connsiteY812" fmla="*/ 292240 h 6858000"/>
              <a:gd name="connsiteX813" fmla="*/ 5426491 w 7472601"/>
              <a:gd name="connsiteY813" fmla="*/ 281128 h 6858000"/>
              <a:gd name="connsiteX814" fmla="*/ 5731212 w 7472601"/>
              <a:gd name="connsiteY814" fmla="*/ 231951 h 6858000"/>
              <a:gd name="connsiteX815" fmla="*/ 5905192 w 7472601"/>
              <a:gd name="connsiteY815" fmla="*/ 163079 h 6858000"/>
              <a:gd name="connsiteX816" fmla="*/ 5944437 w 7472601"/>
              <a:gd name="connsiteY816" fmla="*/ 113829 h 6858000"/>
              <a:gd name="connsiteX817" fmla="*/ 5825032 w 7472601"/>
              <a:gd name="connsiteY817" fmla="*/ 146405 h 6858000"/>
              <a:gd name="connsiteX818" fmla="*/ 4955599 w 7472601"/>
              <a:gd name="connsiteY818" fmla="*/ 247008 h 6858000"/>
              <a:gd name="connsiteX819" fmla="*/ 5210104 w 7472601"/>
              <a:gd name="connsiteY819" fmla="*/ 228123 h 6858000"/>
              <a:gd name="connsiteX820" fmla="*/ 5261015 w 7472601"/>
              <a:gd name="connsiteY820" fmla="*/ 227087 h 6858000"/>
              <a:gd name="connsiteX821" fmla="*/ 5861181 w 7472601"/>
              <a:gd name="connsiteY821" fmla="*/ 143093 h 6858000"/>
              <a:gd name="connsiteX822" fmla="*/ 5961252 w 7472601"/>
              <a:gd name="connsiteY822" fmla="*/ 114820 h 6858000"/>
              <a:gd name="connsiteX823" fmla="*/ 5944437 w 7472601"/>
              <a:gd name="connsiteY823" fmla="*/ 113829 h 6858000"/>
              <a:gd name="connsiteX824" fmla="*/ 3882765 w 7472601"/>
              <a:gd name="connsiteY824" fmla="*/ 0 h 6858000"/>
              <a:gd name="connsiteX825" fmla="*/ 3995099 w 7472601"/>
              <a:gd name="connsiteY825" fmla="*/ 0 h 6858000"/>
              <a:gd name="connsiteX826" fmla="*/ 4163818 w 7472601"/>
              <a:gd name="connsiteY826" fmla="*/ 234104 h 6858000"/>
              <a:gd name="connsiteX827" fmla="*/ 4172099 w 7472601"/>
              <a:gd name="connsiteY827" fmla="*/ 234207 h 6858000"/>
              <a:gd name="connsiteX828" fmla="*/ 4784282 w 7472601"/>
              <a:gd name="connsiteY828" fmla="*/ 276561 h 6858000"/>
              <a:gd name="connsiteX829" fmla="*/ 4801687 w 7472601"/>
              <a:gd name="connsiteY829" fmla="*/ 267764 h 6858000"/>
              <a:gd name="connsiteX830" fmla="*/ 6082788 w 7472601"/>
              <a:gd name="connsiteY830" fmla="*/ 64119 h 6858000"/>
              <a:gd name="connsiteX831" fmla="*/ 6099442 w 7472601"/>
              <a:gd name="connsiteY831" fmla="*/ 82568 h 6858000"/>
              <a:gd name="connsiteX832" fmla="*/ 4804137 w 7472601"/>
              <a:gd name="connsiteY832" fmla="*/ 320931 h 6858000"/>
              <a:gd name="connsiteX833" fmla="*/ 4227047 w 7472601"/>
              <a:gd name="connsiteY833" fmla="*/ 313415 h 6858000"/>
              <a:gd name="connsiteX834" fmla="*/ 4346041 w 7472601"/>
              <a:gd name="connsiteY834" fmla="*/ 456086 h 6858000"/>
              <a:gd name="connsiteX835" fmla="*/ 4870967 w 7472601"/>
              <a:gd name="connsiteY835" fmla="*/ 963061 h 6858000"/>
              <a:gd name="connsiteX836" fmla="*/ 4889647 w 7472601"/>
              <a:gd name="connsiteY836" fmla="*/ 957147 h 6858000"/>
              <a:gd name="connsiteX837" fmla="*/ 5422504 w 7472601"/>
              <a:gd name="connsiteY837" fmla="*/ 805191 h 6858000"/>
              <a:gd name="connsiteX838" fmla="*/ 6087656 w 7472601"/>
              <a:gd name="connsiteY838" fmla="*/ 826703 h 6858000"/>
              <a:gd name="connsiteX839" fmla="*/ 6058717 w 7472601"/>
              <a:gd name="connsiteY839" fmla="*/ 865992 h 6858000"/>
              <a:gd name="connsiteX840" fmla="*/ 4974153 w 7472601"/>
              <a:gd name="connsiteY840" fmla="*/ 1045456 h 6858000"/>
              <a:gd name="connsiteX841" fmla="*/ 5627835 w 7472601"/>
              <a:gd name="connsiteY841" fmla="*/ 1472077 h 6858000"/>
              <a:gd name="connsiteX842" fmla="*/ 5629817 w 7472601"/>
              <a:gd name="connsiteY842" fmla="*/ 1471412 h 6858000"/>
              <a:gd name="connsiteX843" fmla="*/ 5634124 w 7472601"/>
              <a:gd name="connsiteY843" fmla="*/ 1470572 h 6858000"/>
              <a:gd name="connsiteX844" fmla="*/ 5755832 w 7472601"/>
              <a:gd name="connsiteY844" fmla="*/ 1383886 h 6858000"/>
              <a:gd name="connsiteX845" fmla="*/ 6014186 w 7472601"/>
              <a:gd name="connsiteY845" fmla="*/ 1279799 h 6858000"/>
              <a:gd name="connsiteX846" fmla="*/ 6901619 w 7472601"/>
              <a:gd name="connsiteY846" fmla="*/ 1047874 h 6858000"/>
              <a:gd name="connsiteX847" fmla="*/ 6931566 w 7472601"/>
              <a:gd name="connsiteY847" fmla="*/ 1062034 h 6858000"/>
              <a:gd name="connsiteX848" fmla="*/ 5790982 w 7472601"/>
              <a:gd name="connsiteY848" fmla="*/ 1561380 h 6858000"/>
              <a:gd name="connsiteX849" fmla="*/ 6188971 w 7472601"/>
              <a:gd name="connsiteY849" fmla="*/ 1755168 h 6858000"/>
              <a:gd name="connsiteX850" fmla="*/ 6202446 w 7472601"/>
              <a:gd name="connsiteY850" fmla="*/ 1752268 h 6858000"/>
              <a:gd name="connsiteX851" fmla="*/ 7179560 w 7472601"/>
              <a:gd name="connsiteY851" fmla="*/ 1467551 h 6858000"/>
              <a:gd name="connsiteX852" fmla="*/ 7158730 w 7472601"/>
              <a:gd name="connsiteY852" fmla="*/ 1507835 h 6858000"/>
              <a:gd name="connsiteX853" fmla="*/ 6326959 w 7472601"/>
              <a:gd name="connsiteY853" fmla="*/ 1817686 h 6858000"/>
              <a:gd name="connsiteX854" fmla="*/ 6537433 w 7472601"/>
              <a:gd name="connsiteY854" fmla="*/ 1907790 h 6858000"/>
              <a:gd name="connsiteX855" fmla="*/ 6550221 w 7472601"/>
              <a:gd name="connsiteY855" fmla="*/ 1910729 h 6858000"/>
              <a:gd name="connsiteX856" fmla="*/ 6964438 w 7472601"/>
              <a:gd name="connsiteY856" fmla="*/ 2209505 h 6858000"/>
              <a:gd name="connsiteX857" fmla="*/ 7367862 w 7472601"/>
              <a:gd name="connsiteY857" fmla="*/ 2806833 h 6858000"/>
              <a:gd name="connsiteX858" fmla="*/ 7364329 w 7472601"/>
              <a:gd name="connsiteY858" fmla="*/ 2826907 h 6858000"/>
              <a:gd name="connsiteX859" fmla="*/ 7290545 w 7472601"/>
              <a:gd name="connsiteY859" fmla="*/ 2850663 h 6858000"/>
              <a:gd name="connsiteX860" fmla="*/ 6472036 w 7472601"/>
              <a:gd name="connsiteY860" fmla="*/ 1959003 h 6858000"/>
              <a:gd name="connsiteX861" fmla="*/ 5792897 w 7472601"/>
              <a:gd name="connsiteY861" fmla="*/ 1647747 h 6858000"/>
              <a:gd name="connsiteX862" fmla="*/ 5842751 w 7472601"/>
              <a:gd name="connsiteY862" fmla="*/ 1816112 h 6858000"/>
              <a:gd name="connsiteX863" fmla="*/ 5847424 w 7472601"/>
              <a:gd name="connsiteY863" fmla="*/ 1815776 h 6858000"/>
              <a:gd name="connsiteX864" fmla="*/ 6399821 w 7472601"/>
              <a:gd name="connsiteY864" fmla="*/ 2344799 h 6858000"/>
              <a:gd name="connsiteX865" fmla="*/ 6323232 w 7472601"/>
              <a:gd name="connsiteY865" fmla="*/ 2389634 h 6858000"/>
              <a:gd name="connsiteX866" fmla="*/ 5942958 w 7472601"/>
              <a:gd name="connsiteY866" fmla="*/ 2077708 h 6858000"/>
              <a:gd name="connsiteX867" fmla="*/ 5921559 w 7472601"/>
              <a:gd name="connsiteY867" fmla="*/ 2378596 h 6858000"/>
              <a:gd name="connsiteX868" fmla="*/ 5817651 w 7472601"/>
              <a:gd name="connsiteY868" fmla="*/ 3023919 h 6858000"/>
              <a:gd name="connsiteX869" fmla="*/ 5729634 w 7472601"/>
              <a:gd name="connsiteY869" fmla="*/ 3051849 h 6858000"/>
              <a:gd name="connsiteX870" fmla="*/ 5611018 w 7472601"/>
              <a:gd name="connsiteY870" fmla="*/ 2316769 h 6858000"/>
              <a:gd name="connsiteX871" fmla="*/ 5687608 w 7472601"/>
              <a:gd name="connsiteY871" fmla="*/ 2039972 h 6858000"/>
              <a:gd name="connsiteX872" fmla="*/ 5657554 w 7472601"/>
              <a:gd name="connsiteY872" fmla="*/ 1576445 h 6858000"/>
              <a:gd name="connsiteX873" fmla="*/ 5150475 w 7472601"/>
              <a:gd name="connsiteY873" fmla="*/ 1274012 h 6858000"/>
              <a:gd name="connsiteX874" fmla="*/ 5349142 w 7472601"/>
              <a:gd name="connsiteY874" fmla="*/ 2204405 h 6858000"/>
              <a:gd name="connsiteX875" fmla="*/ 5262214 w 7472601"/>
              <a:gd name="connsiteY875" fmla="*/ 2233836 h 6858000"/>
              <a:gd name="connsiteX876" fmla="*/ 4981539 w 7472601"/>
              <a:gd name="connsiteY876" fmla="*/ 1542201 h 6858000"/>
              <a:gd name="connsiteX877" fmla="*/ 4958461 w 7472601"/>
              <a:gd name="connsiteY877" fmla="*/ 1136957 h 6858000"/>
              <a:gd name="connsiteX878" fmla="*/ 4655015 w 7472601"/>
              <a:gd name="connsiteY878" fmla="*/ 891426 h 6858000"/>
              <a:gd name="connsiteX879" fmla="*/ 4348002 w 7472601"/>
              <a:gd name="connsiteY879" fmla="*/ 2205895 h 6858000"/>
              <a:gd name="connsiteX880" fmla="*/ 4262250 w 7472601"/>
              <a:gd name="connsiteY880" fmla="*/ 2219972 h 6858000"/>
              <a:gd name="connsiteX881" fmla="*/ 4550611 w 7472601"/>
              <a:gd name="connsiteY881" fmla="*/ 817540 h 6858000"/>
              <a:gd name="connsiteX882" fmla="*/ 4564418 w 7472601"/>
              <a:gd name="connsiteY882" fmla="*/ 808293 h 6858000"/>
              <a:gd name="connsiteX883" fmla="*/ 4266388 w 7472601"/>
              <a:gd name="connsiteY883" fmla="*/ 500083 h 6858000"/>
              <a:gd name="connsiteX884" fmla="*/ 4032842 w 7472601"/>
              <a:gd name="connsiteY884" fmla="*/ 211809 h 6858000"/>
              <a:gd name="connsiteX885" fmla="*/ 3882765 w 7472601"/>
              <a:gd name="connsiteY885" fmla="*/ 0 h 6858000"/>
              <a:gd name="connsiteX886" fmla="*/ 3721337 w 7472601"/>
              <a:gd name="connsiteY886" fmla="*/ 0 h 6858000"/>
              <a:gd name="connsiteX887" fmla="*/ 3797544 w 7472601"/>
              <a:gd name="connsiteY887" fmla="*/ 0 h 6858000"/>
              <a:gd name="connsiteX888" fmla="*/ 3775734 w 7472601"/>
              <a:gd name="connsiteY888" fmla="*/ 95131 h 6858000"/>
              <a:gd name="connsiteX889" fmla="*/ 3724807 w 7472601"/>
              <a:gd name="connsiteY889" fmla="*/ 272257 h 6858000"/>
              <a:gd name="connsiteX890" fmla="*/ 3726844 w 7472601"/>
              <a:gd name="connsiteY890" fmla="*/ 282988 h 6858000"/>
              <a:gd name="connsiteX891" fmla="*/ 3742664 w 7472601"/>
              <a:gd name="connsiteY891" fmla="*/ 279918 h 6858000"/>
              <a:gd name="connsiteX892" fmla="*/ 4103910 w 7472601"/>
              <a:gd name="connsiteY892" fmla="*/ 1161917 h 6858000"/>
              <a:gd name="connsiteX893" fmla="*/ 4020269 w 7472601"/>
              <a:gd name="connsiteY893" fmla="*/ 1200406 h 6858000"/>
              <a:gd name="connsiteX894" fmla="*/ 3674882 w 7472601"/>
              <a:gd name="connsiteY894" fmla="*/ 488524 h 6858000"/>
              <a:gd name="connsiteX895" fmla="*/ 3132682 w 7472601"/>
              <a:gd name="connsiteY895" fmla="*/ 1072284 h 6858000"/>
              <a:gd name="connsiteX896" fmla="*/ 2716346 w 7472601"/>
              <a:gd name="connsiteY896" fmla="*/ 1276376 h 6858000"/>
              <a:gd name="connsiteX897" fmla="*/ 2716772 w 7472601"/>
              <a:gd name="connsiteY897" fmla="*/ 1255462 h 6858000"/>
              <a:gd name="connsiteX898" fmla="*/ 3471096 w 7472601"/>
              <a:gd name="connsiteY898" fmla="*/ 437072 h 6858000"/>
              <a:gd name="connsiteX899" fmla="*/ 3639057 w 7472601"/>
              <a:gd name="connsiteY899" fmla="*/ 286334 h 6858000"/>
              <a:gd name="connsiteX900" fmla="*/ 3640309 w 7472601"/>
              <a:gd name="connsiteY900" fmla="*/ 284664 h 6858000"/>
              <a:gd name="connsiteX901" fmla="*/ 3646022 w 7472601"/>
              <a:gd name="connsiteY901" fmla="*/ 276711 h 6858000"/>
              <a:gd name="connsiteX902" fmla="*/ 3707943 w 7472601"/>
              <a:gd name="connsiteY902" fmla="*/ 65958 h 6858000"/>
              <a:gd name="connsiteX903" fmla="*/ 3721337 w 7472601"/>
              <a:gd name="connsiteY903" fmla="*/ 0 h 6858000"/>
              <a:gd name="connsiteX904" fmla="*/ 2867960 w 7472601"/>
              <a:gd name="connsiteY904" fmla="*/ 0 h 6858000"/>
              <a:gd name="connsiteX905" fmla="*/ 2926351 w 7472601"/>
              <a:gd name="connsiteY905" fmla="*/ 0 h 6858000"/>
              <a:gd name="connsiteX906" fmla="*/ 2902823 w 7472601"/>
              <a:gd name="connsiteY906" fmla="*/ 262929 h 6858000"/>
              <a:gd name="connsiteX907" fmla="*/ 2940663 w 7472601"/>
              <a:gd name="connsiteY907" fmla="*/ 140884 h 6858000"/>
              <a:gd name="connsiteX908" fmla="*/ 2947039 w 7472601"/>
              <a:gd name="connsiteY908" fmla="*/ 122524 h 6858000"/>
              <a:gd name="connsiteX909" fmla="*/ 2984316 w 7472601"/>
              <a:gd name="connsiteY909" fmla="*/ 0 h 6858000"/>
              <a:gd name="connsiteX910" fmla="*/ 3016114 w 7472601"/>
              <a:gd name="connsiteY910" fmla="*/ 0 h 6858000"/>
              <a:gd name="connsiteX911" fmla="*/ 2979949 w 7472601"/>
              <a:gd name="connsiteY911" fmla="*/ 119274 h 6858000"/>
              <a:gd name="connsiteX912" fmla="*/ 3023879 w 7472601"/>
              <a:gd name="connsiteY912" fmla="*/ 0 h 6858000"/>
              <a:gd name="connsiteX913" fmla="*/ 3105400 w 7472601"/>
              <a:gd name="connsiteY913" fmla="*/ 0 h 6858000"/>
              <a:gd name="connsiteX914" fmla="*/ 3094669 w 7472601"/>
              <a:gd name="connsiteY914" fmla="*/ 30308 h 6858000"/>
              <a:gd name="connsiteX915" fmla="*/ 2901945 w 7472601"/>
              <a:gd name="connsiteY915" fmla="*/ 466538 h 6858000"/>
              <a:gd name="connsiteX916" fmla="*/ 2815209 w 7472601"/>
              <a:gd name="connsiteY916" fmla="*/ 497361 h 6858000"/>
              <a:gd name="connsiteX917" fmla="*/ 2844845 w 7472601"/>
              <a:gd name="connsiteY917" fmla="*/ 127638 h 6858000"/>
              <a:gd name="connsiteX918" fmla="*/ 2867960 w 7472601"/>
              <a:gd name="connsiteY918" fmla="*/ 0 h 6858000"/>
              <a:gd name="connsiteX919" fmla="*/ 1057230 w 7472601"/>
              <a:gd name="connsiteY919" fmla="*/ 0 h 6858000"/>
              <a:gd name="connsiteX920" fmla="*/ 1111003 w 7472601"/>
              <a:gd name="connsiteY920" fmla="*/ 0 h 6858000"/>
              <a:gd name="connsiteX921" fmla="*/ 1125553 w 7472601"/>
              <a:gd name="connsiteY921" fmla="*/ 52588 h 6858000"/>
              <a:gd name="connsiteX922" fmla="*/ 1304276 w 7472601"/>
              <a:gd name="connsiteY922" fmla="*/ 476275 h 6858000"/>
              <a:gd name="connsiteX923" fmla="*/ 1492066 w 7472601"/>
              <a:gd name="connsiteY923" fmla="*/ 886333 h 6858000"/>
              <a:gd name="connsiteX924" fmla="*/ 1423698 w 7472601"/>
              <a:gd name="connsiteY924" fmla="*/ 710817 h 6858000"/>
              <a:gd name="connsiteX925" fmla="*/ 1357609 w 7472601"/>
              <a:gd name="connsiteY925" fmla="*/ 532892 h 6858000"/>
              <a:gd name="connsiteX926" fmla="*/ 1309550 w 7472601"/>
              <a:gd name="connsiteY926" fmla="*/ 374031 h 6858000"/>
              <a:gd name="connsiteX927" fmla="*/ 1193673 w 7472601"/>
              <a:gd name="connsiteY927" fmla="*/ 49533 h 6858000"/>
              <a:gd name="connsiteX928" fmla="*/ 1164391 w 7472601"/>
              <a:gd name="connsiteY928" fmla="*/ 0 h 6858000"/>
              <a:gd name="connsiteX929" fmla="*/ 1200666 w 7472601"/>
              <a:gd name="connsiteY929" fmla="*/ 0 h 6858000"/>
              <a:gd name="connsiteX930" fmla="*/ 1223408 w 7472601"/>
              <a:gd name="connsiteY930" fmla="*/ 38996 h 6858000"/>
              <a:gd name="connsiteX931" fmla="*/ 1339635 w 7472601"/>
              <a:gd name="connsiteY931" fmla="*/ 365517 h 6858000"/>
              <a:gd name="connsiteX932" fmla="*/ 1387469 w 7472601"/>
              <a:gd name="connsiteY932" fmla="*/ 523079 h 6858000"/>
              <a:gd name="connsiteX933" fmla="*/ 1452685 w 7472601"/>
              <a:gd name="connsiteY933" fmla="*/ 699806 h 6858000"/>
              <a:gd name="connsiteX934" fmla="*/ 1492092 w 7472601"/>
              <a:gd name="connsiteY934" fmla="*/ 800424 h 6858000"/>
              <a:gd name="connsiteX935" fmla="*/ 1455302 w 7472601"/>
              <a:gd name="connsiteY935" fmla="*/ 632913 h 6858000"/>
              <a:gd name="connsiteX936" fmla="*/ 1222336 w 7472601"/>
              <a:gd name="connsiteY936" fmla="*/ 9480 h 6858000"/>
              <a:gd name="connsiteX937" fmla="*/ 1214634 w 7472601"/>
              <a:gd name="connsiteY937" fmla="*/ 0 h 6858000"/>
              <a:gd name="connsiteX938" fmla="*/ 1289827 w 7472601"/>
              <a:gd name="connsiteY938" fmla="*/ 0 h 6858000"/>
              <a:gd name="connsiteX939" fmla="*/ 1321076 w 7472601"/>
              <a:gd name="connsiteY939" fmla="*/ 59722 h 6858000"/>
              <a:gd name="connsiteX940" fmla="*/ 1512579 w 7472601"/>
              <a:gd name="connsiteY940" fmla="*/ 626441 h 6858000"/>
              <a:gd name="connsiteX941" fmla="*/ 1506076 w 7472601"/>
              <a:gd name="connsiteY941" fmla="*/ 1089289 h 6858000"/>
              <a:gd name="connsiteX942" fmla="*/ 1486346 w 7472601"/>
              <a:gd name="connsiteY942" fmla="*/ 1079919 h 6858000"/>
              <a:gd name="connsiteX943" fmla="*/ 1070511 w 7472601"/>
              <a:gd name="connsiteY943" fmla="*/ 48609 h 6858000"/>
              <a:gd name="connsiteX944" fmla="*/ 1057230 w 7472601"/>
              <a:gd name="connsiteY944" fmla="*/ 0 h 6858000"/>
              <a:gd name="connsiteX945" fmla="*/ 43151 w 7472601"/>
              <a:gd name="connsiteY945" fmla="*/ 0 h 6858000"/>
              <a:gd name="connsiteX946" fmla="*/ 95283 w 7472601"/>
              <a:gd name="connsiteY946" fmla="*/ 0 h 6858000"/>
              <a:gd name="connsiteX947" fmla="*/ 300708 w 7472601"/>
              <a:gd name="connsiteY947" fmla="*/ 154571 h 6858000"/>
              <a:gd name="connsiteX948" fmla="*/ 530414 w 7472601"/>
              <a:gd name="connsiteY948" fmla="*/ 354673 h 6858000"/>
              <a:gd name="connsiteX949" fmla="*/ 333785 w 7472601"/>
              <a:gd name="connsiteY949" fmla="*/ 161564 h 6858000"/>
              <a:gd name="connsiteX950" fmla="*/ 147005 w 7472601"/>
              <a:gd name="connsiteY950" fmla="*/ 0 h 6858000"/>
              <a:gd name="connsiteX951" fmla="*/ 272509 w 7472601"/>
              <a:gd name="connsiteY951" fmla="*/ 0 h 6858000"/>
              <a:gd name="connsiteX952" fmla="*/ 326276 w 7472601"/>
              <a:gd name="connsiteY952" fmla="*/ 45847 h 6858000"/>
              <a:gd name="connsiteX953" fmla="*/ 823759 w 7472601"/>
              <a:gd name="connsiteY953" fmla="*/ 574145 h 6858000"/>
              <a:gd name="connsiteX954" fmla="*/ 811254 w 7472601"/>
              <a:gd name="connsiteY954" fmla="*/ 665546 h 6858000"/>
              <a:gd name="connsiteX955" fmla="*/ 154042 w 7472601"/>
              <a:gd name="connsiteY955" fmla="*/ 261522 h 6858000"/>
              <a:gd name="connsiteX956" fmla="*/ 13550 w 7472601"/>
              <a:gd name="connsiteY956" fmla="*/ 158423 h 6858000"/>
              <a:gd name="connsiteX957" fmla="*/ 0 w 7472601"/>
              <a:gd name="connsiteY957" fmla="*/ 146618 h 6858000"/>
              <a:gd name="connsiteX958" fmla="*/ 0 w 7472601"/>
              <a:gd name="connsiteY958" fmla="*/ 59161 h 6858000"/>
              <a:gd name="connsiteX959" fmla="*/ 45427 w 7472601"/>
              <a:gd name="connsiteY959" fmla="*/ 101078 h 6858000"/>
              <a:gd name="connsiteX960" fmla="*/ 630103 w 7472601"/>
              <a:gd name="connsiteY960" fmla="*/ 485885 h 6858000"/>
              <a:gd name="connsiteX961" fmla="*/ 532040 w 7472601"/>
              <a:gd name="connsiteY961" fmla="*/ 399359 h 6858000"/>
              <a:gd name="connsiteX962" fmla="*/ 517618 w 7472601"/>
              <a:gd name="connsiteY962" fmla="*/ 385726 h 6858000"/>
              <a:gd name="connsiteX963" fmla="*/ 285074 w 7472601"/>
              <a:gd name="connsiteY963" fmla="*/ 182755 h 6858000"/>
              <a:gd name="connsiteX964" fmla="*/ 43151 w 7472601"/>
              <a:gd name="connsiteY964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312589 w 7472601"/>
              <a:gd name="connsiteY80" fmla="*/ 5982309 h 6858000"/>
              <a:gd name="connsiteX81" fmla="*/ 7448321 w 7472601"/>
              <a:gd name="connsiteY81" fmla="*/ 6190991 h 6858000"/>
              <a:gd name="connsiteX82" fmla="*/ 7467600 w 7472601"/>
              <a:gd name="connsiteY82" fmla="*/ 6221686 h 6858000"/>
              <a:gd name="connsiteX83" fmla="*/ 7467600 w 7472601"/>
              <a:gd name="connsiteY83" fmla="*/ 6334256 h 6858000"/>
              <a:gd name="connsiteX84" fmla="*/ 7454976 w 7472601"/>
              <a:gd name="connsiteY84" fmla="*/ 6318297 h 6858000"/>
              <a:gd name="connsiteX85" fmla="*/ 1456157 w 7472601"/>
              <a:gd name="connsiteY85" fmla="*/ 5371404 h 6858000"/>
              <a:gd name="connsiteX86" fmla="*/ 1244432 w 7472601"/>
              <a:gd name="connsiteY86" fmla="*/ 5385601 h 6858000"/>
              <a:gd name="connsiteX87" fmla="*/ 973990 w 7472601"/>
              <a:gd name="connsiteY87" fmla="*/ 5424940 h 6858000"/>
              <a:gd name="connsiteX88" fmla="*/ 1103809 w 7472601"/>
              <a:gd name="connsiteY88" fmla="*/ 5433720 h 6858000"/>
              <a:gd name="connsiteX89" fmla="*/ 1123454 w 7472601"/>
              <a:gd name="connsiteY89" fmla="*/ 5435727 h 6858000"/>
              <a:gd name="connsiteX90" fmla="*/ 1737017 w 7472601"/>
              <a:gd name="connsiteY90" fmla="*/ 5452183 h 6858000"/>
              <a:gd name="connsiteX91" fmla="*/ 1824397 w 7472601"/>
              <a:gd name="connsiteY91" fmla="*/ 5447757 h 6858000"/>
              <a:gd name="connsiteX92" fmla="*/ 2070059 w 7472601"/>
              <a:gd name="connsiteY92" fmla="*/ 5441660 h 6858000"/>
              <a:gd name="connsiteX93" fmla="*/ 1456157 w 7472601"/>
              <a:gd name="connsiteY93" fmla="*/ 5371404 h 6858000"/>
              <a:gd name="connsiteX94" fmla="*/ 4988186 w 7472601"/>
              <a:gd name="connsiteY94" fmla="*/ 5216467 h 6858000"/>
              <a:gd name="connsiteX95" fmla="*/ 4777334 w 7472601"/>
              <a:gd name="connsiteY95" fmla="*/ 5406072 h 6858000"/>
              <a:gd name="connsiteX96" fmla="*/ 4718341 w 7472601"/>
              <a:gd name="connsiteY96" fmla="*/ 5468043 h 6858000"/>
              <a:gd name="connsiteX97" fmla="*/ 4604655 w 7472601"/>
              <a:gd name="connsiteY97" fmla="*/ 5583434 h 6858000"/>
              <a:gd name="connsiteX98" fmla="*/ 4565074 w 7472601"/>
              <a:gd name="connsiteY98" fmla="*/ 5618550 h 6858000"/>
              <a:gd name="connsiteX99" fmla="*/ 4988186 w 7472601"/>
              <a:gd name="connsiteY99" fmla="*/ 5216467 h 6858000"/>
              <a:gd name="connsiteX100" fmla="*/ 4978032 w 7472601"/>
              <a:gd name="connsiteY100" fmla="*/ 5183809 h 6858000"/>
              <a:gd name="connsiteX101" fmla="*/ 4463413 w 7472601"/>
              <a:gd name="connsiteY101" fmla="*/ 5615162 h 6858000"/>
              <a:gd name="connsiteX102" fmla="*/ 4358134 w 7472601"/>
              <a:gd name="connsiteY102" fmla="*/ 5742791 h 6858000"/>
              <a:gd name="connsiteX103" fmla="*/ 4376219 w 7472601"/>
              <a:gd name="connsiteY103" fmla="*/ 5729027 h 6858000"/>
              <a:gd name="connsiteX104" fmla="*/ 4582340 w 7472601"/>
              <a:gd name="connsiteY104" fmla="*/ 5561037 h 6858000"/>
              <a:gd name="connsiteX105" fmla="*/ 4694684 w 7472601"/>
              <a:gd name="connsiteY105" fmla="*/ 5447098 h 6858000"/>
              <a:gd name="connsiteX106" fmla="*/ 4754123 w 7472601"/>
              <a:gd name="connsiteY106" fmla="*/ 5384643 h 6858000"/>
              <a:gd name="connsiteX107" fmla="*/ 4978032 w 7472601"/>
              <a:gd name="connsiteY107" fmla="*/ 5183809 h 6858000"/>
              <a:gd name="connsiteX108" fmla="*/ 1903353 w 7472601"/>
              <a:gd name="connsiteY108" fmla="*/ 5044827 h 6858000"/>
              <a:gd name="connsiteX109" fmla="*/ 1936931 w 7472601"/>
              <a:gd name="connsiteY109" fmla="*/ 5093954 h 6858000"/>
              <a:gd name="connsiteX110" fmla="*/ 2195868 w 7472601"/>
              <a:gd name="connsiteY110" fmla="*/ 5396574 h 6858000"/>
              <a:gd name="connsiteX111" fmla="*/ 2088852 w 7472601"/>
              <a:gd name="connsiteY111" fmla="*/ 5166123 h 6858000"/>
              <a:gd name="connsiteX112" fmla="*/ 1958241 w 7472601"/>
              <a:gd name="connsiteY112" fmla="*/ 5067955 h 6858000"/>
              <a:gd name="connsiteX113" fmla="*/ 1903353 w 7472601"/>
              <a:gd name="connsiteY113" fmla="*/ 5044827 h 6858000"/>
              <a:gd name="connsiteX114" fmla="*/ 1979378 w 7472601"/>
              <a:gd name="connsiteY114" fmla="*/ 4769504 h 6858000"/>
              <a:gd name="connsiteX115" fmla="*/ 2882120 w 7472601"/>
              <a:gd name="connsiteY115" fmla="*/ 5064547 h 6858000"/>
              <a:gd name="connsiteX116" fmla="*/ 2793103 w 7472601"/>
              <a:gd name="connsiteY116" fmla="*/ 5039699 h 6858000"/>
              <a:gd name="connsiteX117" fmla="*/ 2770041 w 7472601"/>
              <a:gd name="connsiteY117" fmla="*/ 5033634 h 6858000"/>
              <a:gd name="connsiteX118" fmla="*/ 1979378 w 7472601"/>
              <a:gd name="connsiteY118" fmla="*/ 4769504 h 6858000"/>
              <a:gd name="connsiteX119" fmla="*/ 1927410 w 7472601"/>
              <a:gd name="connsiteY119" fmla="*/ 4716164 h 6858000"/>
              <a:gd name="connsiteX120" fmla="*/ 1959587 w 7472601"/>
              <a:gd name="connsiteY120" fmla="*/ 4728849 h 6858000"/>
              <a:gd name="connsiteX121" fmla="*/ 2777707 w 7472601"/>
              <a:gd name="connsiteY121" fmla="*/ 5003991 h 6858000"/>
              <a:gd name="connsiteX122" fmla="*/ 2800768 w 7472601"/>
              <a:gd name="connsiteY122" fmla="*/ 5010056 h 6858000"/>
              <a:gd name="connsiteX123" fmla="*/ 2879408 w 7472601"/>
              <a:gd name="connsiteY123" fmla="*/ 5031590 h 6858000"/>
              <a:gd name="connsiteX124" fmla="*/ 2862295 w 7472601"/>
              <a:gd name="connsiteY124" fmla="*/ 5022958 h 6858000"/>
              <a:gd name="connsiteX125" fmla="*/ 2813343 w 7472601"/>
              <a:gd name="connsiteY125" fmla="*/ 4998369 h 6858000"/>
              <a:gd name="connsiteX126" fmla="*/ 2646245 w 7472601"/>
              <a:gd name="connsiteY126" fmla="*/ 4930999 h 6858000"/>
              <a:gd name="connsiteX127" fmla="*/ 1999243 w 7472601"/>
              <a:gd name="connsiteY127" fmla="*/ 4730524 h 6858000"/>
              <a:gd name="connsiteX128" fmla="*/ 1979527 w 7472601"/>
              <a:gd name="connsiteY128" fmla="*/ 4726651 h 6858000"/>
              <a:gd name="connsiteX129" fmla="*/ 1927410 w 7472601"/>
              <a:gd name="connsiteY129" fmla="*/ 4716164 h 6858000"/>
              <a:gd name="connsiteX130" fmla="*/ 1997014 w 7472601"/>
              <a:gd name="connsiteY130" fmla="*/ 4698007 h 6858000"/>
              <a:gd name="connsiteX131" fmla="*/ 2005458 w 7472601"/>
              <a:gd name="connsiteY131" fmla="*/ 4699540 h 6858000"/>
              <a:gd name="connsiteX132" fmla="*/ 2657186 w 7472601"/>
              <a:gd name="connsiteY132" fmla="*/ 4901687 h 6858000"/>
              <a:gd name="connsiteX133" fmla="*/ 2826662 w 7472601"/>
              <a:gd name="connsiteY133" fmla="*/ 4970362 h 6858000"/>
              <a:gd name="connsiteX134" fmla="*/ 2876100 w 7472601"/>
              <a:gd name="connsiteY134" fmla="*/ 4995397 h 6858000"/>
              <a:gd name="connsiteX135" fmla="*/ 3042600 w 7472601"/>
              <a:gd name="connsiteY135" fmla="*/ 5059532 h 6858000"/>
              <a:gd name="connsiteX136" fmla="*/ 1997014 w 7472601"/>
              <a:gd name="connsiteY136" fmla="*/ 4698007 h 6858000"/>
              <a:gd name="connsiteX137" fmla="*/ 2305292 w 7472601"/>
              <a:gd name="connsiteY137" fmla="*/ 4219492 h 6858000"/>
              <a:gd name="connsiteX138" fmla="*/ 3360922 w 7472601"/>
              <a:gd name="connsiteY138" fmla="*/ 4529373 h 6858000"/>
              <a:gd name="connsiteX139" fmla="*/ 3492420 w 7472601"/>
              <a:gd name="connsiteY139" fmla="*/ 4510145 h 6858000"/>
              <a:gd name="connsiteX140" fmla="*/ 3364086 w 7472601"/>
              <a:gd name="connsiteY140" fmla="*/ 4480340 h 6858000"/>
              <a:gd name="connsiteX141" fmla="*/ 3225818 w 7472601"/>
              <a:gd name="connsiteY141" fmla="*/ 4411822 h 6858000"/>
              <a:gd name="connsiteX142" fmla="*/ 3129696 w 7472601"/>
              <a:gd name="connsiteY142" fmla="*/ 4360704 h 6858000"/>
              <a:gd name="connsiteX143" fmla="*/ 2814545 w 7472601"/>
              <a:gd name="connsiteY143" fmla="*/ 4282955 h 6858000"/>
              <a:gd name="connsiteX144" fmla="*/ 2305292 w 7472601"/>
              <a:gd name="connsiteY144" fmla="*/ 4219492 h 6858000"/>
              <a:gd name="connsiteX145" fmla="*/ 2626982 w 7472601"/>
              <a:gd name="connsiteY145" fmla="*/ 4206450 h 6858000"/>
              <a:gd name="connsiteX146" fmla="*/ 2490617 w 7472601"/>
              <a:gd name="connsiteY146" fmla="*/ 4206951 h 6858000"/>
              <a:gd name="connsiteX147" fmla="*/ 2819869 w 7472601"/>
              <a:gd name="connsiteY147" fmla="*/ 4252936 h 6858000"/>
              <a:gd name="connsiteX148" fmla="*/ 3143018 w 7472601"/>
              <a:gd name="connsiteY148" fmla="*/ 4332698 h 6858000"/>
              <a:gd name="connsiteX149" fmla="*/ 3241520 w 7472601"/>
              <a:gd name="connsiteY149" fmla="*/ 4385112 h 6858000"/>
              <a:gd name="connsiteX150" fmla="*/ 3374575 w 7472601"/>
              <a:gd name="connsiteY150" fmla="*/ 4451517 h 6858000"/>
              <a:gd name="connsiteX151" fmla="*/ 3505221 w 7472601"/>
              <a:gd name="connsiteY151" fmla="*/ 4480757 h 6858000"/>
              <a:gd name="connsiteX152" fmla="*/ 2626982 w 7472601"/>
              <a:gd name="connsiteY152" fmla="*/ 4206450 h 6858000"/>
              <a:gd name="connsiteX153" fmla="*/ 1310106 w 7472601"/>
              <a:gd name="connsiteY153" fmla="*/ 3943217 h 6858000"/>
              <a:gd name="connsiteX154" fmla="*/ 854994 w 7472601"/>
              <a:gd name="connsiteY154" fmla="*/ 4399136 h 6858000"/>
              <a:gd name="connsiteX155" fmla="*/ 742462 w 7472601"/>
              <a:gd name="connsiteY155" fmla="*/ 4594648 h 6858000"/>
              <a:gd name="connsiteX156" fmla="*/ 820602 w 7472601"/>
              <a:gd name="connsiteY156" fmla="*/ 4485915 h 6858000"/>
              <a:gd name="connsiteX157" fmla="*/ 878295 w 7472601"/>
              <a:gd name="connsiteY157" fmla="*/ 4403594 h 6858000"/>
              <a:gd name="connsiteX158" fmla="*/ 1240607 w 7472601"/>
              <a:gd name="connsiteY158" fmla="*/ 4010401 h 6858000"/>
              <a:gd name="connsiteX159" fmla="*/ 1310106 w 7472601"/>
              <a:gd name="connsiteY159" fmla="*/ 3943217 h 6858000"/>
              <a:gd name="connsiteX160" fmla="*/ 1423113 w 7472601"/>
              <a:gd name="connsiteY160" fmla="*/ 3874565 h 6858000"/>
              <a:gd name="connsiteX161" fmla="*/ 1260565 w 7472601"/>
              <a:gd name="connsiteY161" fmla="*/ 4031982 h 6858000"/>
              <a:gd name="connsiteX162" fmla="*/ 901900 w 7472601"/>
              <a:gd name="connsiteY162" fmla="*/ 4421236 h 6858000"/>
              <a:gd name="connsiteX163" fmla="*/ 845044 w 7472601"/>
              <a:gd name="connsiteY163" fmla="*/ 4502436 h 6858000"/>
              <a:gd name="connsiteX164" fmla="*/ 685926 w 7472601"/>
              <a:gd name="connsiteY164" fmla="*/ 4703069 h 6858000"/>
              <a:gd name="connsiteX165" fmla="*/ 684248 w 7472601"/>
              <a:gd name="connsiteY165" fmla="*/ 4706721 h 6858000"/>
              <a:gd name="connsiteX166" fmla="*/ 1423113 w 7472601"/>
              <a:gd name="connsiteY166" fmla="*/ 3874565 h 6858000"/>
              <a:gd name="connsiteX167" fmla="*/ 3316479 w 7472601"/>
              <a:gd name="connsiteY167" fmla="*/ 3872136 h 6858000"/>
              <a:gd name="connsiteX168" fmla="*/ 3546806 w 7472601"/>
              <a:gd name="connsiteY168" fmla="*/ 4356139 h 6858000"/>
              <a:gd name="connsiteX169" fmla="*/ 3364433 w 7472601"/>
              <a:gd name="connsiteY169" fmla="*/ 3953121 h 6858000"/>
              <a:gd name="connsiteX170" fmla="*/ 3316479 w 7472601"/>
              <a:gd name="connsiteY170" fmla="*/ 3872136 h 6858000"/>
              <a:gd name="connsiteX171" fmla="*/ 3291335 w 7472601"/>
              <a:gd name="connsiteY171" fmla="*/ 3767420 h 6858000"/>
              <a:gd name="connsiteX172" fmla="*/ 3390805 w 7472601"/>
              <a:gd name="connsiteY172" fmla="*/ 3937163 h 6858000"/>
              <a:gd name="connsiteX173" fmla="*/ 3579062 w 7472601"/>
              <a:gd name="connsiteY173" fmla="*/ 4359040 h 6858000"/>
              <a:gd name="connsiteX174" fmla="*/ 3467355 w 7472601"/>
              <a:gd name="connsiteY174" fmla="*/ 3988130 h 6858000"/>
              <a:gd name="connsiteX175" fmla="*/ 3310753 w 7472601"/>
              <a:gd name="connsiteY175" fmla="*/ 3787140 h 6858000"/>
              <a:gd name="connsiteX176" fmla="*/ 3291335 w 7472601"/>
              <a:gd name="connsiteY176" fmla="*/ 3767420 h 6858000"/>
              <a:gd name="connsiteX177" fmla="*/ 1635889 w 7472601"/>
              <a:gd name="connsiteY177" fmla="*/ 3709494 h 6858000"/>
              <a:gd name="connsiteX178" fmla="*/ 1634800 w 7472601"/>
              <a:gd name="connsiteY178" fmla="*/ 3731111 h 6858000"/>
              <a:gd name="connsiteX179" fmla="*/ 1635889 w 7472601"/>
              <a:gd name="connsiteY179" fmla="*/ 3709494 h 6858000"/>
              <a:gd name="connsiteX180" fmla="*/ 1510397 w 7472601"/>
              <a:gd name="connsiteY180" fmla="*/ 3684705 h 6858000"/>
              <a:gd name="connsiteX181" fmla="*/ 1146550 w 7472601"/>
              <a:gd name="connsiteY181" fmla="*/ 3802012 h 6858000"/>
              <a:gd name="connsiteX182" fmla="*/ 698834 w 7472601"/>
              <a:gd name="connsiteY182" fmla="*/ 3952272 h 6858000"/>
              <a:gd name="connsiteX183" fmla="*/ 34256 w 7472601"/>
              <a:gd name="connsiteY183" fmla="*/ 4347603 h 6858000"/>
              <a:gd name="connsiteX184" fmla="*/ 527241 w 7472601"/>
              <a:gd name="connsiteY184" fmla="*/ 4065078 h 6858000"/>
              <a:gd name="connsiteX185" fmla="*/ 1510397 w 7472601"/>
              <a:gd name="connsiteY185" fmla="*/ 3684705 h 6858000"/>
              <a:gd name="connsiteX186" fmla="*/ 1313114 w 7472601"/>
              <a:gd name="connsiteY186" fmla="*/ 3655216 h 6858000"/>
              <a:gd name="connsiteX187" fmla="*/ 1109304 w 7472601"/>
              <a:gd name="connsiteY187" fmla="*/ 3669030 h 6858000"/>
              <a:gd name="connsiteX188" fmla="*/ 8129 w 7472601"/>
              <a:gd name="connsiteY188" fmla="*/ 4330519 h 6858000"/>
              <a:gd name="connsiteX189" fmla="*/ 687572 w 7472601"/>
              <a:gd name="connsiteY189" fmla="*/ 3925629 h 6858000"/>
              <a:gd name="connsiteX190" fmla="*/ 1138365 w 7472601"/>
              <a:gd name="connsiteY190" fmla="*/ 3774515 h 6858000"/>
              <a:gd name="connsiteX191" fmla="*/ 1505579 w 7472601"/>
              <a:gd name="connsiteY191" fmla="*/ 3655526 h 6858000"/>
              <a:gd name="connsiteX192" fmla="*/ 1313114 w 7472601"/>
              <a:gd name="connsiteY192" fmla="*/ 3655216 h 6858000"/>
              <a:gd name="connsiteX193" fmla="*/ 3655073 w 7472601"/>
              <a:gd name="connsiteY193" fmla="*/ 3650884 h 6858000"/>
              <a:gd name="connsiteX194" fmla="*/ 3989938 w 7472601"/>
              <a:gd name="connsiteY194" fmla="*/ 3991685 h 6858000"/>
              <a:gd name="connsiteX195" fmla="*/ 4393907 w 7472601"/>
              <a:gd name="connsiteY195" fmla="*/ 4261258 h 6858000"/>
              <a:gd name="connsiteX196" fmla="*/ 4648051 w 7472601"/>
              <a:gd name="connsiteY196" fmla="*/ 4374051 h 6858000"/>
              <a:gd name="connsiteX197" fmla="*/ 4383389 w 7472601"/>
              <a:gd name="connsiteY197" fmla="*/ 4184369 h 6858000"/>
              <a:gd name="connsiteX198" fmla="*/ 4165508 w 7472601"/>
              <a:gd name="connsiteY198" fmla="*/ 4035196 h 6858000"/>
              <a:gd name="connsiteX199" fmla="*/ 4068162 w 7472601"/>
              <a:gd name="connsiteY199" fmla="*/ 3953394 h 6858000"/>
              <a:gd name="connsiteX200" fmla="*/ 3981416 w 7472601"/>
              <a:gd name="connsiteY200" fmla="*/ 3880482 h 6858000"/>
              <a:gd name="connsiteX201" fmla="*/ 3800147 w 7472601"/>
              <a:gd name="connsiteY201" fmla="*/ 3749872 h 6858000"/>
              <a:gd name="connsiteX202" fmla="*/ 3655073 w 7472601"/>
              <a:gd name="connsiteY202" fmla="*/ 3650884 h 6858000"/>
              <a:gd name="connsiteX203" fmla="*/ 3670252 w 7472601"/>
              <a:gd name="connsiteY203" fmla="*/ 3622798 h 6858000"/>
              <a:gd name="connsiteX204" fmla="*/ 3817258 w 7472601"/>
              <a:gd name="connsiteY204" fmla="*/ 3723577 h 6858000"/>
              <a:gd name="connsiteX205" fmla="*/ 4000461 w 7472601"/>
              <a:gd name="connsiteY205" fmla="*/ 3855966 h 6858000"/>
              <a:gd name="connsiteX206" fmla="*/ 4088180 w 7472601"/>
              <a:gd name="connsiteY206" fmla="*/ 3929774 h 6858000"/>
              <a:gd name="connsiteX207" fmla="*/ 4184555 w 7472601"/>
              <a:gd name="connsiteY207" fmla="*/ 4010683 h 6858000"/>
              <a:gd name="connsiteX208" fmla="*/ 4399563 w 7472601"/>
              <a:gd name="connsiteY208" fmla="*/ 4158106 h 6858000"/>
              <a:gd name="connsiteX209" fmla="*/ 4684469 w 7472601"/>
              <a:gd name="connsiteY209" fmla="*/ 4364680 h 6858000"/>
              <a:gd name="connsiteX210" fmla="*/ 4690271 w 7472601"/>
              <a:gd name="connsiteY210" fmla="*/ 4370034 h 6858000"/>
              <a:gd name="connsiteX211" fmla="*/ 4136093 w 7472601"/>
              <a:gd name="connsiteY211" fmla="*/ 3858466 h 6858000"/>
              <a:gd name="connsiteX212" fmla="*/ 3670252 w 7472601"/>
              <a:gd name="connsiteY212" fmla="*/ 3622798 h 6858000"/>
              <a:gd name="connsiteX213" fmla="*/ 4440129 w 7472601"/>
              <a:gd name="connsiteY213" fmla="*/ 3448571 h 6858000"/>
              <a:gd name="connsiteX214" fmla="*/ 4856525 w 7472601"/>
              <a:gd name="connsiteY214" fmla="*/ 3915351 h 6858000"/>
              <a:gd name="connsiteX215" fmla="*/ 5059055 w 7472601"/>
              <a:gd name="connsiteY215" fmla="*/ 4108918 h 6858000"/>
              <a:gd name="connsiteX216" fmla="*/ 5290070 w 7472601"/>
              <a:gd name="connsiteY216" fmla="*/ 4263619 h 6858000"/>
              <a:gd name="connsiteX217" fmla="*/ 4834991 w 7472601"/>
              <a:gd name="connsiteY217" fmla="*/ 3830985 h 6858000"/>
              <a:gd name="connsiteX218" fmla="*/ 4440129 w 7472601"/>
              <a:gd name="connsiteY218" fmla="*/ 3448571 h 6858000"/>
              <a:gd name="connsiteX219" fmla="*/ 4441737 w 7472601"/>
              <a:gd name="connsiteY219" fmla="*/ 3399734 h 6858000"/>
              <a:gd name="connsiteX220" fmla="*/ 4431236 w 7472601"/>
              <a:gd name="connsiteY220" fmla="*/ 3400954 h 6858000"/>
              <a:gd name="connsiteX221" fmla="*/ 4557150 w 7472601"/>
              <a:gd name="connsiteY221" fmla="*/ 3510023 h 6858000"/>
              <a:gd name="connsiteX222" fmla="*/ 4856936 w 7472601"/>
              <a:gd name="connsiteY222" fmla="*/ 3809146 h 6858000"/>
              <a:gd name="connsiteX223" fmla="*/ 5111996 w 7472601"/>
              <a:gd name="connsiteY223" fmla="*/ 4065759 h 6858000"/>
              <a:gd name="connsiteX224" fmla="*/ 5388878 w 7472601"/>
              <a:gd name="connsiteY224" fmla="*/ 4300185 h 6858000"/>
              <a:gd name="connsiteX225" fmla="*/ 5425556 w 7472601"/>
              <a:gd name="connsiteY225" fmla="*/ 4308967 h 6858000"/>
              <a:gd name="connsiteX226" fmla="*/ 4943646 w 7472601"/>
              <a:gd name="connsiteY226" fmla="*/ 3822916 h 6858000"/>
              <a:gd name="connsiteX227" fmla="*/ 4594837 w 7472601"/>
              <a:gd name="connsiteY227" fmla="*/ 3532274 h 6858000"/>
              <a:gd name="connsiteX228" fmla="*/ 4441737 w 7472601"/>
              <a:gd name="connsiteY228" fmla="*/ 3399734 h 6858000"/>
              <a:gd name="connsiteX229" fmla="*/ 5425834 w 7472601"/>
              <a:gd name="connsiteY229" fmla="*/ 3162785 h 6858000"/>
              <a:gd name="connsiteX230" fmla="*/ 5401644 w 7472601"/>
              <a:gd name="connsiteY230" fmla="*/ 3617847 h 6858000"/>
              <a:gd name="connsiteX231" fmla="*/ 5467256 w 7472601"/>
              <a:gd name="connsiteY231" fmla="*/ 4175494 h 6858000"/>
              <a:gd name="connsiteX232" fmla="*/ 5448069 w 7472601"/>
              <a:gd name="connsiteY232" fmla="*/ 3567554 h 6858000"/>
              <a:gd name="connsiteX233" fmla="*/ 5425834 w 7472601"/>
              <a:gd name="connsiteY233" fmla="*/ 3162785 h 6858000"/>
              <a:gd name="connsiteX234" fmla="*/ 1318687 w 7472601"/>
              <a:gd name="connsiteY234" fmla="*/ 3113840 h 6858000"/>
              <a:gd name="connsiteX235" fmla="*/ 1066793 w 7472601"/>
              <a:gd name="connsiteY235" fmla="*/ 3212171 h 6858000"/>
              <a:gd name="connsiteX236" fmla="*/ 993319 w 7472601"/>
              <a:gd name="connsiteY236" fmla="*/ 3247648 h 6858000"/>
              <a:gd name="connsiteX237" fmla="*/ 853081 w 7472601"/>
              <a:gd name="connsiteY237" fmla="*/ 3312410 h 6858000"/>
              <a:gd name="connsiteX238" fmla="*/ 805957 w 7472601"/>
              <a:gd name="connsiteY238" fmla="*/ 3330443 h 6858000"/>
              <a:gd name="connsiteX239" fmla="*/ 1318687 w 7472601"/>
              <a:gd name="connsiteY239" fmla="*/ 3113840 h 6858000"/>
              <a:gd name="connsiteX240" fmla="*/ 5453702 w 7472601"/>
              <a:gd name="connsiteY240" fmla="*/ 3090882 h 6858000"/>
              <a:gd name="connsiteX241" fmla="*/ 5480135 w 7472601"/>
              <a:gd name="connsiteY241" fmla="*/ 3565802 h 6858000"/>
              <a:gd name="connsiteX242" fmla="*/ 5499023 w 7472601"/>
              <a:gd name="connsiteY242" fmla="*/ 4166310 h 6858000"/>
              <a:gd name="connsiteX243" fmla="*/ 5547022 w 7472601"/>
              <a:gd name="connsiteY243" fmla="*/ 3607838 h 6858000"/>
              <a:gd name="connsiteX244" fmla="*/ 5515964 w 7472601"/>
              <a:gd name="connsiteY244" fmla="*/ 3378541 h 6858000"/>
              <a:gd name="connsiteX245" fmla="*/ 5453702 w 7472601"/>
              <a:gd name="connsiteY245" fmla="*/ 3090882 h 6858000"/>
              <a:gd name="connsiteX246" fmla="*/ 1238695 w 7472601"/>
              <a:gd name="connsiteY246" fmla="*/ 3076820 h 6858000"/>
              <a:gd name="connsiteX247" fmla="*/ 716371 w 7472601"/>
              <a:gd name="connsiteY247" fmla="*/ 3293249 h 6858000"/>
              <a:gd name="connsiteX248" fmla="*/ 579522 w 7472601"/>
              <a:gd name="connsiteY248" fmla="*/ 3371759 h 6858000"/>
              <a:gd name="connsiteX249" fmla="*/ 600288 w 7472601"/>
              <a:gd name="connsiteY249" fmla="*/ 3365555 h 6858000"/>
              <a:gd name="connsiteX250" fmla="*/ 840692 w 7472601"/>
              <a:gd name="connsiteY250" fmla="*/ 3284921 h 6858000"/>
              <a:gd name="connsiteX251" fmla="*/ 979248 w 7472601"/>
              <a:gd name="connsiteY251" fmla="*/ 3221003 h 6858000"/>
              <a:gd name="connsiteX252" fmla="*/ 1053282 w 7472601"/>
              <a:gd name="connsiteY252" fmla="*/ 3185247 h 6858000"/>
              <a:gd name="connsiteX253" fmla="*/ 1320603 w 7472601"/>
              <a:gd name="connsiteY253" fmla="*/ 3081281 h 6858000"/>
              <a:gd name="connsiteX254" fmla="*/ 1238695 w 7472601"/>
              <a:gd name="connsiteY254" fmla="*/ 3076820 h 6858000"/>
              <a:gd name="connsiteX255" fmla="*/ 5425627 w 7472601"/>
              <a:gd name="connsiteY255" fmla="*/ 2954192 h 6858000"/>
              <a:gd name="connsiteX256" fmla="*/ 5470770 w 7472601"/>
              <a:gd name="connsiteY256" fmla="*/ 3005435 h 6858000"/>
              <a:gd name="connsiteX257" fmla="*/ 5519779 w 7472601"/>
              <a:gd name="connsiteY257" fmla="*/ 4359223 h 6858000"/>
              <a:gd name="connsiteX258" fmla="*/ 5520293 w 7472601"/>
              <a:gd name="connsiteY258" fmla="*/ 4360602 h 6858000"/>
              <a:gd name="connsiteX259" fmla="*/ 5767221 w 7472601"/>
              <a:gd name="connsiteY259" fmla="*/ 4665564 h 6858000"/>
              <a:gd name="connsiteX260" fmla="*/ 6937169 w 7472601"/>
              <a:gd name="connsiteY260" fmla="*/ 4815941 h 6858000"/>
              <a:gd name="connsiteX261" fmla="*/ 6953922 w 7472601"/>
              <a:gd name="connsiteY261" fmla="*/ 4890068 h 6858000"/>
              <a:gd name="connsiteX262" fmla="*/ 6071359 w 7472601"/>
              <a:gd name="connsiteY262" fmla="*/ 4770770 h 6858000"/>
              <a:gd name="connsiteX263" fmla="*/ 6038839 w 7472601"/>
              <a:gd name="connsiteY263" fmla="*/ 4764474 h 6858000"/>
              <a:gd name="connsiteX264" fmla="*/ 6038706 w 7472601"/>
              <a:gd name="connsiteY264" fmla="*/ 4763847 h 6858000"/>
              <a:gd name="connsiteX265" fmla="*/ 6037784 w 7472601"/>
              <a:gd name="connsiteY265" fmla="*/ 4764270 h 6858000"/>
              <a:gd name="connsiteX266" fmla="*/ 6038839 w 7472601"/>
              <a:gd name="connsiteY266" fmla="*/ 4764474 h 6858000"/>
              <a:gd name="connsiteX267" fmla="*/ 6040338 w 7472601"/>
              <a:gd name="connsiteY267" fmla="*/ 4771418 h 6858000"/>
              <a:gd name="connsiteX268" fmla="*/ 6024488 w 7472601"/>
              <a:gd name="connsiteY268" fmla="*/ 4809903 h 6858000"/>
              <a:gd name="connsiteX269" fmla="*/ 5599771 w 7472601"/>
              <a:gd name="connsiteY269" fmla="*/ 5509652 h 6858000"/>
              <a:gd name="connsiteX270" fmla="*/ 5548843 w 7472601"/>
              <a:gd name="connsiteY270" fmla="*/ 5563845 h 6858000"/>
              <a:gd name="connsiteX271" fmla="*/ 5940952 w 7472601"/>
              <a:gd name="connsiteY271" fmla="*/ 6250028 h 6858000"/>
              <a:gd name="connsiteX272" fmla="*/ 6043441 w 7472601"/>
              <a:gd name="connsiteY272" fmla="*/ 6665847 h 6858000"/>
              <a:gd name="connsiteX273" fmla="*/ 6093432 w 7472601"/>
              <a:gd name="connsiteY273" fmla="*/ 6858000 h 6858000"/>
              <a:gd name="connsiteX274" fmla="*/ 6034344 w 7472601"/>
              <a:gd name="connsiteY274" fmla="*/ 6858000 h 6858000"/>
              <a:gd name="connsiteX275" fmla="*/ 6026679 w 7472601"/>
              <a:gd name="connsiteY275" fmla="*/ 6836959 h 6858000"/>
              <a:gd name="connsiteX276" fmla="*/ 5800441 w 7472601"/>
              <a:gd name="connsiteY276" fmla="*/ 6335286 h 6858000"/>
              <a:gd name="connsiteX277" fmla="*/ 5526562 w 7472601"/>
              <a:gd name="connsiteY277" fmla="*/ 5705388 h 6858000"/>
              <a:gd name="connsiteX278" fmla="*/ 5519640 w 7472601"/>
              <a:gd name="connsiteY278" fmla="*/ 5683774 h 6858000"/>
              <a:gd name="connsiteX279" fmla="*/ 5844559 w 7472601"/>
              <a:gd name="connsiteY279" fmla="*/ 6553349 h 6858000"/>
              <a:gd name="connsiteX280" fmla="*/ 5975994 w 7472601"/>
              <a:gd name="connsiteY280" fmla="*/ 6858000 h 6858000"/>
              <a:gd name="connsiteX281" fmla="*/ 5898547 w 7472601"/>
              <a:gd name="connsiteY281" fmla="*/ 6858000 h 6858000"/>
              <a:gd name="connsiteX282" fmla="*/ 5682041 w 7472601"/>
              <a:gd name="connsiteY282" fmla="*/ 6355860 h 6858000"/>
              <a:gd name="connsiteX283" fmla="*/ 5461758 w 7472601"/>
              <a:gd name="connsiteY283" fmla="*/ 5820220 h 6858000"/>
              <a:gd name="connsiteX284" fmla="*/ 5237282 w 7472601"/>
              <a:gd name="connsiteY284" fmla="*/ 6579086 h 6858000"/>
              <a:gd name="connsiteX285" fmla="*/ 5115009 w 7472601"/>
              <a:gd name="connsiteY285" fmla="*/ 6858000 h 6858000"/>
              <a:gd name="connsiteX286" fmla="*/ 5028074 w 7472601"/>
              <a:gd name="connsiteY286" fmla="*/ 6858000 h 6858000"/>
              <a:gd name="connsiteX287" fmla="*/ 5079508 w 7472601"/>
              <a:gd name="connsiteY287" fmla="*/ 6749074 h 6858000"/>
              <a:gd name="connsiteX288" fmla="*/ 5371846 w 7472601"/>
              <a:gd name="connsiteY288" fmla="*/ 5924413 h 6858000"/>
              <a:gd name="connsiteX289" fmla="*/ 5270512 w 7472601"/>
              <a:gd name="connsiteY289" fmla="*/ 6138975 h 6858000"/>
              <a:gd name="connsiteX290" fmla="*/ 5062409 w 7472601"/>
              <a:gd name="connsiteY290" fmla="*/ 6653544 h 6858000"/>
              <a:gd name="connsiteX291" fmla="*/ 5036628 w 7472601"/>
              <a:gd name="connsiteY291" fmla="*/ 6754247 h 6858000"/>
              <a:gd name="connsiteX292" fmla="*/ 5009112 w 7472601"/>
              <a:gd name="connsiteY292" fmla="*/ 6858000 h 6858000"/>
              <a:gd name="connsiteX293" fmla="*/ 4976679 w 7472601"/>
              <a:gd name="connsiteY293" fmla="*/ 6858000 h 6858000"/>
              <a:gd name="connsiteX294" fmla="*/ 5006537 w 7472601"/>
              <a:gd name="connsiteY294" fmla="*/ 6747068 h 6858000"/>
              <a:gd name="connsiteX295" fmla="*/ 5032723 w 7472601"/>
              <a:gd name="connsiteY295" fmla="*/ 6644957 h 6858000"/>
              <a:gd name="connsiteX296" fmla="*/ 5242949 w 7472601"/>
              <a:gd name="connsiteY296" fmla="*/ 6125175 h 6858000"/>
              <a:gd name="connsiteX297" fmla="*/ 5286321 w 7472601"/>
              <a:gd name="connsiteY297" fmla="*/ 6033555 h 6858000"/>
              <a:gd name="connsiteX298" fmla="*/ 5008210 w 7472601"/>
              <a:gd name="connsiteY298" fmla="*/ 6649194 h 6858000"/>
              <a:gd name="connsiteX299" fmla="*/ 4986321 w 7472601"/>
              <a:gd name="connsiteY299" fmla="*/ 6765687 h 6858000"/>
              <a:gd name="connsiteX300" fmla="*/ 4973474 w 7472601"/>
              <a:gd name="connsiteY300" fmla="*/ 6858000 h 6858000"/>
              <a:gd name="connsiteX301" fmla="*/ 4907178 w 7472601"/>
              <a:gd name="connsiteY301" fmla="*/ 6858000 h 6858000"/>
              <a:gd name="connsiteX302" fmla="*/ 4910810 w 7472601"/>
              <a:gd name="connsiteY302" fmla="*/ 6829660 h 6858000"/>
              <a:gd name="connsiteX303" fmla="*/ 4987461 w 7472601"/>
              <a:gd name="connsiteY303" fmla="*/ 6432994 h 6858000"/>
              <a:gd name="connsiteX304" fmla="*/ 5179262 w 7472601"/>
              <a:gd name="connsiteY304" fmla="*/ 6035044 h 6858000"/>
              <a:gd name="connsiteX305" fmla="*/ 4689678 w 7472601"/>
              <a:gd name="connsiteY305" fmla="*/ 6440241 h 6858000"/>
              <a:gd name="connsiteX306" fmla="*/ 4477543 w 7472601"/>
              <a:gd name="connsiteY306" fmla="*/ 6674836 h 6858000"/>
              <a:gd name="connsiteX307" fmla="*/ 4329957 w 7472601"/>
              <a:gd name="connsiteY307" fmla="*/ 6858000 h 6858000"/>
              <a:gd name="connsiteX308" fmla="*/ 4218595 w 7472601"/>
              <a:gd name="connsiteY308" fmla="*/ 6858000 h 6858000"/>
              <a:gd name="connsiteX309" fmla="*/ 4368888 w 7472601"/>
              <a:gd name="connsiteY309" fmla="*/ 6668412 h 6858000"/>
              <a:gd name="connsiteX310" fmla="*/ 4563091 w 7472601"/>
              <a:gd name="connsiteY310" fmla="*/ 6442508 h 6858000"/>
              <a:gd name="connsiteX311" fmla="*/ 5387324 w 7472601"/>
              <a:gd name="connsiteY311" fmla="*/ 5705830 h 6858000"/>
              <a:gd name="connsiteX312" fmla="*/ 5073620 w 7472601"/>
              <a:gd name="connsiteY312" fmla="*/ 5955437 h 6858000"/>
              <a:gd name="connsiteX313" fmla="*/ 4689789 w 7472601"/>
              <a:gd name="connsiteY313" fmla="*/ 6268382 h 6858000"/>
              <a:gd name="connsiteX314" fmla="*/ 4418722 w 7472601"/>
              <a:gd name="connsiteY314" fmla="*/ 6570886 h 6858000"/>
              <a:gd name="connsiteX315" fmla="*/ 4214944 w 7472601"/>
              <a:gd name="connsiteY315" fmla="*/ 6858000 h 6858000"/>
              <a:gd name="connsiteX316" fmla="*/ 4177898 w 7472601"/>
              <a:gd name="connsiteY316" fmla="*/ 6858000 h 6858000"/>
              <a:gd name="connsiteX317" fmla="*/ 4391597 w 7472601"/>
              <a:gd name="connsiteY317" fmla="*/ 6556370 h 6858000"/>
              <a:gd name="connsiteX318" fmla="*/ 4668889 w 7472601"/>
              <a:gd name="connsiteY318" fmla="*/ 6246399 h 6858000"/>
              <a:gd name="connsiteX319" fmla="*/ 5055427 w 7472601"/>
              <a:gd name="connsiteY319" fmla="*/ 5931476 h 6858000"/>
              <a:gd name="connsiteX320" fmla="*/ 5371814 w 7472601"/>
              <a:gd name="connsiteY320" fmla="*/ 5678975 h 6858000"/>
              <a:gd name="connsiteX321" fmla="*/ 4987918 w 7472601"/>
              <a:gd name="connsiteY321" fmla="*/ 5838701 h 6858000"/>
              <a:gd name="connsiteX322" fmla="*/ 4317146 w 7472601"/>
              <a:gd name="connsiteY322" fmla="*/ 6587716 h 6858000"/>
              <a:gd name="connsiteX323" fmla="*/ 4171627 w 7472601"/>
              <a:gd name="connsiteY323" fmla="*/ 6858000 h 6858000"/>
              <a:gd name="connsiteX324" fmla="*/ 4081585 w 7472601"/>
              <a:gd name="connsiteY324" fmla="*/ 6858000 h 6858000"/>
              <a:gd name="connsiteX325" fmla="*/ 4238603 w 7472601"/>
              <a:gd name="connsiteY325" fmla="*/ 6559341 h 6858000"/>
              <a:gd name="connsiteX326" fmla="*/ 4778333 w 7472601"/>
              <a:gd name="connsiteY326" fmla="*/ 5873626 h 6858000"/>
              <a:gd name="connsiteX327" fmla="*/ 5414185 w 7472601"/>
              <a:gd name="connsiteY327" fmla="*/ 5573882 h 6858000"/>
              <a:gd name="connsiteX328" fmla="*/ 5959648 w 7472601"/>
              <a:gd name="connsiteY328" fmla="*/ 4760797 h 6858000"/>
              <a:gd name="connsiteX329" fmla="*/ 5355019 w 7472601"/>
              <a:gd name="connsiteY329" fmla="*/ 4734672 h 6858000"/>
              <a:gd name="connsiteX330" fmla="*/ 5083565 w 7472601"/>
              <a:gd name="connsiteY330" fmla="*/ 5179121 h 6858000"/>
              <a:gd name="connsiteX331" fmla="*/ 4713577 w 7472601"/>
              <a:gd name="connsiteY331" fmla="*/ 5616803 h 6858000"/>
              <a:gd name="connsiteX332" fmla="*/ 3989559 w 7472601"/>
              <a:gd name="connsiteY332" fmla="*/ 6145945 h 6858000"/>
              <a:gd name="connsiteX333" fmla="*/ 3939824 w 7472601"/>
              <a:gd name="connsiteY333" fmla="*/ 6066900 h 6858000"/>
              <a:gd name="connsiteX334" fmla="*/ 4584537 w 7472601"/>
              <a:gd name="connsiteY334" fmla="*/ 5324826 h 6858000"/>
              <a:gd name="connsiteX335" fmla="*/ 5037105 w 7472601"/>
              <a:gd name="connsiteY335" fmla="*/ 5088765 h 6858000"/>
              <a:gd name="connsiteX336" fmla="*/ 5039930 w 7472601"/>
              <a:gd name="connsiteY336" fmla="*/ 5089585 h 6858000"/>
              <a:gd name="connsiteX337" fmla="*/ 5263764 w 7472601"/>
              <a:gd name="connsiteY337" fmla="*/ 4735525 h 6858000"/>
              <a:gd name="connsiteX338" fmla="*/ 4086300 w 7472601"/>
              <a:gd name="connsiteY338" fmla="*/ 4884599 h 6858000"/>
              <a:gd name="connsiteX339" fmla="*/ 4085485 w 7472601"/>
              <a:gd name="connsiteY339" fmla="*/ 4899070 h 6858000"/>
              <a:gd name="connsiteX340" fmla="*/ 3871915 w 7472601"/>
              <a:gd name="connsiteY340" fmla="*/ 5253645 h 6858000"/>
              <a:gd name="connsiteX341" fmla="*/ 3799374 w 7472601"/>
              <a:gd name="connsiteY341" fmla="*/ 5466127 h 6858000"/>
              <a:gd name="connsiteX342" fmla="*/ 3498850 w 7472601"/>
              <a:gd name="connsiteY342" fmla="*/ 6661888 h 6858000"/>
              <a:gd name="connsiteX343" fmla="*/ 3399216 w 7472601"/>
              <a:gd name="connsiteY343" fmla="*/ 6858000 h 6858000"/>
              <a:gd name="connsiteX344" fmla="*/ 3303688 w 7472601"/>
              <a:gd name="connsiteY344" fmla="*/ 6858000 h 6858000"/>
              <a:gd name="connsiteX345" fmla="*/ 3391774 w 7472601"/>
              <a:gd name="connsiteY345" fmla="*/ 6697181 h 6858000"/>
              <a:gd name="connsiteX346" fmla="*/ 3735540 w 7472601"/>
              <a:gd name="connsiteY346" fmla="*/ 5546923 h 6858000"/>
              <a:gd name="connsiteX347" fmla="*/ 3729438 w 7472601"/>
              <a:gd name="connsiteY347" fmla="*/ 5569058 h 6858000"/>
              <a:gd name="connsiteX348" fmla="*/ 3707782 w 7472601"/>
              <a:gd name="connsiteY348" fmla="*/ 5644908 h 6858000"/>
              <a:gd name="connsiteX349" fmla="*/ 3583827 w 7472601"/>
              <a:gd name="connsiteY349" fmla="*/ 6039215 h 6858000"/>
              <a:gd name="connsiteX350" fmla="*/ 3547861 w 7472601"/>
              <a:gd name="connsiteY350" fmla="*/ 6129609 h 6858000"/>
              <a:gd name="connsiteX351" fmla="*/ 3490905 w 7472601"/>
              <a:gd name="connsiteY351" fmla="*/ 6277660 h 6858000"/>
              <a:gd name="connsiteX352" fmla="*/ 3455859 w 7472601"/>
              <a:gd name="connsiteY352" fmla="*/ 6391301 h 6858000"/>
              <a:gd name="connsiteX353" fmla="*/ 3429112 w 7472601"/>
              <a:gd name="connsiteY353" fmla="*/ 6479469 h 6858000"/>
              <a:gd name="connsiteX354" fmla="*/ 3304862 w 7472601"/>
              <a:gd name="connsiteY354" fmla="*/ 6796476 h 6858000"/>
              <a:gd name="connsiteX355" fmla="*/ 3276071 w 7472601"/>
              <a:gd name="connsiteY355" fmla="*/ 6858000 h 6858000"/>
              <a:gd name="connsiteX356" fmla="*/ 3240805 w 7472601"/>
              <a:gd name="connsiteY356" fmla="*/ 6858000 h 6858000"/>
              <a:gd name="connsiteX357" fmla="*/ 3275917 w 7472601"/>
              <a:gd name="connsiteY357" fmla="*/ 6783192 h 6858000"/>
              <a:gd name="connsiteX358" fmla="*/ 3399358 w 7472601"/>
              <a:gd name="connsiteY358" fmla="*/ 6469011 h 6858000"/>
              <a:gd name="connsiteX359" fmla="*/ 3425650 w 7472601"/>
              <a:gd name="connsiteY359" fmla="*/ 6381333 h 6858000"/>
              <a:gd name="connsiteX360" fmla="*/ 3460661 w 7472601"/>
              <a:gd name="connsiteY360" fmla="*/ 6266763 h 6858000"/>
              <a:gd name="connsiteX361" fmla="*/ 3518021 w 7472601"/>
              <a:gd name="connsiteY361" fmla="*/ 6117298 h 6858000"/>
              <a:gd name="connsiteX362" fmla="*/ 3554035 w 7472601"/>
              <a:gd name="connsiteY362" fmla="*/ 6027832 h 6858000"/>
              <a:gd name="connsiteX363" fmla="*/ 3677174 w 7472601"/>
              <a:gd name="connsiteY363" fmla="*/ 5636351 h 6858000"/>
              <a:gd name="connsiteX364" fmla="*/ 3698819 w 7472601"/>
              <a:gd name="connsiteY364" fmla="*/ 5560503 h 6858000"/>
              <a:gd name="connsiteX365" fmla="*/ 3702094 w 7472601"/>
              <a:gd name="connsiteY365" fmla="*/ 5549194 h 6858000"/>
              <a:gd name="connsiteX366" fmla="*/ 3398355 w 7472601"/>
              <a:gd name="connsiteY366" fmla="*/ 6094603 h 6858000"/>
              <a:gd name="connsiteX367" fmla="*/ 3193941 w 7472601"/>
              <a:gd name="connsiteY367" fmla="*/ 6798775 h 6858000"/>
              <a:gd name="connsiteX368" fmla="*/ 3184140 w 7472601"/>
              <a:gd name="connsiteY368" fmla="*/ 6858000 h 6858000"/>
              <a:gd name="connsiteX369" fmla="*/ 3099978 w 7472601"/>
              <a:gd name="connsiteY369" fmla="*/ 6858000 h 6858000"/>
              <a:gd name="connsiteX370" fmla="*/ 3101556 w 7472601"/>
              <a:gd name="connsiteY370" fmla="*/ 6843337 h 6858000"/>
              <a:gd name="connsiteX371" fmla="*/ 3370162 w 7472601"/>
              <a:gd name="connsiteY371" fmla="*/ 5785550 h 6858000"/>
              <a:gd name="connsiteX372" fmla="*/ 3746477 w 7472601"/>
              <a:gd name="connsiteY372" fmla="*/ 5377889 h 6858000"/>
              <a:gd name="connsiteX373" fmla="*/ 3863399 w 7472601"/>
              <a:gd name="connsiteY373" fmla="*/ 5087257 h 6858000"/>
              <a:gd name="connsiteX374" fmla="*/ 3968712 w 7472601"/>
              <a:gd name="connsiteY374" fmla="*/ 4913989 h 6858000"/>
              <a:gd name="connsiteX375" fmla="*/ 2792390 w 7472601"/>
              <a:gd name="connsiteY375" fmla="*/ 5382974 h 6858000"/>
              <a:gd name="connsiteX376" fmla="*/ 2714982 w 7472601"/>
              <a:gd name="connsiteY376" fmla="*/ 5427051 h 6858000"/>
              <a:gd name="connsiteX377" fmla="*/ 2813361 w 7472601"/>
              <a:gd name="connsiteY377" fmla="*/ 6023912 h 6858000"/>
              <a:gd name="connsiteX378" fmla="*/ 2688430 w 7472601"/>
              <a:gd name="connsiteY378" fmla="*/ 6801564 h 6858000"/>
              <a:gd name="connsiteX379" fmla="*/ 2629626 w 7472601"/>
              <a:gd name="connsiteY379" fmla="*/ 6763394 h 6858000"/>
              <a:gd name="connsiteX380" fmla="*/ 2565328 w 7472601"/>
              <a:gd name="connsiteY380" fmla="*/ 5516399 h 6858000"/>
              <a:gd name="connsiteX381" fmla="*/ 1922999 w 7472601"/>
              <a:gd name="connsiteY381" fmla="*/ 5980343 h 6858000"/>
              <a:gd name="connsiteX382" fmla="*/ 1950261 w 7472601"/>
              <a:gd name="connsiteY382" fmla="*/ 6405858 h 6858000"/>
              <a:gd name="connsiteX383" fmla="*/ 2365554 w 7472601"/>
              <a:gd name="connsiteY383" fmla="*/ 6759107 h 6858000"/>
              <a:gd name="connsiteX384" fmla="*/ 2424142 w 7472601"/>
              <a:gd name="connsiteY384" fmla="*/ 6858000 h 6858000"/>
              <a:gd name="connsiteX385" fmla="*/ 2395994 w 7472601"/>
              <a:gd name="connsiteY385" fmla="*/ 6858000 h 6858000"/>
              <a:gd name="connsiteX386" fmla="*/ 2392863 w 7472601"/>
              <a:gd name="connsiteY386" fmla="*/ 6852964 h 6858000"/>
              <a:gd name="connsiteX387" fmla="*/ 2017589 w 7472601"/>
              <a:gd name="connsiteY387" fmla="*/ 6493982 h 6858000"/>
              <a:gd name="connsiteX388" fmla="*/ 2147336 w 7472601"/>
              <a:gd name="connsiteY388" fmla="*/ 6594052 h 6858000"/>
              <a:gd name="connsiteX389" fmla="*/ 2207047 w 7472601"/>
              <a:gd name="connsiteY389" fmla="*/ 6654540 h 6858000"/>
              <a:gd name="connsiteX390" fmla="*/ 2299106 w 7472601"/>
              <a:gd name="connsiteY390" fmla="*/ 6778931 h 6858000"/>
              <a:gd name="connsiteX391" fmla="*/ 2314430 w 7472601"/>
              <a:gd name="connsiteY391" fmla="*/ 6801144 h 6858000"/>
              <a:gd name="connsiteX392" fmla="*/ 2352406 w 7472601"/>
              <a:gd name="connsiteY392" fmla="*/ 6858000 h 6858000"/>
              <a:gd name="connsiteX393" fmla="*/ 2314492 w 7472601"/>
              <a:gd name="connsiteY393" fmla="*/ 6858000 h 6858000"/>
              <a:gd name="connsiteX394" fmla="*/ 2288095 w 7472601"/>
              <a:gd name="connsiteY394" fmla="*/ 6818030 h 6858000"/>
              <a:gd name="connsiteX395" fmla="*/ 2272768 w 7472601"/>
              <a:gd name="connsiteY395" fmla="*/ 6795822 h 6858000"/>
              <a:gd name="connsiteX396" fmla="*/ 2182715 w 7472601"/>
              <a:gd name="connsiteY396" fmla="*/ 6675071 h 6858000"/>
              <a:gd name="connsiteX397" fmla="*/ 2032061 w 7472601"/>
              <a:gd name="connsiteY397" fmla="*/ 6541380 h 6858000"/>
              <a:gd name="connsiteX398" fmla="*/ 2257220 w 7472601"/>
              <a:gd name="connsiteY398" fmla="*/ 6826257 h 6858000"/>
              <a:gd name="connsiteX399" fmla="*/ 2281324 w 7472601"/>
              <a:gd name="connsiteY399" fmla="*/ 6858000 h 6858000"/>
              <a:gd name="connsiteX400" fmla="*/ 2242860 w 7472601"/>
              <a:gd name="connsiteY400" fmla="*/ 6858000 h 6858000"/>
              <a:gd name="connsiteX401" fmla="*/ 2232818 w 7472601"/>
              <a:gd name="connsiteY401" fmla="*/ 6844926 h 6858000"/>
              <a:gd name="connsiteX402" fmla="*/ 1990172 w 7472601"/>
              <a:gd name="connsiteY402" fmla="*/ 6542121 h 6858000"/>
              <a:gd name="connsiteX403" fmla="*/ 2124090 w 7472601"/>
              <a:gd name="connsiteY403" fmla="*/ 6761017 h 6858000"/>
              <a:gd name="connsiteX404" fmla="*/ 2200380 w 7472601"/>
              <a:gd name="connsiteY404" fmla="*/ 6858000 h 6858000"/>
              <a:gd name="connsiteX405" fmla="*/ 2147507 w 7472601"/>
              <a:gd name="connsiteY405" fmla="*/ 6858000 h 6858000"/>
              <a:gd name="connsiteX406" fmla="*/ 2070668 w 7472601"/>
              <a:gd name="connsiteY406" fmla="*/ 6761520 h 6858000"/>
              <a:gd name="connsiteX407" fmla="*/ 1975142 w 7472601"/>
              <a:gd name="connsiteY407" fmla="*/ 6585570 h 6858000"/>
              <a:gd name="connsiteX408" fmla="*/ 2050035 w 7472601"/>
              <a:gd name="connsiteY408" fmla="*/ 6813345 h 6858000"/>
              <a:gd name="connsiteX409" fmla="*/ 2063025 w 7472601"/>
              <a:gd name="connsiteY409" fmla="*/ 6858000 h 6858000"/>
              <a:gd name="connsiteX410" fmla="*/ 2021675 w 7472601"/>
              <a:gd name="connsiteY410" fmla="*/ 6858000 h 6858000"/>
              <a:gd name="connsiteX411" fmla="*/ 2019308 w 7472601"/>
              <a:gd name="connsiteY411" fmla="*/ 6847118 h 6858000"/>
              <a:gd name="connsiteX412" fmla="*/ 1938835 w 7472601"/>
              <a:gd name="connsiteY412" fmla="*/ 6551160 h 6858000"/>
              <a:gd name="connsiteX413" fmla="*/ 1953230 w 7472601"/>
              <a:gd name="connsiteY413" fmla="*/ 6759699 h 6858000"/>
              <a:gd name="connsiteX414" fmla="*/ 1956763 w 7472601"/>
              <a:gd name="connsiteY414" fmla="*/ 6778191 h 6858000"/>
              <a:gd name="connsiteX415" fmla="*/ 1967925 w 7472601"/>
              <a:gd name="connsiteY415" fmla="*/ 6858000 h 6858000"/>
              <a:gd name="connsiteX416" fmla="*/ 1936622 w 7472601"/>
              <a:gd name="connsiteY416" fmla="*/ 6858000 h 6858000"/>
              <a:gd name="connsiteX417" fmla="*/ 1926261 w 7472601"/>
              <a:gd name="connsiteY417" fmla="*/ 6784064 h 6858000"/>
              <a:gd name="connsiteX418" fmla="*/ 1922724 w 7472601"/>
              <a:gd name="connsiteY418" fmla="*/ 6765577 h 6858000"/>
              <a:gd name="connsiteX419" fmla="*/ 1904650 w 7472601"/>
              <a:gd name="connsiteY419" fmla="*/ 6639616 h 6858000"/>
              <a:gd name="connsiteX420" fmla="*/ 1885273 w 7472601"/>
              <a:gd name="connsiteY420" fmla="*/ 6858000 h 6858000"/>
              <a:gd name="connsiteX421" fmla="*/ 1854363 w 7472601"/>
              <a:gd name="connsiteY421" fmla="*/ 6858000 h 6858000"/>
              <a:gd name="connsiteX422" fmla="*/ 1880391 w 7472601"/>
              <a:gd name="connsiteY422" fmla="*/ 6603796 h 6858000"/>
              <a:gd name="connsiteX423" fmla="*/ 1818273 w 7472601"/>
              <a:gd name="connsiteY423" fmla="*/ 6715729 h 6858000"/>
              <a:gd name="connsiteX424" fmla="*/ 1794691 w 7472601"/>
              <a:gd name="connsiteY424" fmla="*/ 6843239 h 6858000"/>
              <a:gd name="connsiteX425" fmla="*/ 1794914 w 7472601"/>
              <a:gd name="connsiteY425" fmla="*/ 6858000 h 6858000"/>
              <a:gd name="connsiteX426" fmla="*/ 1746128 w 7472601"/>
              <a:gd name="connsiteY426" fmla="*/ 6858000 h 6858000"/>
              <a:gd name="connsiteX427" fmla="*/ 1753934 w 7472601"/>
              <a:gd name="connsiteY427" fmla="*/ 6724796 h 6858000"/>
              <a:gd name="connsiteX428" fmla="*/ 1792053 w 7472601"/>
              <a:gd name="connsiteY428" fmla="*/ 6572396 h 6858000"/>
              <a:gd name="connsiteX429" fmla="*/ 1862248 w 7472601"/>
              <a:gd name="connsiteY429" fmla="*/ 6266397 h 6858000"/>
              <a:gd name="connsiteX430" fmla="*/ 1862250 w 7472601"/>
              <a:gd name="connsiteY430" fmla="*/ 6033531 h 6858000"/>
              <a:gd name="connsiteX431" fmla="*/ 1211999 w 7472601"/>
              <a:gd name="connsiteY431" fmla="*/ 6683610 h 6858000"/>
              <a:gd name="connsiteX432" fmla="*/ 1213266 w 7472601"/>
              <a:gd name="connsiteY432" fmla="*/ 6691947 h 6858000"/>
              <a:gd name="connsiteX433" fmla="*/ 1203370 w 7472601"/>
              <a:gd name="connsiteY433" fmla="*/ 6850676 h 6858000"/>
              <a:gd name="connsiteX434" fmla="*/ 1203671 w 7472601"/>
              <a:gd name="connsiteY434" fmla="*/ 6858000 h 6858000"/>
              <a:gd name="connsiteX435" fmla="*/ 1143180 w 7472601"/>
              <a:gd name="connsiteY435" fmla="*/ 6858000 h 6858000"/>
              <a:gd name="connsiteX436" fmla="*/ 1142176 w 7472601"/>
              <a:gd name="connsiteY436" fmla="*/ 6766045 h 6858000"/>
              <a:gd name="connsiteX437" fmla="*/ 1067484 w 7472601"/>
              <a:gd name="connsiteY437" fmla="*/ 6858000 h 6858000"/>
              <a:gd name="connsiteX438" fmla="*/ 953928 w 7472601"/>
              <a:gd name="connsiteY438" fmla="*/ 6858000 h 6858000"/>
              <a:gd name="connsiteX439" fmla="*/ 959715 w 7472601"/>
              <a:gd name="connsiteY439" fmla="*/ 6850185 h 6858000"/>
              <a:gd name="connsiteX440" fmla="*/ 1483788 w 7472601"/>
              <a:gd name="connsiteY440" fmla="*/ 6259174 h 6858000"/>
              <a:gd name="connsiteX441" fmla="*/ 1100671 w 7472601"/>
              <a:gd name="connsiteY441" fmla="*/ 6252137 h 6858000"/>
              <a:gd name="connsiteX442" fmla="*/ 1090144 w 7472601"/>
              <a:gd name="connsiteY442" fmla="*/ 6256748 h 6858000"/>
              <a:gd name="connsiteX443" fmla="*/ 1095872 w 7472601"/>
              <a:gd name="connsiteY443" fmla="*/ 6271892 h 6858000"/>
              <a:gd name="connsiteX444" fmla="*/ 262785 w 7472601"/>
              <a:gd name="connsiteY444" fmla="*/ 6845450 h 6858000"/>
              <a:gd name="connsiteX445" fmla="*/ 209968 w 7472601"/>
              <a:gd name="connsiteY445" fmla="*/ 6770713 h 6858000"/>
              <a:gd name="connsiteX446" fmla="*/ 873460 w 7472601"/>
              <a:gd name="connsiteY446" fmla="*/ 6253768 h 6858000"/>
              <a:gd name="connsiteX447" fmla="*/ 192686 w 7472601"/>
              <a:gd name="connsiteY447" fmla="*/ 5849257 h 6858000"/>
              <a:gd name="connsiteX448" fmla="*/ 4696 w 7472601"/>
              <a:gd name="connsiteY448" fmla="*/ 5697668 h 6858000"/>
              <a:gd name="connsiteX449" fmla="*/ 0 w 7472601"/>
              <a:gd name="connsiteY449" fmla="*/ 5689984 h 6858000"/>
              <a:gd name="connsiteX450" fmla="*/ 0 w 7472601"/>
              <a:gd name="connsiteY450" fmla="*/ 5513472 h 6858000"/>
              <a:gd name="connsiteX451" fmla="*/ 174101 w 7472601"/>
              <a:gd name="connsiteY451" fmla="*/ 5620277 h 6858000"/>
              <a:gd name="connsiteX452" fmla="*/ 891800 w 7472601"/>
              <a:gd name="connsiteY452" fmla="*/ 6036935 h 6858000"/>
              <a:gd name="connsiteX453" fmla="*/ 1072219 w 7472601"/>
              <a:gd name="connsiteY453" fmla="*/ 6169443 h 6858000"/>
              <a:gd name="connsiteX454" fmla="*/ 1074117 w 7472601"/>
              <a:gd name="connsiteY454" fmla="*/ 6170301 h 6858000"/>
              <a:gd name="connsiteX455" fmla="*/ 1083114 w 7472601"/>
              <a:gd name="connsiteY455" fmla="*/ 6174131 h 6858000"/>
              <a:gd name="connsiteX456" fmla="*/ 1543010 w 7472601"/>
              <a:gd name="connsiteY456" fmla="*/ 6191140 h 6858000"/>
              <a:gd name="connsiteX457" fmla="*/ 1551080 w 7472601"/>
              <a:gd name="connsiteY457" fmla="*/ 6195006 h 6858000"/>
              <a:gd name="connsiteX458" fmla="*/ 2345443 w 7472601"/>
              <a:gd name="connsiteY458" fmla="*/ 5549882 h 6858000"/>
              <a:gd name="connsiteX459" fmla="*/ 1721499 w 7472601"/>
              <a:gd name="connsiteY459" fmla="*/ 5599969 h 6858000"/>
              <a:gd name="connsiteX460" fmla="*/ 767716 w 7472601"/>
              <a:gd name="connsiteY460" fmla="*/ 5472768 h 6858000"/>
              <a:gd name="connsiteX461" fmla="*/ 722147 w 7472601"/>
              <a:gd name="connsiteY461" fmla="*/ 5393091 h 6858000"/>
              <a:gd name="connsiteX462" fmla="*/ 1485552 w 7472601"/>
              <a:gd name="connsiteY462" fmla="*/ 5313202 h 6858000"/>
              <a:gd name="connsiteX463" fmla="*/ 2143004 w 7472601"/>
              <a:gd name="connsiteY463" fmla="*/ 5402420 h 6858000"/>
              <a:gd name="connsiteX464" fmla="*/ 1933391 w 7472601"/>
              <a:gd name="connsiteY464" fmla="*/ 5156971 h 6858000"/>
              <a:gd name="connsiteX465" fmla="*/ 1827118 w 7472601"/>
              <a:gd name="connsiteY465" fmla="*/ 4968410 h 6858000"/>
              <a:gd name="connsiteX466" fmla="*/ 1837349 w 7472601"/>
              <a:gd name="connsiteY466" fmla="*/ 4956357 h 6858000"/>
              <a:gd name="connsiteX467" fmla="*/ 2162835 w 7472601"/>
              <a:gd name="connsiteY467" fmla="*/ 5187853 h 6858000"/>
              <a:gd name="connsiteX468" fmla="*/ 2257167 w 7472601"/>
              <a:gd name="connsiteY468" fmla="*/ 5462123 h 6858000"/>
              <a:gd name="connsiteX469" fmla="*/ 2261598 w 7472601"/>
              <a:gd name="connsiteY469" fmla="*/ 5467998 h 6858000"/>
              <a:gd name="connsiteX470" fmla="*/ 2437177 w 7472601"/>
              <a:gd name="connsiteY470" fmla="*/ 5479608 h 6858000"/>
              <a:gd name="connsiteX471" fmla="*/ 2445247 w 7472601"/>
              <a:gd name="connsiteY471" fmla="*/ 5483476 h 6858000"/>
              <a:gd name="connsiteX472" fmla="*/ 2743626 w 7472601"/>
              <a:gd name="connsiteY472" fmla="*/ 5304819 h 6858000"/>
              <a:gd name="connsiteX473" fmla="*/ 3048102 w 7472601"/>
              <a:gd name="connsiteY473" fmla="*/ 5150595 h 6858000"/>
              <a:gd name="connsiteX474" fmla="*/ 1799414 w 7472601"/>
              <a:gd name="connsiteY474" fmla="*/ 4694732 h 6858000"/>
              <a:gd name="connsiteX475" fmla="*/ 1771735 w 7472601"/>
              <a:gd name="connsiteY475" fmla="*/ 4619929 h 6858000"/>
              <a:gd name="connsiteX476" fmla="*/ 3104273 w 7472601"/>
              <a:gd name="connsiteY476" fmla="*/ 5076159 h 6858000"/>
              <a:gd name="connsiteX477" fmla="*/ 3113245 w 7472601"/>
              <a:gd name="connsiteY477" fmla="*/ 5090705 h 6858000"/>
              <a:gd name="connsiteX478" fmla="*/ 3126294 w 7472601"/>
              <a:gd name="connsiteY478" fmla="*/ 5114400 h 6858000"/>
              <a:gd name="connsiteX479" fmla="*/ 3937433 w 7472601"/>
              <a:gd name="connsiteY479" fmla="*/ 4830473 h 6858000"/>
              <a:gd name="connsiteX480" fmla="*/ 3590475 w 7472601"/>
              <a:gd name="connsiteY480" fmla="*/ 4597974 h 6858000"/>
              <a:gd name="connsiteX481" fmla="*/ 3100264 w 7472601"/>
              <a:gd name="connsiteY481" fmla="*/ 4579845 h 6858000"/>
              <a:gd name="connsiteX482" fmla="*/ 2183576 w 7472601"/>
              <a:gd name="connsiteY482" fmla="*/ 4227150 h 6858000"/>
              <a:gd name="connsiteX483" fmla="*/ 2151029 w 7472601"/>
              <a:gd name="connsiteY483" fmla="*/ 4146947 h 6858000"/>
              <a:gd name="connsiteX484" fmla="*/ 3563434 w 7472601"/>
              <a:gd name="connsiteY484" fmla="*/ 4469115 h 6858000"/>
              <a:gd name="connsiteX485" fmla="*/ 3177952 w 7472601"/>
              <a:gd name="connsiteY485" fmla="*/ 3657386 h 6858000"/>
              <a:gd name="connsiteX486" fmla="*/ 3189263 w 7472601"/>
              <a:gd name="connsiteY486" fmla="*/ 3625726 h 6858000"/>
              <a:gd name="connsiteX487" fmla="*/ 3560912 w 7472601"/>
              <a:gd name="connsiteY487" fmla="*/ 4079863 h 6858000"/>
              <a:gd name="connsiteX488" fmla="*/ 3626636 w 7472601"/>
              <a:gd name="connsiteY488" fmla="*/ 4512230 h 6858000"/>
              <a:gd name="connsiteX489" fmla="*/ 3653088 w 7472601"/>
              <a:gd name="connsiteY489" fmla="*/ 4521417 h 6858000"/>
              <a:gd name="connsiteX490" fmla="*/ 3988128 w 7472601"/>
              <a:gd name="connsiteY490" fmla="*/ 4817267 h 6858000"/>
              <a:gd name="connsiteX491" fmla="*/ 4830582 w 7472601"/>
              <a:gd name="connsiteY491" fmla="*/ 4676000 h 6858000"/>
              <a:gd name="connsiteX492" fmla="*/ 4830100 w 7472601"/>
              <a:gd name="connsiteY492" fmla="*/ 4675554 h 6858000"/>
              <a:gd name="connsiteX493" fmla="*/ 4036318 w 7472601"/>
              <a:gd name="connsiteY493" fmla="*/ 4147013 h 6858000"/>
              <a:gd name="connsiteX494" fmla="*/ 3432098 w 7472601"/>
              <a:gd name="connsiteY494" fmla="*/ 3537312 h 6858000"/>
              <a:gd name="connsiteX495" fmla="*/ 3446761 w 7472601"/>
              <a:gd name="connsiteY495" fmla="*/ 3461278 h 6858000"/>
              <a:gd name="connsiteX496" fmla="*/ 4419733 w 7472601"/>
              <a:gd name="connsiteY496" fmla="*/ 3963555 h 6858000"/>
              <a:gd name="connsiteX497" fmla="*/ 4781371 w 7472601"/>
              <a:gd name="connsiteY497" fmla="*/ 4458604 h 6858000"/>
              <a:gd name="connsiteX498" fmla="*/ 4780440 w 7472601"/>
              <a:gd name="connsiteY498" fmla="*/ 4470290 h 6858000"/>
              <a:gd name="connsiteX499" fmla="*/ 4898954 w 7472601"/>
              <a:gd name="connsiteY499" fmla="*/ 4662092 h 6858000"/>
              <a:gd name="connsiteX500" fmla="*/ 4900699 w 7472601"/>
              <a:gd name="connsiteY500" fmla="*/ 4670867 h 6858000"/>
              <a:gd name="connsiteX501" fmla="*/ 5714511 w 7472601"/>
              <a:gd name="connsiteY501" fmla="*/ 4663483 h 6858000"/>
              <a:gd name="connsiteX502" fmla="*/ 5464793 w 7472601"/>
              <a:gd name="connsiteY502" fmla="*/ 4393556 h 6858000"/>
              <a:gd name="connsiteX503" fmla="*/ 5461897 w 7472601"/>
              <a:gd name="connsiteY503" fmla="*/ 4390879 h 6858000"/>
              <a:gd name="connsiteX504" fmla="*/ 4294126 w 7472601"/>
              <a:gd name="connsiteY504" fmla="*/ 3303048 h 6858000"/>
              <a:gd name="connsiteX505" fmla="*/ 4305321 w 7472601"/>
              <a:gd name="connsiteY505" fmla="*/ 3256953 h 6858000"/>
              <a:gd name="connsiteX506" fmla="*/ 4949299 w 7472601"/>
              <a:gd name="connsiteY506" fmla="*/ 3766336 h 6858000"/>
              <a:gd name="connsiteX507" fmla="*/ 5291452 w 7472601"/>
              <a:gd name="connsiteY507" fmla="*/ 4076801 h 6858000"/>
              <a:gd name="connsiteX508" fmla="*/ 5434998 w 7472601"/>
              <a:gd name="connsiteY508" fmla="*/ 4254100 h 6858000"/>
              <a:gd name="connsiteX509" fmla="*/ 5351015 w 7472601"/>
              <a:gd name="connsiteY509" fmla="*/ 3760989 h 6858000"/>
              <a:gd name="connsiteX510" fmla="*/ 5413780 w 7472601"/>
              <a:gd name="connsiteY510" fmla="*/ 2966265 h 6858000"/>
              <a:gd name="connsiteX511" fmla="*/ 5425627 w 7472601"/>
              <a:gd name="connsiteY511" fmla="*/ 2954192 h 6858000"/>
              <a:gd name="connsiteX512" fmla="*/ 6604735 w 7472601"/>
              <a:gd name="connsiteY512" fmla="*/ 2041381 h 6858000"/>
              <a:gd name="connsiteX513" fmla="*/ 7204487 w 7472601"/>
              <a:gd name="connsiteY513" fmla="*/ 2742112 h 6858000"/>
              <a:gd name="connsiteX514" fmla="*/ 7131592 w 7472601"/>
              <a:gd name="connsiteY514" fmla="*/ 2672096 h 6858000"/>
              <a:gd name="connsiteX515" fmla="*/ 6996344 w 7472601"/>
              <a:gd name="connsiteY515" fmla="*/ 2518310 h 6858000"/>
              <a:gd name="connsiteX516" fmla="*/ 6735495 w 7472601"/>
              <a:gd name="connsiteY516" fmla="*/ 2196890 h 6858000"/>
              <a:gd name="connsiteX517" fmla="*/ 6721901 w 7472601"/>
              <a:gd name="connsiteY517" fmla="*/ 2179274 h 6858000"/>
              <a:gd name="connsiteX518" fmla="*/ 6604735 w 7472601"/>
              <a:gd name="connsiteY518" fmla="*/ 2041381 h 6858000"/>
              <a:gd name="connsiteX519" fmla="*/ 6591670 w 7472601"/>
              <a:gd name="connsiteY519" fmla="*/ 1988277 h 6858000"/>
              <a:gd name="connsiteX520" fmla="*/ 6747349 w 7472601"/>
              <a:gd name="connsiteY520" fmla="*/ 2160069 h 6858000"/>
              <a:gd name="connsiteX521" fmla="*/ 6760943 w 7472601"/>
              <a:gd name="connsiteY521" fmla="*/ 2177686 h 6858000"/>
              <a:gd name="connsiteX522" fmla="*/ 7021065 w 7472601"/>
              <a:gd name="connsiteY522" fmla="*/ 2498102 h 6858000"/>
              <a:gd name="connsiteX523" fmla="*/ 7155223 w 7472601"/>
              <a:gd name="connsiteY523" fmla="*/ 2650386 h 6858000"/>
              <a:gd name="connsiteX524" fmla="*/ 7203167 w 7472601"/>
              <a:gd name="connsiteY524" fmla="*/ 2697288 h 6858000"/>
              <a:gd name="connsiteX525" fmla="*/ 6937703 w 7472601"/>
              <a:gd name="connsiteY525" fmla="*/ 2321981 h 6858000"/>
              <a:gd name="connsiteX526" fmla="*/ 6591670 w 7472601"/>
              <a:gd name="connsiteY526" fmla="*/ 1988277 h 6858000"/>
              <a:gd name="connsiteX527" fmla="*/ 5798671 w 7472601"/>
              <a:gd name="connsiteY527" fmla="*/ 1981601 h 6858000"/>
              <a:gd name="connsiteX528" fmla="*/ 5754709 w 7472601"/>
              <a:gd name="connsiteY528" fmla="*/ 2071454 h 6858000"/>
              <a:gd name="connsiteX529" fmla="*/ 5763044 w 7472601"/>
              <a:gd name="connsiteY529" fmla="*/ 2842206 h 6858000"/>
              <a:gd name="connsiteX530" fmla="*/ 5764974 w 7472601"/>
              <a:gd name="connsiteY530" fmla="*/ 2799609 h 6858000"/>
              <a:gd name="connsiteX531" fmla="*/ 5767665 w 7472601"/>
              <a:gd name="connsiteY531" fmla="*/ 2666409 h 6858000"/>
              <a:gd name="connsiteX532" fmla="*/ 5763055 w 7472601"/>
              <a:gd name="connsiteY532" fmla="*/ 2579705 h 6858000"/>
              <a:gd name="connsiteX533" fmla="*/ 5758079 w 7472601"/>
              <a:gd name="connsiteY533" fmla="*/ 2492508 h 6858000"/>
              <a:gd name="connsiteX534" fmla="*/ 5779325 w 7472601"/>
              <a:gd name="connsiteY534" fmla="*/ 2197069 h 6858000"/>
              <a:gd name="connsiteX535" fmla="*/ 5798671 w 7472601"/>
              <a:gd name="connsiteY535" fmla="*/ 1981601 h 6858000"/>
              <a:gd name="connsiteX536" fmla="*/ 5829202 w 7472601"/>
              <a:gd name="connsiteY536" fmla="*/ 1971679 h 6858000"/>
              <a:gd name="connsiteX537" fmla="*/ 5809558 w 7472601"/>
              <a:gd name="connsiteY537" fmla="*/ 2198043 h 6858000"/>
              <a:gd name="connsiteX538" fmla="*/ 5788653 w 7472601"/>
              <a:gd name="connsiteY538" fmla="*/ 2489430 h 6858000"/>
              <a:gd name="connsiteX539" fmla="*/ 5793439 w 7472601"/>
              <a:gd name="connsiteY539" fmla="*/ 2575235 h 6858000"/>
              <a:gd name="connsiteX540" fmla="*/ 5796837 w 7472601"/>
              <a:gd name="connsiteY540" fmla="*/ 2637633 h 6858000"/>
              <a:gd name="connsiteX541" fmla="*/ 5818614 w 7472601"/>
              <a:gd name="connsiteY541" fmla="*/ 2473055 h 6858000"/>
              <a:gd name="connsiteX542" fmla="*/ 5829202 w 7472601"/>
              <a:gd name="connsiteY542" fmla="*/ 1971679 h 6858000"/>
              <a:gd name="connsiteX543" fmla="*/ 5911389 w 7472601"/>
              <a:gd name="connsiteY543" fmla="*/ 1898371 h 6858000"/>
              <a:gd name="connsiteX544" fmla="*/ 6237627 w 7472601"/>
              <a:gd name="connsiteY544" fmla="*/ 2231921 h 6858000"/>
              <a:gd name="connsiteX545" fmla="*/ 5911389 w 7472601"/>
              <a:gd name="connsiteY545" fmla="*/ 1898371 h 6858000"/>
              <a:gd name="connsiteX546" fmla="*/ 6944437 w 7472601"/>
              <a:gd name="connsiteY546" fmla="*/ 1575402 h 6858000"/>
              <a:gd name="connsiteX547" fmla="*/ 6304730 w 7472601"/>
              <a:gd name="connsiteY547" fmla="*/ 1766654 h 6858000"/>
              <a:gd name="connsiteX548" fmla="*/ 6944437 w 7472601"/>
              <a:gd name="connsiteY548" fmla="*/ 1575402 h 6858000"/>
              <a:gd name="connsiteX549" fmla="*/ 7019523 w 7472601"/>
              <a:gd name="connsiteY549" fmla="*/ 1519450 h 6858000"/>
              <a:gd name="connsiteX550" fmla="*/ 6298091 w 7472601"/>
              <a:gd name="connsiteY550" fmla="*/ 1737122 h 6858000"/>
              <a:gd name="connsiteX551" fmla="*/ 7019523 w 7472601"/>
              <a:gd name="connsiteY551" fmla="*/ 1519450 h 6858000"/>
              <a:gd name="connsiteX552" fmla="*/ 2399523 w 7472601"/>
              <a:gd name="connsiteY552" fmla="*/ 1428234 h 6858000"/>
              <a:gd name="connsiteX553" fmla="*/ 2224982 w 7472601"/>
              <a:gd name="connsiteY553" fmla="*/ 1826201 h 6858000"/>
              <a:gd name="connsiteX554" fmla="*/ 2096099 w 7472601"/>
              <a:gd name="connsiteY554" fmla="*/ 2345900 h 6858000"/>
              <a:gd name="connsiteX555" fmla="*/ 2283317 w 7472601"/>
              <a:gd name="connsiteY555" fmla="*/ 1796925 h 6858000"/>
              <a:gd name="connsiteX556" fmla="*/ 2399523 w 7472601"/>
              <a:gd name="connsiteY556" fmla="*/ 1428234 h 6858000"/>
              <a:gd name="connsiteX557" fmla="*/ 2448558 w 7472601"/>
              <a:gd name="connsiteY557" fmla="*/ 1373435 h 6858000"/>
              <a:gd name="connsiteX558" fmla="*/ 2312521 w 7472601"/>
              <a:gd name="connsiteY558" fmla="*/ 1806140 h 6858000"/>
              <a:gd name="connsiteX559" fmla="*/ 2127533 w 7472601"/>
              <a:gd name="connsiteY559" fmla="*/ 2348380 h 6858000"/>
              <a:gd name="connsiteX560" fmla="*/ 2358080 w 7472601"/>
              <a:gd name="connsiteY560" fmla="*/ 1866134 h 6858000"/>
              <a:gd name="connsiteX561" fmla="*/ 2407436 w 7472601"/>
              <a:gd name="connsiteY561" fmla="*/ 1651070 h 6858000"/>
              <a:gd name="connsiteX562" fmla="*/ 2448558 w 7472601"/>
              <a:gd name="connsiteY562" fmla="*/ 1373435 h 6858000"/>
              <a:gd name="connsiteX563" fmla="*/ 278707 w 7472601"/>
              <a:gd name="connsiteY563" fmla="*/ 1352270 h 6858000"/>
              <a:gd name="connsiteX564" fmla="*/ 321570 w 7472601"/>
              <a:gd name="connsiteY564" fmla="*/ 1861610 h 6858000"/>
              <a:gd name="connsiteX565" fmla="*/ 294281 w 7472601"/>
              <a:gd name="connsiteY565" fmla="*/ 1440658 h 6858000"/>
              <a:gd name="connsiteX566" fmla="*/ 278707 w 7472601"/>
              <a:gd name="connsiteY566" fmla="*/ 1352270 h 6858000"/>
              <a:gd name="connsiteX567" fmla="*/ 1423821 w 7472601"/>
              <a:gd name="connsiteY567" fmla="*/ 1351958 h 6858000"/>
              <a:gd name="connsiteX568" fmla="*/ 1638521 w 7472601"/>
              <a:gd name="connsiteY568" fmla="*/ 1908470 h 6858000"/>
              <a:gd name="connsiteX569" fmla="*/ 1754199 w 7472601"/>
              <a:gd name="connsiteY569" fmla="*/ 2149284 h 6858000"/>
              <a:gd name="connsiteX570" fmla="*/ 1908359 w 7472601"/>
              <a:gd name="connsiteY570" fmla="*/ 2364988 h 6858000"/>
              <a:gd name="connsiteX571" fmla="*/ 1647661 w 7472601"/>
              <a:gd name="connsiteY571" fmla="*/ 1825945 h 6858000"/>
              <a:gd name="connsiteX572" fmla="*/ 1423821 w 7472601"/>
              <a:gd name="connsiteY572" fmla="*/ 1351958 h 6858000"/>
              <a:gd name="connsiteX573" fmla="*/ 1431890 w 7472601"/>
              <a:gd name="connsiteY573" fmla="*/ 1306475 h 6858000"/>
              <a:gd name="connsiteX574" fmla="*/ 1507597 w 7472601"/>
              <a:gd name="connsiteY574" fmla="*/ 1446132 h 6858000"/>
              <a:gd name="connsiteX575" fmla="*/ 1674586 w 7472601"/>
              <a:gd name="connsiteY575" fmla="*/ 1813832 h 6858000"/>
              <a:gd name="connsiteX576" fmla="*/ 1815950 w 7472601"/>
              <a:gd name="connsiteY576" fmla="*/ 2128564 h 6858000"/>
              <a:gd name="connsiteX577" fmla="*/ 1984242 w 7472601"/>
              <a:gd name="connsiteY577" fmla="*/ 2430829 h 6858000"/>
              <a:gd name="connsiteX578" fmla="*/ 2014023 w 7472601"/>
              <a:gd name="connsiteY578" fmla="*/ 2450995 h 6858000"/>
              <a:gd name="connsiteX579" fmla="*/ 1747337 w 7472601"/>
              <a:gd name="connsiteY579" fmla="*/ 1855264 h 6858000"/>
              <a:gd name="connsiteX580" fmla="*/ 1533749 w 7472601"/>
              <a:gd name="connsiteY580" fmla="*/ 1478656 h 6858000"/>
              <a:gd name="connsiteX581" fmla="*/ 1431890 w 7472601"/>
              <a:gd name="connsiteY581" fmla="*/ 1306475 h 6858000"/>
              <a:gd name="connsiteX582" fmla="*/ 5052692 w 7472601"/>
              <a:gd name="connsiteY582" fmla="*/ 1292994 h 6858000"/>
              <a:gd name="connsiteX583" fmla="*/ 5200661 w 7472601"/>
              <a:gd name="connsiteY583" fmla="*/ 1635186 h 6858000"/>
              <a:gd name="connsiteX584" fmla="*/ 5297138 w 7472601"/>
              <a:gd name="connsiteY584" fmla="*/ 1906351 h 6858000"/>
              <a:gd name="connsiteX585" fmla="*/ 5052692 w 7472601"/>
              <a:gd name="connsiteY585" fmla="*/ 1292994 h 6858000"/>
              <a:gd name="connsiteX586" fmla="*/ 5009948 w 7472601"/>
              <a:gd name="connsiteY586" fmla="*/ 1273619 h 6858000"/>
              <a:gd name="connsiteX587" fmla="*/ 5121777 w 7472601"/>
              <a:gd name="connsiteY587" fmla="*/ 1654213 h 6858000"/>
              <a:gd name="connsiteX588" fmla="*/ 5293545 w 7472601"/>
              <a:gd name="connsiteY588" fmla="*/ 2072247 h 6858000"/>
              <a:gd name="connsiteX589" fmla="*/ 5294042 w 7472601"/>
              <a:gd name="connsiteY589" fmla="*/ 2065019 h 6858000"/>
              <a:gd name="connsiteX590" fmla="*/ 5171936 w 7472601"/>
              <a:gd name="connsiteY590" fmla="*/ 1647613 h 6858000"/>
              <a:gd name="connsiteX591" fmla="*/ 5009948 w 7472601"/>
              <a:gd name="connsiteY591" fmla="*/ 1273619 h 6858000"/>
              <a:gd name="connsiteX592" fmla="*/ 655236 w 7472601"/>
              <a:gd name="connsiteY592" fmla="*/ 1268632 h 6858000"/>
              <a:gd name="connsiteX593" fmla="*/ 839521 w 7472601"/>
              <a:gd name="connsiteY593" fmla="*/ 1685315 h 6858000"/>
              <a:gd name="connsiteX594" fmla="*/ 1109416 w 7472601"/>
              <a:gd name="connsiteY594" fmla="*/ 2061663 h 6858000"/>
              <a:gd name="connsiteX595" fmla="*/ 1298300 w 7472601"/>
              <a:gd name="connsiteY595" fmla="*/ 2247742 h 6858000"/>
              <a:gd name="connsiteX596" fmla="*/ 1125871 w 7472601"/>
              <a:gd name="connsiteY596" fmla="*/ 1989513 h 6858000"/>
              <a:gd name="connsiteX597" fmla="*/ 981574 w 7472601"/>
              <a:gd name="connsiteY597" fmla="*/ 1783157 h 6858000"/>
              <a:gd name="connsiteX598" fmla="*/ 922198 w 7472601"/>
              <a:gd name="connsiteY598" fmla="*/ 1677437 h 6858000"/>
              <a:gd name="connsiteX599" fmla="*/ 869293 w 7472601"/>
              <a:gd name="connsiteY599" fmla="*/ 1583214 h 6858000"/>
              <a:gd name="connsiteX600" fmla="*/ 751431 w 7472601"/>
              <a:gd name="connsiteY600" fmla="*/ 1405731 h 6858000"/>
              <a:gd name="connsiteX601" fmla="*/ 655236 w 7472601"/>
              <a:gd name="connsiteY601" fmla="*/ 1268632 h 6858000"/>
              <a:gd name="connsiteX602" fmla="*/ 6516292 w 7472601"/>
              <a:gd name="connsiteY602" fmla="*/ 1263064 h 6858000"/>
              <a:gd name="connsiteX603" fmla="*/ 5736320 w 7472601"/>
              <a:gd name="connsiteY603" fmla="*/ 1501803 h 6858000"/>
              <a:gd name="connsiteX604" fmla="*/ 6516292 w 7472601"/>
              <a:gd name="connsiteY604" fmla="*/ 1263064 h 6858000"/>
              <a:gd name="connsiteX605" fmla="*/ 291466 w 7472601"/>
              <a:gd name="connsiteY605" fmla="*/ 1250369 h 6858000"/>
              <a:gd name="connsiteX606" fmla="*/ 323180 w 7472601"/>
              <a:gd name="connsiteY606" fmla="*/ 1435283 h 6858000"/>
              <a:gd name="connsiteX607" fmla="*/ 349381 w 7472601"/>
              <a:gd name="connsiteY607" fmla="*/ 1875041 h 6858000"/>
              <a:gd name="connsiteX608" fmla="*/ 374363 w 7472601"/>
              <a:gd name="connsiteY608" fmla="*/ 1506494 h 6858000"/>
              <a:gd name="connsiteX609" fmla="*/ 302168 w 7472601"/>
              <a:gd name="connsiteY609" fmla="*/ 1274495 h 6858000"/>
              <a:gd name="connsiteX610" fmla="*/ 291466 w 7472601"/>
              <a:gd name="connsiteY610" fmla="*/ 1250369 h 6858000"/>
              <a:gd name="connsiteX611" fmla="*/ 678222 w 7472601"/>
              <a:gd name="connsiteY611" fmla="*/ 1248670 h 6858000"/>
              <a:gd name="connsiteX612" fmla="*/ 775536 w 7472601"/>
              <a:gd name="connsiteY612" fmla="*/ 1388015 h 6858000"/>
              <a:gd name="connsiteX613" fmla="*/ 894529 w 7472601"/>
              <a:gd name="connsiteY613" fmla="*/ 1567739 h 6858000"/>
              <a:gd name="connsiteX614" fmla="*/ 948000 w 7472601"/>
              <a:gd name="connsiteY614" fmla="*/ 1663088 h 6858000"/>
              <a:gd name="connsiteX615" fmla="*/ 1006812 w 7472601"/>
              <a:gd name="connsiteY615" fmla="*/ 1767683 h 6858000"/>
              <a:gd name="connsiteX616" fmla="*/ 1149133 w 7472601"/>
              <a:gd name="connsiteY616" fmla="*/ 1971513 h 6858000"/>
              <a:gd name="connsiteX617" fmla="*/ 1333952 w 7472601"/>
              <a:gd name="connsiteY617" fmla="*/ 2251620 h 6858000"/>
              <a:gd name="connsiteX618" fmla="*/ 1337329 w 7472601"/>
              <a:gd name="connsiteY618" fmla="*/ 2258350 h 6858000"/>
              <a:gd name="connsiteX619" fmla="*/ 1014726 w 7472601"/>
              <a:gd name="connsiteY619" fmla="*/ 1615556 h 6858000"/>
              <a:gd name="connsiteX620" fmla="*/ 678222 w 7472601"/>
              <a:gd name="connsiteY620" fmla="*/ 1248670 h 6858000"/>
              <a:gd name="connsiteX621" fmla="*/ 6691602 w 7472601"/>
              <a:gd name="connsiteY621" fmla="*/ 1140573 h 6858000"/>
              <a:gd name="connsiteX622" fmla="*/ 6571100 w 7472601"/>
              <a:gd name="connsiteY622" fmla="*/ 1183662 h 6858000"/>
              <a:gd name="connsiteX623" fmla="*/ 6241687 w 7472601"/>
              <a:gd name="connsiteY623" fmla="*/ 1257600 h 6858000"/>
              <a:gd name="connsiteX624" fmla="*/ 5693009 w 7472601"/>
              <a:gd name="connsiteY624" fmla="*/ 1478256 h 6858000"/>
              <a:gd name="connsiteX625" fmla="*/ 6548420 w 7472601"/>
              <a:gd name="connsiteY625" fmla="*/ 1214599 h 6858000"/>
              <a:gd name="connsiteX626" fmla="*/ 6605473 w 7472601"/>
              <a:gd name="connsiteY626" fmla="*/ 1184686 h 6858000"/>
              <a:gd name="connsiteX627" fmla="*/ 6691602 w 7472601"/>
              <a:gd name="connsiteY627" fmla="*/ 1140573 h 6858000"/>
              <a:gd name="connsiteX628" fmla="*/ 4002475 w 7472601"/>
              <a:gd name="connsiteY628" fmla="*/ 1037802 h 6858000"/>
              <a:gd name="connsiteX629" fmla="*/ 4000324 w 7472601"/>
              <a:gd name="connsiteY629" fmla="*/ 1039362 h 6858000"/>
              <a:gd name="connsiteX630" fmla="*/ 4002862 w 7472601"/>
              <a:gd name="connsiteY630" fmla="*/ 1042866 h 6858000"/>
              <a:gd name="connsiteX631" fmla="*/ 4002475 w 7472601"/>
              <a:gd name="connsiteY631" fmla="*/ 1037802 h 6858000"/>
              <a:gd name="connsiteX632" fmla="*/ 506322 w 7472601"/>
              <a:gd name="connsiteY632" fmla="*/ 1020997 h 6858000"/>
              <a:gd name="connsiteX633" fmla="*/ 533068 w 7472601"/>
              <a:gd name="connsiteY633" fmla="*/ 1029409 h 6858000"/>
              <a:gd name="connsiteX634" fmla="*/ 1232525 w 7472601"/>
              <a:gd name="connsiteY634" fmla="*/ 1804675 h 6858000"/>
              <a:gd name="connsiteX635" fmla="*/ 1388858 w 7472601"/>
              <a:gd name="connsiteY635" fmla="*/ 2368011 h 6858000"/>
              <a:gd name="connsiteX636" fmla="*/ 1384098 w 7472601"/>
              <a:gd name="connsiteY636" fmla="*/ 2378125 h 6858000"/>
              <a:gd name="connsiteX637" fmla="*/ 1425393 w 7472601"/>
              <a:gd name="connsiteY637" fmla="*/ 2589124 h 6858000"/>
              <a:gd name="connsiteX638" fmla="*/ 1424001 w 7472601"/>
              <a:gd name="connsiteY638" fmla="*/ 2597541 h 6858000"/>
              <a:gd name="connsiteX639" fmla="*/ 2152729 w 7472601"/>
              <a:gd name="connsiteY639" fmla="*/ 2864487 h 6858000"/>
              <a:gd name="connsiteX640" fmla="*/ 2020609 w 7472601"/>
              <a:gd name="connsiteY640" fmla="*/ 2539671 h 6858000"/>
              <a:gd name="connsiteX641" fmla="*/ 2018920 w 7472601"/>
              <a:gd name="connsiteY641" fmla="*/ 2536309 h 6858000"/>
              <a:gd name="connsiteX642" fmla="*/ 1342441 w 7472601"/>
              <a:gd name="connsiteY642" fmla="*/ 1173017 h 6858000"/>
              <a:gd name="connsiteX643" fmla="*/ 1367925 w 7472601"/>
              <a:gd name="connsiteY643" fmla="*/ 1135648 h 6858000"/>
              <a:gd name="connsiteX644" fmla="*/ 1771401 w 7472601"/>
              <a:gd name="connsiteY644" fmla="*/ 1806673 h 6858000"/>
              <a:gd name="connsiteX645" fmla="*/ 1972385 w 7472601"/>
              <a:gd name="connsiteY645" fmla="*/ 2198735 h 6858000"/>
              <a:gd name="connsiteX646" fmla="*/ 2040892 w 7472601"/>
              <a:gd name="connsiteY646" fmla="*/ 2405205 h 6858000"/>
              <a:gd name="connsiteX647" fmla="*/ 2131689 w 7472601"/>
              <a:gd name="connsiteY647" fmla="*/ 1936926 h 6858000"/>
              <a:gd name="connsiteX648" fmla="*/ 2454820 w 7472601"/>
              <a:gd name="connsiteY648" fmla="*/ 1248808 h 6858000"/>
              <a:gd name="connsiteX649" fmla="*/ 2492512 w 7472601"/>
              <a:gd name="connsiteY649" fmla="*/ 1302920 h 6858000"/>
              <a:gd name="connsiteX650" fmla="*/ 2081216 w 7472601"/>
              <a:gd name="connsiteY650" fmla="*/ 2527513 h 6858000"/>
              <a:gd name="connsiteX651" fmla="*/ 2081211 w 7472601"/>
              <a:gd name="connsiteY651" fmla="*/ 2528916 h 6858000"/>
              <a:gd name="connsiteX652" fmla="*/ 2199067 w 7472601"/>
              <a:gd name="connsiteY652" fmla="*/ 2884061 h 6858000"/>
              <a:gd name="connsiteX653" fmla="*/ 3192586 w 7472601"/>
              <a:gd name="connsiteY653" fmla="*/ 3411496 h 6858000"/>
              <a:gd name="connsiteX654" fmla="*/ 3182620 w 7472601"/>
              <a:gd name="connsiteY654" fmla="*/ 3483279 h 6858000"/>
              <a:gd name="connsiteX655" fmla="*/ 2435119 w 7472601"/>
              <a:gd name="connsiteY655" fmla="*/ 3080173 h 6858000"/>
              <a:gd name="connsiteX656" fmla="*/ 2410152 w 7472601"/>
              <a:gd name="connsiteY656" fmla="*/ 3063751 h 6858000"/>
              <a:gd name="connsiteX657" fmla="*/ 2408099 w 7472601"/>
              <a:gd name="connsiteY657" fmla="*/ 3064403 h 6858000"/>
              <a:gd name="connsiteX658" fmla="*/ 2407218 w 7472601"/>
              <a:gd name="connsiteY658" fmla="*/ 3070324 h 6858000"/>
              <a:gd name="connsiteX659" fmla="*/ 2380138 w 7472601"/>
              <a:gd name="connsiteY659" fmla="*/ 3099341 h 6858000"/>
              <a:gd name="connsiteX660" fmla="*/ 1765923 w 7472601"/>
              <a:gd name="connsiteY660" fmla="*/ 3581043 h 6858000"/>
              <a:gd name="connsiteX661" fmla="*/ 1702258 w 7472601"/>
              <a:gd name="connsiteY661" fmla="*/ 3612286 h 6858000"/>
              <a:gd name="connsiteX662" fmla="*/ 1538370 w 7472601"/>
              <a:gd name="connsiteY662" fmla="*/ 3811804 h 6858000"/>
              <a:gd name="connsiteX663" fmla="*/ 542867 w 7472601"/>
              <a:gd name="connsiteY663" fmla="*/ 4944092 h 6858000"/>
              <a:gd name="connsiteX664" fmla="*/ 515800 w 7472601"/>
              <a:gd name="connsiteY664" fmla="*/ 4862180 h 6858000"/>
              <a:gd name="connsiteX665" fmla="*/ 909145 w 7472601"/>
              <a:gd name="connsiteY665" fmla="*/ 4199225 h 6858000"/>
              <a:gd name="connsiteX666" fmla="*/ 1214067 w 7472601"/>
              <a:gd name="connsiteY666" fmla="*/ 3908561 h 6858000"/>
              <a:gd name="connsiteX667" fmla="*/ 640967 w 7472601"/>
              <a:gd name="connsiteY667" fmla="*/ 4105601 h 6858000"/>
              <a:gd name="connsiteX668" fmla="*/ 112563 w 7472601"/>
              <a:gd name="connsiteY668" fmla="*/ 4396952 h 6858000"/>
              <a:gd name="connsiteX669" fmla="*/ 0 w 7472601"/>
              <a:gd name="connsiteY669" fmla="*/ 4466006 h 6858000"/>
              <a:gd name="connsiteX670" fmla="*/ 0 w 7472601"/>
              <a:gd name="connsiteY670" fmla="*/ 4233763 h 6858000"/>
              <a:gd name="connsiteX671" fmla="*/ 36881 w 7472601"/>
              <a:gd name="connsiteY671" fmla="*/ 4200118 h 6858000"/>
              <a:gd name="connsiteX672" fmla="*/ 910534 w 7472601"/>
              <a:gd name="connsiteY672" fmla="*/ 3629753 h 6858000"/>
              <a:gd name="connsiteX673" fmla="*/ 1578717 w 7472601"/>
              <a:gd name="connsiteY673" fmla="*/ 3575982 h 6858000"/>
              <a:gd name="connsiteX674" fmla="*/ 2338780 w 7472601"/>
              <a:gd name="connsiteY674" fmla="*/ 3033725 h 6858000"/>
              <a:gd name="connsiteX675" fmla="*/ 1807991 w 7472601"/>
              <a:gd name="connsiteY675" fmla="*/ 2807184 h 6858000"/>
              <a:gd name="connsiteX676" fmla="*/ 1416358 w 7472601"/>
              <a:gd name="connsiteY676" fmla="*/ 3112571 h 6858000"/>
              <a:gd name="connsiteX677" fmla="*/ 939066 w 7472601"/>
              <a:gd name="connsiteY677" fmla="*/ 3378798 h 6858000"/>
              <a:gd name="connsiteX678" fmla="*/ 115099 w 7472601"/>
              <a:gd name="connsiteY678" fmla="*/ 3607650 h 6858000"/>
              <a:gd name="connsiteX679" fmla="*/ 97284 w 7472601"/>
              <a:gd name="connsiteY679" fmla="*/ 3520393 h 6858000"/>
              <a:gd name="connsiteX680" fmla="*/ 922050 w 7472601"/>
              <a:gd name="connsiteY680" fmla="*/ 3074867 h 6858000"/>
              <a:gd name="connsiteX681" fmla="*/ 1405265 w 7472601"/>
              <a:gd name="connsiteY681" fmla="*/ 3016319 h 6858000"/>
              <a:gd name="connsiteX682" fmla="*/ 1407512 w 7472601"/>
              <a:gd name="connsiteY682" fmla="*/ 3018001 h 6858000"/>
              <a:gd name="connsiteX683" fmla="*/ 1726266 w 7472601"/>
              <a:gd name="connsiteY683" fmla="*/ 2777274 h 6858000"/>
              <a:gd name="connsiteX684" fmla="*/ 625390 w 7472601"/>
              <a:gd name="connsiteY684" fmla="*/ 2514541 h 6858000"/>
              <a:gd name="connsiteX685" fmla="*/ 619799 w 7472601"/>
              <a:gd name="connsiteY685" fmla="*/ 2527180 h 6858000"/>
              <a:gd name="connsiteX686" fmla="*/ 310030 w 7472601"/>
              <a:gd name="connsiteY686" fmla="*/ 2771818 h 6858000"/>
              <a:gd name="connsiteX687" fmla="*/ 173877 w 7472601"/>
              <a:gd name="connsiteY687" fmla="*/ 2937056 h 6858000"/>
              <a:gd name="connsiteX688" fmla="*/ 77889 w 7472601"/>
              <a:gd name="connsiteY688" fmla="*/ 3138440 h 6858000"/>
              <a:gd name="connsiteX689" fmla="*/ 0 w 7472601"/>
              <a:gd name="connsiteY689" fmla="*/ 3271395 h 6858000"/>
              <a:gd name="connsiteX690" fmla="*/ 0 w 7472601"/>
              <a:gd name="connsiteY690" fmla="*/ 3153002 h 6858000"/>
              <a:gd name="connsiteX691" fmla="*/ 2386 w 7472601"/>
              <a:gd name="connsiteY691" fmla="*/ 3149203 h 6858000"/>
              <a:gd name="connsiteX692" fmla="*/ 89753 w 7472601"/>
              <a:gd name="connsiteY692" fmla="*/ 2987702 h 6858000"/>
              <a:gd name="connsiteX693" fmla="*/ 76869 w 7472601"/>
              <a:gd name="connsiteY693" fmla="*/ 3005404 h 6858000"/>
              <a:gd name="connsiteX694" fmla="*/ 32049 w 7472601"/>
              <a:gd name="connsiteY694" fmla="*/ 3065814 h 6858000"/>
              <a:gd name="connsiteX695" fmla="*/ 0 w 7472601"/>
              <a:gd name="connsiteY695" fmla="*/ 3108744 h 6858000"/>
              <a:gd name="connsiteX696" fmla="*/ 0 w 7472601"/>
              <a:gd name="connsiteY696" fmla="*/ 3058059 h 6858000"/>
              <a:gd name="connsiteX697" fmla="*/ 7610 w 7472601"/>
              <a:gd name="connsiteY697" fmla="*/ 3047889 h 6858000"/>
              <a:gd name="connsiteX698" fmla="*/ 52419 w 7472601"/>
              <a:gd name="connsiteY698" fmla="*/ 2987479 h 6858000"/>
              <a:gd name="connsiteX699" fmla="*/ 59142 w 7472601"/>
              <a:gd name="connsiteY699" fmla="*/ 2978488 h 6858000"/>
              <a:gd name="connsiteX700" fmla="*/ 0 w 7472601"/>
              <a:gd name="connsiteY700" fmla="*/ 3015334 h 6858000"/>
              <a:gd name="connsiteX701" fmla="*/ 0 w 7472601"/>
              <a:gd name="connsiteY701" fmla="*/ 2914286 h 6858000"/>
              <a:gd name="connsiteX702" fmla="*/ 36383 w 7472601"/>
              <a:gd name="connsiteY702" fmla="*/ 2901128 h 6858000"/>
              <a:gd name="connsiteX703" fmla="*/ 156329 w 7472601"/>
              <a:gd name="connsiteY703" fmla="*/ 2840533 h 6858000"/>
              <a:gd name="connsiteX704" fmla="*/ 358355 w 7472601"/>
              <a:gd name="connsiteY704" fmla="*/ 2620471 h 6858000"/>
              <a:gd name="connsiteX705" fmla="*/ 510577 w 7472601"/>
              <a:gd name="connsiteY705" fmla="*/ 2501244 h 6858000"/>
              <a:gd name="connsiteX706" fmla="*/ 211967 w 7472601"/>
              <a:gd name="connsiteY706" fmla="*/ 2479171 h 6858000"/>
              <a:gd name="connsiteX707" fmla="*/ 0 w 7472601"/>
              <a:gd name="connsiteY707" fmla="*/ 2476398 h 6858000"/>
              <a:gd name="connsiteX708" fmla="*/ 0 w 7472601"/>
              <a:gd name="connsiteY708" fmla="*/ 2389189 h 6858000"/>
              <a:gd name="connsiteX709" fmla="*/ 103062 w 7472601"/>
              <a:gd name="connsiteY709" fmla="*/ 2389518 h 6858000"/>
              <a:gd name="connsiteX710" fmla="*/ 510734 w 7472601"/>
              <a:gd name="connsiteY710" fmla="*/ 2416201 h 6858000"/>
              <a:gd name="connsiteX711" fmla="*/ 279257 w 7472601"/>
              <a:gd name="connsiteY711" fmla="*/ 2092102 h 6858000"/>
              <a:gd name="connsiteX712" fmla="*/ 65265 w 7472601"/>
              <a:gd name="connsiteY712" fmla="*/ 2006049 h 6858000"/>
              <a:gd name="connsiteX713" fmla="*/ 0 w 7472601"/>
              <a:gd name="connsiteY713" fmla="*/ 1982532 h 6858000"/>
              <a:gd name="connsiteX714" fmla="*/ 0 w 7472601"/>
              <a:gd name="connsiteY714" fmla="*/ 1912789 h 6858000"/>
              <a:gd name="connsiteX715" fmla="*/ 97460 w 7472601"/>
              <a:gd name="connsiteY715" fmla="*/ 1953725 h 6858000"/>
              <a:gd name="connsiteX716" fmla="*/ 221272 w 7472601"/>
              <a:gd name="connsiteY716" fmla="*/ 1980766 h 6858000"/>
              <a:gd name="connsiteX717" fmla="*/ 116765 w 7472601"/>
              <a:gd name="connsiteY717" fmla="*/ 1911033 h 6858000"/>
              <a:gd name="connsiteX718" fmla="*/ 16405 w 7472601"/>
              <a:gd name="connsiteY718" fmla="*/ 1803412 h 6858000"/>
              <a:gd name="connsiteX719" fmla="*/ 0 w 7472601"/>
              <a:gd name="connsiteY719" fmla="*/ 1784777 h 6858000"/>
              <a:gd name="connsiteX720" fmla="*/ 0 w 7472601"/>
              <a:gd name="connsiteY720" fmla="*/ 1740082 h 6858000"/>
              <a:gd name="connsiteX721" fmla="*/ 39394 w 7472601"/>
              <a:gd name="connsiteY721" fmla="*/ 1784856 h 6858000"/>
              <a:gd name="connsiteX722" fmla="*/ 135813 w 7472601"/>
              <a:gd name="connsiteY722" fmla="*/ 1888838 h 6858000"/>
              <a:gd name="connsiteX723" fmla="*/ 242575 w 7472601"/>
              <a:gd name="connsiteY723" fmla="*/ 1958841 h 6858000"/>
              <a:gd name="connsiteX724" fmla="*/ 82197 w 7472601"/>
              <a:gd name="connsiteY724" fmla="*/ 1754826 h 6858000"/>
              <a:gd name="connsiteX725" fmla="*/ 0 w 7472601"/>
              <a:gd name="connsiteY725" fmla="*/ 1679650 h 6858000"/>
              <a:gd name="connsiteX726" fmla="*/ 0 w 7472601"/>
              <a:gd name="connsiteY726" fmla="*/ 1602463 h 6858000"/>
              <a:gd name="connsiteX727" fmla="*/ 84689 w 7472601"/>
              <a:gd name="connsiteY727" fmla="*/ 1677442 h 6858000"/>
              <a:gd name="connsiteX728" fmla="*/ 298437 w 7472601"/>
              <a:gd name="connsiteY728" fmla="*/ 1968019 h 6858000"/>
              <a:gd name="connsiteX729" fmla="*/ 227269 w 7472601"/>
              <a:gd name="connsiteY729" fmla="*/ 1114064 h 6858000"/>
              <a:gd name="connsiteX730" fmla="*/ 248003 w 7472601"/>
              <a:gd name="connsiteY730" fmla="*/ 1089613 h 6858000"/>
              <a:gd name="connsiteX731" fmla="*/ 427020 w 7472601"/>
              <a:gd name="connsiteY731" fmla="*/ 1619803 h 6858000"/>
              <a:gd name="connsiteX732" fmla="*/ 340345 w 7472601"/>
              <a:gd name="connsiteY732" fmla="*/ 2027739 h 6858000"/>
              <a:gd name="connsiteX733" fmla="*/ 360865 w 7472601"/>
              <a:gd name="connsiteY733" fmla="*/ 2044827 h 6858000"/>
              <a:gd name="connsiteX734" fmla="*/ 560414 w 7472601"/>
              <a:gd name="connsiteY734" fmla="*/ 2421457 h 6858000"/>
              <a:gd name="connsiteX735" fmla="*/ 1359703 w 7472601"/>
              <a:gd name="connsiteY735" fmla="*/ 2578554 h 6858000"/>
              <a:gd name="connsiteX736" fmla="*/ 1359422 w 7472601"/>
              <a:gd name="connsiteY736" fmla="*/ 2577994 h 6858000"/>
              <a:gd name="connsiteX737" fmla="*/ 828701 w 7472601"/>
              <a:gd name="connsiteY737" fmla="*/ 1839520 h 6858000"/>
              <a:gd name="connsiteX738" fmla="*/ 494427 w 7472601"/>
              <a:gd name="connsiteY738" fmla="*/ 1092333 h 6858000"/>
              <a:gd name="connsiteX739" fmla="*/ 506322 w 7472601"/>
              <a:gd name="connsiteY739" fmla="*/ 1020997 h 6858000"/>
              <a:gd name="connsiteX740" fmla="*/ 4570198 w 7472601"/>
              <a:gd name="connsiteY740" fmla="*/ 978081 h 6858000"/>
              <a:gd name="connsiteX741" fmla="*/ 4523691 w 7472601"/>
              <a:gd name="connsiteY741" fmla="*/ 1127776 h 6858000"/>
              <a:gd name="connsiteX742" fmla="*/ 4509875 w 7472601"/>
              <a:gd name="connsiteY742" fmla="*/ 1167552 h 6858000"/>
              <a:gd name="connsiteX743" fmla="*/ 4478168 w 7472601"/>
              <a:gd name="connsiteY743" fmla="*/ 1260735 h 6858000"/>
              <a:gd name="connsiteX744" fmla="*/ 4409309 w 7472601"/>
              <a:gd name="connsiteY744" fmla="*/ 1666996 h 6858000"/>
              <a:gd name="connsiteX745" fmla="*/ 4370031 w 7472601"/>
              <a:gd name="connsiteY745" fmla="*/ 1955666 h 6858000"/>
              <a:gd name="connsiteX746" fmla="*/ 4570198 w 7472601"/>
              <a:gd name="connsiteY746" fmla="*/ 978081 h 6858000"/>
              <a:gd name="connsiteX747" fmla="*/ 4557898 w 7472601"/>
              <a:gd name="connsiteY747" fmla="*/ 900011 h 6858000"/>
              <a:gd name="connsiteX748" fmla="*/ 4344840 w 7472601"/>
              <a:gd name="connsiteY748" fmla="*/ 1922038 h 6858000"/>
              <a:gd name="connsiteX749" fmla="*/ 4378710 w 7472601"/>
              <a:gd name="connsiteY749" fmla="*/ 1665516 h 6858000"/>
              <a:gd name="connsiteX750" fmla="*/ 4448798 w 7472601"/>
              <a:gd name="connsiteY750" fmla="*/ 1253024 h 6858000"/>
              <a:gd name="connsiteX751" fmla="*/ 4480315 w 7472601"/>
              <a:gd name="connsiteY751" fmla="*/ 1158454 h 6858000"/>
              <a:gd name="connsiteX752" fmla="*/ 4494133 w 7472601"/>
              <a:gd name="connsiteY752" fmla="*/ 1118676 h 6858000"/>
              <a:gd name="connsiteX753" fmla="*/ 4557898 w 7472601"/>
              <a:gd name="connsiteY753" fmla="*/ 900011 h 6858000"/>
              <a:gd name="connsiteX754" fmla="*/ 5870151 w 7472601"/>
              <a:gd name="connsiteY754" fmla="*/ 898890 h 6858000"/>
              <a:gd name="connsiteX755" fmla="*/ 5861335 w 7472601"/>
              <a:gd name="connsiteY755" fmla="*/ 899177 h 6858000"/>
              <a:gd name="connsiteX756" fmla="*/ 5843702 w 7472601"/>
              <a:gd name="connsiteY756" fmla="*/ 899748 h 6858000"/>
              <a:gd name="connsiteX757" fmla="*/ 5651107 w 7472601"/>
              <a:gd name="connsiteY757" fmla="*/ 920306 h 6858000"/>
              <a:gd name="connsiteX758" fmla="*/ 5459407 w 7472601"/>
              <a:gd name="connsiteY758" fmla="*/ 940975 h 6858000"/>
              <a:gd name="connsiteX759" fmla="*/ 5374846 w 7472601"/>
              <a:gd name="connsiteY759" fmla="*/ 941988 h 6858000"/>
              <a:gd name="connsiteX760" fmla="*/ 5256105 w 7472601"/>
              <a:gd name="connsiteY760" fmla="*/ 945632 h 6858000"/>
              <a:gd name="connsiteX761" fmla="*/ 5107071 w 7472601"/>
              <a:gd name="connsiteY761" fmla="*/ 969720 h 6858000"/>
              <a:gd name="connsiteX762" fmla="*/ 4998681 w 7472601"/>
              <a:gd name="connsiteY762" fmla="*/ 988771 h 6858000"/>
              <a:gd name="connsiteX763" fmla="*/ 5870151 w 7472601"/>
              <a:gd name="connsiteY763" fmla="*/ 898890 h 6858000"/>
              <a:gd name="connsiteX764" fmla="*/ 5504425 w 7472601"/>
              <a:gd name="connsiteY764" fmla="*/ 848067 h 6858000"/>
              <a:gd name="connsiteX765" fmla="*/ 4968849 w 7472601"/>
              <a:gd name="connsiteY765" fmla="*/ 962318 h 6858000"/>
              <a:gd name="connsiteX766" fmla="*/ 5104039 w 7472601"/>
              <a:gd name="connsiteY766" fmla="*/ 940634 h 6858000"/>
              <a:gd name="connsiteX767" fmla="*/ 5256311 w 7472601"/>
              <a:gd name="connsiteY767" fmla="*/ 916490 h 6858000"/>
              <a:gd name="connsiteX768" fmla="*/ 5377381 w 7472601"/>
              <a:gd name="connsiteY768" fmla="*/ 912671 h 6858000"/>
              <a:gd name="connsiteX769" fmla="*/ 5460148 w 7472601"/>
              <a:gd name="connsiteY769" fmla="*/ 911442 h 6858000"/>
              <a:gd name="connsiteX770" fmla="*/ 5648971 w 7472601"/>
              <a:gd name="connsiteY770" fmla="*/ 891331 h 6858000"/>
              <a:gd name="connsiteX771" fmla="*/ 5844807 w 7472601"/>
              <a:gd name="connsiteY771" fmla="*/ 870718 h 6858000"/>
              <a:gd name="connsiteX772" fmla="*/ 5862975 w 7472601"/>
              <a:gd name="connsiteY772" fmla="*/ 869756 h 6858000"/>
              <a:gd name="connsiteX773" fmla="*/ 5920887 w 7472601"/>
              <a:gd name="connsiteY773" fmla="*/ 865929 h 6858000"/>
              <a:gd name="connsiteX774" fmla="*/ 5504425 w 7472601"/>
              <a:gd name="connsiteY774" fmla="*/ 848067 h 6858000"/>
              <a:gd name="connsiteX775" fmla="*/ 3607114 w 7472601"/>
              <a:gd name="connsiteY775" fmla="*/ 467441 h 6858000"/>
              <a:gd name="connsiteX776" fmla="*/ 3296242 w 7472601"/>
              <a:gd name="connsiteY776" fmla="*/ 807991 h 6858000"/>
              <a:gd name="connsiteX777" fmla="*/ 3174674 w 7472601"/>
              <a:gd name="connsiteY777" fmla="*/ 919759 h 6858000"/>
              <a:gd name="connsiteX778" fmla="*/ 3042978 w 7472601"/>
              <a:gd name="connsiteY778" fmla="*/ 1054894 h 6858000"/>
              <a:gd name="connsiteX779" fmla="*/ 2968914 w 7472601"/>
              <a:gd name="connsiteY779" fmla="*/ 1133756 h 6858000"/>
              <a:gd name="connsiteX780" fmla="*/ 3103823 w 7472601"/>
              <a:gd name="connsiteY780" fmla="*/ 1026814 h 6858000"/>
              <a:gd name="connsiteX781" fmla="*/ 3607114 w 7472601"/>
              <a:gd name="connsiteY781" fmla="*/ 467441 h 6858000"/>
              <a:gd name="connsiteX782" fmla="*/ 3744487 w 7472601"/>
              <a:gd name="connsiteY782" fmla="*/ 383136 h 6858000"/>
              <a:gd name="connsiteX783" fmla="*/ 3970213 w 7472601"/>
              <a:gd name="connsiteY783" fmla="*/ 995559 h 6858000"/>
              <a:gd name="connsiteX784" fmla="*/ 3744487 w 7472601"/>
              <a:gd name="connsiteY784" fmla="*/ 383136 h 6858000"/>
              <a:gd name="connsiteX785" fmla="*/ 3624562 w 7472601"/>
              <a:gd name="connsiteY785" fmla="*/ 367041 h 6858000"/>
              <a:gd name="connsiteX786" fmla="*/ 3489712 w 7472601"/>
              <a:gd name="connsiteY786" fmla="*/ 485386 h 6858000"/>
              <a:gd name="connsiteX787" fmla="*/ 3182994 w 7472601"/>
              <a:gd name="connsiteY787" fmla="*/ 828265 h 6858000"/>
              <a:gd name="connsiteX788" fmla="*/ 2892114 w 7472601"/>
              <a:gd name="connsiteY788" fmla="*/ 1172635 h 6858000"/>
              <a:gd name="connsiteX789" fmla="*/ 3021459 w 7472601"/>
              <a:gd name="connsiteY789" fmla="*/ 1035385 h 6858000"/>
              <a:gd name="connsiteX790" fmla="*/ 3153873 w 7472601"/>
              <a:gd name="connsiteY790" fmla="*/ 898971 h 6858000"/>
              <a:gd name="connsiteX791" fmla="*/ 3276511 w 7472601"/>
              <a:gd name="connsiteY791" fmla="*/ 786423 h 6858000"/>
              <a:gd name="connsiteX792" fmla="*/ 3584154 w 7472601"/>
              <a:gd name="connsiteY792" fmla="*/ 448218 h 6858000"/>
              <a:gd name="connsiteX793" fmla="*/ 3624562 w 7472601"/>
              <a:gd name="connsiteY793" fmla="*/ 367041 h 6858000"/>
              <a:gd name="connsiteX794" fmla="*/ 3766672 w 7472601"/>
              <a:gd name="connsiteY794" fmla="*/ 359429 h 6858000"/>
              <a:gd name="connsiteX795" fmla="*/ 3996338 w 7472601"/>
              <a:gd name="connsiteY795" fmla="*/ 968237 h 6858000"/>
              <a:gd name="connsiteX796" fmla="*/ 3766672 w 7472601"/>
              <a:gd name="connsiteY796" fmla="*/ 359429 h 6858000"/>
              <a:gd name="connsiteX797" fmla="*/ 5805386 w 7472601"/>
              <a:gd name="connsiteY797" fmla="*/ 239240 h 6858000"/>
              <a:gd name="connsiteX798" fmla="*/ 5736947 w 7472601"/>
              <a:gd name="connsiteY798" fmla="*/ 261367 h 6858000"/>
              <a:gd name="connsiteX799" fmla="*/ 5427012 w 7472601"/>
              <a:gd name="connsiteY799" fmla="*/ 311272 h 6858000"/>
              <a:gd name="connsiteX800" fmla="*/ 5147818 w 7472601"/>
              <a:gd name="connsiteY800" fmla="*/ 322112 h 6858000"/>
              <a:gd name="connsiteX801" fmla="*/ 5060854 w 7472601"/>
              <a:gd name="connsiteY801" fmla="*/ 311882 h 6858000"/>
              <a:gd name="connsiteX802" fmla="*/ 4945989 w 7472601"/>
              <a:gd name="connsiteY802" fmla="*/ 300516 h 6858000"/>
              <a:gd name="connsiteX803" fmla="*/ 5410479 w 7472601"/>
              <a:gd name="connsiteY803" fmla="*/ 348434 h 6858000"/>
              <a:gd name="connsiteX804" fmla="*/ 5805386 w 7472601"/>
              <a:gd name="connsiteY804" fmla="*/ 239240 h 6858000"/>
              <a:gd name="connsiteX805" fmla="*/ 5905192 w 7472601"/>
              <a:gd name="connsiteY805" fmla="*/ 163079 h 6858000"/>
              <a:gd name="connsiteX806" fmla="*/ 5865655 w 7472601"/>
              <a:gd name="connsiteY806" fmla="*/ 171901 h 6858000"/>
              <a:gd name="connsiteX807" fmla="*/ 5259740 w 7472601"/>
              <a:gd name="connsiteY807" fmla="*/ 257013 h 6858000"/>
              <a:gd name="connsiteX808" fmla="*/ 5208466 w 7472601"/>
              <a:gd name="connsiteY808" fmla="*/ 257550 h 6858000"/>
              <a:gd name="connsiteX809" fmla="*/ 4980204 w 7472601"/>
              <a:gd name="connsiteY809" fmla="*/ 271903 h 6858000"/>
              <a:gd name="connsiteX810" fmla="*/ 5068068 w 7472601"/>
              <a:gd name="connsiteY810" fmla="*/ 282244 h 6858000"/>
              <a:gd name="connsiteX811" fmla="*/ 5153231 w 7472601"/>
              <a:gd name="connsiteY811" fmla="*/ 292240 h 6858000"/>
              <a:gd name="connsiteX812" fmla="*/ 5426491 w 7472601"/>
              <a:gd name="connsiteY812" fmla="*/ 281128 h 6858000"/>
              <a:gd name="connsiteX813" fmla="*/ 5731212 w 7472601"/>
              <a:gd name="connsiteY813" fmla="*/ 231951 h 6858000"/>
              <a:gd name="connsiteX814" fmla="*/ 5905192 w 7472601"/>
              <a:gd name="connsiteY814" fmla="*/ 163079 h 6858000"/>
              <a:gd name="connsiteX815" fmla="*/ 5944437 w 7472601"/>
              <a:gd name="connsiteY815" fmla="*/ 113829 h 6858000"/>
              <a:gd name="connsiteX816" fmla="*/ 5825032 w 7472601"/>
              <a:gd name="connsiteY816" fmla="*/ 146405 h 6858000"/>
              <a:gd name="connsiteX817" fmla="*/ 4955599 w 7472601"/>
              <a:gd name="connsiteY817" fmla="*/ 247008 h 6858000"/>
              <a:gd name="connsiteX818" fmla="*/ 5210104 w 7472601"/>
              <a:gd name="connsiteY818" fmla="*/ 228123 h 6858000"/>
              <a:gd name="connsiteX819" fmla="*/ 5261015 w 7472601"/>
              <a:gd name="connsiteY819" fmla="*/ 227087 h 6858000"/>
              <a:gd name="connsiteX820" fmla="*/ 5861181 w 7472601"/>
              <a:gd name="connsiteY820" fmla="*/ 143093 h 6858000"/>
              <a:gd name="connsiteX821" fmla="*/ 5961252 w 7472601"/>
              <a:gd name="connsiteY821" fmla="*/ 114820 h 6858000"/>
              <a:gd name="connsiteX822" fmla="*/ 5944437 w 7472601"/>
              <a:gd name="connsiteY822" fmla="*/ 113829 h 6858000"/>
              <a:gd name="connsiteX823" fmla="*/ 3882765 w 7472601"/>
              <a:gd name="connsiteY823" fmla="*/ 0 h 6858000"/>
              <a:gd name="connsiteX824" fmla="*/ 3995099 w 7472601"/>
              <a:gd name="connsiteY824" fmla="*/ 0 h 6858000"/>
              <a:gd name="connsiteX825" fmla="*/ 4163818 w 7472601"/>
              <a:gd name="connsiteY825" fmla="*/ 234104 h 6858000"/>
              <a:gd name="connsiteX826" fmla="*/ 4172099 w 7472601"/>
              <a:gd name="connsiteY826" fmla="*/ 234207 h 6858000"/>
              <a:gd name="connsiteX827" fmla="*/ 4784282 w 7472601"/>
              <a:gd name="connsiteY827" fmla="*/ 276561 h 6858000"/>
              <a:gd name="connsiteX828" fmla="*/ 4801687 w 7472601"/>
              <a:gd name="connsiteY828" fmla="*/ 267764 h 6858000"/>
              <a:gd name="connsiteX829" fmla="*/ 6082788 w 7472601"/>
              <a:gd name="connsiteY829" fmla="*/ 64119 h 6858000"/>
              <a:gd name="connsiteX830" fmla="*/ 6099442 w 7472601"/>
              <a:gd name="connsiteY830" fmla="*/ 82568 h 6858000"/>
              <a:gd name="connsiteX831" fmla="*/ 4804137 w 7472601"/>
              <a:gd name="connsiteY831" fmla="*/ 320931 h 6858000"/>
              <a:gd name="connsiteX832" fmla="*/ 4227047 w 7472601"/>
              <a:gd name="connsiteY832" fmla="*/ 313415 h 6858000"/>
              <a:gd name="connsiteX833" fmla="*/ 4346041 w 7472601"/>
              <a:gd name="connsiteY833" fmla="*/ 456086 h 6858000"/>
              <a:gd name="connsiteX834" fmla="*/ 4870967 w 7472601"/>
              <a:gd name="connsiteY834" fmla="*/ 963061 h 6858000"/>
              <a:gd name="connsiteX835" fmla="*/ 4889647 w 7472601"/>
              <a:gd name="connsiteY835" fmla="*/ 957147 h 6858000"/>
              <a:gd name="connsiteX836" fmla="*/ 5422504 w 7472601"/>
              <a:gd name="connsiteY836" fmla="*/ 805191 h 6858000"/>
              <a:gd name="connsiteX837" fmla="*/ 6087656 w 7472601"/>
              <a:gd name="connsiteY837" fmla="*/ 826703 h 6858000"/>
              <a:gd name="connsiteX838" fmla="*/ 6058717 w 7472601"/>
              <a:gd name="connsiteY838" fmla="*/ 865992 h 6858000"/>
              <a:gd name="connsiteX839" fmla="*/ 4974153 w 7472601"/>
              <a:gd name="connsiteY839" fmla="*/ 1045456 h 6858000"/>
              <a:gd name="connsiteX840" fmla="*/ 5627835 w 7472601"/>
              <a:gd name="connsiteY840" fmla="*/ 1472077 h 6858000"/>
              <a:gd name="connsiteX841" fmla="*/ 5629817 w 7472601"/>
              <a:gd name="connsiteY841" fmla="*/ 1471412 h 6858000"/>
              <a:gd name="connsiteX842" fmla="*/ 5634124 w 7472601"/>
              <a:gd name="connsiteY842" fmla="*/ 1470572 h 6858000"/>
              <a:gd name="connsiteX843" fmla="*/ 5755832 w 7472601"/>
              <a:gd name="connsiteY843" fmla="*/ 1383886 h 6858000"/>
              <a:gd name="connsiteX844" fmla="*/ 6014186 w 7472601"/>
              <a:gd name="connsiteY844" fmla="*/ 1279799 h 6858000"/>
              <a:gd name="connsiteX845" fmla="*/ 6901619 w 7472601"/>
              <a:gd name="connsiteY845" fmla="*/ 1047874 h 6858000"/>
              <a:gd name="connsiteX846" fmla="*/ 6931566 w 7472601"/>
              <a:gd name="connsiteY846" fmla="*/ 1062034 h 6858000"/>
              <a:gd name="connsiteX847" fmla="*/ 5790982 w 7472601"/>
              <a:gd name="connsiteY847" fmla="*/ 1561380 h 6858000"/>
              <a:gd name="connsiteX848" fmla="*/ 6188971 w 7472601"/>
              <a:gd name="connsiteY848" fmla="*/ 1755168 h 6858000"/>
              <a:gd name="connsiteX849" fmla="*/ 6202446 w 7472601"/>
              <a:gd name="connsiteY849" fmla="*/ 1752268 h 6858000"/>
              <a:gd name="connsiteX850" fmla="*/ 7179560 w 7472601"/>
              <a:gd name="connsiteY850" fmla="*/ 1467551 h 6858000"/>
              <a:gd name="connsiteX851" fmla="*/ 7158730 w 7472601"/>
              <a:gd name="connsiteY851" fmla="*/ 1507835 h 6858000"/>
              <a:gd name="connsiteX852" fmla="*/ 6326959 w 7472601"/>
              <a:gd name="connsiteY852" fmla="*/ 1817686 h 6858000"/>
              <a:gd name="connsiteX853" fmla="*/ 6537433 w 7472601"/>
              <a:gd name="connsiteY853" fmla="*/ 1907790 h 6858000"/>
              <a:gd name="connsiteX854" fmla="*/ 6550221 w 7472601"/>
              <a:gd name="connsiteY854" fmla="*/ 1910729 h 6858000"/>
              <a:gd name="connsiteX855" fmla="*/ 6964438 w 7472601"/>
              <a:gd name="connsiteY855" fmla="*/ 2209505 h 6858000"/>
              <a:gd name="connsiteX856" fmla="*/ 7367862 w 7472601"/>
              <a:gd name="connsiteY856" fmla="*/ 2806833 h 6858000"/>
              <a:gd name="connsiteX857" fmla="*/ 7364329 w 7472601"/>
              <a:gd name="connsiteY857" fmla="*/ 2826907 h 6858000"/>
              <a:gd name="connsiteX858" fmla="*/ 7290545 w 7472601"/>
              <a:gd name="connsiteY858" fmla="*/ 2850663 h 6858000"/>
              <a:gd name="connsiteX859" fmla="*/ 6472036 w 7472601"/>
              <a:gd name="connsiteY859" fmla="*/ 1959003 h 6858000"/>
              <a:gd name="connsiteX860" fmla="*/ 5792897 w 7472601"/>
              <a:gd name="connsiteY860" fmla="*/ 1647747 h 6858000"/>
              <a:gd name="connsiteX861" fmla="*/ 5842751 w 7472601"/>
              <a:gd name="connsiteY861" fmla="*/ 1816112 h 6858000"/>
              <a:gd name="connsiteX862" fmla="*/ 5847424 w 7472601"/>
              <a:gd name="connsiteY862" fmla="*/ 1815776 h 6858000"/>
              <a:gd name="connsiteX863" fmla="*/ 6399821 w 7472601"/>
              <a:gd name="connsiteY863" fmla="*/ 2344799 h 6858000"/>
              <a:gd name="connsiteX864" fmla="*/ 6323232 w 7472601"/>
              <a:gd name="connsiteY864" fmla="*/ 2389634 h 6858000"/>
              <a:gd name="connsiteX865" fmla="*/ 5942958 w 7472601"/>
              <a:gd name="connsiteY865" fmla="*/ 2077708 h 6858000"/>
              <a:gd name="connsiteX866" fmla="*/ 5921559 w 7472601"/>
              <a:gd name="connsiteY866" fmla="*/ 2378596 h 6858000"/>
              <a:gd name="connsiteX867" fmla="*/ 5817651 w 7472601"/>
              <a:gd name="connsiteY867" fmla="*/ 3023919 h 6858000"/>
              <a:gd name="connsiteX868" fmla="*/ 5729634 w 7472601"/>
              <a:gd name="connsiteY868" fmla="*/ 3051849 h 6858000"/>
              <a:gd name="connsiteX869" fmla="*/ 5611018 w 7472601"/>
              <a:gd name="connsiteY869" fmla="*/ 2316769 h 6858000"/>
              <a:gd name="connsiteX870" fmla="*/ 5687608 w 7472601"/>
              <a:gd name="connsiteY870" fmla="*/ 2039972 h 6858000"/>
              <a:gd name="connsiteX871" fmla="*/ 5657554 w 7472601"/>
              <a:gd name="connsiteY871" fmla="*/ 1576445 h 6858000"/>
              <a:gd name="connsiteX872" fmla="*/ 5150475 w 7472601"/>
              <a:gd name="connsiteY872" fmla="*/ 1274012 h 6858000"/>
              <a:gd name="connsiteX873" fmla="*/ 5349142 w 7472601"/>
              <a:gd name="connsiteY873" fmla="*/ 2204405 h 6858000"/>
              <a:gd name="connsiteX874" fmla="*/ 5262214 w 7472601"/>
              <a:gd name="connsiteY874" fmla="*/ 2233836 h 6858000"/>
              <a:gd name="connsiteX875" fmla="*/ 4981539 w 7472601"/>
              <a:gd name="connsiteY875" fmla="*/ 1542201 h 6858000"/>
              <a:gd name="connsiteX876" fmla="*/ 4958461 w 7472601"/>
              <a:gd name="connsiteY876" fmla="*/ 1136957 h 6858000"/>
              <a:gd name="connsiteX877" fmla="*/ 4655015 w 7472601"/>
              <a:gd name="connsiteY877" fmla="*/ 891426 h 6858000"/>
              <a:gd name="connsiteX878" fmla="*/ 4348002 w 7472601"/>
              <a:gd name="connsiteY878" fmla="*/ 2205895 h 6858000"/>
              <a:gd name="connsiteX879" fmla="*/ 4262250 w 7472601"/>
              <a:gd name="connsiteY879" fmla="*/ 2219972 h 6858000"/>
              <a:gd name="connsiteX880" fmla="*/ 4550611 w 7472601"/>
              <a:gd name="connsiteY880" fmla="*/ 817540 h 6858000"/>
              <a:gd name="connsiteX881" fmla="*/ 4564418 w 7472601"/>
              <a:gd name="connsiteY881" fmla="*/ 808293 h 6858000"/>
              <a:gd name="connsiteX882" fmla="*/ 4266388 w 7472601"/>
              <a:gd name="connsiteY882" fmla="*/ 500083 h 6858000"/>
              <a:gd name="connsiteX883" fmla="*/ 4032842 w 7472601"/>
              <a:gd name="connsiteY883" fmla="*/ 211809 h 6858000"/>
              <a:gd name="connsiteX884" fmla="*/ 3882765 w 7472601"/>
              <a:gd name="connsiteY884" fmla="*/ 0 h 6858000"/>
              <a:gd name="connsiteX885" fmla="*/ 3721337 w 7472601"/>
              <a:gd name="connsiteY885" fmla="*/ 0 h 6858000"/>
              <a:gd name="connsiteX886" fmla="*/ 3797544 w 7472601"/>
              <a:gd name="connsiteY886" fmla="*/ 0 h 6858000"/>
              <a:gd name="connsiteX887" fmla="*/ 3775734 w 7472601"/>
              <a:gd name="connsiteY887" fmla="*/ 95131 h 6858000"/>
              <a:gd name="connsiteX888" fmla="*/ 3724807 w 7472601"/>
              <a:gd name="connsiteY888" fmla="*/ 272257 h 6858000"/>
              <a:gd name="connsiteX889" fmla="*/ 3726844 w 7472601"/>
              <a:gd name="connsiteY889" fmla="*/ 282988 h 6858000"/>
              <a:gd name="connsiteX890" fmla="*/ 3742664 w 7472601"/>
              <a:gd name="connsiteY890" fmla="*/ 279918 h 6858000"/>
              <a:gd name="connsiteX891" fmla="*/ 4103910 w 7472601"/>
              <a:gd name="connsiteY891" fmla="*/ 1161917 h 6858000"/>
              <a:gd name="connsiteX892" fmla="*/ 4020269 w 7472601"/>
              <a:gd name="connsiteY892" fmla="*/ 1200406 h 6858000"/>
              <a:gd name="connsiteX893" fmla="*/ 3674882 w 7472601"/>
              <a:gd name="connsiteY893" fmla="*/ 488524 h 6858000"/>
              <a:gd name="connsiteX894" fmla="*/ 3132682 w 7472601"/>
              <a:gd name="connsiteY894" fmla="*/ 1072284 h 6858000"/>
              <a:gd name="connsiteX895" fmla="*/ 2716346 w 7472601"/>
              <a:gd name="connsiteY895" fmla="*/ 1276376 h 6858000"/>
              <a:gd name="connsiteX896" fmla="*/ 2716772 w 7472601"/>
              <a:gd name="connsiteY896" fmla="*/ 1255462 h 6858000"/>
              <a:gd name="connsiteX897" fmla="*/ 3471096 w 7472601"/>
              <a:gd name="connsiteY897" fmla="*/ 437072 h 6858000"/>
              <a:gd name="connsiteX898" fmla="*/ 3639057 w 7472601"/>
              <a:gd name="connsiteY898" fmla="*/ 286334 h 6858000"/>
              <a:gd name="connsiteX899" fmla="*/ 3640309 w 7472601"/>
              <a:gd name="connsiteY899" fmla="*/ 284664 h 6858000"/>
              <a:gd name="connsiteX900" fmla="*/ 3646022 w 7472601"/>
              <a:gd name="connsiteY900" fmla="*/ 276711 h 6858000"/>
              <a:gd name="connsiteX901" fmla="*/ 3707943 w 7472601"/>
              <a:gd name="connsiteY901" fmla="*/ 65958 h 6858000"/>
              <a:gd name="connsiteX902" fmla="*/ 3721337 w 7472601"/>
              <a:gd name="connsiteY902" fmla="*/ 0 h 6858000"/>
              <a:gd name="connsiteX903" fmla="*/ 2867960 w 7472601"/>
              <a:gd name="connsiteY903" fmla="*/ 0 h 6858000"/>
              <a:gd name="connsiteX904" fmla="*/ 2926351 w 7472601"/>
              <a:gd name="connsiteY904" fmla="*/ 0 h 6858000"/>
              <a:gd name="connsiteX905" fmla="*/ 2902823 w 7472601"/>
              <a:gd name="connsiteY905" fmla="*/ 262929 h 6858000"/>
              <a:gd name="connsiteX906" fmla="*/ 2940663 w 7472601"/>
              <a:gd name="connsiteY906" fmla="*/ 140884 h 6858000"/>
              <a:gd name="connsiteX907" fmla="*/ 2947039 w 7472601"/>
              <a:gd name="connsiteY907" fmla="*/ 122524 h 6858000"/>
              <a:gd name="connsiteX908" fmla="*/ 2984316 w 7472601"/>
              <a:gd name="connsiteY908" fmla="*/ 0 h 6858000"/>
              <a:gd name="connsiteX909" fmla="*/ 3016114 w 7472601"/>
              <a:gd name="connsiteY909" fmla="*/ 0 h 6858000"/>
              <a:gd name="connsiteX910" fmla="*/ 2979949 w 7472601"/>
              <a:gd name="connsiteY910" fmla="*/ 119274 h 6858000"/>
              <a:gd name="connsiteX911" fmla="*/ 3023879 w 7472601"/>
              <a:gd name="connsiteY911" fmla="*/ 0 h 6858000"/>
              <a:gd name="connsiteX912" fmla="*/ 3105400 w 7472601"/>
              <a:gd name="connsiteY912" fmla="*/ 0 h 6858000"/>
              <a:gd name="connsiteX913" fmla="*/ 3094669 w 7472601"/>
              <a:gd name="connsiteY913" fmla="*/ 30308 h 6858000"/>
              <a:gd name="connsiteX914" fmla="*/ 2901945 w 7472601"/>
              <a:gd name="connsiteY914" fmla="*/ 466538 h 6858000"/>
              <a:gd name="connsiteX915" fmla="*/ 2815209 w 7472601"/>
              <a:gd name="connsiteY915" fmla="*/ 497361 h 6858000"/>
              <a:gd name="connsiteX916" fmla="*/ 2844845 w 7472601"/>
              <a:gd name="connsiteY916" fmla="*/ 127638 h 6858000"/>
              <a:gd name="connsiteX917" fmla="*/ 2867960 w 7472601"/>
              <a:gd name="connsiteY917" fmla="*/ 0 h 6858000"/>
              <a:gd name="connsiteX918" fmla="*/ 1057230 w 7472601"/>
              <a:gd name="connsiteY918" fmla="*/ 0 h 6858000"/>
              <a:gd name="connsiteX919" fmla="*/ 1111003 w 7472601"/>
              <a:gd name="connsiteY919" fmla="*/ 0 h 6858000"/>
              <a:gd name="connsiteX920" fmla="*/ 1125553 w 7472601"/>
              <a:gd name="connsiteY920" fmla="*/ 52588 h 6858000"/>
              <a:gd name="connsiteX921" fmla="*/ 1304276 w 7472601"/>
              <a:gd name="connsiteY921" fmla="*/ 476275 h 6858000"/>
              <a:gd name="connsiteX922" fmla="*/ 1492066 w 7472601"/>
              <a:gd name="connsiteY922" fmla="*/ 886333 h 6858000"/>
              <a:gd name="connsiteX923" fmla="*/ 1423698 w 7472601"/>
              <a:gd name="connsiteY923" fmla="*/ 710817 h 6858000"/>
              <a:gd name="connsiteX924" fmla="*/ 1357609 w 7472601"/>
              <a:gd name="connsiteY924" fmla="*/ 532892 h 6858000"/>
              <a:gd name="connsiteX925" fmla="*/ 1309550 w 7472601"/>
              <a:gd name="connsiteY925" fmla="*/ 374031 h 6858000"/>
              <a:gd name="connsiteX926" fmla="*/ 1193673 w 7472601"/>
              <a:gd name="connsiteY926" fmla="*/ 49533 h 6858000"/>
              <a:gd name="connsiteX927" fmla="*/ 1164391 w 7472601"/>
              <a:gd name="connsiteY927" fmla="*/ 0 h 6858000"/>
              <a:gd name="connsiteX928" fmla="*/ 1200666 w 7472601"/>
              <a:gd name="connsiteY928" fmla="*/ 0 h 6858000"/>
              <a:gd name="connsiteX929" fmla="*/ 1223408 w 7472601"/>
              <a:gd name="connsiteY929" fmla="*/ 38996 h 6858000"/>
              <a:gd name="connsiteX930" fmla="*/ 1339635 w 7472601"/>
              <a:gd name="connsiteY930" fmla="*/ 365517 h 6858000"/>
              <a:gd name="connsiteX931" fmla="*/ 1387469 w 7472601"/>
              <a:gd name="connsiteY931" fmla="*/ 523079 h 6858000"/>
              <a:gd name="connsiteX932" fmla="*/ 1452685 w 7472601"/>
              <a:gd name="connsiteY932" fmla="*/ 699806 h 6858000"/>
              <a:gd name="connsiteX933" fmla="*/ 1492092 w 7472601"/>
              <a:gd name="connsiteY933" fmla="*/ 800424 h 6858000"/>
              <a:gd name="connsiteX934" fmla="*/ 1455302 w 7472601"/>
              <a:gd name="connsiteY934" fmla="*/ 632913 h 6858000"/>
              <a:gd name="connsiteX935" fmla="*/ 1222336 w 7472601"/>
              <a:gd name="connsiteY935" fmla="*/ 9480 h 6858000"/>
              <a:gd name="connsiteX936" fmla="*/ 1214634 w 7472601"/>
              <a:gd name="connsiteY936" fmla="*/ 0 h 6858000"/>
              <a:gd name="connsiteX937" fmla="*/ 1289827 w 7472601"/>
              <a:gd name="connsiteY937" fmla="*/ 0 h 6858000"/>
              <a:gd name="connsiteX938" fmla="*/ 1321076 w 7472601"/>
              <a:gd name="connsiteY938" fmla="*/ 59722 h 6858000"/>
              <a:gd name="connsiteX939" fmla="*/ 1512579 w 7472601"/>
              <a:gd name="connsiteY939" fmla="*/ 626441 h 6858000"/>
              <a:gd name="connsiteX940" fmla="*/ 1506076 w 7472601"/>
              <a:gd name="connsiteY940" fmla="*/ 1089289 h 6858000"/>
              <a:gd name="connsiteX941" fmla="*/ 1486346 w 7472601"/>
              <a:gd name="connsiteY941" fmla="*/ 1079919 h 6858000"/>
              <a:gd name="connsiteX942" fmla="*/ 1070511 w 7472601"/>
              <a:gd name="connsiteY942" fmla="*/ 48609 h 6858000"/>
              <a:gd name="connsiteX943" fmla="*/ 1057230 w 7472601"/>
              <a:gd name="connsiteY943" fmla="*/ 0 h 6858000"/>
              <a:gd name="connsiteX944" fmla="*/ 43151 w 7472601"/>
              <a:gd name="connsiteY944" fmla="*/ 0 h 6858000"/>
              <a:gd name="connsiteX945" fmla="*/ 95283 w 7472601"/>
              <a:gd name="connsiteY945" fmla="*/ 0 h 6858000"/>
              <a:gd name="connsiteX946" fmla="*/ 300708 w 7472601"/>
              <a:gd name="connsiteY946" fmla="*/ 154571 h 6858000"/>
              <a:gd name="connsiteX947" fmla="*/ 530414 w 7472601"/>
              <a:gd name="connsiteY947" fmla="*/ 354673 h 6858000"/>
              <a:gd name="connsiteX948" fmla="*/ 333785 w 7472601"/>
              <a:gd name="connsiteY948" fmla="*/ 161564 h 6858000"/>
              <a:gd name="connsiteX949" fmla="*/ 147005 w 7472601"/>
              <a:gd name="connsiteY949" fmla="*/ 0 h 6858000"/>
              <a:gd name="connsiteX950" fmla="*/ 272509 w 7472601"/>
              <a:gd name="connsiteY950" fmla="*/ 0 h 6858000"/>
              <a:gd name="connsiteX951" fmla="*/ 326276 w 7472601"/>
              <a:gd name="connsiteY951" fmla="*/ 45847 h 6858000"/>
              <a:gd name="connsiteX952" fmla="*/ 823759 w 7472601"/>
              <a:gd name="connsiteY952" fmla="*/ 574145 h 6858000"/>
              <a:gd name="connsiteX953" fmla="*/ 811254 w 7472601"/>
              <a:gd name="connsiteY953" fmla="*/ 665546 h 6858000"/>
              <a:gd name="connsiteX954" fmla="*/ 154042 w 7472601"/>
              <a:gd name="connsiteY954" fmla="*/ 261522 h 6858000"/>
              <a:gd name="connsiteX955" fmla="*/ 13550 w 7472601"/>
              <a:gd name="connsiteY955" fmla="*/ 158423 h 6858000"/>
              <a:gd name="connsiteX956" fmla="*/ 0 w 7472601"/>
              <a:gd name="connsiteY956" fmla="*/ 146618 h 6858000"/>
              <a:gd name="connsiteX957" fmla="*/ 0 w 7472601"/>
              <a:gd name="connsiteY957" fmla="*/ 59161 h 6858000"/>
              <a:gd name="connsiteX958" fmla="*/ 45427 w 7472601"/>
              <a:gd name="connsiteY958" fmla="*/ 101078 h 6858000"/>
              <a:gd name="connsiteX959" fmla="*/ 630103 w 7472601"/>
              <a:gd name="connsiteY959" fmla="*/ 485885 h 6858000"/>
              <a:gd name="connsiteX960" fmla="*/ 532040 w 7472601"/>
              <a:gd name="connsiteY960" fmla="*/ 399359 h 6858000"/>
              <a:gd name="connsiteX961" fmla="*/ 517618 w 7472601"/>
              <a:gd name="connsiteY961" fmla="*/ 385726 h 6858000"/>
              <a:gd name="connsiteX962" fmla="*/ 285074 w 7472601"/>
              <a:gd name="connsiteY962" fmla="*/ 182755 h 6858000"/>
              <a:gd name="connsiteX963" fmla="*/ 43151 w 7472601"/>
              <a:gd name="connsiteY963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448321 w 7472601"/>
              <a:gd name="connsiteY80" fmla="*/ 6190991 h 6858000"/>
              <a:gd name="connsiteX81" fmla="*/ 7467600 w 7472601"/>
              <a:gd name="connsiteY81" fmla="*/ 6221686 h 6858000"/>
              <a:gd name="connsiteX82" fmla="*/ 7467600 w 7472601"/>
              <a:gd name="connsiteY82" fmla="*/ 6334256 h 6858000"/>
              <a:gd name="connsiteX83" fmla="*/ 7454976 w 7472601"/>
              <a:gd name="connsiteY83" fmla="*/ 6318297 h 6858000"/>
              <a:gd name="connsiteX84" fmla="*/ 1456157 w 7472601"/>
              <a:gd name="connsiteY84" fmla="*/ 5371404 h 6858000"/>
              <a:gd name="connsiteX85" fmla="*/ 1244432 w 7472601"/>
              <a:gd name="connsiteY85" fmla="*/ 5385601 h 6858000"/>
              <a:gd name="connsiteX86" fmla="*/ 973990 w 7472601"/>
              <a:gd name="connsiteY86" fmla="*/ 5424940 h 6858000"/>
              <a:gd name="connsiteX87" fmla="*/ 1103809 w 7472601"/>
              <a:gd name="connsiteY87" fmla="*/ 5433720 h 6858000"/>
              <a:gd name="connsiteX88" fmla="*/ 1123454 w 7472601"/>
              <a:gd name="connsiteY88" fmla="*/ 5435727 h 6858000"/>
              <a:gd name="connsiteX89" fmla="*/ 1737017 w 7472601"/>
              <a:gd name="connsiteY89" fmla="*/ 5452183 h 6858000"/>
              <a:gd name="connsiteX90" fmla="*/ 1824397 w 7472601"/>
              <a:gd name="connsiteY90" fmla="*/ 5447757 h 6858000"/>
              <a:gd name="connsiteX91" fmla="*/ 2070059 w 7472601"/>
              <a:gd name="connsiteY91" fmla="*/ 5441660 h 6858000"/>
              <a:gd name="connsiteX92" fmla="*/ 1456157 w 7472601"/>
              <a:gd name="connsiteY92" fmla="*/ 5371404 h 6858000"/>
              <a:gd name="connsiteX93" fmla="*/ 4988186 w 7472601"/>
              <a:gd name="connsiteY93" fmla="*/ 5216467 h 6858000"/>
              <a:gd name="connsiteX94" fmla="*/ 4777334 w 7472601"/>
              <a:gd name="connsiteY94" fmla="*/ 5406072 h 6858000"/>
              <a:gd name="connsiteX95" fmla="*/ 4718341 w 7472601"/>
              <a:gd name="connsiteY95" fmla="*/ 5468043 h 6858000"/>
              <a:gd name="connsiteX96" fmla="*/ 4604655 w 7472601"/>
              <a:gd name="connsiteY96" fmla="*/ 5583434 h 6858000"/>
              <a:gd name="connsiteX97" fmla="*/ 4565074 w 7472601"/>
              <a:gd name="connsiteY97" fmla="*/ 5618550 h 6858000"/>
              <a:gd name="connsiteX98" fmla="*/ 4988186 w 7472601"/>
              <a:gd name="connsiteY98" fmla="*/ 5216467 h 6858000"/>
              <a:gd name="connsiteX99" fmla="*/ 4978032 w 7472601"/>
              <a:gd name="connsiteY99" fmla="*/ 5183809 h 6858000"/>
              <a:gd name="connsiteX100" fmla="*/ 4463413 w 7472601"/>
              <a:gd name="connsiteY100" fmla="*/ 5615162 h 6858000"/>
              <a:gd name="connsiteX101" fmla="*/ 4358134 w 7472601"/>
              <a:gd name="connsiteY101" fmla="*/ 5742791 h 6858000"/>
              <a:gd name="connsiteX102" fmla="*/ 4376219 w 7472601"/>
              <a:gd name="connsiteY102" fmla="*/ 5729027 h 6858000"/>
              <a:gd name="connsiteX103" fmla="*/ 4582340 w 7472601"/>
              <a:gd name="connsiteY103" fmla="*/ 5561037 h 6858000"/>
              <a:gd name="connsiteX104" fmla="*/ 4694684 w 7472601"/>
              <a:gd name="connsiteY104" fmla="*/ 5447098 h 6858000"/>
              <a:gd name="connsiteX105" fmla="*/ 4754123 w 7472601"/>
              <a:gd name="connsiteY105" fmla="*/ 5384643 h 6858000"/>
              <a:gd name="connsiteX106" fmla="*/ 4978032 w 7472601"/>
              <a:gd name="connsiteY106" fmla="*/ 5183809 h 6858000"/>
              <a:gd name="connsiteX107" fmla="*/ 1903353 w 7472601"/>
              <a:gd name="connsiteY107" fmla="*/ 5044827 h 6858000"/>
              <a:gd name="connsiteX108" fmla="*/ 1936931 w 7472601"/>
              <a:gd name="connsiteY108" fmla="*/ 5093954 h 6858000"/>
              <a:gd name="connsiteX109" fmla="*/ 2195868 w 7472601"/>
              <a:gd name="connsiteY109" fmla="*/ 5396574 h 6858000"/>
              <a:gd name="connsiteX110" fmla="*/ 2088852 w 7472601"/>
              <a:gd name="connsiteY110" fmla="*/ 5166123 h 6858000"/>
              <a:gd name="connsiteX111" fmla="*/ 1958241 w 7472601"/>
              <a:gd name="connsiteY111" fmla="*/ 5067955 h 6858000"/>
              <a:gd name="connsiteX112" fmla="*/ 1903353 w 7472601"/>
              <a:gd name="connsiteY112" fmla="*/ 5044827 h 6858000"/>
              <a:gd name="connsiteX113" fmla="*/ 1979378 w 7472601"/>
              <a:gd name="connsiteY113" fmla="*/ 4769504 h 6858000"/>
              <a:gd name="connsiteX114" fmla="*/ 2882120 w 7472601"/>
              <a:gd name="connsiteY114" fmla="*/ 5064547 h 6858000"/>
              <a:gd name="connsiteX115" fmla="*/ 2793103 w 7472601"/>
              <a:gd name="connsiteY115" fmla="*/ 5039699 h 6858000"/>
              <a:gd name="connsiteX116" fmla="*/ 2770041 w 7472601"/>
              <a:gd name="connsiteY116" fmla="*/ 5033634 h 6858000"/>
              <a:gd name="connsiteX117" fmla="*/ 1979378 w 7472601"/>
              <a:gd name="connsiteY117" fmla="*/ 4769504 h 6858000"/>
              <a:gd name="connsiteX118" fmla="*/ 1927410 w 7472601"/>
              <a:gd name="connsiteY118" fmla="*/ 4716164 h 6858000"/>
              <a:gd name="connsiteX119" fmla="*/ 1959587 w 7472601"/>
              <a:gd name="connsiteY119" fmla="*/ 4728849 h 6858000"/>
              <a:gd name="connsiteX120" fmla="*/ 2777707 w 7472601"/>
              <a:gd name="connsiteY120" fmla="*/ 5003991 h 6858000"/>
              <a:gd name="connsiteX121" fmla="*/ 2800768 w 7472601"/>
              <a:gd name="connsiteY121" fmla="*/ 5010056 h 6858000"/>
              <a:gd name="connsiteX122" fmla="*/ 2879408 w 7472601"/>
              <a:gd name="connsiteY122" fmla="*/ 5031590 h 6858000"/>
              <a:gd name="connsiteX123" fmla="*/ 2862295 w 7472601"/>
              <a:gd name="connsiteY123" fmla="*/ 5022958 h 6858000"/>
              <a:gd name="connsiteX124" fmla="*/ 2813343 w 7472601"/>
              <a:gd name="connsiteY124" fmla="*/ 4998369 h 6858000"/>
              <a:gd name="connsiteX125" fmla="*/ 2646245 w 7472601"/>
              <a:gd name="connsiteY125" fmla="*/ 4930999 h 6858000"/>
              <a:gd name="connsiteX126" fmla="*/ 1999243 w 7472601"/>
              <a:gd name="connsiteY126" fmla="*/ 4730524 h 6858000"/>
              <a:gd name="connsiteX127" fmla="*/ 1979527 w 7472601"/>
              <a:gd name="connsiteY127" fmla="*/ 4726651 h 6858000"/>
              <a:gd name="connsiteX128" fmla="*/ 1927410 w 7472601"/>
              <a:gd name="connsiteY128" fmla="*/ 4716164 h 6858000"/>
              <a:gd name="connsiteX129" fmla="*/ 1997014 w 7472601"/>
              <a:gd name="connsiteY129" fmla="*/ 4698007 h 6858000"/>
              <a:gd name="connsiteX130" fmla="*/ 2005458 w 7472601"/>
              <a:gd name="connsiteY130" fmla="*/ 4699540 h 6858000"/>
              <a:gd name="connsiteX131" fmla="*/ 2657186 w 7472601"/>
              <a:gd name="connsiteY131" fmla="*/ 4901687 h 6858000"/>
              <a:gd name="connsiteX132" fmla="*/ 2826662 w 7472601"/>
              <a:gd name="connsiteY132" fmla="*/ 4970362 h 6858000"/>
              <a:gd name="connsiteX133" fmla="*/ 2876100 w 7472601"/>
              <a:gd name="connsiteY133" fmla="*/ 4995397 h 6858000"/>
              <a:gd name="connsiteX134" fmla="*/ 3042600 w 7472601"/>
              <a:gd name="connsiteY134" fmla="*/ 5059532 h 6858000"/>
              <a:gd name="connsiteX135" fmla="*/ 1997014 w 7472601"/>
              <a:gd name="connsiteY135" fmla="*/ 4698007 h 6858000"/>
              <a:gd name="connsiteX136" fmla="*/ 2305292 w 7472601"/>
              <a:gd name="connsiteY136" fmla="*/ 4219492 h 6858000"/>
              <a:gd name="connsiteX137" fmla="*/ 3360922 w 7472601"/>
              <a:gd name="connsiteY137" fmla="*/ 4529373 h 6858000"/>
              <a:gd name="connsiteX138" fmla="*/ 3492420 w 7472601"/>
              <a:gd name="connsiteY138" fmla="*/ 4510145 h 6858000"/>
              <a:gd name="connsiteX139" fmla="*/ 3364086 w 7472601"/>
              <a:gd name="connsiteY139" fmla="*/ 4480340 h 6858000"/>
              <a:gd name="connsiteX140" fmla="*/ 3225818 w 7472601"/>
              <a:gd name="connsiteY140" fmla="*/ 4411822 h 6858000"/>
              <a:gd name="connsiteX141" fmla="*/ 3129696 w 7472601"/>
              <a:gd name="connsiteY141" fmla="*/ 4360704 h 6858000"/>
              <a:gd name="connsiteX142" fmla="*/ 2814545 w 7472601"/>
              <a:gd name="connsiteY142" fmla="*/ 4282955 h 6858000"/>
              <a:gd name="connsiteX143" fmla="*/ 2305292 w 7472601"/>
              <a:gd name="connsiteY143" fmla="*/ 4219492 h 6858000"/>
              <a:gd name="connsiteX144" fmla="*/ 2626982 w 7472601"/>
              <a:gd name="connsiteY144" fmla="*/ 4206450 h 6858000"/>
              <a:gd name="connsiteX145" fmla="*/ 2490617 w 7472601"/>
              <a:gd name="connsiteY145" fmla="*/ 4206951 h 6858000"/>
              <a:gd name="connsiteX146" fmla="*/ 2819869 w 7472601"/>
              <a:gd name="connsiteY146" fmla="*/ 4252936 h 6858000"/>
              <a:gd name="connsiteX147" fmla="*/ 3143018 w 7472601"/>
              <a:gd name="connsiteY147" fmla="*/ 4332698 h 6858000"/>
              <a:gd name="connsiteX148" fmla="*/ 3241520 w 7472601"/>
              <a:gd name="connsiteY148" fmla="*/ 4385112 h 6858000"/>
              <a:gd name="connsiteX149" fmla="*/ 3374575 w 7472601"/>
              <a:gd name="connsiteY149" fmla="*/ 4451517 h 6858000"/>
              <a:gd name="connsiteX150" fmla="*/ 3505221 w 7472601"/>
              <a:gd name="connsiteY150" fmla="*/ 4480757 h 6858000"/>
              <a:gd name="connsiteX151" fmla="*/ 2626982 w 7472601"/>
              <a:gd name="connsiteY151" fmla="*/ 4206450 h 6858000"/>
              <a:gd name="connsiteX152" fmla="*/ 1310106 w 7472601"/>
              <a:gd name="connsiteY152" fmla="*/ 3943217 h 6858000"/>
              <a:gd name="connsiteX153" fmla="*/ 854994 w 7472601"/>
              <a:gd name="connsiteY153" fmla="*/ 4399136 h 6858000"/>
              <a:gd name="connsiteX154" fmla="*/ 742462 w 7472601"/>
              <a:gd name="connsiteY154" fmla="*/ 4594648 h 6858000"/>
              <a:gd name="connsiteX155" fmla="*/ 820602 w 7472601"/>
              <a:gd name="connsiteY155" fmla="*/ 4485915 h 6858000"/>
              <a:gd name="connsiteX156" fmla="*/ 878295 w 7472601"/>
              <a:gd name="connsiteY156" fmla="*/ 4403594 h 6858000"/>
              <a:gd name="connsiteX157" fmla="*/ 1240607 w 7472601"/>
              <a:gd name="connsiteY157" fmla="*/ 4010401 h 6858000"/>
              <a:gd name="connsiteX158" fmla="*/ 1310106 w 7472601"/>
              <a:gd name="connsiteY158" fmla="*/ 3943217 h 6858000"/>
              <a:gd name="connsiteX159" fmla="*/ 1423113 w 7472601"/>
              <a:gd name="connsiteY159" fmla="*/ 3874565 h 6858000"/>
              <a:gd name="connsiteX160" fmla="*/ 1260565 w 7472601"/>
              <a:gd name="connsiteY160" fmla="*/ 4031982 h 6858000"/>
              <a:gd name="connsiteX161" fmla="*/ 901900 w 7472601"/>
              <a:gd name="connsiteY161" fmla="*/ 4421236 h 6858000"/>
              <a:gd name="connsiteX162" fmla="*/ 845044 w 7472601"/>
              <a:gd name="connsiteY162" fmla="*/ 4502436 h 6858000"/>
              <a:gd name="connsiteX163" fmla="*/ 685926 w 7472601"/>
              <a:gd name="connsiteY163" fmla="*/ 4703069 h 6858000"/>
              <a:gd name="connsiteX164" fmla="*/ 684248 w 7472601"/>
              <a:gd name="connsiteY164" fmla="*/ 4706721 h 6858000"/>
              <a:gd name="connsiteX165" fmla="*/ 1423113 w 7472601"/>
              <a:gd name="connsiteY165" fmla="*/ 3874565 h 6858000"/>
              <a:gd name="connsiteX166" fmla="*/ 3316479 w 7472601"/>
              <a:gd name="connsiteY166" fmla="*/ 3872136 h 6858000"/>
              <a:gd name="connsiteX167" fmla="*/ 3546806 w 7472601"/>
              <a:gd name="connsiteY167" fmla="*/ 4356139 h 6858000"/>
              <a:gd name="connsiteX168" fmla="*/ 3364433 w 7472601"/>
              <a:gd name="connsiteY168" fmla="*/ 3953121 h 6858000"/>
              <a:gd name="connsiteX169" fmla="*/ 3316479 w 7472601"/>
              <a:gd name="connsiteY169" fmla="*/ 3872136 h 6858000"/>
              <a:gd name="connsiteX170" fmla="*/ 3291335 w 7472601"/>
              <a:gd name="connsiteY170" fmla="*/ 3767420 h 6858000"/>
              <a:gd name="connsiteX171" fmla="*/ 3390805 w 7472601"/>
              <a:gd name="connsiteY171" fmla="*/ 3937163 h 6858000"/>
              <a:gd name="connsiteX172" fmla="*/ 3579062 w 7472601"/>
              <a:gd name="connsiteY172" fmla="*/ 4359040 h 6858000"/>
              <a:gd name="connsiteX173" fmla="*/ 3467355 w 7472601"/>
              <a:gd name="connsiteY173" fmla="*/ 3988130 h 6858000"/>
              <a:gd name="connsiteX174" fmla="*/ 3310753 w 7472601"/>
              <a:gd name="connsiteY174" fmla="*/ 3787140 h 6858000"/>
              <a:gd name="connsiteX175" fmla="*/ 3291335 w 7472601"/>
              <a:gd name="connsiteY175" fmla="*/ 3767420 h 6858000"/>
              <a:gd name="connsiteX176" fmla="*/ 1635889 w 7472601"/>
              <a:gd name="connsiteY176" fmla="*/ 3709494 h 6858000"/>
              <a:gd name="connsiteX177" fmla="*/ 1634800 w 7472601"/>
              <a:gd name="connsiteY177" fmla="*/ 3731111 h 6858000"/>
              <a:gd name="connsiteX178" fmla="*/ 1635889 w 7472601"/>
              <a:gd name="connsiteY178" fmla="*/ 3709494 h 6858000"/>
              <a:gd name="connsiteX179" fmla="*/ 1510397 w 7472601"/>
              <a:gd name="connsiteY179" fmla="*/ 3684705 h 6858000"/>
              <a:gd name="connsiteX180" fmla="*/ 1146550 w 7472601"/>
              <a:gd name="connsiteY180" fmla="*/ 3802012 h 6858000"/>
              <a:gd name="connsiteX181" fmla="*/ 698834 w 7472601"/>
              <a:gd name="connsiteY181" fmla="*/ 3952272 h 6858000"/>
              <a:gd name="connsiteX182" fmla="*/ 34256 w 7472601"/>
              <a:gd name="connsiteY182" fmla="*/ 4347603 h 6858000"/>
              <a:gd name="connsiteX183" fmla="*/ 527241 w 7472601"/>
              <a:gd name="connsiteY183" fmla="*/ 4065078 h 6858000"/>
              <a:gd name="connsiteX184" fmla="*/ 1510397 w 7472601"/>
              <a:gd name="connsiteY184" fmla="*/ 3684705 h 6858000"/>
              <a:gd name="connsiteX185" fmla="*/ 1313114 w 7472601"/>
              <a:gd name="connsiteY185" fmla="*/ 3655216 h 6858000"/>
              <a:gd name="connsiteX186" fmla="*/ 1109304 w 7472601"/>
              <a:gd name="connsiteY186" fmla="*/ 3669030 h 6858000"/>
              <a:gd name="connsiteX187" fmla="*/ 8129 w 7472601"/>
              <a:gd name="connsiteY187" fmla="*/ 4330519 h 6858000"/>
              <a:gd name="connsiteX188" fmla="*/ 687572 w 7472601"/>
              <a:gd name="connsiteY188" fmla="*/ 3925629 h 6858000"/>
              <a:gd name="connsiteX189" fmla="*/ 1138365 w 7472601"/>
              <a:gd name="connsiteY189" fmla="*/ 3774515 h 6858000"/>
              <a:gd name="connsiteX190" fmla="*/ 1505579 w 7472601"/>
              <a:gd name="connsiteY190" fmla="*/ 3655526 h 6858000"/>
              <a:gd name="connsiteX191" fmla="*/ 1313114 w 7472601"/>
              <a:gd name="connsiteY191" fmla="*/ 3655216 h 6858000"/>
              <a:gd name="connsiteX192" fmla="*/ 3655073 w 7472601"/>
              <a:gd name="connsiteY192" fmla="*/ 3650884 h 6858000"/>
              <a:gd name="connsiteX193" fmla="*/ 3989938 w 7472601"/>
              <a:gd name="connsiteY193" fmla="*/ 3991685 h 6858000"/>
              <a:gd name="connsiteX194" fmla="*/ 4393907 w 7472601"/>
              <a:gd name="connsiteY194" fmla="*/ 4261258 h 6858000"/>
              <a:gd name="connsiteX195" fmla="*/ 4648051 w 7472601"/>
              <a:gd name="connsiteY195" fmla="*/ 4374051 h 6858000"/>
              <a:gd name="connsiteX196" fmla="*/ 4383389 w 7472601"/>
              <a:gd name="connsiteY196" fmla="*/ 4184369 h 6858000"/>
              <a:gd name="connsiteX197" fmla="*/ 4165508 w 7472601"/>
              <a:gd name="connsiteY197" fmla="*/ 4035196 h 6858000"/>
              <a:gd name="connsiteX198" fmla="*/ 4068162 w 7472601"/>
              <a:gd name="connsiteY198" fmla="*/ 3953394 h 6858000"/>
              <a:gd name="connsiteX199" fmla="*/ 3981416 w 7472601"/>
              <a:gd name="connsiteY199" fmla="*/ 3880482 h 6858000"/>
              <a:gd name="connsiteX200" fmla="*/ 3800147 w 7472601"/>
              <a:gd name="connsiteY200" fmla="*/ 3749872 h 6858000"/>
              <a:gd name="connsiteX201" fmla="*/ 3655073 w 7472601"/>
              <a:gd name="connsiteY201" fmla="*/ 3650884 h 6858000"/>
              <a:gd name="connsiteX202" fmla="*/ 3670252 w 7472601"/>
              <a:gd name="connsiteY202" fmla="*/ 3622798 h 6858000"/>
              <a:gd name="connsiteX203" fmla="*/ 3817258 w 7472601"/>
              <a:gd name="connsiteY203" fmla="*/ 3723577 h 6858000"/>
              <a:gd name="connsiteX204" fmla="*/ 4000461 w 7472601"/>
              <a:gd name="connsiteY204" fmla="*/ 3855966 h 6858000"/>
              <a:gd name="connsiteX205" fmla="*/ 4088180 w 7472601"/>
              <a:gd name="connsiteY205" fmla="*/ 3929774 h 6858000"/>
              <a:gd name="connsiteX206" fmla="*/ 4184555 w 7472601"/>
              <a:gd name="connsiteY206" fmla="*/ 4010683 h 6858000"/>
              <a:gd name="connsiteX207" fmla="*/ 4399563 w 7472601"/>
              <a:gd name="connsiteY207" fmla="*/ 4158106 h 6858000"/>
              <a:gd name="connsiteX208" fmla="*/ 4684469 w 7472601"/>
              <a:gd name="connsiteY208" fmla="*/ 4364680 h 6858000"/>
              <a:gd name="connsiteX209" fmla="*/ 4690271 w 7472601"/>
              <a:gd name="connsiteY209" fmla="*/ 4370034 h 6858000"/>
              <a:gd name="connsiteX210" fmla="*/ 4136093 w 7472601"/>
              <a:gd name="connsiteY210" fmla="*/ 3858466 h 6858000"/>
              <a:gd name="connsiteX211" fmla="*/ 3670252 w 7472601"/>
              <a:gd name="connsiteY211" fmla="*/ 3622798 h 6858000"/>
              <a:gd name="connsiteX212" fmla="*/ 4440129 w 7472601"/>
              <a:gd name="connsiteY212" fmla="*/ 3448571 h 6858000"/>
              <a:gd name="connsiteX213" fmla="*/ 4856525 w 7472601"/>
              <a:gd name="connsiteY213" fmla="*/ 3915351 h 6858000"/>
              <a:gd name="connsiteX214" fmla="*/ 5059055 w 7472601"/>
              <a:gd name="connsiteY214" fmla="*/ 4108918 h 6858000"/>
              <a:gd name="connsiteX215" fmla="*/ 5290070 w 7472601"/>
              <a:gd name="connsiteY215" fmla="*/ 4263619 h 6858000"/>
              <a:gd name="connsiteX216" fmla="*/ 4834991 w 7472601"/>
              <a:gd name="connsiteY216" fmla="*/ 3830985 h 6858000"/>
              <a:gd name="connsiteX217" fmla="*/ 4440129 w 7472601"/>
              <a:gd name="connsiteY217" fmla="*/ 3448571 h 6858000"/>
              <a:gd name="connsiteX218" fmla="*/ 4441737 w 7472601"/>
              <a:gd name="connsiteY218" fmla="*/ 3399734 h 6858000"/>
              <a:gd name="connsiteX219" fmla="*/ 4431236 w 7472601"/>
              <a:gd name="connsiteY219" fmla="*/ 3400954 h 6858000"/>
              <a:gd name="connsiteX220" fmla="*/ 4557150 w 7472601"/>
              <a:gd name="connsiteY220" fmla="*/ 3510023 h 6858000"/>
              <a:gd name="connsiteX221" fmla="*/ 4856936 w 7472601"/>
              <a:gd name="connsiteY221" fmla="*/ 3809146 h 6858000"/>
              <a:gd name="connsiteX222" fmla="*/ 5111996 w 7472601"/>
              <a:gd name="connsiteY222" fmla="*/ 4065759 h 6858000"/>
              <a:gd name="connsiteX223" fmla="*/ 5388878 w 7472601"/>
              <a:gd name="connsiteY223" fmla="*/ 4300185 h 6858000"/>
              <a:gd name="connsiteX224" fmla="*/ 5425556 w 7472601"/>
              <a:gd name="connsiteY224" fmla="*/ 4308967 h 6858000"/>
              <a:gd name="connsiteX225" fmla="*/ 4943646 w 7472601"/>
              <a:gd name="connsiteY225" fmla="*/ 3822916 h 6858000"/>
              <a:gd name="connsiteX226" fmla="*/ 4594837 w 7472601"/>
              <a:gd name="connsiteY226" fmla="*/ 3532274 h 6858000"/>
              <a:gd name="connsiteX227" fmla="*/ 4441737 w 7472601"/>
              <a:gd name="connsiteY227" fmla="*/ 3399734 h 6858000"/>
              <a:gd name="connsiteX228" fmla="*/ 5425834 w 7472601"/>
              <a:gd name="connsiteY228" fmla="*/ 3162785 h 6858000"/>
              <a:gd name="connsiteX229" fmla="*/ 5401644 w 7472601"/>
              <a:gd name="connsiteY229" fmla="*/ 3617847 h 6858000"/>
              <a:gd name="connsiteX230" fmla="*/ 5467256 w 7472601"/>
              <a:gd name="connsiteY230" fmla="*/ 4175494 h 6858000"/>
              <a:gd name="connsiteX231" fmla="*/ 5448069 w 7472601"/>
              <a:gd name="connsiteY231" fmla="*/ 3567554 h 6858000"/>
              <a:gd name="connsiteX232" fmla="*/ 5425834 w 7472601"/>
              <a:gd name="connsiteY232" fmla="*/ 3162785 h 6858000"/>
              <a:gd name="connsiteX233" fmla="*/ 1318687 w 7472601"/>
              <a:gd name="connsiteY233" fmla="*/ 3113840 h 6858000"/>
              <a:gd name="connsiteX234" fmla="*/ 1066793 w 7472601"/>
              <a:gd name="connsiteY234" fmla="*/ 3212171 h 6858000"/>
              <a:gd name="connsiteX235" fmla="*/ 993319 w 7472601"/>
              <a:gd name="connsiteY235" fmla="*/ 3247648 h 6858000"/>
              <a:gd name="connsiteX236" fmla="*/ 853081 w 7472601"/>
              <a:gd name="connsiteY236" fmla="*/ 3312410 h 6858000"/>
              <a:gd name="connsiteX237" fmla="*/ 805957 w 7472601"/>
              <a:gd name="connsiteY237" fmla="*/ 3330443 h 6858000"/>
              <a:gd name="connsiteX238" fmla="*/ 1318687 w 7472601"/>
              <a:gd name="connsiteY238" fmla="*/ 3113840 h 6858000"/>
              <a:gd name="connsiteX239" fmla="*/ 5453702 w 7472601"/>
              <a:gd name="connsiteY239" fmla="*/ 3090882 h 6858000"/>
              <a:gd name="connsiteX240" fmla="*/ 5480135 w 7472601"/>
              <a:gd name="connsiteY240" fmla="*/ 3565802 h 6858000"/>
              <a:gd name="connsiteX241" fmla="*/ 5499023 w 7472601"/>
              <a:gd name="connsiteY241" fmla="*/ 4166310 h 6858000"/>
              <a:gd name="connsiteX242" fmla="*/ 5547022 w 7472601"/>
              <a:gd name="connsiteY242" fmla="*/ 3607838 h 6858000"/>
              <a:gd name="connsiteX243" fmla="*/ 5515964 w 7472601"/>
              <a:gd name="connsiteY243" fmla="*/ 3378541 h 6858000"/>
              <a:gd name="connsiteX244" fmla="*/ 5453702 w 7472601"/>
              <a:gd name="connsiteY244" fmla="*/ 3090882 h 6858000"/>
              <a:gd name="connsiteX245" fmla="*/ 1238695 w 7472601"/>
              <a:gd name="connsiteY245" fmla="*/ 3076820 h 6858000"/>
              <a:gd name="connsiteX246" fmla="*/ 716371 w 7472601"/>
              <a:gd name="connsiteY246" fmla="*/ 3293249 h 6858000"/>
              <a:gd name="connsiteX247" fmla="*/ 579522 w 7472601"/>
              <a:gd name="connsiteY247" fmla="*/ 3371759 h 6858000"/>
              <a:gd name="connsiteX248" fmla="*/ 600288 w 7472601"/>
              <a:gd name="connsiteY248" fmla="*/ 3365555 h 6858000"/>
              <a:gd name="connsiteX249" fmla="*/ 840692 w 7472601"/>
              <a:gd name="connsiteY249" fmla="*/ 3284921 h 6858000"/>
              <a:gd name="connsiteX250" fmla="*/ 979248 w 7472601"/>
              <a:gd name="connsiteY250" fmla="*/ 3221003 h 6858000"/>
              <a:gd name="connsiteX251" fmla="*/ 1053282 w 7472601"/>
              <a:gd name="connsiteY251" fmla="*/ 3185247 h 6858000"/>
              <a:gd name="connsiteX252" fmla="*/ 1320603 w 7472601"/>
              <a:gd name="connsiteY252" fmla="*/ 3081281 h 6858000"/>
              <a:gd name="connsiteX253" fmla="*/ 1238695 w 7472601"/>
              <a:gd name="connsiteY253" fmla="*/ 3076820 h 6858000"/>
              <a:gd name="connsiteX254" fmla="*/ 5425627 w 7472601"/>
              <a:gd name="connsiteY254" fmla="*/ 2954192 h 6858000"/>
              <a:gd name="connsiteX255" fmla="*/ 5470770 w 7472601"/>
              <a:gd name="connsiteY255" fmla="*/ 3005435 h 6858000"/>
              <a:gd name="connsiteX256" fmla="*/ 5519779 w 7472601"/>
              <a:gd name="connsiteY256" fmla="*/ 4359223 h 6858000"/>
              <a:gd name="connsiteX257" fmla="*/ 5520293 w 7472601"/>
              <a:gd name="connsiteY257" fmla="*/ 4360602 h 6858000"/>
              <a:gd name="connsiteX258" fmla="*/ 5767221 w 7472601"/>
              <a:gd name="connsiteY258" fmla="*/ 4665564 h 6858000"/>
              <a:gd name="connsiteX259" fmla="*/ 6937169 w 7472601"/>
              <a:gd name="connsiteY259" fmla="*/ 4815941 h 6858000"/>
              <a:gd name="connsiteX260" fmla="*/ 6953922 w 7472601"/>
              <a:gd name="connsiteY260" fmla="*/ 4890068 h 6858000"/>
              <a:gd name="connsiteX261" fmla="*/ 6071359 w 7472601"/>
              <a:gd name="connsiteY261" fmla="*/ 4770770 h 6858000"/>
              <a:gd name="connsiteX262" fmla="*/ 6038839 w 7472601"/>
              <a:gd name="connsiteY262" fmla="*/ 4764474 h 6858000"/>
              <a:gd name="connsiteX263" fmla="*/ 6038706 w 7472601"/>
              <a:gd name="connsiteY263" fmla="*/ 4763847 h 6858000"/>
              <a:gd name="connsiteX264" fmla="*/ 6037784 w 7472601"/>
              <a:gd name="connsiteY264" fmla="*/ 4764270 h 6858000"/>
              <a:gd name="connsiteX265" fmla="*/ 6038839 w 7472601"/>
              <a:gd name="connsiteY265" fmla="*/ 4764474 h 6858000"/>
              <a:gd name="connsiteX266" fmla="*/ 6040338 w 7472601"/>
              <a:gd name="connsiteY266" fmla="*/ 4771418 h 6858000"/>
              <a:gd name="connsiteX267" fmla="*/ 6024488 w 7472601"/>
              <a:gd name="connsiteY267" fmla="*/ 4809903 h 6858000"/>
              <a:gd name="connsiteX268" fmla="*/ 5599771 w 7472601"/>
              <a:gd name="connsiteY268" fmla="*/ 5509652 h 6858000"/>
              <a:gd name="connsiteX269" fmla="*/ 5548843 w 7472601"/>
              <a:gd name="connsiteY269" fmla="*/ 5563845 h 6858000"/>
              <a:gd name="connsiteX270" fmla="*/ 5940952 w 7472601"/>
              <a:gd name="connsiteY270" fmla="*/ 6250028 h 6858000"/>
              <a:gd name="connsiteX271" fmla="*/ 6043441 w 7472601"/>
              <a:gd name="connsiteY271" fmla="*/ 6665847 h 6858000"/>
              <a:gd name="connsiteX272" fmla="*/ 6093432 w 7472601"/>
              <a:gd name="connsiteY272" fmla="*/ 6858000 h 6858000"/>
              <a:gd name="connsiteX273" fmla="*/ 6034344 w 7472601"/>
              <a:gd name="connsiteY273" fmla="*/ 6858000 h 6858000"/>
              <a:gd name="connsiteX274" fmla="*/ 6026679 w 7472601"/>
              <a:gd name="connsiteY274" fmla="*/ 6836959 h 6858000"/>
              <a:gd name="connsiteX275" fmla="*/ 5800441 w 7472601"/>
              <a:gd name="connsiteY275" fmla="*/ 6335286 h 6858000"/>
              <a:gd name="connsiteX276" fmla="*/ 5526562 w 7472601"/>
              <a:gd name="connsiteY276" fmla="*/ 5705388 h 6858000"/>
              <a:gd name="connsiteX277" fmla="*/ 5519640 w 7472601"/>
              <a:gd name="connsiteY277" fmla="*/ 5683774 h 6858000"/>
              <a:gd name="connsiteX278" fmla="*/ 5844559 w 7472601"/>
              <a:gd name="connsiteY278" fmla="*/ 6553349 h 6858000"/>
              <a:gd name="connsiteX279" fmla="*/ 5975994 w 7472601"/>
              <a:gd name="connsiteY279" fmla="*/ 6858000 h 6858000"/>
              <a:gd name="connsiteX280" fmla="*/ 5898547 w 7472601"/>
              <a:gd name="connsiteY280" fmla="*/ 6858000 h 6858000"/>
              <a:gd name="connsiteX281" fmla="*/ 5682041 w 7472601"/>
              <a:gd name="connsiteY281" fmla="*/ 6355860 h 6858000"/>
              <a:gd name="connsiteX282" fmla="*/ 5461758 w 7472601"/>
              <a:gd name="connsiteY282" fmla="*/ 5820220 h 6858000"/>
              <a:gd name="connsiteX283" fmla="*/ 5237282 w 7472601"/>
              <a:gd name="connsiteY283" fmla="*/ 6579086 h 6858000"/>
              <a:gd name="connsiteX284" fmla="*/ 5115009 w 7472601"/>
              <a:gd name="connsiteY284" fmla="*/ 6858000 h 6858000"/>
              <a:gd name="connsiteX285" fmla="*/ 5028074 w 7472601"/>
              <a:gd name="connsiteY285" fmla="*/ 6858000 h 6858000"/>
              <a:gd name="connsiteX286" fmla="*/ 5079508 w 7472601"/>
              <a:gd name="connsiteY286" fmla="*/ 6749074 h 6858000"/>
              <a:gd name="connsiteX287" fmla="*/ 5371846 w 7472601"/>
              <a:gd name="connsiteY287" fmla="*/ 5924413 h 6858000"/>
              <a:gd name="connsiteX288" fmla="*/ 5270512 w 7472601"/>
              <a:gd name="connsiteY288" fmla="*/ 6138975 h 6858000"/>
              <a:gd name="connsiteX289" fmla="*/ 5062409 w 7472601"/>
              <a:gd name="connsiteY289" fmla="*/ 6653544 h 6858000"/>
              <a:gd name="connsiteX290" fmla="*/ 5036628 w 7472601"/>
              <a:gd name="connsiteY290" fmla="*/ 6754247 h 6858000"/>
              <a:gd name="connsiteX291" fmla="*/ 5009112 w 7472601"/>
              <a:gd name="connsiteY291" fmla="*/ 6858000 h 6858000"/>
              <a:gd name="connsiteX292" fmla="*/ 4976679 w 7472601"/>
              <a:gd name="connsiteY292" fmla="*/ 6858000 h 6858000"/>
              <a:gd name="connsiteX293" fmla="*/ 5006537 w 7472601"/>
              <a:gd name="connsiteY293" fmla="*/ 6747068 h 6858000"/>
              <a:gd name="connsiteX294" fmla="*/ 5032723 w 7472601"/>
              <a:gd name="connsiteY294" fmla="*/ 6644957 h 6858000"/>
              <a:gd name="connsiteX295" fmla="*/ 5242949 w 7472601"/>
              <a:gd name="connsiteY295" fmla="*/ 6125175 h 6858000"/>
              <a:gd name="connsiteX296" fmla="*/ 5286321 w 7472601"/>
              <a:gd name="connsiteY296" fmla="*/ 6033555 h 6858000"/>
              <a:gd name="connsiteX297" fmla="*/ 5008210 w 7472601"/>
              <a:gd name="connsiteY297" fmla="*/ 6649194 h 6858000"/>
              <a:gd name="connsiteX298" fmla="*/ 4986321 w 7472601"/>
              <a:gd name="connsiteY298" fmla="*/ 6765687 h 6858000"/>
              <a:gd name="connsiteX299" fmla="*/ 4973474 w 7472601"/>
              <a:gd name="connsiteY299" fmla="*/ 6858000 h 6858000"/>
              <a:gd name="connsiteX300" fmla="*/ 4907178 w 7472601"/>
              <a:gd name="connsiteY300" fmla="*/ 6858000 h 6858000"/>
              <a:gd name="connsiteX301" fmla="*/ 4910810 w 7472601"/>
              <a:gd name="connsiteY301" fmla="*/ 6829660 h 6858000"/>
              <a:gd name="connsiteX302" fmla="*/ 4987461 w 7472601"/>
              <a:gd name="connsiteY302" fmla="*/ 6432994 h 6858000"/>
              <a:gd name="connsiteX303" fmla="*/ 5179262 w 7472601"/>
              <a:gd name="connsiteY303" fmla="*/ 6035044 h 6858000"/>
              <a:gd name="connsiteX304" fmla="*/ 4689678 w 7472601"/>
              <a:gd name="connsiteY304" fmla="*/ 6440241 h 6858000"/>
              <a:gd name="connsiteX305" fmla="*/ 4477543 w 7472601"/>
              <a:gd name="connsiteY305" fmla="*/ 6674836 h 6858000"/>
              <a:gd name="connsiteX306" fmla="*/ 4329957 w 7472601"/>
              <a:gd name="connsiteY306" fmla="*/ 6858000 h 6858000"/>
              <a:gd name="connsiteX307" fmla="*/ 4218595 w 7472601"/>
              <a:gd name="connsiteY307" fmla="*/ 6858000 h 6858000"/>
              <a:gd name="connsiteX308" fmla="*/ 4368888 w 7472601"/>
              <a:gd name="connsiteY308" fmla="*/ 6668412 h 6858000"/>
              <a:gd name="connsiteX309" fmla="*/ 4563091 w 7472601"/>
              <a:gd name="connsiteY309" fmla="*/ 6442508 h 6858000"/>
              <a:gd name="connsiteX310" fmla="*/ 5387324 w 7472601"/>
              <a:gd name="connsiteY310" fmla="*/ 5705830 h 6858000"/>
              <a:gd name="connsiteX311" fmla="*/ 5073620 w 7472601"/>
              <a:gd name="connsiteY311" fmla="*/ 5955437 h 6858000"/>
              <a:gd name="connsiteX312" fmla="*/ 4689789 w 7472601"/>
              <a:gd name="connsiteY312" fmla="*/ 6268382 h 6858000"/>
              <a:gd name="connsiteX313" fmla="*/ 4418722 w 7472601"/>
              <a:gd name="connsiteY313" fmla="*/ 6570886 h 6858000"/>
              <a:gd name="connsiteX314" fmla="*/ 4214944 w 7472601"/>
              <a:gd name="connsiteY314" fmla="*/ 6858000 h 6858000"/>
              <a:gd name="connsiteX315" fmla="*/ 4177898 w 7472601"/>
              <a:gd name="connsiteY315" fmla="*/ 6858000 h 6858000"/>
              <a:gd name="connsiteX316" fmla="*/ 4391597 w 7472601"/>
              <a:gd name="connsiteY316" fmla="*/ 6556370 h 6858000"/>
              <a:gd name="connsiteX317" fmla="*/ 4668889 w 7472601"/>
              <a:gd name="connsiteY317" fmla="*/ 6246399 h 6858000"/>
              <a:gd name="connsiteX318" fmla="*/ 5055427 w 7472601"/>
              <a:gd name="connsiteY318" fmla="*/ 5931476 h 6858000"/>
              <a:gd name="connsiteX319" fmla="*/ 5371814 w 7472601"/>
              <a:gd name="connsiteY319" fmla="*/ 5678975 h 6858000"/>
              <a:gd name="connsiteX320" fmla="*/ 4987918 w 7472601"/>
              <a:gd name="connsiteY320" fmla="*/ 5838701 h 6858000"/>
              <a:gd name="connsiteX321" fmla="*/ 4317146 w 7472601"/>
              <a:gd name="connsiteY321" fmla="*/ 6587716 h 6858000"/>
              <a:gd name="connsiteX322" fmla="*/ 4171627 w 7472601"/>
              <a:gd name="connsiteY322" fmla="*/ 6858000 h 6858000"/>
              <a:gd name="connsiteX323" fmla="*/ 4081585 w 7472601"/>
              <a:gd name="connsiteY323" fmla="*/ 6858000 h 6858000"/>
              <a:gd name="connsiteX324" fmla="*/ 4238603 w 7472601"/>
              <a:gd name="connsiteY324" fmla="*/ 6559341 h 6858000"/>
              <a:gd name="connsiteX325" fmla="*/ 4778333 w 7472601"/>
              <a:gd name="connsiteY325" fmla="*/ 5873626 h 6858000"/>
              <a:gd name="connsiteX326" fmla="*/ 5414185 w 7472601"/>
              <a:gd name="connsiteY326" fmla="*/ 5573882 h 6858000"/>
              <a:gd name="connsiteX327" fmla="*/ 5959648 w 7472601"/>
              <a:gd name="connsiteY327" fmla="*/ 4760797 h 6858000"/>
              <a:gd name="connsiteX328" fmla="*/ 5355019 w 7472601"/>
              <a:gd name="connsiteY328" fmla="*/ 4734672 h 6858000"/>
              <a:gd name="connsiteX329" fmla="*/ 5083565 w 7472601"/>
              <a:gd name="connsiteY329" fmla="*/ 5179121 h 6858000"/>
              <a:gd name="connsiteX330" fmla="*/ 4713577 w 7472601"/>
              <a:gd name="connsiteY330" fmla="*/ 5616803 h 6858000"/>
              <a:gd name="connsiteX331" fmla="*/ 3989559 w 7472601"/>
              <a:gd name="connsiteY331" fmla="*/ 6145945 h 6858000"/>
              <a:gd name="connsiteX332" fmla="*/ 3939824 w 7472601"/>
              <a:gd name="connsiteY332" fmla="*/ 6066900 h 6858000"/>
              <a:gd name="connsiteX333" fmla="*/ 4584537 w 7472601"/>
              <a:gd name="connsiteY333" fmla="*/ 5324826 h 6858000"/>
              <a:gd name="connsiteX334" fmla="*/ 5037105 w 7472601"/>
              <a:gd name="connsiteY334" fmla="*/ 5088765 h 6858000"/>
              <a:gd name="connsiteX335" fmla="*/ 5039930 w 7472601"/>
              <a:gd name="connsiteY335" fmla="*/ 5089585 h 6858000"/>
              <a:gd name="connsiteX336" fmla="*/ 5263764 w 7472601"/>
              <a:gd name="connsiteY336" fmla="*/ 4735525 h 6858000"/>
              <a:gd name="connsiteX337" fmla="*/ 4086300 w 7472601"/>
              <a:gd name="connsiteY337" fmla="*/ 4884599 h 6858000"/>
              <a:gd name="connsiteX338" fmla="*/ 4085485 w 7472601"/>
              <a:gd name="connsiteY338" fmla="*/ 4899070 h 6858000"/>
              <a:gd name="connsiteX339" fmla="*/ 3871915 w 7472601"/>
              <a:gd name="connsiteY339" fmla="*/ 5253645 h 6858000"/>
              <a:gd name="connsiteX340" fmla="*/ 3799374 w 7472601"/>
              <a:gd name="connsiteY340" fmla="*/ 5466127 h 6858000"/>
              <a:gd name="connsiteX341" fmla="*/ 3498850 w 7472601"/>
              <a:gd name="connsiteY341" fmla="*/ 6661888 h 6858000"/>
              <a:gd name="connsiteX342" fmla="*/ 3399216 w 7472601"/>
              <a:gd name="connsiteY342" fmla="*/ 6858000 h 6858000"/>
              <a:gd name="connsiteX343" fmla="*/ 3303688 w 7472601"/>
              <a:gd name="connsiteY343" fmla="*/ 6858000 h 6858000"/>
              <a:gd name="connsiteX344" fmla="*/ 3391774 w 7472601"/>
              <a:gd name="connsiteY344" fmla="*/ 6697181 h 6858000"/>
              <a:gd name="connsiteX345" fmla="*/ 3735540 w 7472601"/>
              <a:gd name="connsiteY345" fmla="*/ 5546923 h 6858000"/>
              <a:gd name="connsiteX346" fmla="*/ 3729438 w 7472601"/>
              <a:gd name="connsiteY346" fmla="*/ 5569058 h 6858000"/>
              <a:gd name="connsiteX347" fmla="*/ 3707782 w 7472601"/>
              <a:gd name="connsiteY347" fmla="*/ 5644908 h 6858000"/>
              <a:gd name="connsiteX348" fmla="*/ 3583827 w 7472601"/>
              <a:gd name="connsiteY348" fmla="*/ 6039215 h 6858000"/>
              <a:gd name="connsiteX349" fmla="*/ 3547861 w 7472601"/>
              <a:gd name="connsiteY349" fmla="*/ 6129609 h 6858000"/>
              <a:gd name="connsiteX350" fmla="*/ 3490905 w 7472601"/>
              <a:gd name="connsiteY350" fmla="*/ 6277660 h 6858000"/>
              <a:gd name="connsiteX351" fmla="*/ 3455859 w 7472601"/>
              <a:gd name="connsiteY351" fmla="*/ 6391301 h 6858000"/>
              <a:gd name="connsiteX352" fmla="*/ 3429112 w 7472601"/>
              <a:gd name="connsiteY352" fmla="*/ 6479469 h 6858000"/>
              <a:gd name="connsiteX353" fmla="*/ 3304862 w 7472601"/>
              <a:gd name="connsiteY353" fmla="*/ 6796476 h 6858000"/>
              <a:gd name="connsiteX354" fmla="*/ 3276071 w 7472601"/>
              <a:gd name="connsiteY354" fmla="*/ 6858000 h 6858000"/>
              <a:gd name="connsiteX355" fmla="*/ 3240805 w 7472601"/>
              <a:gd name="connsiteY355" fmla="*/ 6858000 h 6858000"/>
              <a:gd name="connsiteX356" fmla="*/ 3275917 w 7472601"/>
              <a:gd name="connsiteY356" fmla="*/ 6783192 h 6858000"/>
              <a:gd name="connsiteX357" fmla="*/ 3399358 w 7472601"/>
              <a:gd name="connsiteY357" fmla="*/ 6469011 h 6858000"/>
              <a:gd name="connsiteX358" fmla="*/ 3425650 w 7472601"/>
              <a:gd name="connsiteY358" fmla="*/ 6381333 h 6858000"/>
              <a:gd name="connsiteX359" fmla="*/ 3460661 w 7472601"/>
              <a:gd name="connsiteY359" fmla="*/ 6266763 h 6858000"/>
              <a:gd name="connsiteX360" fmla="*/ 3518021 w 7472601"/>
              <a:gd name="connsiteY360" fmla="*/ 6117298 h 6858000"/>
              <a:gd name="connsiteX361" fmla="*/ 3554035 w 7472601"/>
              <a:gd name="connsiteY361" fmla="*/ 6027832 h 6858000"/>
              <a:gd name="connsiteX362" fmla="*/ 3677174 w 7472601"/>
              <a:gd name="connsiteY362" fmla="*/ 5636351 h 6858000"/>
              <a:gd name="connsiteX363" fmla="*/ 3698819 w 7472601"/>
              <a:gd name="connsiteY363" fmla="*/ 5560503 h 6858000"/>
              <a:gd name="connsiteX364" fmla="*/ 3702094 w 7472601"/>
              <a:gd name="connsiteY364" fmla="*/ 5549194 h 6858000"/>
              <a:gd name="connsiteX365" fmla="*/ 3398355 w 7472601"/>
              <a:gd name="connsiteY365" fmla="*/ 6094603 h 6858000"/>
              <a:gd name="connsiteX366" fmla="*/ 3193941 w 7472601"/>
              <a:gd name="connsiteY366" fmla="*/ 6798775 h 6858000"/>
              <a:gd name="connsiteX367" fmla="*/ 3184140 w 7472601"/>
              <a:gd name="connsiteY367" fmla="*/ 6858000 h 6858000"/>
              <a:gd name="connsiteX368" fmla="*/ 3099978 w 7472601"/>
              <a:gd name="connsiteY368" fmla="*/ 6858000 h 6858000"/>
              <a:gd name="connsiteX369" fmla="*/ 3101556 w 7472601"/>
              <a:gd name="connsiteY369" fmla="*/ 6843337 h 6858000"/>
              <a:gd name="connsiteX370" fmla="*/ 3370162 w 7472601"/>
              <a:gd name="connsiteY370" fmla="*/ 5785550 h 6858000"/>
              <a:gd name="connsiteX371" fmla="*/ 3746477 w 7472601"/>
              <a:gd name="connsiteY371" fmla="*/ 5377889 h 6858000"/>
              <a:gd name="connsiteX372" fmla="*/ 3863399 w 7472601"/>
              <a:gd name="connsiteY372" fmla="*/ 5087257 h 6858000"/>
              <a:gd name="connsiteX373" fmla="*/ 3968712 w 7472601"/>
              <a:gd name="connsiteY373" fmla="*/ 4913989 h 6858000"/>
              <a:gd name="connsiteX374" fmla="*/ 2792390 w 7472601"/>
              <a:gd name="connsiteY374" fmla="*/ 5382974 h 6858000"/>
              <a:gd name="connsiteX375" fmla="*/ 2714982 w 7472601"/>
              <a:gd name="connsiteY375" fmla="*/ 5427051 h 6858000"/>
              <a:gd name="connsiteX376" fmla="*/ 2813361 w 7472601"/>
              <a:gd name="connsiteY376" fmla="*/ 6023912 h 6858000"/>
              <a:gd name="connsiteX377" fmla="*/ 2688430 w 7472601"/>
              <a:gd name="connsiteY377" fmla="*/ 6801564 h 6858000"/>
              <a:gd name="connsiteX378" fmla="*/ 2629626 w 7472601"/>
              <a:gd name="connsiteY378" fmla="*/ 6763394 h 6858000"/>
              <a:gd name="connsiteX379" fmla="*/ 2565328 w 7472601"/>
              <a:gd name="connsiteY379" fmla="*/ 5516399 h 6858000"/>
              <a:gd name="connsiteX380" fmla="*/ 1922999 w 7472601"/>
              <a:gd name="connsiteY380" fmla="*/ 5980343 h 6858000"/>
              <a:gd name="connsiteX381" fmla="*/ 1950261 w 7472601"/>
              <a:gd name="connsiteY381" fmla="*/ 6405858 h 6858000"/>
              <a:gd name="connsiteX382" fmla="*/ 2365554 w 7472601"/>
              <a:gd name="connsiteY382" fmla="*/ 6759107 h 6858000"/>
              <a:gd name="connsiteX383" fmla="*/ 2424142 w 7472601"/>
              <a:gd name="connsiteY383" fmla="*/ 6858000 h 6858000"/>
              <a:gd name="connsiteX384" fmla="*/ 2395994 w 7472601"/>
              <a:gd name="connsiteY384" fmla="*/ 6858000 h 6858000"/>
              <a:gd name="connsiteX385" fmla="*/ 2392863 w 7472601"/>
              <a:gd name="connsiteY385" fmla="*/ 6852964 h 6858000"/>
              <a:gd name="connsiteX386" fmla="*/ 2017589 w 7472601"/>
              <a:gd name="connsiteY386" fmla="*/ 6493982 h 6858000"/>
              <a:gd name="connsiteX387" fmla="*/ 2147336 w 7472601"/>
              <a:gd name="connsiteY387" fmla="*/ 6594052 h 6858000"/>
              <a:gd name="connsiteX388" fmla="*/ 2207047 w 7472601"/>
              <a:gd name="connsiteY388" fmla="*/ 6654540 h 6858000"/>
              <a:gd name="connsiteX389" fmla="*/ 2299106 w 7472601"/>
              <a:gd name="connsiteY389" fmla="*/ 6778931 h 6858000"/>
              <a:gd name="connsiteX390" fmla="*/ 2314430 w 7472601"/>
              <a:gd name="connsiteY390" fmla="*/ 6801144 h 6858000"/>
              <a:gd name="connsiteX391" fmla="*/ 2352406 w 7472601"/>
              <a:gd name="connsiteY391" fmla="*/ 6858000 h 6858000"/>
              <a:gd name="connsiteX392" fmla="*/ 2314492 w 7472601"/>
              <a:gd name="connsiteY392" fmla="*/ 6858000 h 6858000"/>
              <a:gd name="connsiteX393" fmla="*/ 2288095 w 7472601"/>
              <a:gd name="connsiteY393" fmla="*/ 6818030 h 6858000"/>
              <a:gd name="connsiteX394" fmla="*/ 2272768 w 7472601"/>
              <a:gd name="connsiteY394" fmla="*/ 6795822 h 6858000"/>
              <a:gd name="connsiteX395" fmla="*/ 2182715 w 7472601"/>
              <a:gd name="connsiteY395" fmla="*/ 6675071 h 6858000"/>
              <a:gd name="connsiteX396" fmla="*/ 2032061 w 7472601"/>
              <a:gd name="connsiteY396" fmla="*/ 6541380 h 6858000"/>
              <a:gd name="connsiteX397" fmla="*/ 2257220 w 7472601"/>
              <a:gd name="connsiteY397" fmla="*/ 6826257 h 6858000"/>
              <a:gd name="connsiteX398" fmla="*/ 2281324 w 7472601"/>
              <a:gd name="connsiteY398" fmla="*/ 6858000 h 6858000"/>
              <a:gd name="connsiteX399" fmla="*/ 2242860 w 7472601"/>
              <a:gd name="connsiteY399" fmla="*/ 6858000 h 6858000"/>
              <a:gd name="connsiteX400" fmla="*/ 2232818 w 7472601"/>
              <a:gd name="connsiteY400" fmla="*/ 6844926 h 6858000"/>
              <a:gd name="connsiteX401" fmla="*/ 1990172 w 7472601"/>
              <a:gd name="connsiteY401" fmla="*/ 6542121 h 6858000"/>
              <a:gd name="connsiteX402" fmla="*/ 2124090 w 7472601"/>
              <a:gd name="connsiteY402" fmla="*/ 6761017 h 6858000"/>
              <a:gd name="connsiteX403" fmla="*/ 2200380 w 7472601"/>
              <a:gd name="connsiteY403" fmla="*/ 6858000 h 6858000"/>
              <a:gd name="connsiteX404" fmla="*/ 2147507 w 7472601"/>
              <a:gd name="connsiteY404" fmla="*/ 6858000 h 6858000"/>
              <a:gd name="connsiteX405" fmla="*/ 2070668 w 7472601"/>
              <a:gd name="connsiteY405" fmla="*/ 6761520 h 6858000"/>
              <a:gd name="connsiteX406" fmla="*/ 1975142 w 7472601"/>
              <a:gd name="connsiteY406" fmla="*/ 6585570 h 6858000"/>
              <a:gd name="connsiteX407" fmla="*/ 2050035 w 7472601"/>
              <a:gd name="connsiteY407" fmla="*/ 6813345 h 6858000"/>
              <a:gd name="connsiteX408" fmla="*/ 2063025 w 7472601"/>
              <a:gd name="connsiteY408" fmla="*/ 6858000 h 6858000"/>
              <a:gd name="connsiteX409" fmla="*/ 2021675 w 7472601"/>
              <a:gd name="connsiteY409" fmla="*/ 6858000 h 6858000"/>
              <a:gd name="connsiteX410" fmla="*/ 2019308 w 7472601"/>
              <a:gd name="connsiteY410" fmla="*/ 6847118 h 6858000"/>
              <a:gd name="connsiteX411" fmla="*/ 1938835 w 7472601"/>
              <a:gd name="connsiteY411" fmla="*/ 6551160 h 6858000"/>
              <a:gd name="connsiteX412" fmla="*/ 1953230 w 7472601"/>
              <a:gd name="connsiteY412" fmla="*/ 6759699 h 6858000"/>
              <a:gd name="connsiteX413" fmla="*/ 1956763 w 7472601"/>
              <a:gd name="connsiteY413" fmla="*/ 6778191 h 6858000"/>
              <a:gd name="connsiteX414" fmla="*/ 1967925 w 7472601"/>
              <a:gd name="connsiteY414" fmla="*/ 6858000 h 6858000"/>
              <a:gd name="connsiteX415" fmla="*/ 1936622 w 7472601"/>
              <a:gd name="connsiteY415" fmla="*/ 6858000 h 6858000"/>
              <a:gd name="connsiteX416" fmla="*/ 1926261 w 7472601"/>
              <a:gd name="connsiteY416" fmla="*/ 6784064 h 6858000"/>
              <a:gd name="connsiteX417" fmla="*/ 1922724 w 7472601"/>
              <a:gd name="connsiteY417" fmla="*/ 6765577 h 6858000"/>
              <a:gd name="connsiteX418" fmla="*/ 1904650 w 7472601"/>
              <a:gd name="connsiteY418" fmla="*/ 6639616 h 6858000"/>
              <a:gd name="connsiteX419" fmla="*/ 1885273 w 7472601"/>
              <a:gd name="connsiteY419" fmla="*/ 6858000 h 6858000"/>
              <a:gd name="connsiteX420" fmla="*/ 1854363 w 7472601"/>
              <a:gd name="connsiteY420" fmla="*/ 6858000 h 6858000"/>
              <a:gd name="connsiteX421" fmla="*/ 1880391 w 7472601"/>
              <a:gd name="connsiteY421" fmla="*/ 6603796 h 6858000"/>
              <a:gd name="connsiteX422" fmla="*/ 1818273 w 7472601"/>
              <a:gd name="connsiteY422" fmla="*/ 6715729 h 6858000"/>
              <a:gd name="connsiteX423" fmla="*/ 1794691 w 7472601"/>
              <a:gd name="connsiteY423" fmla="*/ 6843239 h 6858000"/>
              <a:gd name="connsiteX424" fmla="*/ 1794914 w 7472601"/>
              <a:gd name="connsiteY424" fmla="*/ 6858000 h 6858000"/>
              <a:gd name="connsiteX425" fmla="*/ 1746128 w 7472601"/>
              <a:gd name="connsiteY425" fmla="*/ 6858000 h 6858000"/>
              <a:gd name="connsiteX426" fmla="*/ 1753934 w 7472601"/>
              <a:gd name="connsiteY426" fmla="*/ 6724796 h 6858000"/>
              <a:gd name="connsiteX427" fmla="*/ 1792053 w 7472601"/>
              <a:gd name="connsiteY427" fmla="*/ 6572396 h 6858000"/>
              <a:gd name="connsiteX428" fmla="*/ 1862248 w 7472601"/>
              <a:gd name="connsiteY428" fmla="*/ 6266397 h 6858000"/>
              <a:gd name="connsiteX429" fmla="*/ 1862250 w 7472601"/>
              <a:gd name="connsiteY429" fmla="*/ 6033531 h 6858000"/>
              <a:gd name="connsiteX430" fmla="*/ 1211999 w 7472601"/>
              <a:gd name="connsiteY430" fmla="*/ 6683610 h 6858000"/>
              <a:gd name="connsiteX431" fmla="*/ 1213266 w 7472601"/>
              <a:gd name="connsiteY431" fmla="*/ 6691947 h 6858000"/>
              <a:gd name="connsiteX432" fmla="*/ 1203370 w 7472601"/>
              <a:gd name="connsiteY432" fmla="*/ 6850676 h 6858000"/>
              <a:gd name="connsiteX433" fmla="*/ 1203671 w 7472601"/>
              <a:gd name="connsiteY433" fmla="*/ 6858000 h 6858000"/>
              <a:gd name="connsiteX434" fmla="*/ 1143180 w 7472601"/>
              <a:gd name="connsiteY434" fmla="*/ 6858000 h 6858000"/>
              <a:gd name="connsiteX435" fmla="*/ 1142176 w 7472601"/>
              <a:gd name="connsiteY435" fmla="*/ 6766045 h 6858000"/>
              <a:gd name="connsiteX436" fmla="*/ 1067484 w 7472601"/>
              <a:gd name="connsiteY436" fmla="*/ 6858000 h 6858000"/>
              <a:gd name="connsiteX437" fmla="*/ 953928 w 7472601"/>
              <a:gd name="connsiteY437" fmla="*/ 6858000 h 6858000"/>
              <a:gd name="connsiteX438" fmla="*/ 959715 w 7472601"/>
              <a:gd name="connsiteY438" fmla="*/ 6850185 h 6858000"/>
              <a:gd name="connsiteX439" fmla="*/ 1483788 w 7472601"/>
              <a:gd name="connsiteY439" fmla="*/ 6259174 h 6858000"/>
              <a:gd name="connsiteX440" fmla="*/ 1100671 w 7472601"/>
              <a:gd name="connsiteY440" fmla="*/ 6252137 h 6858000"/>
              <a:gd name="connsiteX441" fmla="*/ 1090144 w 7472601"/>
              <a:gd name="connsiteY441" fmla="*/ 6256748 h 6858000"/>
              <a:gd name="connsiteX442" fmla="*/ 1095872 w 7472601"/>
              <a:gd name="connsiteY442" fmla="*/ 6271892 h 6858000"/>
              <a:gd name="connsiteX443" fmla="*/ 262785 w 7472601"/>
              <a:gd name="connsiteY443" fmla="*/ 6845450 h 6858000"/>
              <a:gd name="connsiteX444" fmla="*/ 209968 w 7472601"/>
              <a:gd name="connsiteY444" fmla="*/ 6770713 h 6858000"/>
              <a:gd name="connsiteX445" fmla="*/ 873460 w 7472601"/>
              <a:gd name="connsiteY445" fmla="*/ 6253768 h 6858000"/>
              <a:gd name="connsiteX446" fmla="*/ 192686 w 7472601"/>
              <a:gd name="connsiteY446" fmla="*/ 5849257 h 6858000"/>
              <a:gd name="connsiteX447" fmla="*/ 4696 w 7472601"/>
              <a:gd name="connsiteY447" fmla="*/ 5697668 h 6858000"/>
              <a:gd name="connsiteX448" fmla="*/ 0 w 7472601"/>
              <a:gd name="connsiteY448" fmla="*/ 5689984 h 6858000"/>
              <a:gd name="connsiteX449" fmla="*/ 0 w 7472601"/>
              <a:gd name="connsiteY449" fmla="*/ 5513472 h 6858000"/>
              <a:gd name="connsiteX450" fmla="*/ 174101 w 7472601"/>
              <a:gd name="connsiteY450" fmla="*/ 5620277 h 6858000"/>
              <a:gd name="connsiteX451" fmla="*/ 891800 w 7472601"/>
              <a:gd name="connsiteY451" fmla="*/ 6036935 h 6858000"/>
              <a:gd name="connsiteX452" fmla="*/ 1072219 w 7472601"/>
              <a:gd name="connsiteY452" fmla="*/ 6169443 h 6858000"/>
              <a:gd name="connsiteX453" fmla="*/ 1074117 w 7472601"/>
              <a:gd name="connsiteY453" fmla="*/ 6170301 h 6858000"/>
              <a:gd name="connsiteX454" fmla="*/ 1083114 w 7472601"/>
              <a:gd name="connsiteY454" fmla="*/ 6174131 h 6858000"/>
              <a:gd name="connsiteX455" fmla="*/ 1543010 w 7472601"/>
              <a:gd name="connsiteY455" fmla="*/ 6191140 h 6858000"/>
              <a:gd name="connsiteX456" fmla="*/ 1551080 w 7472601"/>
              <a:gd name="connsiteY456" fmla="*/ 6195006 h 6858000"/>
              <a:gd name="connsiteX457" fmla="*/ 2345443 w 7472601"/>
              <a:gd name="connsiteY457" fmla="*/ 5549882 h 6858000"/>
              <a:gd name="connsiteX458" fmla="*/ 1721499 w 7472601"/>
              <a:gd name="connsiteY458" fmla="*/ 5599969 h 6858000"/>
              <a:gd name="connsiteX459" fmla="*/ 767716 w 7472601"/>
              <a:gd name="connsiteY459" fmla="*/ 5472768 h 6858000"/>
              <a:gd name="connsiteX460" fmla="*/ 722147 w 7472601"/>
              <a:gd name="connsiteY460" fmla="*/ 5393091 h 6858000"/>
              <a:gd name="connsiteX461" fmla="*/ 1485552 w 7472601"/>
              <a:gd name="connsiteY461" fmla="*/ 5313202 h 6858000"/>
              <a:gd name="connsiteX462" fmla="*/ 2143004 w 7472601"/>
              <a:gd name="connsiteY462" fmla="*/ 5402420 h 6858000"/>
              <a:gd name="connsiteX463" fmla="*/ 1933391 w 7472601"/>
              <a:gd name="connsiteY463" fmla="*/ 5156971 h 6858000"/>
              <a:gd name="connsiteX464" fmla="*/ 1827118 w 7472601"/>
              <a:gd name="connsiteY464" fmla="*/ 4968410 h 6858000"/>
              <a:gd name="connsiteX465" fmla="*/ 1837349 w 7472601"/>
              <a:gd name="connsiteY465" fmla="*/ 4956357 h 6858000"/>
              <a:gd name="connsiteX466" fmla="*/ 2162835 w 7472601"/>
              <a:gd name="connsiteY466" fmla="*/ 5187853 h 6858000"/>
              <a:gd name="connsiteX467" fmla="*/ 2257167 w 7472601"/>
              <a:gd name="connsiteY467" fmla="*/ 5462123 h 6858000"/>
              <a:gd name="connsiteX468" fmla="*/ 2261598 w 7472601"/>
              <a:gd name="connsiteY468" fmla="*/ 5467998 h 6858000"/>
              <a:gd name="connsiteX469" fmla="*/ 2437177 w 7472601"/>
              <a:gd name="connsiteY469" fmla="*/ 5479608 h 6858000"/>
              <a:gd name="connsiteX470" fmla="*/ 2445247 w 7472601"/>
              <a:gd name="connsiteY470" fmla="*/ 5483476 h 6858000"/>
              <a:gd name="connsiteX471" fmla="*/ 2743626 w 7472601"/>
              <a:gd name="connsiteY471" fmla="*/ 5304819 h 6858000"/>
              <a:gd name="connsiteX472" fmla="*/ 3048102 w 7472601"/>
              <a:gd name="connsiteY472" fmla="*/ 5150595 h 6858000"/>
              <a:gd name="connsiteX473" fmla="*/ 1799414 w 7472601"/>
              <a:gd name="connsiteY473" fmla="*/ 4694732 h 6858000"/>
              <a:gd name="connsiteX474" fmla="*/ 1771735 w 7472601"/>
              <a:gd name="connsiteY474" fmla="*/ 4619929 h 6858000"/>
              <a:gd name="connsiteX475" fmla="*/ 3104273 w 7472601"/>
              <a:gd name="connsiteY475" fmla="*/ 5076159 h 6858000"/>
              <a:gd name="connsiteX476" fmla="*/ 3113245 w 7472601"/>
              <a:gd name="connsiteY476" fmla="*/ 5090705 h 6858000"/>
              <a:gd name="connsiteX477" fmla="*/ 3126294 w 7472601"/>
              <a:gd name="connsiteY477" fmla="*/ 5114400 h 6858000"/>
              <a:gd name="connsiteX478" fmla="*/ 3937433 w 7472601"/>
              <a:gd name="connsiteY478" fmla="*/ 4830473 h 6858000"/>
              <a:gd name="connsiteX479" fmla="*/ 3590475 w 7472601"/>
              <a:gd name="connsiteY479" fmla="*/ 4597974 h 6858000"/>
              <a:gd name="connsiteX480" fmla="*/ 3100264 w 7472601"/>
              <a:gd name="connsiteY480" fmla="*/ 4579845 h 6858000"/>
              <a:gd name="connsiteX481" fmla="*/ 2183576 w 7472601"/>
              <a:gd name="connsiteY481" fmla="*/ 4227150 h 6858000"/>
              <a:gd name="connsiteX482" fmla="*/ 2151029 w 7472601"/>
              <a:gd name="connsiteY482" fmla="*/ 4146947 h 6858000"/>
              <a:gd name="connsiteX483" fmla="*/ 3563434 w 7472601"/>
              <a:gd name="connsiteY483" fmla="*/ 4469115 h 6858000"/>
              <a:gd name="connsiteX484" fmla="*/ 3177952 w 7472601"/>
              <a:gd name="connsiteY484" fmla="*/ 3657386 h 6858000"/>
              <a:gd name="connsiteX485" fmla="*/ 3189263 w 7472601"/>
              <a:gd name="connsiteY485" fmla="*/ 3625726 h 6858000"/>
              <a:gd name="connsiteX486" fmla="*/ 3560912 w 7472601"/>
              <a:gd name="connsiteY486" fmla="*/ 4079863 h 6858000"/>
              <a:gd name="connsiteX487" fmla="*/ 3626636 w 7472601"/>
              <a:gd name="connsiteY487" fmla="*/ 4512230 h 6858000"/>
              <a:gd name="connsiteX488" fmla="*/ 3653088 w 7472601"/>
              <a:gd name="connsiteY488" fmla="*/ 4521417 h 6858000"/>
              <a:gd name="connsiteX489" fmla="*/ 3988128 w 7472601"/>
              <a:gd name="connsiteY489" fmla="*/ 4817267 h 6858000"/>
              <a:gd name="connsiteX490" fmla="*/ 4830582 w 7472601"/>
              <a:gd name="connsiteY490" fmla="*/ 4676000 h 6858000"/>
              <a:gd name="connsiteX491" fmla="*/ 4830100 w 7472601"/>
              <a:gd name="connsiteY491" fmla="*/ 4675554 h 6858000"/>
              <a:gd name="connsiteX492" fmla="*/ 4036318 w 7472601"/>
              <a:gd name="connsiteY492" fmla="*/ 4147013 h 6858000"/>
              <a:gd name="connsiteX493" fmla="*/ 3432098 w 7472601"/>
              <a:gd name="connsiteY493" fmla="*/ 3537312 h 6858000"/>
              <a:gd name="connsiteX494" fmla="*/ 3446761 w 7472601"/>
              <a:gd name="connsiteY494" fmla="*/ 3461278 h 6858000"/>
              <a:gd name="connsiteX495" fmla="*/ 4419733 w 7472601"/>
              <a:gd name="connsiteY495" fmla="*/ 3963555 h 6858000"/>
              <a:gd name="connsiteX496" fmla="*/ 4781371 w 7472601"/>
              <a:gd name="connsiteY496" fmla="*/ 4458604 h 6858000"/>
              <a:gd name="connsiteX497" fmla="*/ 4780440 w 7472601"/>
              <a:gd name="connsiteY497" fmla="*/ 4470290 h 6858000"/>
              <a:gd name="connsiteX498" fmla="*/ 4898954 w 7472601"/>
              <a:gd name="connsiteY498" fmla="*/ 4662092 h 6858000"/>
              <a:gd name="connsiteX499" fmla="*/ 4900699 w 7472601"/>
              <a:gd name="connsiteY499" fmla="*/ 4670867 h 6858000"/>
              <a:gd name="connsiteX500" fmla="*/ 5714511 w 7472601"/>
              <a:gd name="connsiteY500" fmla="*/ 4663483 h 6858000"/>
              <a:gd name="connsiteX501" fmla="*/ 5464793 w 7472601"/>
              <a:gd name="connsiteY501" fmla="*/ 4393556 h 6858000"/>
              <a:gd name="connsiteX502" fmla="*/ 5461897 w 7472601"/>
              <a:gd name="connsiteY502" fmla="*/ 4390879 h 6858000"/>
              <a:gd name="connsiteX503" fmla="*/ 4294126 w 7472601"/>
              <a:gd name="connsiteY503" fmla="*/ 3303048 h 6858000"/>
              <a:gd name="connsiteX504" fmla="*/ 4305321 w 7472601"/>
              <a:gd name="connsiteY504" fmla="*/ 3256953 h 6858000"/>
              <a:gd name="connsiteX505" fmla="*/ 4949299 w 7472601"/>
              <a:gd name="connsiteY505" fmla="*/ 3766336 h 6858000"/>
              <a:gd name="connsiteX506" fmla="*/ 5291452 w 7472601"/>
              <a:gd name="connsiteY506" fmla="*/ 4076801 h 6858000"/>
              <a:gd name="connsiteX507" fmla="*/ 5434998 w 7472601"/>
              <a:gd name="connsiteY507" fmla="*/ 4254100 h 6858000"/>
              <a:gd name="connsiteX508" fmla="*/ 5351015 w 7472601"/>
              <a:gd name="connsiteY508" fmla="*/ 3760989 h 6858000"/>
              <a:gd name="connsiteX509" fmla="*/ 5413780 w 7472601"/>
              <a:gd name="connsiteY509" fmla="*/ 2966265 h 6858000"/>
              <a:gd name="connsiteX510" fmla="*/ 5425627 w 7472601"/>
              <a:gd name="connsiteY510" fmla="*/ 2954192 h 6858000"/>
              <a:gd name="connsiteX511" fmla="*/ 6604735 w 7472601"/>
              <a:gd name="connsiteY511" fmla="*/ 2041381 h 6858000"/>
              <a:gd name="connsiteX512" fmla="*/ 7204487 w 7472601"/>
              <a:gd name="connsiteY512" fmla="*/ 2742112 h 6858000"/>
              <a:gd name="connsiteX513" fmla="*/ 7131592 w 7472601"/>
              <a:gd name="connsiteY513" fmla="*/ 2672096 h 6858000"/>
              <a:gd name="connsiteX514" fmla="*/ 6996344 w 7472601"/>
              <a:gd name="connsiteY514" fmla="*/ 2518310 h 6858000"/>
              <a:gd name="connsiteX515" fmla="*/ 6735495 w 7472601"/>
              <a:gd name="connsiteY515" fmla="*/ 2196890 h 6858000"/>
              <a:gd name="connsiteX516" fmla="*/ 6721901 w 7472601"/>
              <a:gd name="connsiteY516" fmla="*/ 2179274 h 6858000"/>
              <a:gd name="connsiteX517" fmla="*/ 6604735 w 7472601"/>
              <a:gd name="connsiteY517" fmla="*/ 2041381 h 6858000"/>
              <a:gd name="connsiteX518" fmla="*/ 6591670 w 7472601"/>
              <a:gd name="connsiteY518" fmla="*/ 1988277 h 6858000"/>
              <a:gd name="connsiteX519" fmla="*/ 6747349 w 7472601"/>
              <a:gd name="connsiteY519" fmla="*/ 2160069 h 6858000"/>
              <a:gd name="connsiteX520" fmla="*/ 6760943 w 7472601"/>
              <a:gd name="connsiteY520" fmla="*/ 2177686 h 6858000"/>
              <a:gd name="connsiteX521" fmla="*/ 7021065 w 7472601"/>
              <a:gd name="connsiteY521" fmla="*/ 2498102 h 6858000"/>
              <a:gd name="connsiteX522" fmla="*/ 7155223 w 7472601"/>
              <a:gd name="connsiteY522" fmla="*/ 2650386 h 6858000"/>
              <a:gd name="connsiteX523" fmla="*/ 7203167 w 7472601"/>
              <a:gd name="connsiteY523" fmla="*/ 2697288 h 6858000"/>
              <a:gd name="connsiteX524" fmla="*/ 6937703 w 7472601"/>
              <a:gd name="connsiteY524" fmla="*/ 2321981 h 6858000"/>
              <a:gd name="connsiteX525" fmla="*/ 6591670 w 7472601"/>
              <a:gd name="connsiteY525" fmla="*/ 1988277 h 6858000"/>
              <a:gd name="connsiteX526" fmla="*/ 5798671 w 7472601"/>
              <a:gd name="connsiteY526" fmla="*/ 1981601 h 6858000"/>
              <a:gd name="connsiteX527" fmla="*/ 5754709 w 7472601"/>
              <a:gd name="connsiteY527" fmla="*/ 2071454 h 6858000"/>
              <a:gd name="connsiteX528" fmla="*/ 5763044 w 7472601"/>
              <a:gd name="connsiteY528" fmla="*/ 2842206 h 6858000"/>
              <a:gd name="connsiteX529" fmla="*/ 5764974 w 7472601"/>
              <a:gd name="connsiteY529" fmla="*/ 2799609 h 6858000"/>
              <a:gd name="connsiteX530" fmla="*/ 5767665 w 7472601"/>
              <a:gd name="connsiteY530" fmla="*/ 2666409 h 6858000"/>
              <a:gd name="connsiteX531" fmla="*/ 5763055 w 7472601"/>
              <a:gd name="connsiteY531" fmla="*/ 2579705 h 6858000"/>
              <a:gd name="connsiteX532" fmla="*/ 5758079 w 7472601"/>
              <a:gd name="connsiteY532" fmla="*/ 2492508 h 6858000"/>
              <a:gd name="connsiteX533" fmla="*/ 5779325 w 7472601"/>
              <a:gd name="connsiteY533" fmla="*/ 2197069 h 6858000"/>
              <a:gd name="connsiteX534" fmla="*/ 5798671 w 7472601"/>
              <a:gd name="connsiteY534" fmla="*/ 1981601 h 6858000"/>
              <a:gd name="connsiteX535" fmla="*/ 5829202 w 7472601"/>
              <a:gd name="connsiteY535" fmla="*/ 1971679 h 6858000"/>
              <a:gd name="connsiteX536" fmla="*/ 5809558 w 7472601"/>
              <a:gd name="connsiteY536" fmla="*/ 2198043 h 6858000"/>
              <a:gd name="connsiteX537" fmla="*/ 5788653 w 7472601"/>
              <a:gd name="connsiteY537" fmla="*/ 2489430 h 6858000"/>
              <a:gd name="connsiteX538" fmla="*/ 5793439 w 7472601"/>
              <a:gd name="connsiteY538" fmla="*/ 2575235 h 6858000"/>
              <a:gd name="connsiteX539" fmla="*/ 5796837 w 7472601"/>
              <a:gd name="connsiteY539" fmla="*/ 2637633 h 6858000"/>
              <a:gd name="connsiteX540" fmla="*/ 5818614 w 7472601"/>
              <a:gd name="connsiteY540" fmla="*/ 2473055 h 6858000"/>
              <a:gd name="connsiteX541" fmla="*/ 5829202 w 7472601"/>
              <a:gd name="connsiteY541" fmla="*/ 1971679 h 6858000"/>
              <a:gd name="connsiteX542" fmla="*/ 5911389 w 7472601"/>
              <a:gd name="connsiteY542" fmla="*/ 1898371 h 6858000"/>
              <a:gd name="connsiteX543" fmla="*/ 6237627 w 7472601"/>
              <a:gd name="connsiteY543" fmla="*/ 2231921 h 6858000"/>
              <a:gd name="connsiteX544" fmla="*/ 5911389 w 7472601"/>
              <a:gd name="connsiteY544" fmla="*/ 1898371 h 6858000"/>
              <a:gd name="connsiteX545" fmla="*/ 6944437 w 7472601"/>
              <a:gd name="connsiteY545" fmla="*/ 1575402 h 6858000"/>
              <a:gd name="connsiteX546" fmla="*/ 6304730 w 7472601"/>
              <a:gd name="connsiteY546" fmla="*/ 1766654 h 6858000"/>
              <a:gd name="connsiteX547" fmla="*/ 6944437 w 7472601"/>
              <a:gd name="connsiteY547" fmla="*/ 1575402 h 6858000"/>
              <a:gd name="connsiteX548" fmla="*/ 7019523 w 7472601"/>
              <a:gd name="connsiteY548" fmla="*/ 1519450 h 6858000"/>
              <a:gd name="connsiteX549" fmla="*/ 6298091 w 7472601"/>
              <a:gd name="connsiteY549" fmla="*/ 1737122 h 6858000"/>
              <a:gd name="connsiteX550" fmla="*/ 7019523 w 7472601"/>
              <a:gd name="connsiteY550" fmla="*/ 1519450 h 6858000"/>
              <a:gd name="connsiteX551" fmla="*/ 2399523 w 7472601"/>
              <a:gd name="connsiteY551" fmla="*/ 1428234 h 6858000"/>
              <a:gd name="connsiteX552" fmla="*/ 2224982 w 7472601"/>
              <a:gd name="connsiteY552" fmla="*/ 1826201 h 6858000"/>
              <a:gd name="connsiteX553" fmla="*/ 2096099 w 7472601"/>
              <a:gd name="connsiteY553" fmla="*/ 2345900 h 6858000"/>
              <a:gd name="connsiteX554" fmla="*/ 2283317 w 7472601"/>
              <a:gd name="connsiteY554" fmla="*/ 1796925 h 6858000"/>
              <a:gd name="connsiteX555" fmla="*/ 2399523 w 7472601"/>
              <a:gd name="connsiteY555" fmla="*/ 1428234 h 6858000"/>
              <a:gd name="connsiteX556" fmla="*/ 2448558 w 7472601"/>
              <a:gd name="connsiteY556" fmla="*/ 1373435 h 6858000"/>
              <a:gd name="connsiteX557" fmla="*/ 2312521 w 7472601"/>
              <a:gd name="connsiteY557" fmla="*/ 1806140 h 6858000"/>
              <a:gd name="connsiteX558" fmla="*/ 2127533 w 7472601"/>
              <a:gd name="connsiteY558" fmla="*/ 2348380 h 6858000"/>
              <a:gd name="connsiteX559" fmla="*/ 2358080 w 7472601"/>
              <a:gd name="connsiteY559" fmla="*/ 1866134 h 6858000"/>
              <a:gd name="connsiteX560" fmla="*/ 2407436 w 7472601"/>
              <a:gd name="connsiteY560" fmla="*/ 1651070 h 6858000"/>
              <a:gd name="connsiteX561" fmla="*/ 2448558 w 7472601"/>
              <a:gd name="connsiteY561" fmla="*/ 1373435 h 6858000"/>
              <a:gd name="connsiteX562" fmla="*/ 278707 w 7472601"/>
              <a:gd name="connsiteY562" fmla="*/ 1352270 h 6858000"/>
              <a:gd name="connsiteX563" fmla="*/ 321570 w 7472601"/>
              <a:gd name="connsiteY563" fmla="*/ 1861610 h 6858000"/>
              <a:gd name="connsiteX564" fmla="*/ 294281 w 7472601"/>
              <a:gd name="connsiteY564" fmla="*/ 1440658 h 6858000"/>
              <a:gd name="connsiteX565" fmla="*/ 278707 w 7472601"/>
              <a:gd name="connsiteY565" fmla="*/ 1352270 h 6858000"/>
              <a:gd name="connsiteX566" fmla="*/ 1423821 w 7472601"/>
              <a:gd name="connsiteY566" fmla="*/ 1351958 h 6858000"/>
              <a:gd name="connsiteX567" fmla="*/ 1638521 w 7472601"/>
              <a:gd name="connsiteY567" fmla="*/ 1908470 h 6858000"/>
              <a:gd name="connsiteX568" fmla="*/ 1754199 w 7472601"/>
              <a:gd name="connsiteY568" fmla="*/ 2149284 h 6858000"/>
              <a:gd name="connsiteX569" fmla="*/ 1908359 w 7472601"/>
              <a:gd name="connsiteY569" fmla="*/ 2364988 h 6858000"/>
              <a:gd name="connsiteX570" fmla="*/ 1647661 w 7472601"/>
              <a:gd name="connsiteY570" fmla="*/ 1825945 h 6858000"/>
              <a:gd name="connsiteX571" fmla="*/ 1423821 w 7472601"/>
              <a:gd name="connsiteY571" fmla="*/ 1351958 h 6858000"/>
              <a:gd name="connsiteX572" fmla="*/ 1431890 w 7472601"/>
              <a:gd name="connsiteY572" fmla="*/ 1306475 h 6858000"/>
              <a:gd name="connsiteX573" fmla="*/ 1507597 w 7472601"/>
              <a:gd name="connsiteY573" fmla="*/ 1446132 h 6858000"/>
              <a:gd name="connsiteX574" fmla="*/ 1674586 w 7472601"/>
              <a:gd name="connsiteY574" fmla="*/ 1813832 h 6858000"/>
              <a:gd name="connsiteX575" fmla="*/ 1815950 w 7472601"/>
              <a:gd name="connsiteY575" fmla="*/ 2128564 h 6858000"/>
              <a:gd name="connsiteX576" fmla="*/ 1984242 w 7472601"/>
              <a:gd name="connsiteY576" fmla="*/ 2430829 h 6858000"/>
              <a:gd name="connsiteX577" fmla="*/ 2014023 w 7472601"/>
              <a:gd name="connsiteY577" fmla="*/ 2450995 h 6858000"/>
              <a:gd name="connsiteX578" fmla="*/ 1747337 w 7472601"/>
              <a:gd name="connsiteY578" fmla="*/ 1855264 h 6858000"/>
              <a:gd name="connsiteX579" fmla="*/ 1533749 w 7472601"/>
              <a:gd name="connsiteY579" fmla="*/ 1478656 h 6858000"/>
              <a:gd name="connsiteX580" fmla="*/ 1431890 w 7472601"/>
              <a:gd name="connsiteY580" fmla="*/ 1306475 h 6858000"/>
              <a:gd name="connsiteX581" fmla="*/ 5052692 w 7472601"/>
              <a:gd name="connsiteY581" fmla="*/ 1292994 h 6858000"/>
              <a:gd name="connsiteX582" fmla="*/ 5200661 w 7472601"/>
              <a:gd name="connsiteY582" fmla="*/ 1635186 h 6858000"/>
              <a:gd name="connsiteX583" fmla="*/ 5297138 w 7472601"/>
              <a:gd name="connsiteY583" fmla="*/ 1906351 h 6858000"/>
              <a:gd name="connsiteX584" fmla="*/ 5052692 w 7472601"/>
              <a:gd name="connsiteY584" fmla="*/ 1292994 h 6858000"/>
              <a:gd name="connsiteX585" fmla="*/ 5009948 w 7472601"/>
              <a:gd name="connsiteY585" fmla="*/ 1273619 h 6858000"/>
              <a:gd name="connsiteX586" fmla="*/ 5121777 w 7472601"/>
              <a:gd name="connsiteY586" fmla="*/ 1654213 h 6858000"/>
              <a:gd name="connsiteX587" fmla="*/ 5293545 w 7472601"/>
              <a:gd name="connsiteY587" fmla="*/ 2072247 h 6858000"/>
              <a:gd name="connsiteX588" fmla="*/ 5294042 w 7472601"/>
              <a:gd name="connsiteY588" fmla="*/ 2065019 h 6858000"/>
              <a:gd name="connsiteX589" fmla="*/ 5171936 w 7472601"/>
              <a:gd name="connsiteY589" fmla="*/ 1647613 h 6858000"/>
              <a:gd name="connsiteX590" fmla="*/ 5009948 w 7472601"/>
              <a:gd name="connsiteY590" fmla="*/ 1273619 h 6858000"/>
              <a:gd name="connsiteX591" fmla="*/ 655236 w 7472601"/>
              <a:gd name="connsiteY591" fmla="*/ 1268632 h 6858000"/>
              <a:gd name="connsiteX592" fmla="*/ 839521 w 7472601"/>
              <a:gd name="connsiteY592" fmla="*/ 1685315 h 6858000"/>
              <a:gd name="connsiteX593" fmla="*/ 1109416 w 7472601"/>
              <a:gd name="connsiteY593" fmla="*/ 2061663 h 6858000"/>
              <a:gd name="connsiteX594" fmla="*/ 1298300 w 7472601"/>
              <a:gd name="connsiteY594" fmla="*/ 2247742 h 6858000"/>
              <a:gd name="connsiteX595" fmla="*/ 1125871 w 7472601"/>
              <a:gd name="connsiteY595" fmla="*/ 1989513 h 6858000"/>
              <a:gd name="connsiteX596" fmla="*/ 981574 w 7472601"/>
              <a:gd name="connsiteY596" fmla="*/ 1783157 h 6858000"/>
              <a:gd name="connsiteX597" fmla="*/ 922198 w 7472601"/>
              <a:gd name="connsiteY597" fmla="*/ 1677437 h 6858000"/>
              <a:gd name="connsiteX598" fmla="*/ 869293 w 7472601"/>
              <a:gd name="connsiteY598" fmla="*/ 1583214 h 6858000"/>
              <a:gd name="connsiteX599" fmla="*/ 751431 w 7472601"/>
              <a:gd name="connsiteY599" fmla="*/ 1405731 h 6858000"/>
              <a:gd name="connsiteX600" fmla="*/ 655236 w 7472601"/>
              <a:gd name="connsiteY600" fmla="*/ 1268632 h 6858000"/>
              <a:gd name="connsiteX601" fmla="*/ 6516292 w 7472601"/>
              <a:gd name="connsiteY601" fmla="*/ 1263064 h 6858000"/>
              <a:gd name="connsiteX602" fmla="*/ 5736320 w 7472601"/>
              <a:gd name="connsiteY602" fmla="*/ 1501803 h 6858000"/>
              <a:gd name="connsiteX603" fmla="*/ 6516292 w 7472601"/>
              <a:gd name="connsiteY603" fmla="*/ 1263064 h 6858000"/>
              <a:gd name="connsiteX604" fmla="*/ 291466 w 7472601"/>
              <a:gd name="connsiteY604" fmla="*/ 1250369 h 6858000"/>
              <a:gd name="connsiteX605" fmla="*/ 323180 w 7472601"/>
              <a:gd name="connsiteY605" fmla="*/ 1435283 h 6858000"/>
              <a:gd name="connsiteX606" fmla="*/ 349381 w 7472601"/>
              <a:gd name="connsiteY606" fmla="*/ 1875041 h 6858000"/>
              <a:gd name="connsiteX607" fmla="*/ 374363 w 7472601"/>
              <a:gd name="connsiteY607" fmla="*/ 1506494 h 6858000"/>
              <a:gd name="connsiteX608" fmla="*/ 302168 w 7472601"/>
              <a:gd name="connsiteY608" fmla="*/ 1274495 h 6858000"/>
              <a:gd name="connsiteX609" fmla="*/ 291466 w 7472601"/>
              <a:gd name="connsiteY609" fmla="*/ 1250369 h 6858000"/>
              <a:gd name="connsiteX610" fmla="*/ 678222 w 7472601"/>
              <a:gd name="connsiteY610" fmla="*/ 1248670 h 6858000"/>
              <a:gd name="connsiteX611" fmla="*/ 775536 w 7472601"/>
              <a:gd name="connsiteY611" fmla="*/ 1388015 h 6858000"/>
              <a:gd name="connsiteX612" fmla="*/ 894529 w 7472601"/>
              <a:gd name="connsiteY612" fmla="*/ 1567739 h 6858000"/>
              <a:gd name="connsiteX613" fmla="*/ 948000 w 7472601"/>
              <a:gd name="connsiteY613" fmla="*/ 1663088 h 6858000"/>
              <a:gd name="connsiteX614" fmla="*/ 1006812 w 7472601"/>
              <a:gd name="connsiteY614" fmla="*/ 1767683 h 6858000"/>
              <a:gd name="connsiteX615" fmla="*/ 1149133 w 7472601"/>
              <a:gd name="connsiteY615" fmla="*/ 1971513 h 6858000"/>
              <a:gd name="connsiteX616" fmla="*/ 1333952 w 7472601"/>
              <a:gd name="connsiteY616" fmla="*/ 2251620 h 6858000"/>
              <a:gd name="connsiteX617" fmla="*/ 1337329 w 7472601"/>
              <a:gd name="connsiteY617" fmla="*/ 2258350 h 6858000"/>
              <a:gd name="connsiteX618" fmla="*/ 1014726 w 7472601"/>
              <a:gd name="connsiteY618" fmla="*/ 1615556 h 6858000"/>
              <a:gd name="connsiteX619" fmla="*/ 678222 w 7472601"/>
              <a:gd name="connsiteY619" fmla="*/ 1248670 h 6858000"/>
              <a:gd name="connsiteX620" fmla="*/ 6691602 w 7472601"/>
              <a:gd name="connsiteY620" fmla="*/ 1140573 h 6858000"/>
              <a:gd name="connsiteX621" fmla="*/ 6571100 w 7472601"/>
              <a:gd name="connsiteY621" fmla="*/ 1183662 h 6858000"/>
              <a:gd name="connsiteX622" fmla="*/ 6241687 w 7472601"/>
              <a:gd name="connsiteY622" fmla="*/ 1257600 h 6858000"/>
              <a:gd name="connsiteX623" fmla="*/ 5693009 w 7472601"/>
              <a:gd name="connsiteY623" fmla="*/ 1478256 h 6858000"/>
              <a:gd name="connsiteX624" fmla="*/ 6548420 w 7472601"/>
              <a:gd name="connsiteY624" fmla="*/ 1214599 h 6858000"/>
              <a:gd name="connsiteX625" fmla="*/ 6605473 w 7472601"/>
              <a:gd name="connsiteY625" fmla="*/ 1184686 h 6858000"/>
              <a:gd name="connsiteX626" fmla="*/ 6691602 w 7472601"/>
              <a:gd name="connsiteY626" fmla="*/ 1140573 h 6858000"/>
              <a:gd name="connsiteX627" fmla="*/ 4002475 w 7472601"/>
              <a:gd name="connsiteY627" fmla="*/ 1037802 h 6858000"/>
              <a:gd name="connsiteX628" fmla="*/ 4000324 w 7472601"/>
              <a:gd name="connsiteY628" fmla="*/ 1039362 h 6858000"/>
              <a:gd name="connsiteX629" fmla="*/ 4002862 w 7472601"/>
              <a:gd name="connsiteY629" fmla="*/ 1042866 h 6858000"/>
              <a:gd name="connsiteX630" fmla="*/ 4002475 w 7472601"/>
              <a:gd name="connsiteY630" fmla="*/ 1037802 h 6858000"/>
              <a:gd name="connsiteX631" fmla="*/ 506322 w 7472601"/>
              <a:gd name="connsiteY631" fmla="*/ 1020997 h 6858000"/>
              <a:gd name="connsiteX632" fmla="*/ 533068 w 7472601"/>
              <a:gd name="connsiteY632" fmla="*/ 1029409 h 6858000"/>
              <a:gd name="connsiteX633" fmla="*/ 1232525 w 7472601"/>
              <a:gd name="connsiteY633" fmla="*/ 1804675 h 6858000"/>
              <a:gd name="connsiteX634" fmla="*/ 1388858 w 7472601"/>
              <a:gd name="connsiteY634" fmla="*/ 2368011 h 6858000"/>
              <a:gd name="connsiteX635" fmla="*/ 1384098 w 7472601"/>
              <a:gd name="connsiteY635" fmla="*/ 2378125 h 6858000"/>
              <a:gd name="connsiteX636" fmla="*/ 1425393 w 7472601"/>
              <a:gd name="connsiteY636" fmla="*/ 2589124 h 6858000"/>
              <a:gd name="connsiteX637" fmla="*/ 1424001 w 7472601"/>
              <a:gd name="connsiteY637" fmla="*/ 2597541 h 6858000"/>
              <a:gd name="connsiteX638" fmla="*/ 2152729 w 7472601"/>
              <a:gd name="connsiteY638" fmla="*/ 2864487 h 6858000"/>
              <a:gd name="connsiteX639" fmla="*/ 2020609 w 7472601"/>
              <a:gd name="connsiteY639" fmla="*/ 2539671 h 6858000"/>
              <a:gd name="connsiteX640" fmla="*/ 2018920 w 7472601"/>
              <a:gd name="connsiteY640" fmla="*/ 2536309 h 6858000"/>
              <a:gd name="connsiteX641" fmla="*/ 1342441 w 7472601"/>
              <a:gd name="connsiteY641" fmla="*/ 1173017 h 6858000"/>
              <a:gd name="connsiteX642" fmla="*/ 1367925 w 7472601"/>
              <a:gd name="connsiteY642" fmla="*/ 1135648 h 6858000"/>
              <a:gd name="connsiteX643" fmla="*/ 1771401 w 7472601"/>
              <a:gd name="connsiteY643" fmla="*/ 1806673 h 6858000"/>
              <a:gd name="connsiteX644" fmla="*/ 1972385 w 7472601"/>
              <a:gd name="connsiteY644" fmla="*/ 2198735 h 6858000"/>
              <a:gd name="connsiteX645" fmla="*/ 2040892 w 7472601"/>
              <a:gd name="connsiteY645" fmla="*/ 2405205 h 6858000"/>
              <a:gd name="connsiteX646" fmla="*/ 2131689 w 7472601"/>
              <a:gd name="connsiteY646" fmla="*/ 1936926 h 6858000"/>
              <a:gd name="connsiteX647" fmla="*/ 2454820 w 7472601"/>
              <a:gd name="connsiteY647" fmla="*/ 1248808 h 6858000"/>
              <a:gd name="connsiteX648" fmla="*/ 2492512 w 7472601"/>
              <a:gd name="connsiteY648" fmla="*/ 1302920 h 6858000"/>
              <a:gd name="connsiteX649" fmla="*/ 2081216 w 7472601"/>
              <a:gd name="connsiteY649" fmla="*/ 2527513 h 6858000"/>
              <a:gd name="connsiteX650" fmla="*/ 2081211 w 7472601"/>
              <a:gd name="connsiteY650" fmla="*/ 2528916 h 6858000"/>
              <a:gd name="connsiteX651" fmla="*/ 2199067 w 7472601"/>
              <a:gd name="connsiteY651" fmla="*/ 2884061 h 6858000"/>
              <a:gd name="connsiteX652" fmla="*/ 3192586 w 7472601"/>
              <a:gd name="connsiteY652" fmla="*/ 3411496 h 6858000"/>
              <a:gd name="connsiteX653" fmla="*/ 3182620 w 7472601"/>
              <a:gd name="connsiteY653" fmla="*/ 3483279 h 6858000"/>
              <a:gd name="connsiteX654" fmla="*/ 2435119 w 7472601"/>
              <a:gd name="connsiteY654" fmla="*/ 3080173 h 6858000"/>
              <a:gd name="connsiteX655" fmla="*/ 2410152 w 7472601"/>
              <a:gd name="connsiteY655" fmla="*/ 3063751 h 6858000"/>
              <a:gd name="connsiteX656" fmla="*/ 2408099 w 7472601"/>
              <a:gd name="connsiteY656" fmla="*/ 3064403 h 6858000"/>
              <a:gd name="connsiteX657" fmla="*/ 2407218 w 7472601"/>
              <a:gd name="connsiteY657" fmla="*/ 3070324 h 6858000"/>
              <a:gd name="connsiteX658" fmla="*/ 2380138 w 7472601"/>
              <a:gd name="connsiteY658" fmla="*/ 3099341 h 6858000"/>
              <a:gd name="connsiteX659" fmla="*/ 1765923 w 7472601"/>
              <a:gd name="connsiteY659" fmla="*/ 3581043 h 6858000"/>
              <a:gd name="connsiteX660" fmla="*/ 1702258 w 7472601"/>
              <a:gd name="connsiteY660" fmla="*/ 3612286 h 6858000"/>
              <a:gd name="connsiteX661" fmla="*/ 1538370 w 7472601"/>
              <a:gd name="connsiteY661" fmla="*/ 3811804 h 6858000"/>
              <a:gd name="connsiteX662" fmla="*/ 542867 w 7472601"/>
              <a:gd name="connsiteY662" fmla="*/ 4944092 h 6858000"/>
              <a:gd name="connsiteX663" fmla="*/ 515800 w 7472601"/>
              <a:gd name="connsiteY663" fmla="*/ 4862180 h 6858000"/>
              <a:gd name="connsiteX664" fmla="*/ 909145 w 7472601"/>
              <a:gd name="connsiteY664" fmla="*/ 4199225 h 6858000"/>
              <a:gd name="connsiteX665" fmla="*/ 1214067 w 7472601"/>
              <a:gd name="connsiteY665" fmla="*/ 3908561 h 6858000"/>
              <a:gd name="connsiteX666" fmla="*/ 640967 w 7472601"/>
              <a:gd name="connsiteY666" fmla="*/ 4105601 h 6858000"/>
              <a:gd name="connsiteX667" fmla="*/ 112563 w 7472601"/>
              <a:gd name="connsiteY667" fmla="*/ 4396952 h 6858000"/>
              <a:gd name="connsiteX668" fmla="*/ 0 w 7472601"/>
              <a:gd name="connsiteY668" fmla="*/ 4466006 h 6858000"/>
              <a:gd name="connsiteX669" fmla="*/ 0 w 7472601"/>
              <a:gd name="connsiteY669" fmla="*/ 4233763 h 6858000"/>
              <a:gd name="connsiteX670" fmla="*/ 36881 w 7472601"/>
              <a:gd name="connsiteY670" fmla="*/ 4200118 h 6858000"/>
              <a:gd name="connsiteX671" fmla="*/ 910534 w 7472601"/>
              <a:gd name="connsiteY671" fmla="*/ 3629753 h 6858000"/>
              <a:gd name="connsiteX672" fmla="*/ 1578717 w 7472601"/>
              <a:gd name="connsiteY672" fmla="*/ 3575982 h 6858000"/>
              <a:gd name="connsiteX673" fmla="*/ 2338780 w 7472601"/>
              <a:gd name="connsiteY673" fmla="*/ 3033725 h 6858000"/>
              <a:gd name="connsiteX674" fmla="*/ 1807991 w 7472601"/>
              <a:gd name="connsiteY674" fmla="*/ 2807184 h 6858000"/>
              <a:gd name="connsiteX675" fmla="*/ 1416358 w 7472601"/>
              <a:gd name="connsiteY675" fmla="*/ 3112571 h 6858000"/>
              <a:gd name="connsiteX676" fmla="*/ 939066 w 7472601"/>
              <a:gd name="connsiteY676" fmla="*/ 3378798 h 6858000"/>
              <a:gd name="connsiteX677" fmla="*/ 115099 w 7472601"/>
              <a:gd name="connsiteY677" fmla="*/ 3607650 h 6858000"/>
              <a:gd name="connsiteX678" fmla="*/ 97284 w 7472601"/>
              <a:gd name="connsiteY678" fmla="*/ 3520393 h 6858000"/>
              <a:gd name="connsiteX679" fmla="*/ 922050 w 7472601"/>
              <a:gd name="connsiteY679" fmla="*/ 3074867 h 6858000"/>
              <a:gd name="connsiteX680" fmla="*/ 1405265 w 7472601"/>
              <a:gd name="connsiteY680" fmla="*/ 3016319 h 6858000"/>
              <a:gd name="connsiteX681" fmla="*/ 1407512 w 7472601"/>
              <a:gd name="connsiteY681" fmla="*/ 3018001 h 6858000"/>
              <a:gd name="connsiteX682" fmla="*/ 1726266 w 7472601"/>
              <a:gd name="connsiteY682" fmla="*/ 2777274 h 6858000"/>
              <a:gd name="connsiteX683" fmla="*/ 625390 w 7472601"/>
              <a:gd name="connsiteY683" fmla="*/ 2514541 h 6858000"/>
              <a:gd name="connsiteX684" fmla="*/ 619799 w 7472601"/>
              <a:gd name="connsiteY684" fmla="*/ 2527180 h 6858000"/>
              <a:gd name="connsiteX685" fmla="*/ 310030 w 7472601"/>
              <a:gd name="connsiteY685" fmla="*/ 2771818 h 6858000"/>
              <a:gd name="connsiteX686" fmla="*/ 173877 w 7472601"/>
              <a:gd name="connsiteY686" fmla="*/ 2937056 h 6858000"/>
              <a:gd name="connsiteX687" fmla="*/ 77889 w 7472601"/>
              <a:gd name="connsiteY687" fmla="*/ 3138440 h 6858000"/>
              <a:gd name="connsiteX688" fmla="*/ 0 w 7472601"/>
              <a:gd name="connsiteY688" fmla="*/ 3271395 h 6858000"/>
              <a:gd name="connsiteX689" fmla="*/ 0 w 7472601"/>
              <a:gd name="connsiteY689" fmla="*/ 3153002 h 6858000"/>
              <a:gd name="connsiteX690" fmla="*/ 2386 w 7472601"/>
              <a:gd name="connsiteY690" fmla="*/ 3149203 h 6858000"/>
              <a:gd name="connsiteX691" fmla="*/ 89753 w 7472601"/>
              <a:gd name="connsiteY691" fmla="*/ 2987702 h 6858000"/>
              <a:gd name="connsiteX692" fmla="*/ 76869 w 7472601"/>
              <a:gd name="connsiteY692" fmla="*/ 3005404 h 6858000"/>
              <a:gd name="connsiteX693" fmla="*/ 32049 w 7472601"/>
              <a:gd name="connsiteY693" fmla="*/ 3065814 h 6858000"/>
              <a:gd name="connsiteX694" fmla="*/ 0 w 7472601"/>
              <a:gd name="connsiteY694" fmla="*/ 3108744 h 6858000"/>
              <a:gd name="connsiteX695" fmla="*/ 0 w 7472601"/>
              <a:gd name="connsiteY695" fmla="*/ 3058059 h 6858000"/>
              <a:gd name="connsiteX696" fmla="*/ 7610 w 7472601"/>
              <a:gd name="connsiteY696" fmla="*/ 3047889 h 6858000"/>
              <a:gd name="connsiteX697" fmla="*/ 52419 w 7472601"/>
              <a:gd name="connsiteY697" fmla="*/ 2987479 h 6858000"/>
              <a:gd name="connsiteX698" fmla="*/ 59142 w 7472601"/>
              <a:gd name="connsiteY698" fmla="*/ 2978488 h 6858000"/>
              <a:gd name="connsiteX699" fmla="*/ 0 w 7472601"/>
              <a:gd name="connsiteY699" fmla="*/ 3015334 h 6858000"/>
              <a:gd name="connsiteX700" fmla="*/ 0 w 7472601"/>
              <a:gd name="connsiteY700" fmla="*/ 2914286 h 6858000"/>
              <a:gd name="connsiteX701" fmla="*/ 36383 w 7472601"/>
              <a:gd name="connsiteY701" fmla="*/ 2901128 h 6858000"/>
              <a:gd name="connsiteX702" fmla="*/ 156329 w 7472601"/>
              <a:gd name="connsiteY702" fmla="*/ 2840533 h 6858000"/>
              <a:gd name="connsiteX703" fmla="*/ 358355 w 7472601"/>
              <a:gd name="connsiteY703" fmla="*/ 2620471 h 6858000"/>
              <a:gd name="connsiteX704" fmla="*/ 510577 w 7472601"/>
              <a:gd name="connsiteY704" fmla="*/ 2501244 h 6858000"/>
              <a:gd name="connsiteX705" fmla="*/ 211967 w 7472601"/>
              <a:gd name="connsiteY705" fmla="*/ 2479171 h 6858000"/>
              <a:gd name="connsiteX706" fmla="*/ 0 w 7472601"/>
              <a:gd name="connsiteY706" fmla="*/ 2476398 h 6858000"/>
              <a:gd name="connsiteX707" fmla="*/ 0 w 7472601"/>
              <a:gd name="connsiteY707" fmla="*/ 2389189 h 6858000"/>
              <a:gd name="connsiteX708" fmla="*/ 103062 w 7472601"/>
              <a:gd name="connsiteY708" fmla="*/ 2389518 h 6858000"/>
              <a:gd name="connsiteX709" fmla="*/ 510734 w 7472601"/>
              <a:gd name="connsiteY709" fmla="*/ 2416201 h 6858000"/>
              <a:gd name="connsiteX710" fmla="*/ 279257 w 7472601"/>
              <a:gd name="connsiteY710" fmla="*/ 2092102 h 6858000"/>
              <a:gd name="connsiteX711" fmla="*/ 65265 w 7472601"/>
              <a:gd name="connsiteY711" fmla="*/ 2006049 h 6858000"/>
              <a:gd name="connsiteX712" fmla="*/ 0 w 7472601"/>
              <a:gd name="connsiteY712" fmla="*/ 1982532 h 6858000"/>
              <a:gd name="connsiteX713" fmla="*/ 0 w 7472601"/>
              <a:gd name="connsiteY713" fmla="*/ 1912789 h 6858000"/>
              <a:gd name="connsiteX714" fmla="*/ 97460 w 7472601"/>
              <a:gd name="connsiteY714" fmla="*/ 1953725 h 6858000"/>
              <a:gd name="connsiteX715" fmla="*/ 221272 w 7472601"/>
              <a:gd name="connsiteY715" fmla="*/ 1980766 h 6858000"/>
              <a:gd name="connsiteX716" fmla="*/ 116765 w 7472601"/>
              <a:gd name="connsiteY716" fmla="*/ 1911033 h 6858000"/>
              <a:gd name="connsiteX717" fmla="*/ 16405 w 7472601"/>
              <a:gd name="connsiteY717" fmla="*/ 1803412 h 6858000"/>
              <a:gd name="connsiteX718" fmla="*/ 0 w 7472601"/>
              <a:gd name="connsiteY718" fmla="*/ 1784777 h 6858000"/>
              <a:gd name="connsiteX719" fmla="*/ 0 w 7472601"/>
              <a:gd name="connsiteY719" fmla="*/ 1740082 h 6858000"/>
              <a:gd name="connsiteX720" fmla="*/ 39394 w 7472601"/>
              <a:gd name="connsiteY720" fmla="*/ 1784856 h 6858000"/>
              <a:gd name="connsiteX721" fmla="*/ 135813 w 7472601"/>
              <a:gd name="connsiteY721" fmla="*/ 1888838 h 6858000"/>
              <a:gd name="connsiteX722" fmla="*/ 242575 w 7472601"/>
              <a:gd name="connsiteY722" fmla="*/ 1958841 h 6858000"/>
              <a:gd name="connsiteX723" fmla="*/ 82197 w 7472601"/>
              <a:gd name="connsiteY723" fmla="*/ 1754826 h 6858000"/>
              <a:gd name="connsiteX724" fmla="*/ 0 w 7472601"/>
              <a:gd name="connsiteY724" fmla="*/ 1679650 h 6858000"/>
              <a:gd name="connsiteX725" fmla="*/ 0 w 7472601"/>
              <a:gd name="connsiteY725" fmla="*/ 1602463 h 6858000"/>
              <a:gd name="connsiteX726" fmla="*/ 84689 w 7472601"/>
              <a:gd name="connsiteY726" fmla="*/ 1677442 h 6858000"/>
              <a:gd name="connsiteX727" fmla="*/ 298437 w 7472601"/>
              <a:gd name="connsiteY727" fmla="*/ 1968019 h 6858000"/>
              <a:gd name="connsiteX728" fmla="*/ 227269 w 7472601"/>
              <a:gd name="connsiteY728" fmla="*/ 1114064 h 6858000"/>
              <a:gd name="connsiteX729" fmla="*/ 248003 w 7472601"/>
              <a:gd name="connsiteY729" fmla="*/ 1089613 h 6858000"/>
              <a:gd name="connsiteX730" fmla="*/ 427020 w 7472601"/>
              <a:gd name="connsiteY730" fmla="*/ 1619803 h 6858000"/>
              <a:gd name="connsiteX731" fmla="*/ 340345 w 7472601"/>
              <a:gd name="connsiteY731" fmla="*/ 2027739 h 6858000"/>
              <a:gd name="connsiteX732" fmla="*/ 360865 w 7472601"/>
              <a:gd name="connsiteY732" fmla="*/ 2044827 h 6858000"/>
              <a:gd name="connsiteX733" fmla="*/ 560414 w 7472601"/>
              <a:gd name="connsiteY733" fmla="*/ 2421457 h 6858000"/>
              <a:gd name="connsiteX734" fmla="*/ 1359703 w 7472601"/>
              <a:gd name="connsiteY734" fmla="*/ 2578554 h 6858000"/>
              <a:gd name="connsiteX735" fmla="*/ 1359422 w 7472601"/>
              <a:gd name="connsiteY735" fmla="*/ 2577994 h 6858000"/>
              <a:gd name="connsiteX736" fmla="*/ 828701 w 7472601"/>
              <a:gd name="connsiteY736" fmla="*/ 1839520 h 6858000"/>
              <a:gd name="connsiteX737" fmla="*/ 494427 w 7472601"/>
              <a:gd name="connsiteY737" fmla="*/ 1092333 h 6858000"/>
              <a:gd name="connsiteX738" fmla="*/ 506322 w 7472601"/>
              <a:gd name="connsiteY738" fmla="*/ 1020997 h 6858000"/>
              <a:gd name="connsiteX739" fmla="*/ 4570198 w 7472601"/>
              <a:gd name="connsiteY739" fmla="*/ 978081 h 6858000"/>
              <a:gd name="connsiteX740" fmla="*/ 4523691 w 7472601"/>
              <a:gd name="connsiteY740" fmla="*/ 1127776 h 6858000"/>
              <a:gd name="connsiteX741" fmla="*/ 4509875 w 7472601"/>
              <a:gd name="connsiteY741" fmla="*/ 1167552 h 6858000"/>
              <a:gd name="connsiteX742" fmla="*/ 4478168 w 7472601"/>
              <a:gd name="connsiteY742" fmla="*/ 1260735 h 6858000"/>
              <a:gd name="connsiteX743" fmla="*/ 4409309 w 7472601"/>
              <a:gd name="connsiteY743" fmla="*/ 1666996 h 6858000"/>
              <a:gd name="connsiteX744" fmla="*/ 4370031 w 7472601"/>
              <a:gd name="connsiteY744" fmla="*/ 1955666 h 6858000"/>
              <a:gd name="connsiteX745" fmla="*/ 4570198 w 7472601"/>
              <a:gd name="connsiteY745" fmla="*/ 978081 h 6858000"/>
              <a:gd name="connsiteX746" fmla="*/ 4557898 w 7472601"/>
              <a:gd name="connsiteY746" fmla="*/ 900011 h 6858000"/>
              <a:gd name="connsiteX747" fmla="*/ 4344840 w 7472601"/>
              <a:gd name="connsiteY747" fmla="*/ 1922038 h 6858000"/>
              <a:gd name="connsiteX748" fmla="*/ 4378710 w 7472601"/>
              <a:gd name="connsiteY748" fmla="*/ 1665516 h 6858000"/>
              <a:gd name="connsiteX749" fmla="*/ 4448798 w 7472601"/>
              <a:gd name="connsiteY749" fmla="*/ 1253024 h 6858000"/>
              <a:gd name="connsiteX750" fmla="*/ 4480315 w 7472601"/>
              <a:gd name="connsiteY750" fmla="*/ 1158454 h 6858000"/>
              <a:gd name="connsiteX751" fmla="*/ 4494133 w 7472601"/>
              <a:gd name="connsiteY751" fmla="*/ 1118676 h 6858000"/>
              <a:gd name="connsiteX752" fmla="*/ 4557898 w 7472601"/>
              <a:gd name="connsiteY752" fmla="*/ 900011 h 6858000"/>
              <a:gd name="connsiteX753" fmla="*/ 5870151 w 7472601"/>
              <a:gd name="connsiteY753" fmla="*/ 898890 h 6858000"/>
              <a:gd name="connsiteX754" fmla="*/ 5861335 w 7472601"/>
              <a:gd name="connsiteY754" fmla="*/ 899177 h 6858000"/>
              <a:gd name="connsiteX755" fmla="*/ 5843702 w 7472601"/>
              <a:gd name="connsiteY755" fmla="*/ 899748 h 6858000"/>
              <a:gd name="connsiteX756" fmla="*/ 5651107 w 7472601"/>
              <a:gd name="connsiteY756" fmla="*/ 920306 h 6858000"/>
              <a:gd name="connsiteX757" fmla="*/ 5459407 w 7472601"/>
              <a:gd name="connsiteY757" fmla="*/ 940975 h 6858000"/>
              <a:gd name="connsiteX758" fmla="*/ 5374846 w 7472601"/>
              <a:gd name="connsiteY758" fmla="*/ 941988 h 6858000"/>
              <a:gd name="connsiteX759" fmla="*/ 5256105 w 7472601"/>
              <a:gd name="connsiteY759" fmla="*/ 945632 h 6858000"/>
              <a:gd name="connsiteX760" fmla="*/ 5107071 w 7472601"/>
              <a:gd name="connsiteY760" fmla="*/ 969720 h 6858000"/>
              <a:gd name="connsiteX761" fmla="*/ 4998681 w 7472601"/>
              <a:gd name="connsiteY761" fmla="*/ 988771 h 6858000"/>
              <a:gd name="connsiteX762" fmla="*/ 5870151 w 7472601"/>
              <a:gd name="connsiteY762" fmla="*/ 898890 h 6858000"/>
              <a:gd name="connsiteX763" fmla="*/ 5504425 w 7472601"/>
              <a:gd name="connsiteY763" fmla="*/ 848067 h 6858000"/>
              <a:gd name="connsiteX764" fmla="*/ 4968849 w 7472601"/>
              <a:gd name="connsiteY764" fmla="*/ 962318 h 6858000"/>
              <a:gd name="connsiteX765" fmla="*/ 5104039 w 7472601"/>
              <a:gd name="connsiteY765" fmla="*/ 940634 h 6858000"/>
              <a:gd name="connsiteX766" fmla="*/ 5256311 w 7472601"/>
              <a:gd name="connsiteY766" fmla="*/ 916490 h 6858000"/>
              <a:gd name="connsiteX767" fmla="*/ 5377381 w 7472601"/>
              <a:gd name="connsiteY767" fmla="*/ 912671 h 6858000"/>
              <a:gd name="connsiteX768" fmla="*/ 5460148 w 7472601"/>
              <a:gd name="connsiteY768" fmla="*/ 911442 h 6858000"/>
              <a:gd name="connsiteX769" fmla="*/ 5648971 w 7472601"/>
              <a:gd name="connsiteY769" fmla="*/ 891331 h 6858000"/>
              <a:gd name="connsiteX770" fmla="*/ 5844807 w 7472601"/>
              <a:gd name="connsiteY770" fmla="*/ 870718 h 6858000"/>
              <a:gd name="connsiteX771" fmla="*/ 5862975 w 7472601"/>
              <a:gd name="connsiteY771" fmla="*/ 869756 h 6858000"/>
              <a:gd name="connsiteX772" fmla="*/ 5920887 w 7472601"/>
              <a:gd name="connsiteY772" fmla="*/ 865929 h 6858000"/>
              <a:gd name="connsiteX773" fmla="*/ 5504425 w 7472601"/>
              <a:gd name="connsiteY773" fmla="*/ 848067 h 6858000"/>
              <a:gd name="connsiteX774" fmla="*/ 3607114 w 7472601"/>
              <a:gd name="connsiteY774" fmla="*/ 467441 h 6858000"/>
              <a:gd name="connsiteX775" fmla="*/ 3296242 w 7472601"/>
              <a:gd name="connsiteY775" fmla="*/ 807991 h 6858000"/>
              <a:gd name="connsiteX776" fmla="*/ 3174674 w 7472601"/>
              <a:gd name="connsiteY776" fmla="*/ 919759 h 6858000"/>
              <a:gd name="connsiteX777" fmla="*/ 3042978 w 7472601"/>
              <a:gd name="connsiteY777" fmla="*/ 1054894 h 6858000"/>
              <a:gd name="connsiteX778" fmla="*/ 2968914 w 7472601"/>
              <a:gd name="connsiteY778" fmla="*/ 1133756 h 6858000"/>
              <a:gd name="connsiteX779" fmla="*/ 3103823 w 7472601"/>
              <a:gd name="connsiteY779" fmla="*/ 1026814 h 6858000"/>
              <a:gd name="connsiteX780" fmla="*/ 3607114 w 7472601"/>
              <a:gd name="connsiteY780" fmla="*/ 467441 h 6858000"/>
              <a:gd name="connsiteX781" fmla="*/ 3744487 w 7472601"/>
              <a:gd name="connsiteY781" fmla="*/ 383136 h 6858000"/>
              <a:gd name="connsiteX782" fmla="*/ 3970213 w 7472601"/>
              <a:gd name="connsiteY782" fmla="*/ 995559 h 6858000"/>
              <a:gd name="connsiteX783" fmla="*/ 3744487 w 7472601"/>
              <a:gd name="connsiteY783" fmla="*/ 383136 h 6858000"/>
              <a:gd name="connsiteX784" fmla="*/ 3624562 w 7472601"/>
              <a:gd name="connsiteY784" fmla="*/ 367041 h 6858000"/>
              <a:gd name="connsiteX785" fmla="*/ 3489712 w 7472601"/>
              <a:gd name="connsiteY785" fmla="*/ 485386 h 6858000"/>
              <a:gd name="connsiteX786" fmla="*/ 3182994 w 7472601"/>
              <a:gd name="connsiteY786" fmla="*/ 828265 h 6858000"/>
              <a:gd name="connsiteX787" fmla="*/ 2892114 w 7472601"/>
              <a:gd name="connsiteY787" fmla="*/ 1172635 h 6858000"/>
              <a:gd name="connsiteX788" fmla="*/ 3021459 w 7472601"/>
              <a:gd name="connsiteY788" fmla="*/ 1035385 h 6858000"/>
              <a:gd name="connsiteX789" fmla="*/ 3153873 w 7472601"/>
              <a:gd name="connsiteY789" fmla="*/ 898971 h 6858000"/>
              <a:gd name="connsiteX790" fmla="*/ 3276511 w 7472601"/>
              <a:gd name="connsiteY790" fmla="*/ 786423 h 6858000"/>
              <a:gd name="connsiteX791" fmla="*/ 3584154 w 7472601"/>
              <a:gd name="connsiteY791" fmla="*/ 448218 h 6858000"/>
              <a:gd name="connsiteX792" fmla="*/ 3624562 w 7472601"/>
              <a:gd name="connsiteY792" fmla="*/ 367041 h 6858000"/>
              <a:gd name="connsiteX793" fmla="*/ 3766672 w 7472601"/>
              <a:gd name="connsiteY793" fmla="*/ 359429 h 6858000"/>
              <a:gd name="connsiteX794" fmla="*/ 3996338 w 7472601"/>
              <a:gd name="connsiteY794" fmla="*/ 968237 h 6858000"/>
              <a:gd name="connsiteX795" fmla="*/ 3766672 w 7472601"/>
              <a:gd name="connsiteY795" fmla="*/ 359429 h 6858000"/>
              <a:gd name="connsiteX796" fmla="*/ 5805386 w 7472601"/>
              <a:gd name="connsiteY796" fmla="*/ 239240 h 6858000"/>
              <a:gd name="connsiteX797" fmla="*/ 5736947 w 7472601"/>
              <a:gd name="connsiteY797" fmla="*/ 261367 h 6858000"/>
              <a:gd name="connsiteX798" fmla="*/ 5427012 w 7472601"/>
              <a:gd name="connsiteY798" fmla="*/ 311272 h 6858000"/>
              <a:gd name="connsiteX799" fmla="*/ 5147818 w 7472601"/>
              <a:gd name="connsiteY799" fmla="*/ 322112 h 6858000"/>
              <a:gd name="connsiteX800" fmla="*/ 5060854 w 7472601"/>
              <a:gd name="connsiteY800" fmla="*/ 311882 h 6858000"/>
              <a:gd name="connsiteX801" fmla="*/ 4945989 w 7472601"/>
              <a:gd name="connsiteY801" fmla="*/ 300516 h 6858000"/>
              <a:gd name="connsiteX802" fmla="*/ 5410479 w 7472601"/>
              <a:gd name="connsiteY802" fmla="*/ 348434 h 6858000"/>
              <a:gd name="connsiteX803" fmla="*/ 5805386 w 7472601"/>
              <a:gd name="connsiteY803" fmla="*/ 239240 h 6858000"/>
              <a:gd name="connsiteX804" fmla="*/ 5905192 w 7472601"/>
              <a:gd name="connsiteY804" fmla="*/ 163079 h 6858000"/>
              <a:gd name="connsiteX805" fmla="*/ 5865655 w 7472601"/>
              <a:gd name="connsiteY805" fmla="*/ 171901 h 6858000"/>
              <a:gd name="connsiteX806" fmla="*/ 5259740 w 7472601"/>
              <a:gd name="connsiteY806" fmla="*/ 257013 h 6858000"/>
              <a:gd name="connsiteX807" fmla="*/ 5208466 w 7472601"/>
              <a:gd name="connsiteY807" fmla="*/ 257550 h 6858000"/>
              <a:gd name="connsiteX808" fmla="*/ 4980204 w 7472601"/>
              <a:gd name="connsiteY808" fmla="*/ 271903 h 6858000"/>
              <a:gd name="connsiteX809" fmla="*/ 5068068 w 7472601"/>
              <a:gd name="connsiteY809" fmla="*/ 282244 h 6858000"/>
              <a:gd name="connsiteX810" fmla="*/ 5153231 w 7472601"/>
              <a:gd name="connsiteY810" fmla="*/ 292240 h 6858000"/>
              <a:gd name="connsiteX811" fmla="*/ 5426491 w 7472601"/>
              <a:gd name="connsiteY811" fmla="*/ 281128 h 6858000"/>
              <a:gd name="connsiteX812" fmla="*/ 5731212 w 7472601"/>
              <a:gd name="connsiteY812" fmla="*/ 231951 h 6858000"/>
              <a:gd name="connsiteX813" fmla="*/ 5905192 w 7472601"/>
              <a:gd name="connsiteY813" fmla="*/ 163079 h 6858000"/>
              <a:gd name="connsiteX814" fmla="*/ 5944437 w 7472601"/>
              <a:gd name="connsiteY814" fmla="*/ 113829 h 6858000"/>
              <a:gd name="connsiteX815" fmla="*/ 5825032 w 7472601"/>
              <a:gd name="connsiteY815" fmla="*/ 146405 h 6858000"/>
              <a:gd name="connsiteX816" fmla="*/ 4955599 w 7472601"/>
              <a:gd name="connsiteY816" fmla="*/ 247008 h 6858000"/>
              <a:gd name="connsiteX817" fmla="*/ 5210104 w 7472601"/>
              <a:gd name="connsiteY817" fmla="*/ 228123 h 6858000"/>
              <a:gd name="connsiteX818" fmla="*/ 5261015 w 7472601"/>
              <a:gd name="connsiteY818" fmla="*/ 227087 h 6858000"/>
              <a:gd name="connsiteX819" fmla="*/ 5861181 w 7472601"/>
              <a:gd name="connsiteY819" fmla="*/ 143093 h 6858000"/>
              <a:gd name="connsiteX820" fmla="*/ 5961252 w 7472601"/>
              <a:gd name="connsiteY820" fmla="*/ 114820 h 6858000"/>
              <a:gd name="connsiteX821" fmla="*/ 5944437 w 7472601"/>
              <a:gd name="connsiteY821" fmla="*/ 113829 h 6858000"/>
              <a:gd name="connsiteX822" fmla="*/ 3882765 w 7472601"/>
              <a:gd name="connsiteY822" fmla="*/ 0 h 6858000"/>
              <a:gd name="connsiteX823" fmla="*/ 3995099 w 7472601"/>
              <a:gd name="connsiteY823" fmla="*/ 0 h 6858000"/>
              <a:gd name="connsiteX824" fmla="*/ 4163818 w 7472601"/>
              <a:gd name="connsiteY824" fmla="*/ 234104 h 6858000"/>
              <a:gd name="connsiteX825" fmla="*/ 4172099 w 7472601"/>
              <a:gd name="connsiteY825" fmla="*/ 234207 h 6858000"/>
              <a:gd name="connsiteX826" fmla="*/ 4784282 w 7472601"/>
              <a:gd name="connsiteY826" fmla="*/ 276561 h 6858000"/>
              <a:gd name="connsiteX827" fmla="*/ 4801687 w 7472601"/>
              <a:gd name="connsiteY827" fmla="*/ 267764 h 6858000"/>
              <a:gd name="connsiteX828" fmla="*/ 6082788 w 7472601"/>
              <a:gd name="connsiteY828" fmla="*/ 64119 h 6858000"/>
              <a:gd name="connsiteX829" fmla="*/ 6099442 w 7472601"/>
              <a:gd name="connsiteY829" fmla="*/ 82568 h 6858000"/>
              <a:gd name="connsiteX830" fmla="*/ 4804137 w 7472601"/>
              <a:gd name="connsiteY830" fmla="*/ 320931 h 6858000"/>
              <a:gd name="connsiteX831" fmla="*/ 4227047 w 7472601"/>
              <a:gd name="connsiteY831" fmla="*/ 313415 h 6858000"/>
              <a:gd name="connsiteX832" fmla="*/ 4346041 w 7472601"/>
              <a:gd name="connsiteY832" fmla="*/ 456086 h 6858000"/>
              <a:gd name="connsiteX833" fmla="*/ 4870967 w 7472601"/>
              <a:gd name="connsiteY833" fmla="*/ 963061 h 6858000"/>
              <a:gd name="connsiteX834" fmla="*/ 4889647 w 7472601"/>
              <a:gd name="connsiteY834" fmla="*/ 957147 h 6858000"/>
              <a:gd name="connsiteX835" fmla="*/ 5422504 w 7472601"/>
              <a:gd name="connsiteY835" fmla="*/ 805191 h 6858000"/>
              <a:gd name="connsiteX836" fmla="*/ 6087656 w 7472601"/>
              <a:gd name="connsiteY836" fmla="*/ 826703 h 6858000"/>
              <a:gd name="connsiteX837" fmla="*/ 6058717 w 7472601"/>
              <a:gd name="connsiteY837" fmla="*/ 865992 h 6858000"/>
              <a:gd name="connsiteX838" fmla="*/ 4974153 w 7472601"/>
              <a:gd name="connsiteY838" fmla="*/ 1045456 h 6858000"/>
              <a:gd name="connsiteX839" fmla="*/ 5627835 w 7472601"/>
              <a:gd name="connsiteY839" fmla="*/ 1472077 h 6858000"/>
              <a:gd name="connsiteX840" fmla="*/ 5629817 w 7472601"/>
              <a:gd name="connsiteY840" fmla="*/ 1471412 h 6858000"/>
              <a:gd name="connsiteX841" fmla="*/ 5634124 w 7472601"/>
              <a:gd name="connsiteY841" fmla="*/ 1470572 h 6858000"/>
              <a:gd name="connsiteX842" fmla="*/ 5755832 w 7472601"/>
              <a:gd name="connsiteY842" fmla="*/ 1383886 h 6858000"/>
              <a:gd name="connsiteX843" fmla="*/ 6014186 w 7472601"/>
              <a:gd name="connsiteY843" fmla="*/ 1279799 h 6858000"/>
              <a:gd name="connsiteX844" fmla="*/ 6901619 w 7472601"/>
              <a:gd name="connsiteY844" fmla="*/ 1047874 h 6858000"/>
              <a:gd name="connsiteX845" fmla="*/ 6931566 w 7472601"/>
              <a:gd name="connsiteY845" fmla="*/ 1062034 h 6858000"/>
              <a:gd name="connsiteX846" fmla="*/ 5790982 w 7472601"/>
              <a:gd name="connsiteY846" fmla="*/ 1561380 h 6858000"/>
              <a:gd name="connsiteX847" fmla="*/ 6188971 w 7472601"/>
              <a:gd name="connsiteY847" fmla="*/ 1755168 h 6858000"/>
              <a:gd name="connsiteX848" fmla="*/ 6202446 w 7472601"/>
              <a:gd name="connsiteY848" fmla="*/ 1752268 h 6858000"/>
              <a:gd name="connsiteX849" fmla="*/ 7179560 w 7472601"/>
              <a:gd name="connsiteY849" fmla="*/ 1467551 h 6858000"/>
              <a:gd name="connsiteX850" fmla="*/ 7158730 w 7472601"/>
              <a:gd name="connsiteY850" fmla="*/ 1507835 h 6858000"/>
              <a:gd name="connsiteX851" fmla="*/ 6326959 w 7472601"/>
              <a:gd name="connsiteY851" fmla="*/ 1817686 h 6858000"/>
              <a:gd name="connsiteX852" fmla="*/ 6537433 w 7472601"/>
              <a:gd name="connsiteY852" fmla="*/ 1907790 h 6858000"/>
              <a:gd name="connsiteX853" fmla="*/ 6550221 w 7472601"/>
              <a:gd name="connsiteY853" fmla="*/ 1910729 h 6858000"/>
              <a:gd name="connsiteX854" fmla="*/ 6964438 w 7472601"/>
              <a:gd name="connsiteY854" fmla="*/ 2209505 h 6858000"/>
              <a:gd name="connsiteX855" fmla="*/ 7367862 w 7472601"/>
              <a:gd name="connsiteY855" fmla="*/ 2806833 h 6858000"/>
              <a:gd name="connsiteX856" fmla="*/ 7364329 w 7472601"/>
              <a:gd name="connsiteY856" fmla="*/ 2826907 h 6858000"/>
              <a:gd name="connsiteX857" fmla="*/ 7290545 w 7472601"/>
              <a:gd name="connsiteY857" fmla="*/ 2850663 h 6858000"/>
              <a:gd name="connsiteX858" fmla="*/ 6472036 w 7472601"/>
              <a:gd name="connsiteY858" fmla="*/ 1959003 h 6858000"/>
              <a:gd name="connsiteX859" fmla="*/ 5792897 w 7472601"/>
              <a:gd name="connsiteY859" fmla="*/ 1647747 h 6858000"/>
              <a:gd name="connsiteX860" fmla="*/ 5842751 w 7472601"/>
              <a:gd name="connsiteY860" fmla="*/ 1816112 h 6858000"/>
              <a:gd name="connsiteX861" fmla="*/ 5847424 w 7472601"/>
              <a:gd name="connsiteY861" fmla="*/ 1815776 h 6858000"/>
              <a:gd name="connsiteX862" fmla="*/ 6399821 w 7472601"/>
              <a:gd name="connsiteY862" fmla="*/ 2344799 h 6858000"/>
              <a:gd name="connsiteX863" fmla="*/ 6323232 w 7472601"/>
              <a:gd name="connsiteY863" fmla="*/ 2389634 h 6858000"/>
              <a:gd name="connsiteX864" fmla="*/ 5942958 w 7472601"/>
              <a:gd name="connsiteY864" fmla="*/ 2077708 h 6858000"/>
              <a:gd name="connsiteX865" fmla="*/ 5921559 w 7472601"/>
              <a:gd name="connsiteY865" fmla="*/ 2378596 h 6858000"/>
              <a:gd name="connsiteX866" fmla="*/ 5817651 w 7472601"/>
              <a:gd name="connsiteY866" fmla="*/ 3023919 h 6858000"/>
              <a:gd name="connsiteX867" fmla="*/ 5729634 w 7472601"/>
              <a:gd name="connsiteY867" fmla="*/ 3051849 h 6858000"/>
              <a:gd name="connsiteX868" fmla="*/ 5611018 w 7472601"/>
              <a:gd name="connsiteY868" fmla="*/ 2316769 h 6858000"/>
              <a:gd name="connsiteX869" fmla="*/ 5687608 w 7472601"/>
              <a:gd name="connsiteY869" fmla="*/ 2039972 h 6858000"/>
              <a:gd name="connsiteX870" fmla="*/ 5657554 w 7472601"/>
              <a:gd name="connsiteY870" fmla="*/ 1576445 h 6858000"/>
              <a:gd name="connsiteX871" fmla="*/ 5150475 w 7472601"/>
              <a:gd name="connsiteY871" fmla="*/ 1274012 h 6858000"/>
              <a:gd name="connsiteX872" fmla="*/ 5349142 w 7472601"/>
              <a:gd name="connsiteY872" fmla="*/ 2204405 h 6858000"/>
              <a:gd name="connsiteX873" fmla="*/ 5262214 w 7472601"/>
              <a:gd name="connsiteY873" fmla="*/ 2233836 h 6858000"/>
              <a:gd name="connsiteX874" fmla="*/ 4981539 w 7472601"/>
              <a:gd name="connsiteY874" fmla="*/ 1542201 h 6858000"/>
              <a:gd name="connsiteX875" fmla="*/ 4958461 w 7472601"/>
              <a:gd name="connsiteY875" fmla="*/ 1136957 h 6858000"/>
              <a:gd name="connsiteX876" fmla="*/ 4655015 w 7472601"/>
              <a:gd name="connsiteY876" fmla="*/ 891426 h 6858000"/>
              <a:gd name="connsiteX877" fmla="*/ 4348002 w 7472601"/>
              <a:gd name="connsiteY877" fmla="*/ 2205895 h 6858000"/>
              <a:gd name="connsiteX878" fmla="*/ 4262250 w 7472601"/>
              <a:gd name="connsiteY878" fmla="*/ 2219972 h 6858000"/>
              <a:gd name="connsiteX879" fmla="*/ 4550611 w 7472601"/>
              <a:gd name="connsiteY879" fmla="*/ 817540 h 6858000"/>
              <a:gd name="connsiteX880" fmla="*/ 4564418 w 7472601"/>
              <a:gd name="connsiteY880" fmla="*/ 808293 h 6858000"/>
              <a:gd name="connsiteX881" fmla="*/ 4266388 w 7472601"/>
              <a:gd name="connsiteY881" fmla="*/ 500083 h 6858000"/>
              <a:gd name="connsiteX882" fmla="*/ 4032842 w 7472601"/>
              <a:gd name="connsiteY882" fmla="*/ 211809 h 6858000"/>
              <a:gd name="connsiteX883" fmla="*/ 3882765 w 7472601"/>
              <a:gd name="connsiteY883" fmla="*/ 0 h 6858000"/>
              <a:gd name="connsiteX884" fmla="*/ 3721337 w 7472601"/>
              <a:gd name="connsiteY884" fmla="*/ 0 h 6858000"/>
              <a:gd name="connsiteX885" fmla="*/ 3797544 w 7472601"/>
              <a:gd name="connsiteY885" fmla="*/ 0 h 6858000"/>
              <a:gd name="connsiteX886" fmla="*/ 3775734 w 7472601"/>
              <a:gd name="connsiteY886" fmla="*/ 95131 h 6858000"/>
              <a:gd name="connsiteX887" fmla="*/ 3724807 w 7472601"/>
              <a:gd name="connsiteY887" fmla="*/ 272257 h 6858000"/>
              <a:gd name="connsiteX888" fmla="*/ 3726844 w 7472601"/>
              <a:gd name="connsiteY888" fmla="*/ 282988 h 6858000"/>
              <a:gd name="connsiteX889" fmla="*/ 3742664 w 7472601"/>
              <a:gd name="connsiteY889" fmla="*/ 279918 h 6858000"/>
              <a:gd name="connsiteX890" fmla="*/ 4103910 w 7472601"/>
              <a:gd name="connsiteY890" fmla="*/ 1161917 h 6858000"/>
              <a:gd name="connsiteX891" fmla="*/ 4020269 w 7472601"/>
              <a:gd name="connsiteY891" fmla="*/ 1200406 h 6858000"/>
              <a:gd name="connsiteX892" fmla="*/ 3674882 w 7472601"/>
              <a:gd name="connsiteY892" fmla="*/ 488524 h 6858000"/>
              <a:gd name="connsiteX893" fmla="*/ 3132682 w 7472601"/>
              <a:gd name="connsiteY893" fmla="*/ 1072284 h 6858000"/>
              <a:gd name="connsiteX894" fmla="*/ 2716346 w 7472601"/>
              <a:gd name="connsiteY894" fmla="*/ 1276376 h 6858000"/>
              <a:gd name="connsiteX895" fmla="*/ 2716772 w 7472601"/>
              <a:gd name="connsiteY895" fmla="*/ 1255462 h 6858000"/>
              <a:gd name="connsiteX896" fmla="*/ 3471096 w 7472601"/>
              <a:gd name="connsiteY896" fmla="*/ 437072 h 6858000"/>
              <a:gd name="connsiteX897" fmla="*/ 3639057 w 7472601"/>
              <a:gd name="connsiteY897" fmla="*/ 286334 h 6858000"/>
              <a:gd name="connsiteX898" fmla="*/ 3640309 w 7472601"/>
              <a:gd name="connsiteY898" fmla="*/ 284664 h 6858000"/>
              <a:gd name="connsiteX899" fmla="*/ 3646022 w 7472601"/>
              <a:gd name="connsiteY899" fmla="*/ 276711 h 6858000"/>
              <a:gd name="connsiteX900" fmla="*/ 3707943 w 7472601"/>
              <a:gd name="connsiteY900" fmla="*/ 65958 h 6858000"/>
              <a:gd name="connsiteX901" fmla="*/ 3721337 w 7472601"/>
              <a:gd name="connsiteY901" fmla="*/ 0 h 6858000"/>
              <a:gd name="connsiteX902" fmla="*/ 2867960 w 7472601"/>
              <a:gd name="connsiteY902" fmla="*/ 0 h 6858000"/>
              <a:gd name="connsiteX903" fmla="*/ 2926351 w 7472601"/>
              <a:gd name="connsiteY903" fmla="*/ 0 h 6858000"/>
              <a:gd name="connsiteX904" fmla="*/ 2902823 w 7472601"/>
              <a:gd name="connsiteY904" fmla="*/ 262929 h 6858000"/>
              <a:gd name="connsiteX905" fmla="*/ 2940663 w 7472601"/>
              <a:gd name="connsiteY905" fmla="*/ 140884 h 6858000"/>
              <a:gd name="connsiteX906" fmla="*/ 2947039 w 7472601"/>
              <a:gd name="connsiteY906" fmla="*/ 122524 h 6858000"/>
              <a:gd name="connsiteX907" fmla="*/ 2984316 w 7472601"/>
              <a:gd name="connsiteY907" fmla="*/ 0 h 6858000"/>
              <a:gd name="connsiteX908" fmla="*/ 3016114 w 7472601"/>
              <a:gd name="connsiteY908" fmla="*/ 0 h 6858000"/>
              <a:gd name="connsiteX909" fmla="*/ 2979949 w 7472601"/>
              <a:gd name="connsiteY909" fmla="*/ 119274 h 6858000"/>
              <a:gd name="connsiteX910" fmla="*/ 3023879 w 7472601"/>
              <a:gd name="connsiteY910" fmla="*/ 0 h 6858000"/>
              <a:gd name="connsiteX911" fmla="*/ 3105400 w 7472601"/>
              <a:gd name="connsiteY911" fmla="*/ 0 h 6858000"/>
              <a:gd name="connsiteX912" fmla="*/ 3094669 w 7472601"/>
              <a:gd name="connsiteY912" fmla="*/ 30308 h 6858000"/>
              <a:gd name="connsiteX913" fmla="*/ 2901945 w 7472601"/>
              <a:gd name="connsiteY913" fmla="*/ 466538 h 6858000"/>
              <a:gd name="connsiteX914" fmla="*/ 2815209 w 7472601"/>
              <a:gd name="connsiteY914" fmla="*/ 497361 h 6858000"/>
              <a:gd name="connsiteX915" fmla="*/ 2844845 w 7472601"/>
              <a:gd name="connsiteY915" fmla="*/ 127638 h 6858000"/>
              <a:gd name="connsiteX916" fmla="*/ 2867960 w 7472601"/>
              <a:gd name="connsiteY916" fmla="*/ 0 h 6858000"/>
              <a:gd name="connsiteX917" fmla="*/ 1057230 w 7472601"/>
              <a:gd name="connsiteY917" fmla="*/ 0 h 6858000"/>
              <a:gd name="connsiteX918" fmla="*/ 1111003 w 7472601"/>
              <a:gd name="connsiteY918" fmla="*/ 0 h 6858000"/>
              <a:gd name="connsiteX919" fmla="*/ 1125553 w 7472601"/>
              <a:gd name="connsiteY919" fmla="*/ 52588 h 6858000"/>
              <a:gd name="connsiteX920" fmla="*/ 1304276 w 7472601"/>
              <a:gd name="connsiteY920" fmla="*/ 476275 h 6858000"/>
              <a:gd name="connsiteX921" fmla="*/ 1492066 w 7472601"/>
              <a:gd name="connsiteY921" fmla="*/ 886333 h 6858000"/>
              <a:gd name="connsiteX922" fmla="*/ 1423698 w 7472601"/>
              <a:gd name="connsiteY922" fmla="*/ 710817 h 6858000"/>
              <a:gd name="connsiteX923" fmla="*/ 1357609 w 7472601"/>
              <a:gd name="connsiteY923" fmla="*/ 532892 h 6858000"/>
              <a:gd name="connsiteX924" fmla="*/ 1309550 w 7472601"/>
              <a:gd name="connsiteY924" fmla="*/ 374031 h 6858000"/>
              <a:gd name="connsiteX925" fmla="*/ 1193673 w 7472601"/>
              <a:gd name="connsiteY925" fmla="*/ 49533 h 6858000"/>
              <a:gd name="connsiteX926" fmla="*/ 1164391 w 7472601"/>
              <a:gd name="connsiteY926" fmla="*/ 0 h 6858000"/>
              <a:gd name="connsiteX927" fmla="*/ 1200666 w 7472601"/>
              <a:gd name="connsiteY927" fmla="*/ 0 h 6858000"/>
              <a:gd name="connsiteX928" fmla="*/ 1223408 w 7472601"/>
              <a:gd name="connsiteY928" fmla="*/ 38996 h 6858000"/>
              <a:gd name="connsiteX929" fmla="*/ 1339635 w 7472601"/>
              <a:gd name="connsiteY929" fmla="*/ 365517 h 6858000"/>
              <a:gd name="connsiteX930" fmla="*/ 1387469 w 7472601"/>
              <a:gd name="connsiteY930" fmla="*/ 523079 h 6858000"/>
              <a:gd name="connsiteX931" fmla="*/ 1452685 w 7472601"/>
              <a:gd name="connsiteY931" fmla="*/ 699806 h 6858000"/>
              <a:gd name="connsiteX932" fmla="*/ 1492092 w 7472601"/>
              <a:gd name="connsiteY932" fmla="*/ 800424 h 6858000"/>
              <a:gd name="connsiteX933" fmla="*/ 1455302 w 7472601"/>
              <a:gd name="connsiteY933" fmla="*/ 632913 h 6858000"/>
              <a:gd name="connsiteX934" fmla="*/ 1222336 w 7472601"/>
              <a:gd name="connsiteY934" fmla="*/ 9480 h 6858000"/>
              <a:gd name="connsiteX935" fmla="*/ 1214634 w 7472601"/>
              <a:gd name="connsiteY935" fmla="*/ 0 h 6858000"/>
              <a:gd name="connsiteX936" fmla="*/ 1289827 w 7472601"/>
              <a:gd name="connsiteY936" fmla="*/ 0 h 6858000"/>
              <a:gd name="connsiteX937" fmla="*/ 1321076 w 7472601"/>
              <a:gd name="connsiteY937" fmla="*/ 59722 h 6858000"/>
              <a:gd name="connsiteX938" fmla="*/ 1512579 w 7472601"/>
              <a:gd name="connsiteY938" fmla="*/ 626441 h 6858000"/>
              <a:gd name="connsiteX939" fmla="*/ 1506076 w 7472601"/>
              <a:gd name="connsiteY939" fmla="*/ 1089289 h 6858000"/>
              <a:gd name="connsiteX940" fmla="*/ 1486346 w 7472601"/>
              <a:gd name="connsiteY940" fmla="*/ 1079919 h 6858000"/>
              <a:gd name="connsiteX941" fmla="*/ 1070511 w 7472601"/>
              <a:gd name="connsiteY941" fmla="*/ 48609 h 6858000"/>
              <a:gd name="connsiteX942" fmla="*/ 1057230 w 7472601"/>
              <a:gd name="connsiteY942" fmla="*/ 0 h 6858000"/>
              <a:gd name="connsiteX943" fmla="*/ 43151 w 7472601"/>
              <a:gd name="connsiteY943" fmla="*/ 0 h 6858000"/>
              <a:gd name="connsiteX944" fmla="*/ 95283 w 7472601"/>
              <a:gd name="connsiteY944" fmla="*/ 0 h 6858000"/>
              <a:gd name="connsiteX945" fmla="*/ 300708 w 7472601"/>
              <a:gd name="connsiteY945" fmla="*/ 154571 h 6858000"/>
              <a:gd name="connsiteX946" fmla="*/ 530414 w 7472601"/>
              <a:gd name="connsiteY946" fmla="*/ 354673 h 6858000"/>
              <a:gd name="connsiteX947" fmla="*/ 333785 w 7472601"/>
              <a:gd name="connsiteY947" fmla="*/ 161564 h 6858000"/>
              <a:gd name="connsiteX948" fmla="*/ 147005 w 7472601"/>
              <a:gd name="connsiteY948" fmla="*/ 0 h 6858000"/>
              <a:gd name="connsiteX949" fmla="*/ 272509 w 7472601"/>
              <a:gd name="connsiteY949" fmla="*/ 0 h 6858000"/>
              <a:gd name="connsiteX950" fmla="*/ 326276 w 7472601"/>
              <a:gd name="connsiteY950" fmla="*/ 45847 h 6858000"/>
              <a:gd name="connsiteX951" fmla="*/ 823759 w 7472601"/>
              <a:gd name="connsiteY951" fmla="*/ 574145 h 6858000"/>
              <a:gd name="connsiteX952" fmla="*/ 811254 w 7472601"/>
              <a:gd name="connsiteY952" fmla="*/ 665546 h 6858000"/>
              <a:gd name="connsiteX953" fmla="*/ 154042 w 7472601"/>
              <a:gd name="connsiteY953" fmla="*/ 261522 h 6858000"/>
              <a:gd name="connsiteX954" fmla="*/ 13550 w 7472601"/>
              <a:gd name="connsiteY954" fmla="*/ 158423 h 6858000"/>
              <a:gd name="connsiteX955" fmla="*/ 0 w 7472601"/>
              <a:gd name="connsiteY955" fmla="*/ 146618 h 6858000"/>
              <a:gd name="connsiteX956" fmla="*/ 0 w 7472601"/>
              <a:gd name="connsiteY956" fmla="*/ 59161 h 6858000"/>
              <a:gd name="connsiteX957" fmla="*/ 45427 w 7472601"/>
              <a:gd name="connsiteY957" fmla="*/ 101078 h 6858000"/>
              <a:gd name="connsiteX958" fmla="*/ 630103 w 7472601"/>
              <a:gd name="connsiteY958" fmla="*/ 485885 h 6858000"/>
              <a:gd name="connsiteX959" fmla="*/ 532040 w 7472601"/>
              <a:gd name="connsiteY959" fmla="*/ 399359 h 6858000"/>
              <a:gd name="connsiteX960" fmla="*/ 517618 w 7472601"/>
              <a:gd name="connsiteY960" fmla="*/ 385726 h 6858000"/>
              <a:gd name="connsiteX961" fmla="*/ 285074 w 7472601"/>
              <a:gd name="connsiteY961" fmla="*/ 182755 h 6858000"/>
              <a:gd name="connsiteX962" fmla="*/ 43151 w 7472601"/>
              <a:gd name="connsiteY962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48321 w 7472601"/>
              <a:gd name="connsiteY79" fmla="*/ 6190991 h 6858000"/>
              <a:gd name="connsiteX80" fmla="*/ 7467600 w 7472601"/>
              <a:gd name="connsiteY80" fmla="*/ 6221686 h 6858000"/>
              <a:gd name="connsiteX81" fmla="*/ 7467600 w 7472601"/>
              <a:gd name="connsiteY81" fmla="*/ 6334256 h 6858000"/>
              <a:gd name="connsiteX82" fmla="*/ 7454976 w 7472601"/>
              <a:gd name="connsiteY82" fmla="*/ 6318297 h 6858000"/>
              <a:gd name="connsiteX83" fmla="*/ 1456157 w 7472601"/>
              <a:gd name="connsiteY83" fmla="*/ 5371404 h 6858000"/>
              <a:gd name="connsiteX84" fmla="*/ 1244432 w 7472601"/>
              <a:gd name="connsiteY84" fmla="*/ 5385601 h 6858000"/>
              <a:gd name="connsiteX85" fmla="*/ 973990 w 7472601"/>
              <a:gd name="connsiteY85" fmla="*/ 5424940 h 6858000"/>
              <a:gd name="connsiteX86" fmla="*/ 1103809 w 7472601"/>
              <a:gd name="connsiteY86" fmla="*/ 5433720 h 6858000"/>
              <a:gd name="connsiteX87" fmla="*/ 1123454 w 7472601"/>
              <a:gd name="connsiteY87" fmla="*/ 5435727 h 6858000"/>
              <a:gd name="connsiteX88" fmla="*/ 1737017 w 7472601"/>
              <a:gd name="connsiteY88" fmla="*/ 5452183 h 6858000"/>
              <a:gd name="connsiteX89" fmla="*/ 1824397 w 7472601"/>
              <a:gd name="connsiteY89" fmla="*/ 5447757 h 6858000"/>
              <a:gd name="connsiteX90" fmla="*/ 2070059 w 7472601"/>
              <a:gd name="connsiteY90" fmla="*/ 5441660 h 6858000"/>
              <a:gd name="connsiteX91" fmla="*/ 1456157 w 7472601"/>
              <a:gd name="connsiteY91" fmla="*/ 5371404 h 6858000"/>
              <a:gd name="connsiteX92" fmla="*/ 4988186 w 7472601"/>
              <a:gd name="connsiteY92" fmla="*/ 5216467 h 6858000"/>
              <a:gd name="connsiteX93" fmla="*/ 4777334 w 7472601"/>
              <a:gd name="connsiteY93" fmla="*/ 5406072 h 6858000"/>
              <a:gd name="connsiteX94" fmla="*/ 4718341 w 7472601"/>
              <a:gd name="connsiteY94" fmla="*/ 5468043 h 6858000"/>
              <a:gd name="connsiteX95" fmla="*/ 4604655 w 7472601"/>
              <a:gd name="connsiteY95" fmla="*/ 5583434 h 6858000"/>
              <a:gd name="connsiteX96" fmla="*/ 4565074 w 7472601"/>
              <a:gd name="connsiteY96" fmla="*/ 5618550 h 6858000"/>
              <a:gd name="connsiteX97" fmla="*/ 4988186 w 7472601"/>
              <a:gd name="connsiteY97" fmla="*/ 5216467 h 6858000"/>
              <a:gd name="connsiteX98" fmla="*/ 4978032 w 7472601"/>
              <a:gd name="connsiteY98" fmla="*/ 5183809 h 6858000"/>
              <a:gd name="connsiteX99" fmla="*/ 4463413 w 7472601"/>
              <a:gd name="connsiteY99" fmla="*/ 5615162 h 6858000"/>
              <a:gd name="connsiteX100" fmla="*/ 4358134 w 7472601"/>
              <a:gd name="connsiteY100" fmla="*/ 5742791 h 6858000"/>
              <a:gd name="connsiteX101" fmla="*/ 4376219 w 7472601"/>
              <a:gd name="connsiteY101" fmla="*/ 5729027 h 6858000"/>
              <a:gd name="connsiteX102" fmla="*/ 4582340 w 7472601"/>
              <a:gd name="connsiteY102" fmla="*/ 5561037 h 6858000"/>
              <a:gd name="connsiteX103" fmla="*/ 4694684 w 7472601"/>
              <a:gd name="connsiteY103" fmla="*/ 5447098 h 6858000"/>
              <a:gd name="connsiteX104" fmla="*/ 4754123 w 7472601"/>
              <a:gd name="connsiteY104" fmla="*/ 5384643 h 6858000"/>
              <a:gd name="connsiteX105" fmla="*/ 4978032 w 7472601"/>
              <a:gd name="connsiteY105" fmla="*/ 5183809 h 6858000"/>
              <a:gd name="connsiteX106" fmla="*/ 1903353 w 7472601"/>
              <a:gd name="connsiteY106" fmla="*/ 5044827 h 6858000"/>
              <a:gd name="connsiteX107" fmla="*/ 1936931 w 7472601"/>
              <a:gd name="connsiteY107" fmla="*/ 5093954 h 6858000"/>
              <a:gd name="connsiteX108" fmla="*/ 2195868 w 7472601"/>
              <a:gd name="connsiteY108" fmla="*/ 5396574 h 6858000"/>
              <a:gd name="connsiteX109" fmla="*/ 2088852 w 7472601"/>
              <a:gd name="connsiteY109" fmla="*/ 5166123 h 6858000"/>
              <a:gd name="connsiteX110" fmla="*/ 1958241 w 7472601"/>
              <a:gd name="connsiteY110" fmla="*/ 5067955 h 6858000"/>
              <a:gd name="connsiteX111" fmla="*/ 1903353 w 7472601"/>
              <a:gd name="connsiteY111" fmla="*/ 5044827 h 6858000"/>
              <a:gd name="connsiteX112" fmla="*/ 1979378 w 7472601"/>
              <a:gd name="connsiteY112" fmla="*/ 4769504 h 6858000"/>
              <a:gd name="connsiteX113" fmla="*/ 2882120 w 7472601"/>
              <a:gd name="connsiteY113" fmla="*/ 5064547 h 6858000"/>
              <a:gd name="connsiteX114" fmla="*/ 2793103 w 7472601"/>
              <a:gd name="connsiteY114" fmla="*/ 5039699 h 6858000"/>
              <a:gd name="connsiteX115" fmla="*/ 2770041 w 7472601"/>
              <a:gd name="connsiteY115" fmla="*/ 5033634 h 6858000"/>
              <a:gd name="connsiteX116" fmla="*/ 1979378 w 7472601"/>
              <a:gd name="connsiteY116" fmla="*/ 4769504 h 6858000"/>
              <a:gd name="connsiteX117" fmla="*/ 1927410 w 7472601"/>
              <a:gd name="connsiteY117" fmla="*/ 4716164 h 6858000"/>
              <a:gd name="connsiteX118" fmla="*/ 1959587 w 7472601"/>
              <a:gd name="connsiteY118" fmla="*/ 4728849 h 6858000"/>
              <a:gd name="connsiteX119" fmla="*/ 2777707 w 7472601"/>
              <a:gd name="connsiteY119" fmla="*/ 5003991 h 6858000"/>
              <a:gd name="connsiteX120" fmla="*/ 2800768 w 7472601"/>
              <a:gd name="connsiteY120" fmla="*/ 5010056 h 6858000"/>
              <a:gd name="connsiteX121" fmla="*/ 2879408 w 7472601"/>
              <a:gd name="connsiteY121" fmla="*/ 5031590 h 6858000"/>
              <a:gd name="connsiteX122" fmla="*/ 2862295 w 7472601"/>
              <a:gd name="connsiteY122" fmla="*/ 5022958 h 6858000"/>
              <a:gd name="connsiteX123" fmla="*/ 2813343 w 7472601"/>
              <a:gd name="connsiteY123" fmla="*/ 4998369 h 6858000"/>
              <a:gd name="connsiteX124" fmla="*/ 2646245 w 7472601"/>
              <a:gd name="connsiteY124" fmla="*/ 4930999 h 6858000"/>
              <a:gd name="connsiteX125" fmla="*/ 1999243 w 7472601"/>
              <a:gd name="connsiteY125" fmla="*/ 4730524 h 6858000"/>
              <a:gd name="connsiteX126" fmla="*/ 1979527 w 7472601"/>
              <a:gd name="connsiteY126" fmla="*/ 4726651 h 6858000"/>
              <a:gd name="connsiteX127" fmla="*/ 1927410 w 7472601"/>
              <a:gd name="connsiteY127" fmla="*/ 4716164 h 6858000"/>
              <a:gd name="connsiteX128" fmla="*/ 1997014 w 7472601"/>
              <a:gd name="connsiteY128" fmla="*/ 4698007 h 6858000"/>
              <a:gd name="connsiteX129" fmla="*/ 2005458 w 7472601"/>
              <a:gd name="connsiteY129" fmla="*/ 4699540 h 6858000"/>
              <a:gd name="connsiteX130" fmla="*/ 2657186 w 7472601"/>
              <a:gd name="connsiteY130" fmla="*/ 4901687 h 6858000"/>
              <a:gd name="connsiteX131" fmla="*/ 2826662 w 7472601"/>
              <a:gd name="connsiteY131" fmla="*/ 4970362 h 6858000"/>
              <a:gd name="connsiteX132" fmla="*/ 2876100 w 7472601"/>
              <a:gd name="connsiteY132" fmla="*/ 4995397 h 6858000"/>
              <a:gd name="connsiteX133" fmla="*/ 3042600 w 7472601"/>
              <a:gd name="connsiteY133" fmla="*/ 5059532 h 6858000"/>
              <a:gd name="connsiteX134" fmla="*/ 1997014 w 7472601"/>
              <a:gd name="connsiteY134" fmla="*/ 4698007 h 6858000"/>
              <a:gd name="connsiteX135" fmla="*/ 2305292 w 7472601"/>
              <a:gd name="connsiteY135" fmla="*/ 4219492 h 6858000"/>
              <a:gd name="connsiteX136" fmla="*/ 3360922 w 7472601"/>
              <a:gd name="connsiteY136" fmla="*/ 4529373 h 6858000"/>
              <a:gd name="connsiteX137" fmla="*/ 3492420 w 7472601"/>
              <a:gd name="connsiteY137" fmla="*/ 4510145 h 6858000"/>
              <a:gd name="connsiteX138" fmla="*/ 3364086 w 7472601"/>
              <a:gd name="connsiteY138" fmla="*/ 4480340 h 6858000"/>
              <a:gd name="connsiteX139" fmla="*/ 3225818 w 7472601"/>
              <a:gd name="connsiteY139" fmla="*/ 4411822 h 6858000"/>
              <a:gd name="connsiteX140" fmla="*/ 3129696 w 7472601"/>
              <a:gd name="connsiteY140" fmla="*/ 4360704 h 6858000"/>
              <a:gd name="connsiteX141" fmla="*/ 2814545 w 7472601"/>
              <a:gd name="connsiteY141" fmla="*/ 4282955 h 6858000"/>
              <a:gd name="connsiteX142" fmla="*/ 2305292 w 7472601"/>
              <a:gd name="connsiteY142" fmla="*/ 4219492 h 6858000"/>
              <a:gd name="connsiteX143" fmla="*/ 2626982 w 7472601"/>
              <a:gd name="connsiteY143" fmla="*/ 4206450 h 6858000"/>
              <a:gd name="connsiteX144" fmla="*/ 2490617 w 7472601"/>
              <a:gd name="connsiteY144" fmla="*/ 4206951 h 6858000"/>
              <a:gd name="connsiteX145" fmla="*/ 2819869 w 7472601"/>
              <a:gd name="connsiteY145" fmla="*/ 4252936 h 6858000"/>
              <a:gd name="connsiteX146" fmla="*/ 3143018 w 7472601"/>
              <a:gd name="connsiteY146" fmla="*/ 4332698 h 6858000"/>
              <a:gd name="connsiteX147" fmla="*/ 3241520 w 7472601"/>
              <a:gd name="connsiteY147" fmla="*/ 4385112 h 6858000"/>
              <a:gd name="connsiteX148" fmla="*/ 3374575 w 7472601"/>
              <a:gd name="connsiteY148" fmla="*/ 4451517 h 6858000"/>
              <a:gd name="connsiteX149" fmla="*/ 3505221 w 7472601"/>
              <a:gd name="connsiteY149" fmla="*/ 4480757 h 6858000"/>
              <a:gd name="connsiteX150" fmla="*/ 2626982 w 7472601"/>
              <a:gd name="connsiteY150" fmla="*/ 4206450 h 6858000"/>
              <a:gd name="connsiteX151" fmla="*/ 1310106 w 7472601"/>
              <a:gd name="connsiteY151" fmla="*/ 3943217 h 6858000"/>
              <a:gd name="connsiteX152" fmla="*/ 854994 w 7472601"/>
              <a:gd name="connsiteY152" fmla="*/ 4399136 h 6858000"/>
              <a:gd name="connsiteX153" fmla="*/ 742462 w 7472601"/>
              <a:gd name="connsiteY153" fmla="*/ 4594648 h 6858000"/>
              <a:gd name="connsiteX154" fmla="*/ 820602 w 7472601"/>
              <a:gd name="connsiteY154" fmla="*/ 4485915 h 6858000"/>
              <a:gd name="connsiteX155" fmla="*/ 878295 w 7472601"/>
              <a:gd name="connsiteY155" fmla="*/ 4403594 h 6858000"/>
              <a:gd name="connsiteX156" fmla="*/ 1240607 w 7472601"/>
              <a:gd name="connsiteY156" fmla="*/ 4010401 h 6858000"/>
              <a:gd name="connsiteX157" fmla="*/ 1310106 w 7472601"/>
              <a:gd name="connsiteY157" fmla="*/ 3943217 h 6858000"/>
              <a:gd name="connsiteX158" fmla="*/ 1423113 w 7472601"/>
              <a:gd name="connsiteY158" fmla="*/ 3874565 h 6858000"/>
              <a:gd name="connsiteX159" fmla="*/ 1260565 w 7472601"/>
              <a:gd name="connsiteY159" fmla="*/ 4031982 h 6858000"/>
              <a:gd name="connsiteX160" fmla="*/ 901900 w 7472601"/>
              <a:gd name="connsiteY160" fmla="*/ 4421236 h 6858000"/>
              <a:gd name="connsiteX161" fmla="*/ 845044 w 7472601"/>
              <a:gd name="connsiteY161" fmla="*/ 4502436 h 6858000"/>
              <a:gd name="connsiteX162" fmla="*/ 685926 w 7472601"/>
              <a:gd name="connsiteY162" fmla="*/ 4703069 h 6858000"/>
              <a:gd name="connsiteX163" fmla="*/ 684248 w 7472601"/>
              <a:gd name="connsiteY163" fmla="*/ 4706721 h 6858000"/>
              <a:gd name="connsiteX164" fmla="*/ 1423113 w 7472601"/>
              <a:gd name="connsiteY164" fmla="*/ 3874565 h 6858000"/>
              <a:gd name="connsiteX165" fmla="*/ 3316479 w 7472601"/>
              <a:gd name="connsiteY165" fmla="*/ 3872136 h 6858000"/>
              <a:gd name="connsiteX166" fmla="*/ 3546806 w 7472601"/>
              <a:gd name="connsiteY166" fmla="*/ 4356139 h 6858000"/>
              <a:gd name="connsiteX167" fmla="*/ 3364433 w 7472601"/>
              <a:gd name="connsiteY167" fmla="*/ 3953121 h 6858000"/>
              <a:gd name="connsiteX168" fmla="*/ 3316479 w 7472601"/>
              <a:gd name="connsiteY168" fmla="*/ 3872136 h 6858000"/>
              <a:gd name="connsiteX169" fmla="*/ 3291335 w 7472601"/>
              <a:gd name="connsiteY169" fmla="*/ 3767420 h 6858000"/>
              <a:gd name="connsiteX170" fmla="*/ 3390805 w 7472601"/>
              <a:gd name="connsiteY170" fmla="*/ 3937163 h 6858000"/>
              <a:gd name="connsiteX171" fmla="*/ 3579062 w 7472601"/>
              <a:gd name="connsiteY171" fmla="*/ 4359040 h 6858000"/>
              <a:gd name="connsiteX172" fmla="*/ 3467355 w 7472601"/>
              <a:gd name="connsiteY172" fmla="*/ 3988130 h 6858000"/>
              <a:gd name="connsiteX173" fmla="*/ 3310753 w 7472601"/>
              <a:gd name="connsiteY173" fmla="*/ 3787140 h 6858000"/>
              <a:gd name="connsiteX174" fmla="*/ 3291335 w 7472601"/>
              <a:gd name="connsiteY174" fmla="*/ 3767420 h 6858000"/>
              <a:gd name="connsiteX175" fmla="*/ 1635889 w 7472601"/>
              <a:gd name="connsiteY175" fmla="*/ 3709494 h 6858000"/>
              <a:gd name="connsiteX176" fmla="*/ 1634800 w 7472601"/>
              <a:gd name="connsiteY176" fmla="*/ 3731111 h 6858000"/>
              <a:gd name="connsiteX177" fmla="*/ 1635889 w 7472601"/>
              <a:gd name="connsiteY177" fmla="*/ 3709494 h 6858000"/>
              <a:gd name="connsiteX178" fmla="*/ 1510397 w 7472601"/>
              <a:gd name="connsiteY178" fmla="*/ 3684705 h 6858000"/>
              <a:gd name="connsiteX179" fmla="*/ 1146550 w 7472601"/>
              <a:gd name="connsiteY179" fmla="*/ 3802012 h 6858000"/>
              <a:gd name="connsiteX180" fmla="*/ 698834 w 7472601"/>
              <a:gd name="connsiteY180" fmla="*/ 3952272 h 6858000"/>
              <a:gd name="connsiteX181" fmla="*/ 34256 w 7472601"/>
              <a:gd name="connsiteY181" fmla="*/ 4347603 h 6858000"/>
              <a:gd name="connsiteX182" fmla="*/ 527241 w 7472601"/>
              <a:gd name="connsiteY182" fmla="*/ 4065078 h 6858000"/>
              <a:gd name="connsiteX183" fmla="*/ 1510397 w 7472601"/>
              <a:gd name="connsiteY183" fmla="*/ 3684705 h 6858000"/>
              <a:gd name="connsiteX184" fmla="*/ 1313114 w 7472601"/>
              <a:gd name="connsiteY184" fmla="*/ 3655216 h 6858000"/>
              <a:gd name="connsiteX185" fmla="*/ 1109304 w 7472601"/>
              <a:gd name="connsiteY185" fmla="*/ 3669030 h 6858000"/>
              <a:gd name="connsiteX186" fmla="*/ 8129 w 7472601"/>
              <a:gd name="connsiteY186" fmla="*/ 4330519 h 6858000"/>
              <a:gd name="connsiteX187" fmla="*/ 687572 w 7472601"/>
              <a:gd name="connsiteY187" fmla="*/ 3925629 h 6858000"/>
              <a:gd name="connsiteX188" fmla="*/ 1138365 w 7472601"/>
              <a:gd name="connsiteY188" fmla="*/ 3774515 h 6858000"/>
              <a:gd name="connsiteX189" fmla="*/ 1505579 w 7472601"/>
              <a:gd name="connsiteY189" fmla="*/ 3655526 h 6858000"/>
              <a:gd name="connsiteX190" fmla="*/ 1313114 w 7472601"/>
              <a:gd name="connsiteY190" fmla="*/ 3655216 h 6858000"/>
              <a:gd name="connsiteX191" fmla="*/ 3655073 w 7472601"/>
              <a:gd name="connsiteY191" fmla="*/ 3650884 h 6858000"/>
              <a:gd name="connsiteX192" fmla="*/ 3989938 w 7472601"/>
              <a:gd name="connsiteY192" fmla="*/ 3991685 h 6858000"/>
              <a:gd name="connsiteX193" fmla="*/ 4393907 w 7472601"/>
              <a:gd name="connsiteY193" fmla="*/ 4261258 h 6858000"/>
              <a:gd name="connsiteX194" fmla="*/ 4648051 w 7472601"/>
              <a:gd name="connsiteY194" fmla="*/ 4374051 h 6858000"/>
              <a:gd name="connsiteX195" fmla="*/ 4383389 w 7472601"/>
              <a:gd name="connsiteY195" fmla="*/ 4184369 h 6858000"/>
              <a:gd name="connsiteX196" fmla="*/ 4165508 w 7472601"/>
              <a:gd name="connsiteY196" fmla="*/ 4035196 h 6858000"/>
              <a:gd name="connsiteX197" fmla="*/ 4068162 w 7472601"/>
              <a:gd name="connsiteY197" fmla="*/ 3953394 h 6858000"/>
              <a:gd name="connsiteX198" fmla="*/ 3981416 w 7472601"/>
              <a:gd name="connsiteY198" fmla="*/ 3880482 h 6858000"/>
              <a:gd name="connsiteX199" fmla="*/ 3800147 w 7472601"/>
              <a:gd name="connsiteY199" fmla="*/ 3749872 h 6858000"/>
              <a:gd name="connsiteX200" fmla="*/ 3655073 w 7472601"/>
              <a:gd name="connsiteY200" fmla="*/ 3650884 h 6858000"/>
              <a:gd name="connsiteX201" fmla="*/ 3670252 w 7472601"/>
              <a:gd name="connsiteY201" fmla="*/ 3622798 h 6858000"/>
              <a:gd name="connsiteX202" fmla="*/ 3817258 w 7472601"/>
              <a:gd name="connsiteY202" fmla="*/ 3723577 h 6858000"/>
              <a:gd name="connsiteX203" fmla="*/ 4000461 w 7472601"/>
              <a:gd name="connsiteY203" fmla="*/ 3855966 h 6858000"/>
              <a:gd name="connsiteX204" fmla="*/ 4088180 w 7472601"/>
              <a:gd name="connsiteY204" fmla="*/ 3929774 h 6858000"/>
              <a:gd name="connsiteX205" fmla="*/ 4184555 w 7472601"/>
              <a:gd name="connsiteY205" fmla="*/ 4010683 h 6858000"/>
              <a:gd name="connsiteX206" fmla="*/ 4399563 w 7472601"/>
              <a:gd name="connsiteY206" fmla="*/ 4158106 h 6858000"/>
              <a:gd name="connsiteX207" fmla="*/ 4684469 w 7472601"/>
              <a:gd name="connsiteY207" fmla="*/ 4364680 h 6858000"/>
              <a:gd name="connsiteX208" fmla="*/ 4690271 w 7472601"/>
              <a:gd name="connsiteY208" fmla="*/ 4370034 h 6858000"/>
              <a:gd name="connsiteX209" fmla="*/ 4136093 w 7472601"/>
              <a:gd name="connsiteY209" fmla="*/ 3858466 h 6858000"/>
              <a:gd name="connsiteX210" fmla="*/ 3670252 w 7472601"/>
              <a:gd name="connsiteY210" fmla="*/ 3622798 h 6858000"/>
              <a:gd name="connsiteX211" fmla="*/ 4440129 w 7472601"/>
              <a:gd name="connsiteY211" fmla="*/ 3448571 h 6858000"/>
              <a:gd name="connsiteX212" fmla="*/ 4856525 w 7472601"/>
              <a:gd name="connsiteY212" fmla="*/ 3915351 h 6858000"/>
              <a:gd name="connsiteX213" fmla="*/ 5059055 w 7472601"/>
              <a:gd name="connsiteY213" fmla="*/ 4108918 h 6858000"/>
              <a:gd name="connsiteX214" fmla="*/ 5290070 w 7472601"/>
              <a:gd name="connsiteY214" fmla="*/ 4263619 h 6858000"/>
              <a:gd name="connsiteX215" fmla="*/ 4834991 w 7472601"/>
              <a:gd name="connsiteY215" fmla="*/ 3830985 h 6858000"/>
              <a:gd name="connsiteX216" fmla="*/ 4440129 w 7472601"/>
              <a:gd name="connsiteY216" fmla="*/ 3448571 h 6858000"/>
              <a:gd name="connsiteX217" fmla="*/ 4441737 w 7472601"/>
              <a:gd name="connsiteY217" fmla="*/ 3399734 h 6858000"/>
              <a:gd name="connsiteX218" fmla="*/ 4431236 w 7472601"/>
              <a:gd name="connsiteY218" fmla="*/ 3400954 h 6858000"/>
              <a:gd name="connsiteX219" fmla="*/ 4557150 w 7472601"/>
              <a:gd name="connsiteY219" fmla="*/ 3510023 h 6858000"/>
              <a:gd name="connsiteX220" fmla="*/ 4856936 w 7472601"/>
              <a:gd name="connsiteY220" fmla="*/ 3809146 h 6858000"/>
              <a:gd name="connsiteX221" fmla="*/ 5111996 w 7472601"/>
              <a:gd name="connsiteY221" fmla="*/ 4065759 h 6858000"/>
              <a:gd name="connsiteX222" fmla="*/ 5388878 w 7472601"/>
              <a:gd name="connsiteY222" fmla="*/ 4300185 h 6858000"/>
              <a:gd name="connsiteX223" fmla="*/ 5425556 w 7472601"/>
              <a:gd name="connsiteY223" fmla="*/ 4308967 h 6858000"/>
              <a:gd name="connsiteX224" fmla="*/ 4943646 w 7472601"/>
              <a:gd name="connsiteY224" fmla="*/ 3822916 h 6858000"/>
              <a:gd name="connsiteX225" fmla="*/ 4594837 w 7472601"/>
              <a:gd name="connsiteY225" fmla="*/ 3532274 h 6858000"/>
              <a:gd name="connsiteX226" fmla="*/ 4441737 w 7472601"/>
              <a:gd name="connsiteY226" fmla="*/ 3399734 h 6858000"/>
              <a:gd name="connsiteX227" fmla="*/ 5425834 w 7472601"/>
              <a:gd name="connsiteY227" fmla="*/ 3162785 h 6858000"/>
              <a:gd name="connsiteX228" fmla="*/ 5401644 w 7472601"/>
              <a:gd name="connsiteY228" fmla="*/ 3617847 h 6858000"/>
              <a:gd name="connsiteX229" fmla="*/ 5467256 w 7472601"/>
              <a:gd name="connsiteY229" fmla="*/ 4175494 h 6858000"/>
              <a:gd name="connsiteX230" fmla="*/ 5448069 w 7472601"/>
              <a:gd name="connsiteY230" fmla="*/ 3567554 h 6858000"/>
              <a:gd name="connsiteX231" fmla="*/ 5425834 w 7472601"/>
              <a:gd name="connsiteY231" fmla="*/ 3162785 h 6858000"/>
              <a:gd name="connsiteX232" fmla="*/ 1318687 w 7472601"/>
              <a:gd name="connsiteY232" fmla="*/ 3113840 h 6858000"/>
              <a:gd name="connsiteX233" fmla="*/ 1066793 w 7472601"/>
              <a:gd name="connsiteY233" fmla="*/ 3212171 h 6858000"/>
              <a:gd name="connsiteX234" fmla="*/ 993319 w 7472601"/>
              <a:gd name="connsiteY234" fmla="*/ 3247648 h 6858000"/>
              <a:gd name="connsiteX235" fmla="*/ 853081 w 7472601"/>
              <a:gd name="connsiteY235" fmla="*/ 3312410 h 6858000"/>
              <a:gd name="connsiteX236" fmla="*/ 805957 w 7472601"/>
              <a:gd name="connsiteY236" fmla="*/ 3330443 h 6858000"/>
              <a:gd name="connsiteX237" fmla="*/ 1318687 w 7472601"/>
              <a:gd name="connsiteY237" fmla="*/ 3113840 h 6858000"/>
              <a:gd name="connsiteX238" fmla="*/ 5453702 w 7472601"/>
              <a:gd name="connsiteY238" fmla="*/ 3090882 h 6858000"/>
              <a:gd name="connsiteX239" fmla="*/ 5480135 w 7472601"/>
              <a:gd name="connsiteY239" fmla="*/ 3565802 h 6858000"/>
              <a:gd name="connsiteX240" fmla="*/ 5499023 w 7472601"/>
              <a:gd name="connsiteY240" fmla="*/ 4166310 h 6858000"/>
              <a:gd name="connsiteX241" fmla="*/ 5547022 w 7472601"/>
              <a:gd name="connsiteY241" fmla="*/ 3607838 h 6858000"/>
              <a:gd name="connsiteX242" fmla="*/ 5515964 w 7472601"/>
              <a:gd name="connsiteY242" fmla="*/ 3378541 h 6858000"/>
              <a:gd name="connsiteX243" fmla="*/ 5453702 w 7472601"/>
              <a:gd name="connsiteY243" fmla="*/ 3090882 h 6858000"/>
              <a:gd name="connsiteX244" fmla="*/ 1238695 w 7472601"/>
              <a:gd name="connsiteY244" fmla="*/ 3076820 h 6858000"/>
              <a:gd name="connsiteX245" fmla="*/ 716371 w 7472601"/>
              <a:gd name="connsiteY245" fmla="*/ 3293249 h 6858000"/>
              <a:gd name="connsiteX246" fmla="*/ 579522 w 7472601"/>
              <a:gd name="connsiteY246" fmla="*/ 3371759 h 6858000"/>
              <a:gd name="connsiteX247" fmla="*/ 600288 w 7472601"/>
              <a:gd name="connsiteY247" fmla="*/ 3365555 h 6858000"/>
              <a:gd name="connsiteX248" fmla="*/ 840692 w 7472601"/>
              <a:gd name="connsiteY248" fmla="*/ 3284921 h 6858000"/>
              <a:gd name="connsiteX249" fmla="*/ 979248 w 7472601"/>
              <a:gd name="connsiteY249" fmla="*/ 3221003 h 6858000"/>
              <a:gd name="connsiteX250" fmla="*/ 1053282 w 7472601"/>
              <a:gd name="connsiteY250" fmla="*/ 3185247 h 6858000"/>
              <a:gd name="connsiteX251" fmla="*/ 1320603 w 7472601"/>
              <a:gd name="connsiteY251" fmla="*/ 3081281 h 6858000"/>
              <a:gd name="connsiteX252" fmla="*/ 1238695 w 7472601"/>
              <a:gd name="connsiteY252" fmla="*/ 3076820 h 6858000"/>
              <a:gd name="connsiteX253" fmla="*/ 5425627 w 7472601"/>
              <a:gd name="connsiteY253" fmla="*/ 2954192 h 6858000"/>
              <a:gd name="connsiteX254" fmla="*/ 5470770 w 7472601"/>
              <a:gd name="connsiteY254" fmla="*/ 3005435 h 6858000"/>
              <a:gd name="connsiteX255" fmla="*/ 5519779 w 7472601"/>
              <a:gd name="connsiteY255" fmla="*/ 4359223 h 6858000"/>
              <a:gd name="connsiteX256" fmla="*/ 5520293 w 7472601"/>
              <a:gd name="connsiteY256" fmla="*/ 4360602 h 6858000"/>
              <a:gd name="connsiteX257" fmla="*/ 5767221 w 7472601"/>
              <a:gd name="connsiteY257" fmla="*/ 4665564 h 6858000"/>
              <a:gd name="connsiteX258" fmla="*/ 6937169 w 7472601"/>
              <a:gd name="connsiteY258" fmla="*/ 4815941 h 6858000"/>
              <a:gd name="connsiteX259" fmla="*/ 6953922 w 7472601"/>
              <a:gd name="connsiteY259" fmla="*/ 4890068 h 6858000"/>
              <a:gd name="connsiteX260" fmla="*/ 6071359 w 7472601"/>
              <a:gd name="connsiteY260" fmla="*/ 4770770 h 6858000"/>
              <a:gd name="connsiteX261" fmla="*/ 6038839 w 7472601"/>
              <a:gd name="connsiteY261" fmla="*/ 4764474 h 6858000"/>
              <a:gd name="connsiteX262" fmla="*/ 6038706 w 7472601"/>
              <a:gd name="connsiteY262" fmla="*/ 4763847 h 6858000"/>
              <a:gd name="connsiteX263" fmla="*/ 6037784 w 7472601"/>
              <a:gd name="connsiteY263" fmla="*/ 4764270 h 6858000"/>
              <a:gd name="connsiteX264" fmla="*/ 6038839 w 7472601"/>
              <a:gd name="connsiteY264" fmla="*/ 4764474 h 6858000"/>
              <a:gd name="connsiteX265" fmla="*/ 6040338 w 7472601"/>
              <a:gd name="connsiteY265" fmla="*/ 4771418 h 6858000"/>
              <a:gd name="connsiteX266" fmla="*/ 6024488 w 7472601"/>
              <a:gd name="connsiteY266" fmla="*/ 4809903 h 6858000"/>
              <a:gd name="connsiteX267" fmla="*/ 5599771 w 7472601"/>
              <a:gd name="connsiteY267" fmla="*/ 5509652 h 6858000"/>
              <a:gd name="connsiteX268" fmla="*/ 5548843 w 7472601"/>
              <a:gd name="connsiteY268" fmla="*/ 5563845 h 6858000"/>
              <a:gd name="connsiteX269" fmla="*/ 5940952 w 7472601"/>
              <a:gd name="connsiteY269" fmla="*/ 6250028 h 6858000"/>
              <a:gd name="connsiteX270" fmla="*/ 6043441 w 7472601"/>
              <a:gd name="connsiteY270" fmla="*/ 6665847 h 6858000"/>
              <a:gd name="connsiteX271" fmla="*/ 6093432 w 7472601"/>
              <a:gd name="connsiteY271" fmla="*/ 6858000 h 6858000"/>
              <a:gd name="connsiteX272" fmla="*/ 6034344 w 7472601"/>
              <a:gd name="connsiteY272" fmla="*/ 6858000 h 6858000"/>
              <a:gd name="connsiteX273" fmla="*/ 6026679 w 7472601"/>
              <a:gd name="connsiteY273" fmla="*/ 6836959 h 6858000"/>
              <a:gd name="connsiteX274" fmla="*/ 5800441 w 7472601"/>
              <a:gd name="connsiteY274" fmla="*/ 6335286 h 6858000"/>
              <a:gd name="connsiteX275" fmla="*/ 5526562 w 7472601"/>
              <a:gd name="connsiteY275" fmla="*/ 5705388 h 6858000"/>
              <a:gd name="connsiteX276" fmla="*/ 5519640 w 7472601"/>
              <a:gd name="connsiteY276" fmla="*/ 5683774 h 6858000"/>
              <a:gd name="connsiteX277" fmla="*/ 5844559 w 7472601"/>
              <a:gd name="connsiteY277" fmla="*/ 6553349 h 6858000"/>
              <a:gd name="connsiteX278" fmla="*/ 5975994 w 7472601"/>
              <a:gd name="connsiteY278" fmla="*/ 6858000 h 6858000"/>
              <a:gd name="connsiteX279" fmla="*/ 5898547 w 7472601"/>
              <a:gd name="connsiteY279" fmla="*/ 6858000 h 6858000"/>
              <a:gd name="connsiteX280" fmla="*/ 5682041 w 7472601"/>
              <a:gd name="connsiteY280" fmla="*/ 6355860 h 6858000"/>
              <a:gd name="connsiteX281" fmla="*/ 5461758 w 7472601"/>
              <a:gd name="connsiteY281" fmla="*/ 5820220 h 6858000"/>
              <a:gd name="connsiteX282" fmla="*/ 5237282 w 7472601"/>
              <a:gd name="connsiteY282" fmla="*/ 6579086 h 6858000"/>
              <a:gd name="connsiteX283" fmla="*/ 5115009 w 7472601"/>
              <a:gd name="connsiteY283" fmla="*/ 6858000 h 6858000"/>
              <a:gd name="connsiteX284" fmla="*/ 5028074 w 7472601"/>
              <a:gd name="connsiteY284" fmla="*/ 6858000 h 6858000"/>
              <a:gd name="connsiteX285" fmla="*/ 5079508 w 7472601"/>
              <a:gd name="connsiteY285" fmla="*/ 6749074 h 6858000"/>
              <a:gd name="connsiteX286" fmla="*/ 5371846 w 7472601"/>
              <a:gd name="connsiteY286" fmla="*/ 5924413 h 6858000"/>
              <a:gd name="connsiteX287" fmla="*/ 5270512 w 7472601"/>
              <a:gd name="connsiteY287" fmla="*/ 6138975 h 6858000"/>
              <a:gd name="connsiteX288" fmla="*/ 5062409 w 7472601"/>
              <a:gd name="connsiteY288" fmla="*/ 6653544 h 6858000"/>
              <a:gd name="connsiteX289" fmla="*/ 5036628 w 7472601"/>
              <a:gd name="connsiteY289" fmla="*/ 6754247 h 6858000"/>
              <a:gd name="connsiteX290" fmla="*/ 5009112 w 7472601"/>
              <a:gd name="connsiteY290" fmla="*/ 6858000 h 6858000"/>
              <a:gd name="connsiteX291" fmla="*/ 4976679 w 7472601"/>
              <a:gd name="connsiteY291" fmla="*/ 6858000 h 6858000"/>
              <a:gd name="connsiteX292" fmla="*/ 5006537 w 7472601"/>
              <a:gd name="connsiteY292" fmla="*/ 6747068 h 6858000"/>
              <a:gd name="connsiteX293" fmla="*/ 5032723 w 7472601"/>
              <a:gd name="connsiteY293" fmla="*/ 6644957 h 6858000"/>
              <a:gd name="connsiteX294" fmla="*/ 5242949 w 7472601"/>
              <a:gd name="connsiteY294" fmla="*/ 6125175 h 6858000"/>
              <a:gd name="connsiteX295" fmla="*/ 5286321 w 7472601"/>
              <a:gd name="connsiteY295" fmla="*/ 6033555 h 6858000"/>
              <a:gd name="connsiteX296" fmla="*/ 5008210 w 7472601"/>
              <a:gd name="connsiteY296" fmla="*/ 6649194 h 6858000"/>
              <a:gd name="connsiteX297" fmla="*/ 4986321 w 7472601"/>
              <a:gd name="connsiteY297" fmla="*/ 6765687 h 6858000"/>
              <a:gd name="connsiteX298" fmla="*/ 4973474 w 7472601"/>
              <a:gd name="connsiteY298" fmla="*/ 6858000 h 6858000"/>
              <a:gd name="connsiteX299" fmla="*/ 4907178 w 7472601"/>
              <a:gd name="connsiteY299" fmla="*/ 6858000 h 6858000"/>
              <a:gd name="connsiteX300" fmla="*/ 4910810 w 7472601"/>
              <a:gd name="connsiteY300" fmla="*/ 6829660 h 6858000"/>
              <a:gd name="connsiteX301" fmla="*/ 4987461 w 7472601"/>
              <a:gd name="connsiteY301" fmla="*/ 6432994 h 6858000"/>
              <a:gd name="connsiteX302" fmla="*/ 5179262 w 7472601"/>
              <a:gd name="connsiteY302" fmla="*/ 6035044 h 6858000"/>
              <a:gd name="connsiteX303" fmla="*/ 4689678 w 7472601"/>
              <a:gd name="connsiteY303" fmla="*/ 6440241 h 6858000"/>
              <a:gd name="connsiteX304" fmla="*/ 4477543 w 7472601"/>
              <a:gd name="connsiteY304" fmla="*/ 6674836 h 6858000"/>
              <a:gd name="connsiteX305" fmla="*/ 4329957 w 7472601"/>
              <a:gd name="connsiteY305" fmla="*/ 6858000 h 6858000"/>
              <a:gd name="connsiteX306" fmla="*/ 4218595 w 7472601"/>
              <a:gd name="connsiteY306" fmla="*/ 6858000 h 6858000"/>
              <a:gd name="connsiteX307" fmla="*/ 4368888 w 7472601"/>
              <a:gd name="connsiteY307" fmla="*/ 6668412 h 6858000"/>
              <a:gd name="connsiteX308" fmla="*/ 4563091 w 7472601"/>
              <a:gd name="connsiteY308" fmla="*/ 6442508 h 6858000"/>
              <a:gd name="connsiteX309" fmla="*/ 5387324 w 7472601"/>
              <a:gd name="connsiteY309" fmla="*/ 5705830 h 6858000"/>
              <a:gd name="connsiteX310" fmla="*/ 5073620 w 7472601"/>
              <a:gd name="connsiteY310" fmla="*/ 5955437 h 6858000"/>
              <a:gd name="connsiteX311" fmla="*/ 4689789 w 7472601"/>
              <a:gd name="connsiteY311" fmla="*/ 6268382 h 6858000"/>
              <a:gd name="connsiteX312" fmla="*/ 4418722 w 7472601"/>
              <a:gd name="connsiteY312" fmla="*/ 6570886 h 6858000"/>
              <a:gd name="connsiteX313" fmla="*/ 4214944 w 7472601"/>
              <a:gd name="connsiteY313" fmla="*/ 6858000 h 6858000"/>
              <a:gd name="connsiteX314" fmla="*/ 4177898 w 7472601"/>
              <a:gd name="connsiteY314" fmla="*/ 6858000 h 6858000"/>
              <a:gd name="connsiteX315" fmla="*/ 4391597 w 7472601"/>
              <a:gd name="connsiteY315" fmla="*/ 6556370 h 6858000"/>
              <a:gd name="connsiteX316" fmla="*/ 4668889 w 7472601"/>
              <a:gd name="connsiteY316" fmla="*/ 6246399 h 6858000"/>
              <a:gd name="connsiteX317" fmla="*/ 5055427 w 7472601"/>
              <a:gd name="connsiteY317" fmla="*/ 5931476 h 6858000"/>
              <a:gd name="connsiteX318" fmla="*/ 5371814 w 7472601"/>
              <a:gd name="connsiteY318" fmla="*/ 5678975 h 6858000"/>
              <a:gd name="connsiteX319" fmla="*/ 4987918 w 7472601"/>
              <a:gd name="connsiteY319" fmla="*/ 5838701 h 6858000"/>
              <a:gd name="connsiteX320" fmla="*/ 4317146 w 7472601"/>
              <a:gd name="connsiteY320" fmla="*/ 6587716 h 6858000"/>
              <a:gd name="connsiteX321" fmla="*/ 4171627 w 7472601"/>
              <a:gd name="connsiteY321" fmla="*/ 6858000 h 6858000"/>
              <a:gd name="connsiteX322" fmla="*/ 4081585 w 7472601"/>
              <a:gd name="connsiteY322" fmla="*/ 6858000 h 6858000"/>
              <a:gd name="connsiteX323" fmla="*/ 4238603 w 7472601"/>
              <a:gd name="connsiteY323" fmla="*/ 6559341 h 6858000"/>
              <a:gd name="connsiteX324" fmla="*/ 4778333 w 7472601"/>
              <a:gd name="connsiteY324" fmla="*/ 5873626 h 6858000"/>
              <a:gd name="connsiteX325" fmla="*/ 5414185 w 7472601"/>
              <a:gd name="connsiteY325" fmla="*/ 5573882 h 6858000"/>
              <a:gd name="connsiteX326" fmla="*/ 5959648 w 7472601"/>
              <a:gd name="connsiteY326" fmla="*/ 4760797 h 6858000"/>
              <a:gd name="connsiteX327" fmla="*/ 5355019 w 7472601"/>
              <a:gd name="connsiteY327" fmla="*/ 4734672 h 6858000"/>
              <a:gd name="connsiteX328" fmla="*/ 5083565 w 7472601"/>
              <a:gd name="connsiteY328" fmla="*/ 5179121 h 6858000"/>
              <a:gd name="connsiteX329" fmla="*/ 4713577 w 7472601"/>
              <a:gd name="connsiteY329" fmla="*/ 5616803 h 6858000"/>
              <a:gd name="connsiteX330" fmla="*/ 3989559 w 7472601"/>
              <a:gd name="connsiteY330" fmla="*/ 6145945 h 6858000"/>
              <a:gd name="connsiteX331" fmla="*/ 3939824 w 7472601"/>
              <a:gd name="connsiteY331" fmla="*/ 6066900 h 6858000"/>
              <a:gd name="connsiteX332" fmla="*/ 4584537 w 7472601"/>
              <a:gd name="connsiteY332" fmla="*/ 5324826 h 6858000"/>
              <a:gd name="connsiteX333" fmla="*/ 5037105 w 7472601"/>
              <a:gd name="connsiteY333" fmla="*/ 5088765 h 6858000"/>
              <a:gd name="connsiteX334" fmla="*/ 5039930 w 7472601"/>
              <a:gd name="connsiteY334" fmla="*/ 5089585 h 6858000"/>
              <a:gd name="connsiteX335" fmla="*/ 5263764 w 7472601"/>
              <a:gd name="connsiteY335" fmla="*/ 4735525 h 6858000"/>
              <a:gd name="connsiteX336" fmla="*/ 4086300 w 7472601"/>
              <a:gd name="connsiteY336" fmla="*/ 4884599 h 6858000"/>
              <a:gd name="connsiteX337" fmla="*/ 4085485 w 7472601"/>
              <a:gd name="connsiteY337" fmla="*/ 4899070 h 6858000"/>
              <a:gd name="connsiteX338" fmla="*/ 3871915 w 7472601"/>
              <a:gd name="connsiteY338" fmla="*/ 5253645 h 6858000"/>
              <a:gd name="connsiteX339" fmla="*/ 3799374 w 7472601"/>
              <a:gd name="connsiteY339" fmla="*/ 5466127 h 6858000"/>
              <a:gd name="connsiteX340" fmla="*/ 3498850 w 7472601"/>
              <a:gd name="connsiteY340" fmla="*/ 6661888 h 6858000"/>
              <a:gd name="connsiteX341" fmla="*/ 3399216 w 7472601"/>
              <a:gd name="connsiteY341" fmla="*/ 6858000 h 6858000"/>
              <a:gd name="connsiteX342" fmla="*/ 3303688 w 7472601"/>
              <a:gd name="connsiteY342" fmla="*/ 6858000 h 6858000"/>
              <a:gd name="connsiteX343" fmla="*/ 3391774 w 7472601"/>
              <a:gd name="connsiteY343" fmla="*/ 6697181 h 6858000"/>
              <a:gd name="connsiteX344" fmla="*/ 3735540 w 7472601"/>
              <a:gd name="connsiteY344" fmla="*/ 5546923 h 6858000"/>
              <a:gd name="connsiteX345" fmla="*/ 3729438 w 7472601"/>
              <a:gd name="connsiteY345" fmla="*/ 5569058 h 6858000"/>
              <a:gd name="connsiteX346" fmla="*/ 3707782 w 7472601"/>
              <a:gd name="connsiteY346" fmla="*/ 5644908 h 6858000"/>
              <a:gd name="connsiteX347" fmla="*/ 3583827 w 7472601"/>
              <a:gd name="connsiteY347" fmla="*/ 6039215 h 6858000"/>
              <a:gd name="connsiteX348" fmla="*/ 3547861 w 7472601"/>
              <a:gd name="connsiteY348" fmla="*/ 6129609 h 6858000"/>
              <a:gd name="connsiteX349" fmla="*/ 3490905 w 7472601"/>
              <a:gd name="connsiteY349" fmla="*/ 6277660 h 6858000"/>
              <a:gd name="connsiteX350" fmla="*/ 3455859 w 7472601"/>
              <a:gd name="connsiteY350" fmla="*/ 6391301 h 6858000"/>
              <a:gd name="connsiteX351" fmla="*/ 3429112 w 7472601"/>
              <a:gd name="connsiteY351" fmla="*/ 6479469 h 6858000"/>
              <a:gd name="connsiteX352" fmla="*/ 3304862 w 7472601"/>
              <a:gd name="connsiteY352" fmla="*/ 6796476 h 6858000"/>
              <a:gd name="connsiteX353" fmla="*/ 3276071 w 7472601"/>
              <a:gd name="connsiteY353" fmla="*/ 6858000 h 6858000"/>
              <a:gd name="connsiteX354" fmla="*/ 3240805 w 7472601"/>
              <a:gd name="connsiteY354" fmla="*/ 6858000 h 6858000"/>
              <a:gd name="connsiteX355" fmla="*/ 3275917 w 7472601"/>
              <a:gd name="connsiteY355" fmla="*/ 6783192 h 6858000"/>
              <a:gd name="connsiteX356" fmla="*/ 3399358 w 7472601"/>
              <a:gd name="connsiteY356" fmla="*/ 6469011 h 6858000"/>
              <a:gd name="connsiteX357" fmla="*/ 3425650 w 7472601"/>
              <a:gd name="connsiteY357" fmla="*/ 6381333 h 6858000"/>
              <a:gd name="connsiteX358" fmla="*/ 3460661 w 7472601"/>
              <a:gd name="connsiteY358" fmla="*/ 6266763 h 6858000"/>
              <a:gd name="connsiteX359" fmla="*/ 3518021 w 7472601"/>
              <a:gd name="connsiteY359" fmla="*/ 6117298 h 6858000"/>
              <a:gd name="connsiteX360" fmla="*/ 3554035 w 7472601"/>
              <a:gd name="connsiteY360" fmla="*/ 6027832 h 6858000"/>
              <a:gd name="connsiteX361" fmla="*/ 3677174 w 7472601"/>
              <a:gd name="connsiteY361" fmla="*/ 5636351 h 6858000"/>
              <a:gd name="connsiteX362" fmla="*/ 3698819 w 7472601"/>
              <a:gd name="connsiteY362" fmla="*/ 5560503 h 6858000"/>
              <a:gd name="connsiteX363" fmla="*/ 3702094 w 7472601"/>
              <a:gd name="connsiteY363" fmla="*/ 5549194 h 6858000"/>
              <a:gd name="connsiteX364" fmla="*/ 3398355 w 7472601"/>
              <a:gd name="connsiteY364" fmla="*/ 6094603 h 6858000"/>
              <a:gd name="connsiteX365" fmla="*/ 3193941 w 7472601"/>
              <a:gd name="connsiteY365" fmla="*/ 6798775 h 6858000"/>
              <a:gd name="connsiteX366" fmla="*/ 3184140 w 7472601"/>
              <a:gd name="connsiteY366" fmla="*/ 6858000 h 6858000"/>
              <a:gd name="connsiteX367" fmla="*/ 3099978 w 7472601"/>
              <a:gd name="connsiteY367" fmla="*/ 6858000 h 6858000"/>
              <a:gd name="connsiteX368" fmla="*/ 3101556 w 7472601"/>
              <a:gd name="connsiteY368" fmla="*/ 6843337 h 6858000"/>
              <a:gd name="connsiteX369" fmla="*/ 3370162 w 7472601"/>
              <a:gd name="connsiteY369" fmla="*/ 5785550 h 6858000"/>
              <a:gd name="connsiteX370" fmla="*/ 3746477 w 7472601"/>
              <a:gd name="connsiteY370" fmla="*/ 5377889 h 6858000"/>
              <a:gd name="connsiteX371" fmla="*/ 3863399 w 7472601"/>
              <a:gd name="connsiteY371" fmla="*/ 5087257 h 6858000"/>
              <a:gd name="connsiteX372" fmla="*/ 3968712 w 7472601"/>
              <a:gd name="connsiteY372" fmla="*/ 4913989 h 6858000"/>
              <a:gd name="connsiteX373" fmla="*/ 2792390 w 7472601"/>
              <a:gd name="connsiteY373" fmla="*/ 5382974 h 6858000"/>
              <a:gd name="connsiteX374" fmla="*/ 2714982 w 7472601"/>
              <a:gd name="connsiteY374" fmla="*/ 5427051 h 6858000"/>
              <a:gd name="connsiteX375" fmla="*/ 2813361 w 7472601"/>
              <a:gd name="connsiteY375" fmla="*/ 6023912 h 6858000"/>
              <a:gd name="connsiteX376" fmla="*/ 2688430 w 7472601"/>
              <a:gd name="connsiteY376" fmla="*/ 6801564 h 6858000"/>
              <a:gd name="connsiteX377" fmla="*/ 2629626 w 7472601"/>
              <a:gd name="connsiteY377" fmla="*/ 6763394 h 6858000"/>
              <a:gd name="connsiteX378" fmla="*/ 2565328 w 7472601"/>
              <a:gd name="connsiteY378" fmla="*/ 5516399 h 6858000"/>
              <a:gd name="connsiteX379" fmla="*/ 1922999 w 7472601"/>
              <a:gd name="connsiteY379" fmla="*/ 5980343 h 6858000"/>
              <a:gd name="connsiteX380" fmla="*/ 1950261 w 7472601"/>
              <a:gd name="connsiteY380" fmla="*/ 6405858 h 6858000"/>
              <a:gd name="connsiteX381" fmla="*/ 2365554 w 7472601"/>
              <a:gd name="connsiteY381" fmla="*/ 6759107 h 6858000"/>
              <a:gd name="connsiteX382" fmla="*/ 2424142 w 7472601"/>
              <a:gd name="connsiteY382" fmla="*/ 6858000 h 6858000"/>
              <a:gd name="connsiteX383" fmla="*/ 2395994 w 7472601"/>
              <a:gd name="connsiteY383" fmla="*/ 6858000 h 6858000"/>
              <a:gd name="connsiteX384" fmla="*/ 2392863 w 7472601"/>
              <a:gd name="connsiteY384" fmla="*/ 6852964 h 6858000"/>
              <a:gd name="connsiteX385" fmla="*/ 2017589 w 7472601"/>
              <a:gd name="connsiteY385" fmla="*/ 6493982 h 6858000"/>
              <a:gd name="connsiteX386" fmla="*/ 2147336 w 7472601"/>
              <a:gd name="connsiteY386" fmla="*/ 6594052 h 6858000"/>
              <a:gd name="connsiteX387" fmla="*/ 2207047 w 7472601"/>
              <a:gd name="connsiteY387" fmla="*/ 6654540 h 6858000"/>
              <a:gd name="connsiteX388" fmla="*/ 2299106 w 7472601"/>
              <a:gd name="connsiteY388" fmla="*/ 6778931 h 6858000"/>
              <a:gd name="connsiteX389" fmla="*/ 2314430 w 7472601"/>
              <a:gd name="connsiteY389" fmla="*/ 6801144 h 6858000"/>
              <a:gd name="connsiteX390" fmla="*/ 2352406 w 7472601"/>
              <a:gd name="connsiteY390" fmla="*/ 6858000 h 6858000"/>
              <a:gd name="connsiteX391" fmla="*/ 2314492 w 7472601"/>
              <a:gd name="connsiteY391" fmla="*/ 6858000 h 6858000"/>
              <a:gd name="connsiteX392" fmla="*/ 2288095 w 7472601"/>
              <a:gd name="connsiteY392" fmla="*/ 6818030 h 6858000"/>
              <a:gd name="connsiteX393" fmla="*/ 2272768 w 7472601"/>
              <a:gd name="connsiteY393" fmla="*/ 6795822 h 6858000"/>
              <a:gd name="connsiteX394" fmla="*/ 2182715 w 7472601"/>
              <a:gd name="connsiteY394" fmla="*/ 6675071 h 6858000"/>
              <a:gd name="connsiteX395" fmla="*/ 2032061 w 7472601"/>
              <a:gd name="connsiteY395" fmla="*/ 6541380 h 6858000"/>
              <a:gd name="connsiteX396" fmla="*/ 2257220 w 7472601"/>
              <a:gd name="connsiteY396" fmla="*/ 6826257 h 6858000"/>
              <a:gd name="connsiteX397" fmla="*/ 2281324 w 7472601"/>
              <a:gd name="connsiteY397" fmla="*/ 6858000 h 6858000"/>
              <a:gd name="connsiteX398" fmla="*/ 2242860 w 7472601"/>
              <a:gd name="connsiteY398" fmla="*/ 6858000 h 6858000"/>
              <a:gd name="connsiteX399" fmla="*/ 2232818 w 7472601"/>
              <a:gd name="connsiteY399" fmla="*/ 6844926 h 6858000"/>
              <a:gd name="connsiteX400" fmla="*/ 1990172 w 7472601"/>
              <a:gd name="connsiteY400" fmla="*/ 6542121 h 6858000"/>
              <a:gd name="connsiteX401" fmla="*/ 2124090 w 7472601"/>
              <a:gd name="connsiteY401" fmla="*/ 6761017 h 6858000"/>
              <a:gd name="connsiteX402" fmla="*/ 2200380 w 7472601"/>
              <a:gd name="connsiteY402" fmla="*/ 6858000 h 6858000"/>
              <a:gd name="connsiteX403" fmla="*/ 2147507 w 7472601"/>
              <a:gd name="connsiteY403" fmla="*/ 6858000 h 6858000"/>
              <a:gd name="connsiteX404" fmla="*/ 2070668 w 7472601"/>
              <a:gd name="connsiteY404" fmla="*/ 6761520 h 6858000"/>
              <a:gd name="connsiteX405" fmla="*/ 1975142 w 7472601"/>
              <a:gd name="connsiteY405" fmla="*/ 6585570 h 6858000"/>
              <a:gd name="connsiteX406" fmla="*/ 2050035 w 7472601"/>
              <a:gd name="connsiteY406" fmla="*/ 6813345 h 6858000"/>
              <a:gd name="connsiteX407" fmla="*/ 2063025 w 7472601"/>
              <a:gd name="connsiteY407" fmla="*/ 6858000 h 6858000"/>
              <a:gd name="connsiteX408" fmla="*/ 2021675 w 7472601"/>
              <a:gd name="connsiteY408" fmla="*/ 6858000 h 6858000"/>
              <a:gd name="connsiteX409" fmla="*/ 2019308 w 7472601"/>
              <a:gd name="connsiteY409" fmla="*/ 6847118 h 6858000"/>
              <a:gd name="connsiteX410" fmla="*/ 1938835 w 7472601"/>
              <a:gd name="connsiteY410" fmla="*/ 6551160 h 6858000"/>
              <a:gd name="connsiteX411" fmla="*/ 1953230 w 7472601"/>
              <a:gd name="connsiteY411" fmla="*/ 6759699 h 6858000"/>
              <a:gd name="connsiteX412" fmla="*/ 1956763 w 7472601"/>
              <a:gd name="connsiteY412" fmla="*/ 6778191 h 6858000"/>
              <a:gd name="connsiteX413" fmla="*/ 1967925 w 7472601"/>
              <a:gd name="connsiteY413" fmla="*/ 6858000 h 6858000"/>
              <a:gd name="connsiteX414" fmla="*/ 1936622 w 7472601"/>
              <a:gd name="connsiteY414" fmla="*/ 6858000 h 6858000"/>
              <a:gd name="connsiteX415" fmla="*/ 1926261 w 7472601"/>
              <a:gd name="connsiteY415" fmla="*/ 6784064 h 6858000"/>
              <a:gd name="connsiteX416" fmla="*/ 1922724 w 7472601"/>
              <a:gd name="connsiteY416" fmla="*/ 6765577 h 6858000"/>
              <a:gd name="connsiteX417" fmla="*/ 1904650 w 7472601"/>
              <a:gd name="connsiteY417" fmla="*/ 6639616 h 6858000"/>
              <a:gd name="connsiteX418" fmla="*/ 1885273 w 7472601"/>
              <a:gd name="connsiteY418" fmla="*/ 6858000 h 6858000"/>
              <a:gd name="connsiteX419" fmla="*/ 1854363 w 7472601"/>
              <a:gd name="connsiteY419" fmla="*/ 6858000 h 6858000"/>
              <a:gd name="connsiteX420" fmla="*/ 1880391 w 7472601"/>
              <a:gd name="connsiteY420" fmla="*/ 6603796 h 6858000"/>
              <a:gd name="connsiteX421" fmla="*/ 1818273 w 7472601"/>
              <a:gd name="connsiteY421" fmla="*/ 6715729 h 6858000"/>
              <a:gd name="connsiteX422" fmla="*/ 1794691 w 7472601"/>
              <a:gd name="connsiteY422" fmla="*/ 6843239 h 6858000"/>
              <a:gd name="connsiteX423" fmla="*/ 1794914 w 7472601"/>
              <a:gd name="connsiteY423" fmla="*/ 6858000 h 6858000"/>
              <a:gd name="connsiteX424" fmla="*/ 1746128 w 7472601"/>
              <a:gd name="connsiteY424" fmla="*/ 6858000 h 6858000"/>
              <a:gd name="connsiteX425" fmla="*/ 1753934 w 7472601"/>
              <a:gd name="connsiteY425" fmla="*/ 6724796 h 6858000"/>
              <a:gd name="connsiteX426" fmla="*/ 1792053 w 7472601"/>
              <a:gd name="connsiteY426" fmla="*/ 6572396 h 6858000"/>
              <a:gd name="connsiteX427" fmla="*/ 1862248 w 7472601"/>
              <a:gd name="connsiteY427" fmla="*/ 6266397 h 6858000"/>
              <a:gd name="connsiteX428" fmla="*/ 1862250 w 7472601"/>
              <a:gd name="connsiteY428" fmla="*/ 6033531 h 6858000"/>
              <a:gd name="connsiteX429" fmla="*/ 1211999 w 7472601"/>
              <a:gd name="connsiteY429" fmla="*/ 6683610 h 6858000"/>
              <a:gd name="connsiteX430" fmla="*/ 1213266 w 7472601"/>
              <a:gd name="connsiteY430" fmla="*/ 6691947 h 6858000"/>
              <a:gd name="connsiteX431" fmla="*/ 1203370 w 7472601"/>
              <a:gd name="connsiteY431" fmla="*/ 6850676 h 6858000"/>
              <a:gd name="connsiteX432" fmla="*/ 1203671 w 7472601"/>
              <a:gd name="connsiteY432" fmla="*/ 6858000 h 6858000"/>
              <a:gd name="connsiteX433" fmla="*/ 1143180 w 7472601"/>
              <a:gd name="connsiteY433" fmla="*/ 6858000 h 6858000"/>
              <a:gd name="connsiteX434" fmla="*/ 1142176 w 7472601"/>
              <a:gd name="connsiteY434" fmla="*/ 6766045 h 6858000"/>
              <a:gd name="connsiteX435" fmla="*/ 1067484 w 7472601"/>
              <a:gd name="connsiteY435" fmla="*/ 6858000 h 6858000"/>
              <a:gd name="connsiteX436" fmla="*/ 953928 w 7472601"/>
              <a:gd name="connsiteY436" fmla="*/ 6858000 h 6858000"/>
              <a:gd name="connsiteX437" fmla="*/ 959715 w 7472601"/>
              <a:gd name="connsiteY437" fmla="*/ 6850185 h 6858000"/>
              <a:gd name="connsiteX438" fmla="*/ 1483788 w 7472601"/>
              <a:gd name="connsiteY438" fmla="*/ 6259174 h 6858000"/>
              <a:gd name="connsiteX439" fmla="*/ 1100671 w 7472601"/>
              <a:gd name="connsiteY439" fmla="*/ 6252137 h 6858000"/>
              <a:gd name="connsiteX440" fmla="*/ 1090144 w 7472601"/>
              <a:gd name="connsiteY440" fmla="*/ 6256748 h 6858000"/>
              <a:gd name="connsiteX441" fmla="*/ 1095872 w 7472601"/>
              <a:gd name="connsiteY441" fmla="*/ 6271892 h 6858000"/>
              <a:gd name="connsiteX442" fmla="*/ 262785 w 7472601"/>
              <a:gd name="connsiteY442" fmla="*/ 6845450 h 6858000"/>
              <a:gd name="connsiteX443" fmla="*/ 209968 w 7472601"/>
              <a:gd name="connsiteY443" fmla="*/ 6770713 h 6858000"/>
              <a:gd name="connsiteX444" fmla="*/ 873460 w 7472601"/>
              <a:gd name="connsiteY444" fmla="*/ 6253768 h 6858000"/>
              <a:gd name="connsiteX445" fmla="*/ 192686 w 7472601"/>
              <a:gd name="connsiteY445" fmla="*/ 5849257 h 6858000"/>
              <a:gd name="connsiteX446" fmla="*/ 4696 w 7472601"/>
              <a:gd name="connsiteY446" fmla="*/ 5697668 h 6858000"/>
              <a:gd name="connsiteX447" fmla="*/ 0 w 7472601"/>
              <a:gd name="connsiteY447" fmla="*/ 5689984 h 6858000"/>
              <a:gd name="connsiteX448" fmla="*/ 0 w 7472601"/>
              <a:gd name="connsiteY448" fmla="*/ 5513472 h 6858000"/>
              <a:gd name="connsiteX449" fmla="*/ 174101 w 7472601"/>
              <a:gd name="connsiteY449" fmla="*/ 5620277 h 6858000"/>
              <a:gd name="connsiteX450" fmla="*/ 891800 w 7472601"/>
              <a:gd name="connsiteY450" fmla="*/ 6036935 h 6858000"/>
              <a:gd name="connsiteX451" fmla="*/ 1072219 w 7472601"/>
              <a:gd name="connsiteY451" fmla="*/ 6169443 h 6858000"/>
              <a:gd name="connsiteX452" fmla="*/ 1074117 w 7472601"/>
              <a:gd name="connsiteY452" fmla="*/ 6170301 h 6858000"/>
              <a:gd name="connsiteX453" fmla="*/ 1083114 w 7472601"/>
              <a:gd name="connsiteY453" fmla="*/ 6174131 h 6858000"/>
              <a:gd name="connsiteX454" fmla="*/ 1543010 w 7472601"/>
              <a:gd name="connsiteY454" fmla="*/ 6191140 h 6858000"/>
              <a:gd name="connsiteX455" fmla="*/ 1551080 w 7472601"/>
              <a:gd name="connsiteY455" fmla="*/ 6195006 h 6858000"/>
              <a:gd name="connsiteX456" fmla="*/ 2345443 w 7472601"/>
              <a:gd name="connsiteY456" fmla="*/ 5549882 h 6858000"/>
              <a:gd name="connsiteX457" fmla="*/ 1721499 w 7472601"/>
              <a:gd name="connsiteY457" fmla="*/ 5599969 h 6858000"/>
              <a:gd name="connsiteX458" fmla="*/ 767716 w 7472601"/>
              <a:gd name="connsiteY458" fmla="*/ 5472768 h 6858000"/>
              <a:gd name="connsiteX459" fmla="*/ 722147 w 7472601"/>
              <a:gd name="connsiteY459" fmla="*/ 5393091 h 6858000"/>
              <a:gd name="connsiteX460" fmla="*/ 1485552 w 7472601"/>
              <a:gd name="connsiteY460" fmla="*/ 5313202 h 6858000"/>
              <a:gd name="connsiteX461" fmla="*/ 2143004 w 7472601"/>
              <a:gd name="connsiteY461" fmla="*/ 5402420 h 6858000"/>
              <a:gd name="connsiteX462" fmla="*/ 1933391 w 7472601"/>
              <a:gd name="connsiteY462" fmla="*/ 5156971 h 6858000"/>
              <a:gd name="connsiteX463" fmla="*/ 1827118 w 7472601"/>
              <a:gd name="connsiteY463" fmla="*/ 4968410 h 6858000"/>
              <a:gd name="connsiteX464" fmla="*/ 1837349 w 7472601"/>
              <a:gd name="connsiteY464" fmla="*/ 4956357 h 6858000"/>
              <a:gd name="connsiteX465" fmla="*/ 2162835 w 7472601"/>
              <a:gd name="connsiteY465" fmla="*/ 5187853 h 6858000"/>
              <a:gd name="connsiteX466" fmla="*/ 2257167 w 7472601"/>
              <a:gd name="connsiteY466" fmla="*/ 5462123 h 6858000"/>
              <a:gd name="connsiteX467" fmla="*/ 2261598 w 7472601"/>
              <a:gd name="connsiteY467" fmla="*/ 5467998 h 6858000"/>
              <a:gd name="connsiteX468" fmla="*/ 2437177 w 7472601"/>
              <a:gd name="connsiteY468" fmla="*/ 5479608 h 6858000"/>
              <a:gd name="connsiteX469" fmla="*/ 2445247 w 7472601"/>
              <a:gd name="connsiteY469" fmla="*/ 5483476 h 6858000"/>
              <a:gd name="connsiteX470" fmla="*/ 2743626 w 7472601"/>
              <a:gd name="connsiteY470" fmla="*/ 5304819 h 6858000"/>
              <a:gd name="connsiteX471" fmla="*/ 3048102 w 7472601"/>
              <a:gd name="connsiteY471" fmla="*/ 5150595 h 6858000"/>
              <a:gd name="connsiteX472" fmla="*/ 1799414 w 7472601"/>
              <a:gd name="connsiteY472" fmla="*/ 4694732 h 6858000"/>
              <a:gd name="connsiteX473" fmla="*/ 1771735 w 7472601"/>
              <a:gd name="connsiteY473" fmla="*/ 4619929 h 6858000"/>
              <a:gd name="connsiteX474" fmla="*/ 3104273 w 7472601"/>
              <a:gd name="connsiteY474" fmla="*/ 5076159 h 6858000"/>
              <a:gd name="connsiteX475" fmla="*/ 3113245 w 7472601"/>
              <a:gd name="connsiteY475" fmla="*/ 5090705 h 6858000"/>
              <a:gd name="connsiteX476" fmla="*/ 3126294 w 7472601"/>
              <a:gd name="connsiteY476" fmla="*/ 5114400 h 6858000"/>
              <a:gd name="connsiteX477" fmla="*/ 3937433 w 7472601"/>
              <a:gd name="connsiteY477" fmla="*/ 4830473 h 6858000"/>
              <a:gd name="connsiteX478" fmla="*/ 3590475 w 7472601"/>
              <a:gd name="connsiteY478" fmla="*/ 4597974 h 6858000"/>
              <a:gd name="connsiteX479" fmla="*/ 3100264 w 7472601"/>
              <a:gd name="connsiteY479" fmla="*/ 4579845 h 6858000"/>
              <a:gd name="connsiteX480" fmla="*/ 2183576 w 7472601"/>
              <a:gd name="connsiteY480" fmla="*/ 4227150 h 6858000"/>
              <a:gd name="connsiteX481" fmla="*/ 2151029 w 7472601"/>
              <a:gd name="connsiteY481" fmla="*/ 4146947 h 6858000"/>
              <a:gd name="connsiteX482" fmla="*/ 3563434 w 7472601"/>
              <a:gd name="connsiteY482" fmla="*/ 4469115 h 6858000"/>
              <a:gd name="connsiteX483" fmla="*/ 3177952 w 7472601"/>
              <a:gd name="connsiteY483" fmla="*/ 3657386 h 6858000"/>
              <a:gd name="connsiteX484" fmla="*/ 3189263 w 7472601"/>
              <a:gd name="connsiteY484" fmla="*/ 3625726 h 6858000"/>
              <a:gd name="connsiteX485" fmla="*/ 3560912 w 7472601"/>
              <a:gd name="connsiteY485" fmla="*/ 4079863 h 6858000"/>
              <a:gd name="connsiteX486" fmla="*/ 3626636 w 7472601"/>
              <a:gd name="connsiteY486" fmla="*/ 4512230 h 6858000"/>
              <a:gd name="connsiteX487" fmla="*/ 3653088 w 7472601"/>
              <a:gd name="connsiteY487" fmla="*/ 4521417 h 6858000"/>
              <a:gd name="connsiteX488" fmla="*/ 3988128 w 7472601"/>
              <a:gd name="connsiteY488" fmla="*/ 4817267 h 6858000"/>
              <a:gd name="connsiteX489" fmla="*/ 4830582 w 7472601"/>
              <a:gd name="connsiteY489" fmla="*/ 4676000 h 6858000"/>
              <a:gd name="connsiteX490" fmla="*/ 4830100 w 7472601"/>
              <a:gd name="connsiteY490" fmla="*/ 4675554 h 6858000"/>
              <a:gd name="connsiteX491" fmla="*/ 4036318 w 7472601"/>
              <a:gd name="connsiteY491" fmla="*/ 4147013 h 6858000"/>
              <a:gd name="connsiteX492" fmla="*/ 3432098 w 7472601"/>
              <a:gd name="connsiteY492" fmla="*/ 3537312 h 6858000"/>
              <a:gd name="connsiteX493" fmla="*/ 3446761 w 7472601"/>
              <a:gd name="connsiteY493" fmla="*/ 3461278 h 6858000"/>
              <a:gd name="connsiteX494" fmla="*/ 4419733 w 7472601"/>
              <a:gd name="connsiteY494" fmla="*/ 3963555 h 6858000"/>
              <a:gd name="connsiteX495" fmla="*/ 4781371 w 7472601"/>
              <a:gd name="connsiteY495" fmla="*/ 4458604 h 6858000"/>
              <a:gd name="connsiteX496" fmla="*/ 4780440 w 7472601"/>
              <a:gd name="connsiteY496" fmla="*/ 4470290 h 6858000"/>
              <a:gd name="connsiteX497" fmla="*/ 4898954 w 7472601"/>
              <a:gd name="connsiteY497" fmla="*/ 4662092 h 6858000"/>
              <a:gd name="connsiteX498" fmla="*/ 4900699 w 7472601"/>
              <a:gd name="connsiteY498" fmla="*/ 4670867 h 6858000"/>
              <a:gd name="connsiteX499" fmla="*/ 5714511 w 7472601"/>
              <a:gd name="connsiteY499" fmla="*/ 4663483 h 6858000"/>
              <a:gd name="connsiteX500" fmla="*/ 5464793 w 7472601"/>
              <a:gd name="connsiteY500" fmla="*/ 4393556 h 6858000"/>
              <a:gd name="connsiteX501" fmla="*/ 5461897 w 7472601"/>
              <a:gd name="connsiteY501" fmla="*/ 4390879 h 6858000"/>
              <a:gd name="connsiteX502" fmla="*/ 4294126 w 7472601"/>
              <a:gd name="connsiteY502" fmla="*/ 3303048 h 6858000"/>
              <a:gd name="connsiteX503" fmla="*/ 4305321 w 7472601"/>
              <a:gd name="connsiteY503" fmla="*/ 3256953 h 6858000"/>
              <a:gd name="connsiteX504" fmla="*/ 4949299 w 7472601"/>
              <a:gd name="connsiteY504" fmla="*/ 3766336 h 6858000"/>
              <a:gd name="connsiteX505" fmla="*/ 5291452 w 7472601"/>
              <a:gd name="connsiteY505" fmla="*/ 4076801 h 6858000"/>
              <a:gd name="connsiteX506" fmla="*/ 5434998 w 7472601"/>
              <a:gd name="connsiteY506" fmla="*/ 4254100 h 6858000"/>
              <a:gd name="connsiteX507" fmla="*/ 5351015 w 7472601"/>
              <a:gd name="connsiteY507" fmla="*/ 3760989 h 6858000"/>
              <a:gd name="connsiteX508" fmla="*/ 5413780 w 7472601"/>
              <a:gd name="connsiteY508" fmla="*/ 2966265 h 6858000"/>
              <a:gd name="connsiteX509" fmla="*/ 5425627 w 7472601"/>
              <a:gd name="connsiteY509" fmla="*/ 2954192 h 6858000"/>
              <a:gd name="connsiteX510" fmla="*/ 6604735 w 7472601"/>
              <a:gd name="connsiteY510" fmla="*/ 2041381 h 6858000"/>
              <a:gd name="connsiteX511" fmla="*/ 7204487 w 7472601"/>
              <a:gd name="connsiteY511" fmla="*/ 2742112 h 6858000"/>
              <a:gd name="connsiteX512" fmla="*/ 7131592 w 7472601"/>
              <a:gd name="connsiteY512" fmla="*/ 2672096 h 6858000"/>
              <a:gd name="connsiteX513" fmla="*/ 6996344 w 7472601"/>
              <a:gd name="connsiteY513" fmla="*/ 2518310 h 6858000"/>
              <a:gd name="connsiteX514" fmla="*/ 6735495 w 7472601"/>
              <a:gd name="connsiteY514" fmla="*/ 2196890 h 6858000"/>
              <a:gd name="connsiteX515" fmla="*/ 6721901 w 7472601"/>
              <a:gd name="connsiteY515" fmla="*/ 2179274 h 6858000"/>
              <a:gd name="connsiteX516" fmla="*/ 6604735 w 7472601"/>
              <a:gd name="connsiteY516" fmla="*/ 2041381 h 6858000"/>
              <a:gd name="connsiteX517" fmla="*/ 6591670 w 7472601"/>
              <a:gd name="connsiteY517" fmla="*/ 1988277 h 6858000"/>
              <a:gd name="connsiteX518" fmla="*/ 6747349 w 7472601"/>
              <a:gd name="connsiteY518" fmla="*/ 2160069 h 6858000"/>
              <a:gd name="connsiteX519" fmla="*/ 6760943 w 7472601"/>
              <a:gd name="connsiteY519" fmla="*/ 2177686 h 6858000"/>
              <a:gd name="connsiteX520" fmla="*/ 7021065 w 7472601"/>
              <a:gd name="connsiteY520" fmla="*/ 2498102 h 6858000"/>
              <a:gd name="connsiteX521" fmla="*/ 7155223 w 7472601"/>
              <a:gd name="connsiteY521" fmla="*/ 2650386 h 6858000"/>
              <a:gd name="connsiteX522" fmla="*/ 7203167 w 7472601"/>
              <a:gd name="connsiteY522" fmla="*/ 2697288 h 6858000"/>
              <a:gd name="connsiteX523" fmla="*/ 6937703 w 7472601"/>
              <a:gd name="connsiteY523" fmla="*/ 2321981 h 6858000"/>
              <a:gd name="connsiteX524" fmla="*/ 6591670 w 7472601"/>
              <a:gd name="connsiteY524" fmla="*/ 1988277 h 6858000"/>
              <a:gd name="connsiteX525" fmla="*/ 5798671 w 7472601"/>
              <a:gd name="connsiteY525" fmla="*/ 1981601 h 6858000"/>
              <a:gd name="connsiteX526" fmla="*/ 5754709 w 7472601"/>
              <a:gd name="connsiteY526" fmla="*/ 2071454 h 6858000"/>
              <a:gd name="connsiteX527" fmla="*/ 5763044 w 7472601"/>
              <a:gd name="connsiteY527" fmla="*/ 2842206 h 6858000"/>
              <a:gd name="connsiteX528" fmla="*/ 5764974 w 7472601"/>
              <a:gd name="connsiteY528" fmla="*/ 2799609 h 6858000"/>
              <a:gd name="connsiteX529" fmla="*/ 5767665 w 7472601"/>
              <a:gd name="connsiteY529" fmla="*/ 2666409 h 6858000"/>
              <a:gd name="connsiteX530" fmla="*/ 5763055 w 7472601"/>
              <a:gd name="connsiteY530" fmla="*/ 2579705 h 6858000"/>
              <a:gd name="connsiteX531" fmla="*/ 5758079 w 7472601"/>
              <a:gd name="connsiteY531" fmla="*/ 2492508 h 6858000"/>
              <a:gd name="connsiteX532" fmla="*/ 5779325 w 7472601"/>
              <a:gd name="connsiteY532" fmla="*/ 2197069 h 6858000"/>
              <a:gd name="connsiteX533" fmla="*/ 5798671 w 7472601"/>
              <a:gd name="connsiteY533" fmla="*/ 1981601 h 6858000"/>
              <a:gd name="connsiteX534" fmla="*/ 5829202 w 7472601"/>
              <a:gd name="connsiteY534" fmla="*/ 1971679 h 6858000"/>
              <a:gd name="connsiteX535" fmla="*/ 5809558 w 7472601"/>
              <a:gd name="connsiteY535" fmla="*/ 2198043 h 6858000"/>
              <a:gd name="connsiteX536" fmla="*/ 5788653 w 7472601"/>
              <a:gd name="connsiteY536" fmla="*/ 2489430 h 6858000"/>
              <a:gd name="connsiteX537" fmla="*/ 5793439 w 7472601"/>
              <a:gd name="connsiteY537" fmla="*/ 2575235 h 6858000"/>
              <a:gd name="connsiteX538" fmla="*/ 5796837 w 7472601"/>
              <a:gd name="connsiteY538" fmla="*/ 2637633 h 6858000"/>
              <a:gd name="connsiteX539" fmla="*/ 5818614 w 7472601"/>
              <a:gd name="connsiteY539" fmla="*/ 2473055 h 6858000"/>
              <a:gd name="connsiteX540" fmla="*/ 5829202 w 7472601"/>
              <a:gd name="connsiteY540" fmla="*/ 1971679 h 6858000"/>
              <a:gd name="connsiteX541" fmla="*/ 5911389 w 7472601"/>
              <a:gd name="connsiteY541" fmla="*/ 1898371 h 6858000"/>
              <a:gd name="connsiteX542" fmla="*/ 6237627 w 7472601"/>
              <a:gd name="connsiteY542" fmla="*/ 2231921 h 6858000"/>
              <a:gd name="connsiteX543" fmla="*/ 5911389 w 7472601"/>
              <a:gd name="connsiteY543" fmla="*/ 1898371 h 6858000"/>
              <a:gd name="connsiteX544" fmla="*/ 6944437 w 7472601"/>
              <a:gd name="connsiteY544" fmla="*/ 1575402 h 6858000"/>
              <a:gd name="connsiteX545" fmla="*/ 6304730 w 7472601"/>
              <a:gd name="connsiteY545" fmla="*/ 1766654 h 6858000"/>
              <a:gd name="connsiteX546" fmla="*/ 6944437 w 7472601"/>
              <a:gd name="connsiteY546" fmla="*/ 1575402 h 6858000"/>
              <a:gd name="connsiteX547" fmla="*/ 7019523 w 7472601"/>
              <a:gd name="connsiteY547" fmla="*/ 1519450 h 6858000"/>
              <a:gd name="connsiteX548" fmla="*/ 6298091 w 7472601"/>
              <a:gd name="connsiteY548" fmla="*/ 1737122 h 6858000"/>
              <a:gd name="connsiteX549" fmla="*/ 7019523 w 7472601"/>
              <a:gd name="connsiteY549" fmla="*/ 1519450 h 6858000"/>
              <a:gd name="connsiteX550" fmla="*/ 2399523 w 7472601"/>
              <a:gd name="connsiteY550" fmla="*/ 1428234 h 6858000"/>
              <a:gd name="connsiteX551" fmla="*/ 2224982 w 7472601"/>
              <a:gd name="connsiteY551" fmla="*/ 1826201 h 6858000"/>
              <a:gd name="connsiteX552" fmla="*/ 2096099 w 7472601"/>
              <a:gd name="connsiteY552" fmla="*/ 2345900 h 6858000"/>
              <a:gd name="connsiteX553" fmla="*/ 2283317 w 7472601"/>
              <a:gd name="connsiteY553" fmla="*/ 1796925 h 6858000"/>
              <a:gd name="connsiteX554" fmla="*/ 2399523 w 7472601"/>
              <a:gd name="connsiteY554" fmla="*/ 1428234 h 6858000"/>
              <a:gd name="connsiteX555" fmla="*/ 2448558 w 7472601"/>
              <a:gd name="connsiteY555" fmla="*/ 1373435 h 6858000"/>
              <a:gd name="connsiteX556" fmla="*/ 2312521 w 7472601"/>
              <a:gd name="connsiteY556" fmla="*/ 1806140 h 6858000"/>
              <a:gd name="connsiteX557" fmla="*/ 2127533 w 7472601"/>
              <a:gd name="connsiteY557" fmla="*/ 2348380 h 6858000"/>
              <a:gd name="connsiteX558" fmla="*/ 2358080 w 7472601"/>
              <a:gd name="connsiteY558" fmla="*/ 1866134 h 6858000"/>
              <a:gd name="connsiteX559" fmla="*/ 2407436 w 7472601"/>
              <a:gd name="connsiteY559" fmla="*/ 1651070 h 6858000"/>
              <a:gd name="connsiteX560" fmla="*/ 2448558 w 7472601"/>
              <a:gd name="connsiteY560" fmla="*/ 1373435 h 6858000"/>
              <a:gd name="connsiteX561" fmla="*/ 278707 w 7472601"/>
              <a:gd name="connsiteY561" fmla="*/ 1352270 h 6858000"/>
              <a:gd name="connsiteX562" fmla="*/ 321570 w 7472601"/>
              <a:gd name="connsiteY562" fmla="*/ 1861610 h 6858000"/>
              <a:gd name="connsiteX563" fmla="*/ 294281 w 7472601"/>
              <a:gd name="connsiteY563" fmla="*/ 1440658 h 6858000"/>
              <a:gd name="connsiteX564" fmla="*/ 278707 w 7472601"/>
              <a:gd name="connsiteY564" fmla="*/ 1352270 h 6858000"/>
              <a:gd name="connsiteX565" fmla="*/ 1423821 w 7472601"/>
              <a:gd name="connsiteY565" fmla="*/ 1351958 h 6858000"/>
              <a:gd name="connsiteX566" fmla="*/ 1638521 w 7472601"/>
              <a:gd name="connsiteY566" fmla="*/ 1908470 h 6858000"/>
              <a:gd name="connsiteX567" fmla="*/ 1754199 w 7472601"/>
              <a:gd name="connsiteY567" fmla="*/ 2149284 h 6858000"/>
              <a:gd name="connsiteX568" fmla="*/ 1908359 w 7472601"/>
              <a:gd name="connsiteY568" fmla="*/ 2364988 h 6858000"/>
              <a:gd name="connsiteX569" fmla="*/ 1647661 w 7472601"/>
              <a:gd name="connsiteY569" fmla="*/ 1825945 h 6858000"/>
              <a:gd name="connsiteX570" fmla="*/ 1423821 w 7472601"/>
              <a:gd name="connsiteY570" fmla="*/ 1351958 h 6858000"/>
              <a:gd name="connsiteX571" fmla="*/ 1431890 w 7472601"/>
              <a:gd name="connsiteY571" fmla="*/ 1306475 h 6858000"/>
              <a:gd name="connsiteX572" fmla="*/ 1507597 w 7472601"/>
              <a:gd name="connsiteY572" fmla="*/ 1446132 h 6858000"/>
              <a:gd name="connsiteX573" fmla="*/ 1674586 w 7472601"/>
              <a:gd name="connsiteY573" fmla="*/ 1813832 h 6858000"/>
              <a:gd name="connsiteX574" fmla="*/ 1815950 w 7472601"/>
              <a:gd name="connsiteY574" fmla="*/ 2128564 h 6858000"/>
              <a:gd name="connsiteX575" fmla="*/ 1984242 w 7472601"/>
              <a:gd name="connsiteY575" fmla="*/ 2430829 h 6858000"/>
              <a:gd name="connsiteX576" fmla="*/ 2014023 w 7472601"/>
              <a:gd name="connsiteY576" fmla="*/ 2450995 h 6858000"/>
              <a:gd name="connsiteX577" fmla="*/ 1747337 w 7472601"/>
              <a:gd name="connsiteY577" fmla="*/ 1855264 h 6858000"/>
              <a:gd name="connsiteX578" fmla="*/ 1533749 w 7472601"/>
              <a:gd name="connsiteY578" fmla="*/ 1478656 h 6858000"/>
              <a:gd name="connsiteX579" fmla="*/ 1431890 w 7472601"/>
              <a:gd name="connsiteY579" fmla="*/ 1306475 h 6858000"/>
              <a:gd name="connsiteX580" fmla="*/ 5052692 w 7472601"/>
              <a:gd name="connsiteY580" fmla="*/ 1292994 h 6858000"/>
              <a:gd name="connsiteX581" fmla="*/ 5200661 w 7472601"/>
              <a:gd name="connsiteY581" fmla="*/ 1635186 h 6858000"/>
              <a:gd name="connsiteX582" fmla="*/ 5297138 w 7472601"/>
              <a:gd name="connsiteY582" fmla="*/ 1906351 h 6858000"/>
              <a:gd name="connsiteX583" fmla="*/ 5052692 w 7472601"/>
              <a:gd name="connsiteY583" fmla="*/ 1292994 h 6858000"/>
              <a:gd name="connsiteX584" fmla="*/ 5009948 w 7472601"/>
              <a:gd name="connsiteY584" fmla="*/ 1273619 h 6858000"/>
              <a:gd name="connsiteX585" fmla="*/ 5121777 w 7472601"/>
              <a:gd name="connsiteY585" fmla="*/ 1654213 h 6858000"/>
              <a:gd name="connsiteX586" fmla="*/ 5293545 w 7472601"/>
              <a:gd name="connsiteY586" fmla="*/ 2072247 h 6858000"/>
              <a:gd name="connsiteX587" fmla="*/ 5294042 w 7472601"/>
              <a:gd name="connsiteY587" fmla="*/ 2065019 h 6858000"/>
              <a:gd name="connsiteX588" fmla="*/ 5171936 w 7472601"/>
              <a:gd name="connsiteY588" fmla="*/ 1647613 h 6858000"/>
              <a:gd name="connsiteX589" fmla="*/ 5009948 w 7472601"/>
              <a:gd name="connsiteY589" fmla="*/ 1273619 h 6858000"/>
              <a:gd name="connsiteX590" fmla="*/ 655236 w 7472601"/>
              <a:gd name="connsiteY590" fmla="*/ 1268632 h 6858000"/>
              <a:gd name="connsiteX591" fmla="*/ 839521 w 7472601"/>
              <a:gd name="connsiteY591" fmla="*/ 1685315 h 6858000"/>
              <a:gd name="connsiteX592" fmla="*/ 1109416 w 7472601"/>
              <a:gd name="connsiteY592" fmla="*/ 2061663 h 6858000"/>
              <a:gd name="connsiteX593" fmla="*/ 1298300 w 7472601"/>
              <a:gd name="connsiteY593" fmla="*/ 2247742 h 6858000"/>
              <a:gd name="connsiteX594" fmla="*/ 1125871 w 7472601"/>
              <a:gd name="connsiteY594" fmla="*/ 1989513 h 6858000"/>
              <a:gd name="connsiteX595" fmla="*/ 981574 w 7472601"/>
              <a:gd name="connsiteY595" fmla="*/ 1783157 h 6858000"/>
              <a:gd name="connsiteX596" fmla="*/ 922198 w 7472601"/>
              <a:gd name="connsiteY596" fmla="*/ 1677437 h 6858000"/>
              <a:gd name="connsiteX597" fmla="*/ 869293 w 7472601"/>
              <a:gd name="connsiteY597" fmla="*/ 1583214 h 6858000"/>
              <a:gd name="connsiteX598" fmla="*/ 751431 w 7472601"/>
              <a:gd name="connsiteY598" fmla="*/ 1405731 h 6858000"/>
              <a:gd name="connsiteX599" fmla="*/ 655236 w 7472601"/>
              <a:gd name="connsiteY599" fmla="*/ 1268632 h 6858000"/>
              <a:gd name="connsiteX600" fmla="*/ 6516292 w 7472601"/>
              <a:gd name="connsiteY600" fmla="*/ 1263064 h 6858000"/>
              <a:gd name="connsiteX601" fmla="*/ 5736320 w 7472601"/>
              <a:gd name="connsiteY601" fmla="*/ 1501803 h 6858000"/>
              <a:gd name="connsiteX602" fmla="*/ 6516292 w 7472601"/>
              <a:gd name="connsiteY602" fmla="*/ 1263064 h 6858000"/>
              <a:gd name="connsiteX603" fmla="*/ 291466 w 7472601"/>
              <a:gd name="connsiteY603" fmla="*/ 1250369 h 6858000"/>
              <a:gd name="connsiteX604" fmla="*/ 323180 w 7472601"/>
              <a:gd name="connsiteY604" fmla="*/ 1435283 h 6858000"/>
              <a:gd name="connsiteX605" fmla="*/ 349381 w 7472601"/>
              <a:gd name="connsiteY605" fmla="*/ 1875041 h 6858000"/>
              <a:gd name="connsiteX606" fmla="*/ 374363 w 7472601"/>
              <a:gd name="connsiteY606" fmla="*/ 1506494 h 6858000"/>
              <a:gd name="connsiteX607" fmla="*/ 302168 w 7472601"/>
              <a:gd name="connsiteY607" fmla="*/ 1274495 h 6858000"/>
              <a:gd name="connsiteX608" fmla="*/ 291466 w 7472601"/>
              <a:gd name="connsiteY608" fmla="*/ 1250369 h 6858000"/>
              <a:gd name="connsiteX609" fmla="*/ 678222 w 7472601"/>
              <a:gd name="connsiteY609" fmla="*/ 1248670 h 6858000"/>
              <a:gd name="connsiteX610" fmla="*/ 775536 w 7472601"/>
              <a:gd name="connsiteY610" fmla="*/ 1388015 h 6858000"/>
              <a:gd name="connsiteX611" fmla="*/ 894529 w 7472601"/>
              <a:gd name="connsiteY611" fmla="*/ 1567739 h 6858000"/>
              <a:gd name="connsiteX612" fmla="*/ 948000 w 7472601"/>
              <a:gd name="connsiteY612" fmla="*/ 1663088 h 6858000"/>
              <a:gd name="connsiteX613" fmla="*/ 1006812 w 7472601"/>
              <a:gd name="connsiteY613" fmla="*/ 1767683 h 6858000"/>
              <a:gd name="connsiteX614" fmla="*/ 1149133 w 7472601"/>
              <a:gd name="connsiteY614" fmla="*/ 1971513 h 6858000"/>
              <a:gd name="connsiteX615" fmla="*/ 1333952 w 7472601"/>
              <a:gd name="connsiteY615" fmla="*/ 2251620 h 6858000"/>
              <a:gd name="connsiteX616" fmla="*/ 1337329 w 7472601"/>
              <a:gd name="connsiteY616" fmla="*/ 2258350 h 6858000"/>
              <a:gd name="connsiteX617" fmla="*/ 1014726 w 7472601"/>
              <a:gd name="connsiteY617" fmla="*/ 1615556 h 6858000"/>
              <a:gd name="connsiteX618" fmla="*/ 678222 w 7472601"/>
              <a:gd name="connsiteY618" fmla="*/ 1248670 h 6858000"/>
              <a:gd name="connsiteX619" fmla="*/ 6691602 w 7472601"/>
              <a:gd name="connsiteY619" fmla="*/ 1140573 h 6858000"/>
              <a:gd name="connsiteX620" fmla="*/ 6571100 w 7472601"/>
              <a:gd name="connsiteY620" fmla="*/ 1183662 h 6858000"/>
              <a:gd name="connsiteX621" fmla="*/ 6241687 w 7472601"/>
              <a:gd name="connsiteY621" fmla="*/ 1257600 h 6858000"/>
              <a:gd name="connsiteX622" fmla="*/ 5693009 w 7472601"/>
              <a:gd name="connsiteY622" fmla="*/ 1478256 h 6858000"/>
              <a:gd name="connsiteX623" fmla="*/ 6548420 w 7472601"/>
              <a:gd name="connsiteY623" fmla="*/ 1214599 h 6858000"/>
              <a:gd name="connsiteX624" fmla="*/ 6605473 w 7472601"/>
              <a:gd name="connsiteY624" fmla="*/ 1184686 h 6858000"/>
              <a:gd name="connsiteX625" fmla="*/ 6691602 w 7472601"/>
              <a:gd name="connsiteY625" fmla="*/ 1140573 h 6858000"/>
              <a:gd name="connsiteX626" fmla="*/ 4002475 w 7472601"/>
              <a:gd name="connsiteY626" fmla="*/ 1037802 h 6858000"/>
              <a:gd name="connsiteX627" fmla="*/ 4000324 w 7472601"/>
              <a:gd name="connsiteY627" fmla="*/ 1039362 h 6858000"/>
              <a:gd name="connsiteX628" fmla="*/ 4002862 w 7472601"/>
              <a:gd name="connsiteY628" fmla="*/ 1042866 h 6858000"/>
              <a:gd name="connsiteX629" fmla="*/ 4002475 w 7472601"/>
              <a:gd name="connsiteY629" fmla="*/ 1037802 h 6858000"/>
              <a:gd name="connsiteX630" fmla="*/ 506322 w 7472601"/>
              <a:gd name="connsiteY630" fmla="*/ 1020997 h 6858000"/>
              <a:gd name="connsiteX631" fmla="*/ 533068 w 7472601"/>
              <a:gd name="connsiteY631" fmla="*/ 1029409 h 6858000"/>
              <a:gd name="connsiteX632" fmla="*/ 1232525 w 7472601"/>
              <a:gd name="connsiteY632" fmla="*/ 1804675 h 6858000"/>
              <a:gd name="connsiteX633" fmla="*/ 1388858 w 7472601"/>
              <a:gd name="connsiteY633" fmla="*/ 2368011 h 6858000"/>
              <a:gd name="connsiteX634" fmla="*/ 1384098 w 7472601"/>
              <a:gd name="connsiteY634" fmla="*/ 2378125 h 6858000"/>
              <a:gd name="connsiteX635" fmla="*/ 1425393 w 7472601"/>
              <a:gd name="connsiteY635" fmla="*/ 2589124 h 6858000"/>
              <a:gd name="connsiteX636" fmla="*/ 1424001 w 7472601"/>
              <a:gd name="connsiteY636" fmla="*/ 2597541 h 6858000"/>
              <a:gd name="connsiteX637" fmla="*/ 2152729 w 7472601"/>
              <a:gd name="connsiteY637" fmla="*/ 2864487 h 6858000"/>
              <a:gd name="connsiteX638" fmla="*/ 2020609 w 7472601"/>
              <a:gd name="connsiteY638" fmla="*/ 2539671 h 6858000"/>
              <a:gd name="connsiteX639" fmla="*/ 2018920 w 7472601"/>
              <a:gd name="connsiteY639" fmla="*/ 2536309 h 6858000"/>
              <a:gd name="connsiteX640" fmla="*/ 1342441 w 7472601"/>
              <a:gd name="connsiteY640" fmla="*/ 1173017 h 6858000"/>
              <a:gd name="connsiteX641" fmla="*/ 1367925 w 7472601"/>
              <a:gd name="connsiteY641" fmla="*/ 1135648 h 6858000"/>
              <a:gd name="connsiteX642" fmla="*/ 1771401 w 7472601"/>
              <a:gd name="connsiteY642" fmla="*/ 1806673 h 6858000"/>
              <a:gd name="connsiteX643" fmla="*/ 1972385 w 7472601"/>
              <a:gd name="connsiteY643" fmla="*/ 2198735 h 6858000"/>
              <a:gd name="connsiteX644" fmla="*/ 2040892 w 7472601"/>
              <a:gd name="connsiteY644" fmla="*/ 2405205 h 6858000"/>
              <a:gd name="connsiteX645" fmla="*/ 2131689 w 7472601"/>
              <a:gd name="connsiteY645" fmla="*/ 1936926 h 6858000"/>
              <a:gd name="connsiteX646" fmla="*/ 2454820 w 7472601"/>
              <a:gd name="connsiteY646" fmla="*/ 1248808 h 6858000"/>
              <a:gd name="connsiteX647" fmla="*/ 2492512 w 7472601"/>
              <a:gd name="connsiteY647" fmla="*/ 1302920 h 6858000"/>
              <a:gd name="connsiteX648" fmla="*/ 2081216 w 7472601"/>
              <a:gd name="connsiteY648" fmla="*/ 2527513 h 6858000"/>
              <a:gd name="connsiteX649" fmla="*/ 2081211 w 7472601"/>
              <a:gd name="connsiteY649" fmla="*/ 2528916 h 6858000"/>
              <a:gd name="connsiteX650" fmla="*/ 2199067 w 7472601"/>
              <a:gd name="connsiteY650" fmla="*/ 2884061 h 6858000"/>
              <a:gd name="connsiteX651" fmla="*/ 3192586 w 7472601"/>
              <a:gd name="connsiteY651" fmla="*/ 3411496 h 6858000"/>
              <a:gd name="connsiteX652" fmla="*/ 3182620 w 7472601"/>
              <a:gd name="connsiteY652" fmla="*/ 3483279 h 6858000"/>
              <a:gd name="connsiteX653" fmla="*/ 2435119 w 7472601"/>
              <a:gd name="connsiteY653" fmla="*/ 3080173 h 6858000"/>
              <a:gd name="connsiteX654" fmla="*/ 2410152 w 7472601"/>
              <a:gd name="connsiteY654" fmla="*/ 3063751 h 6858000"/>
              <a:gd name="connsiteX655" fmla="*/ 2408099 w 7472601"/>
              <a:gd name="connsiteY655" fmla="*/ 3064403 h 6858000"/>
              <a:gd name="connsiteX656" fmla="*/ 2407218 w 7472601"/>
              <a:gd name="connsiteY656" fmla="*/ 3070324 h 6858000"/>
              <a:gd name="connsiteX657" fmla="*/ 2380138 w 7472601"/>
              <a:gd name="connsiteY657" fmla="*/ 3099341 h 6858000"/>
              <a:gd name="connsiteX658" fmla="*/ 1765923 w 7472601"/>
              <a:gd name="connsiteY658" fmla="*/ 3581043 h 6858000"/>
              <a:gd name="connsiteX659" fmla="*/ 1702258 w 7472601"/>
              <a:gd name="connsiteY659" fmla="*/ 3612286 h 6858000"/>
              <a:gd name="connsiteX660" fmla="*/ 1538370 w 7472601"/>
              <a:gd name="connsiteY660" fmla="*/ 3811804 h 6858000"/>
              <a:gd name="connsiteX661" fmla="*/ 542867 w 7472601"/>
              <a:gd name="connsiteY661" fmla="*/ 4944092 h 6858000"/>
              <a:gd name="connsiteX662" fmla="*/ 515800 w 7472601"/>
              <a:gd name="connsiteY662" fmla="*/ 4862180 h 6858000"/>
              <a:gd name="connsiteX663" fmla="*/ 909145 w 7472601"/>
              <a:gd name="connsiteY663" fmla="*/ 4199225 h 6858000"/>
              <a:gd name="connsiteX664" fmla="*/ 1214067 w 7472601"/>
              <a:gd name="connsiteY664" fmla="*/ 3908561 h 6858000"/>
              <a:gd name="connsiteX665" fmla="*/ 640967 w 7472601"/>
              <a:gd name="connsiteY665" fmla="*/ 4105601 h 6858000"/>
              <a:gd name="connsiteX666" fmla="*/ 112563 w 7472601"/>
              <a:gd name="connsiteY666" fmla="*/ 4396952 h 6858000"/>
              <a:gd name="connsiteX667" fmla="*/ 0 w 7472601"/>
              <a:gd name="connsiteY667" fmla="*/ 4466006 h 6858000"/>
              <a:gd name="connsiteX668" fmla="*/ 0 w 7472601"/>
              <a:gd name="connsiteY668" fmla="*/ 4233763 h 6858000"/>
              <a:gd name="connsiteX669" fmla="*/ 36881 w 7472601"/>
              <a:gd name="connsiteY669" fmla="*/ 4200118 h 6858000"/>
              <a:gd name="connsiteX670" fmla="*/ 910534 w 7472601"/>
              <a:gd name="connsiteY670" fmla="*/ 3629753 h 6858000"/>
              <a:gd name="connsiteX671" fmla="*/ 1578717 w 7472601"/>
              <a:gd name="connsiteY671" fmla="*/ 3575982 h 6858000"/>
              <a:gd name="connsiteX672" fmla="*/ 2338780 w 7472601"/>
              <a:gd name="connsiteY672" fmla="*/ 3033725 h 6858000"/>
              <a:gd name="connsiteX673" fmla="*/ 1807991 w 7472601"/>
              <a:gd name="connsiteY673" fmla="*/ 2807184 h 6858000"/>
              <a:gd name="connsiteX674" fmla="*/ 1416358 w 7472601"/>
              <a:gd name="connsiteY674" fmla="*/ 3112571 h 6858000"/>
              <a:gd name="connsiteX675" fmla="*/ 939066 w 7472601"/>
              <a:gd name="connsiteY675" fmla="*/ 3378798 h 6858000"/>
              <a:gd name="connsiteX676" fmla="*/ 115099 w 7472601"/>
              <a:gd name="connsiteY676" fmla="*/ 3607650 h 6858000"/>
              <a:gd name="connsiteX677" fmla="*/ 97284 w 7472601"/>
              <a:gd name="connsiteY677" fmla="*/ 3520393 h 6858000"/>
              <a:gd name="connsiteX678" fmla="*/ 922050 w 7472601"/>
              <a:gd name="connsiteY678" fmla="*/ 3074867 h 6858000"/>
              <a:gd name="connsiteX679" fmla="*/ 1405265 w 7472601"/>
              <a:gd name="connsiteY679" fmla="*/ 3016319 h 6858000"/>
              <a:gd name="connsiteX680" fmla="*/ 1407512 w 7472601"/>
              <a:gd name="connsiteY680" fmla="*/ 3018001 h 6858000"/>
              <a:gd name="connsiteX681" fmla="*/ 1726266 w 7472601"/>
              <a:gd name="connsiteY681" fmla="*/ 2777274 h 6858000"/>
              <a:gd name="connsiteX682" fmla="*/ 625390 w 7472601"/>
              <a:gd name="connsiteY682" fmla="*/ 2514541 h 6858000"/>
              <a:gd name="connsiteX683" fmla="*/ 619799 w 7472601"/>
              <a:gd name="connsiteY683" fmla="*/ 2527180 h 6858000"/>
              <a:gd name="connsiteX684" fmla="*/ 310030 w 7472601"/>
              <a:gd name="connsiteY684" fmla="*/ 2771818 h 6858000"/>
              <a:gd name="connsiteX685" fmla="*/ 173877 w 7472601"/>
              <a:gd name="connsiteY685" fmla="*/ 2937056 h 6858000"/>
              <a:gd name="connsiteX686" fmla="*/ 77889 w 7472601"/>
              <a:gd name="connsiteY686" fmla="*/ 3138440 h 6858000"/>
              <a:gd name="connsiteX687" fmla="*/ 0 w 7472601"/>
              <a:gd name="connsiteY687" fmla="*/ 3271395 h 6858000"/>
              <a:gd name="connsiteX688" fmla="*/ 0 w 7472601"/>
              <a:gd name="connsiteY688" fmla="*/ 3153002 h 6858000"/>
              <a:gd name="connsiteX689" fmla="*/ 2386 w 7472601"/>
              <a:gd name="connsiteY689" fmla="*/ 3149203 h 6858000"/>
              <a:gd name="connsiteX690" fmla="*/ 89753 w 7472601"/>
              <a:gd name="connsiteY690" fmla="*/ 2987702 h 6858000"/>
              <a:gd name="connsiteX691" fmla="*/ 76869 w 7472601"/>
              <a:gd name="connsiteY691" fmla="*/ 3005404 h 6858000"/>
              <a:gd name="connsiteX692" fmla="*/ 32049 w 7472601"/>
              <a:gd name="connsiteY692" fmla="*/ 3065814 h 6858000"/>
              <a:gd name="connsiteX693" fmla="*/ 0 w 7472601"/>
              <a:gd name="connsiteY693" fmla="*/ 3108744 h 6858000"/>
              <a:gd name="connsiteX694" fmla="*/ 0 w 7472601"/>
              <a:gd name="connsiteY694" fmla="*/ 3058059 h 6858000"/>
              <a:gd name="connsiteX695" fmla="*/ 7610 w 7472601"/>
              <a:gd name="connsiteY695" fmla="*/ 3047889 h 6858000"/>
              <a:gd name="connsiteX696" fmla="*/ 52419 w 7472601"/>
              <a:gd name="connsiteY696" fmla="*/ 2987479 h 6858000"/>
              <a:gd name="connsiteX697" fmla="*/ 59142 w 7472601"/>
              <a:gd name="connsiteY697" fmla="*/ 2978488 h 6858000"/>
              <a:gd name="connsiteX698" fmla="*/ 0 w 7472601"/>
              <a:gd name="connsiteY698" fmla="*/ 3015334 h 6858000"/>
              <a:gd name="connsiteX699" fmla="*/ 0 w 7472601"/>
              <a:gd name="connsiteY699" fmla="*/ 2914286 h 6858000"/>
              <a:gd name="connsiteX700" fmla="*/ 36383 w 7472601"/>
              <a:gd name="connsiteY700" fmla="*/ 2901128 h 6858000"/>
              <a:gd name="connsiteX701" fmla="*/ 156329 w 7472601"/>
              <a:gd name="connsiteY701" fmla="*/ 2840533 h 6858000"/>
              <a:gd name="connsiteX702" fmla="*/ 358355 w 7472601"/>
              <a:gd name="connsiteY702" fmla="*/ 2620471 h 6858000"/>
              <a:gd name="connsiteX703" fmla="*/ 510577 w 7472601"/>
              <a:gd name="connsiteY703" fmla="*/ 2501244 h 6858000"/>
              <a:gd name="connsiteX704" fmla="*/ 211967 w 7472601"/>
              <a:gd name="connsiteY704" fmla="*/ 2479171 h 6858000"/>
              <a:gd name="connsiteX705" fmla="*/ 0 w 7472601"/>
              <a:gd name="connsiteY705" fmla="*/ 2476398 h 6858000"/>
              <a:gd name="connsiteX706" fmla="*/ 0 w 7472601"/>
              <a:gd name="connsiteY706" fmla="*/ 2389189 h 6858000"/>
              <a:gd name="connsiteX707" fmla="*/ 103062 w 7472601"/>
              <a:gd name="connsiteY707" fmla="*/ 2389518 h 6858000"/>
              <a:gd name="connsiteX708" fmla="*/ 510734 w 7472601"/>
              <a:gd name="connsiteY708" fmla="*/ 2416201 h 6858000"/>
              <a:gd name="connsiteX709" fmla="*/ 279257 w 7472601"/>
              <a:gd name="connsiteY709" fmla="*/ 2092102 h 6858000"/>
              <a:gd name="connsiteX710" fmla="*/ 65265 w 7472601"/>
              <a:gd name="connsiteY710" fmla="*/ 2006049 h 6858000"/>
              <a:gd name="connsiteX711" fmla="*/ 0 w 7472601"/>
              <a:gd name="connsiteY711" fmla="*/ 1982532 h 6858000"/>
              <a:gd name="connsiteX712" fmla="*/ 0 w 7472601"/>
              <a:gd name="connsiteY712" fmla="*/ 1912789 h 6858000"/>
              <a:gd name="connsiteX713" fmla="*/ 97460 w 7472601"/>
              <a:gd name="connsiteY713" fmla="*/ 1953725 h 6858000"/>
              <a:gd name="connsiteX714" fmla="*/ 221272 w 7472601"/>
              <a:gd name="connsiteY714" fmla="*/ 1980766 h 6858000"/>
              <a:gd name="connsiteX715" fmla="*/ 116765 w 7472601"/>
              <a:gd name="connsiteY715" fmla="*/ 1911033 h 6858000"/>
              <a:gd name="connsiteX716" fmla="*/ 16405 w 7472601"/>
              <a:gd name="connsiteY716" fmla="*/ 1803412 h 6858000"/>
              <a:gd name="connsiteX717" fmla="*/ 0 w 7472601"/>
              <a:gd name="connsiteY717" fmla="*/ 1784777 h 6858000"/>
              <a:gd name="connsiteX718" fmla="*/ 0 w 7472601"/>
              <a:gd name="connsiteY718" fmla="*/ 1740082 h 6858000"/>
              <a:gd name="connsiteX719" fmla="*/ 39394 w 7472601"/>
              <a:gd name="connsiteY719" fmla="*/ 1784856 h 6858000"/>
              <a:gd name="connsiteX720" fmla="*/ 135813 w 7472601"/>
              <a:gd name="connsiteY720" fmla="*/ 1888838 h 6858000"/>
              <a:gd name="connsiteX721" fmla="*/ 242575 w 7472601"/>
              <a:gd name="connsiteY721" fmla="*/ 1958841 h 6858000"/>
              <a:gd name="connsiteX722" fmla="*/ 82197 w 7472601"/>
              <a:gd name="connsiteY722" fmla="*/ 1754826 h 6858000"/>
              <a:gd name="connsiteX723" fmla="*/ 0 w 7472601"/>
              <a:gd name="connsiteY723" fmla="*/ 1679650 h 6858000"/>
              <a:gd name="connsiteX724" fmla="*/ 0 w 7472601"/>
              <a:gd name="connsiteY724" fmla="*/ 1602463 h 6858000"/>
              <a:gd name="connsiteX725" fmla="*/ 84689 w 7472601"/>
              <a:gd name="connsiteY725" fmla="*/ 1677442 h 6858000"/>
              <a:gd name="connsiteX726" fmla="*/ 298437 w 7472601"/>
              <a:gd name="connsiteY726" fmla="*/ 1968019 h 6858000"/>
              <a:gd name="connsiteX727" fmla="*/ 227269 w 7472601"/>
              <a:gd name="connsiteY727" fmla="*/ 1114064 h 6858000"/>
              <a:gd name="connsiteX728" fmla="*/ 248003 w 7472601"/>
              <a:gd name="connsiteY728" fmla="*/ 1089613 h 6858000"/>
              <a:gd name="connsiteX729" fmla="*/ 427020 w 7472601"/>
              <a:gd name="connsiteY729" fmla="*/ 1619803 h 6858000"/>
              <a:gd name="connsiteX730" fmla="*/ 340345 w 7472601"/>
              <a:gd name="connsiteY730" fmla="*/ 2027739 h 6858000"/>
              <a:gd name="connsiteX731" fmla="*/ 360865 w 7472601"/>
              <a:gd name="connsiteY731" fmla="*/ 2044827 h 6858000"/>
              <a:gd name="connsiteX732" fmla="*/ 560414 w 7472601"/>
              <a:gd name="connsiteY732" fmla="*/ 2421457 h 6858000"/>
              <a:gd name="connsiteX733" fmla="*/ 1359703 w 7472601"/>
              <a:gd name="connsiteY733" fmla="*/ 2578554 h 6858000"/>
              <a:gd name="connsiteX734" fmla="*/ 1359422 w 7472601"/>
              <a:gd name="connsiteY734" fmla="*/ 2577994 h 6858000"/>
              <a:gd name="connsiteX735" fmla="*/ 828701 w 7472601"/>
              <a:gd name="connsiteY735" fmla="*/ 1839520 h 6858000"/>
              <a:gd name="connsiteX736" fmla="*/ 494427 w 7472601"/>
              <a:gd name="connsiteY736" fmla="*/ 1092333 h 6858000"/>
              <a:gd name="connsiteX737" fmla="*/ 506322 w 7472601"/>
              <a:gd name="connsiteY737" fmla="*/ 1020997 h 6858000"/>
              <a:gd name="connsiteX738" fmla="*/ 4570198 w 7472601"/>
              <a:gd name="connsiteY738" fmla="*/ 978081 h 6858000"/>
              <a:gd name="connsiteX739" fmla="*/ 4523691 w 7472601"/>
              <a:gd name="connsiteY739" fmla="*/ 1127776 h 6858000"/>
              <a:gd name="connsiteX740" fmla="*/ 4509875 w 7472601"/>
              <a:gd name="connsiteY740" fmla="*/ 1167552 h 6858000"/>
              <a:gd name="connsiteX741" fmla="*/ 4478168 w 7472601"/>
              <a:gd name="connsiteY741" fmla="*/ 1260735 h 6858000"/>
              <a:gd name="connsiteX742" fmla="*/ 4409309 w 7472601"/>
              <a:gd name="connsiteY742" fmla="*/ 1666996 h 6858000"/>
              <a:gd name="connsiteX743" fmla="*/ 4370031 w 7472601"/>
              <a:gd name="connsiteY743" fmla="*/ 1955666 h 6858000"/>
              <a:gd name="connsiteX744" fmla="*/ 4570198 w 7472601"/>
              <a:gd name="connsiteY744" fmla="*/ 978081 h 6858000"/>
              <a:gd name="connsiteX745" fmla="*/ 4557898 w 7472601"/>
              <a:gd name="connsiteY745" fmla="*/ 900011 h 6858000"/>
              <a:gd name="connsiteX746" fmla="*/ 4344840 w 7472601"/>
              <a:gd name="connsiteY746" fmla="*/ 1922038 h 6858000"/>
              <a:gd name="connsiteX747" fmla="*/ 4378710 w 7472601"/>
              <a:gd name="connsiteY747" fmla="*/ 1665516 h 6858000"/>
              <a:gd name="connsiteX748" fmla="*/ 4448798 w 7472601"/>
              <a:gd name="connsiteY748" fmla="*/ 1253024 h 6858000"/>
              <a:gd name="connsiteX749" fmla="*/ 4480315 w 7472601"/>
              <a:gd name="connsiteY749" fmla="*/ 1158454 h 6858000"/>
              <a:gd name="connsiteX750" fmla="*/ 4494133 w 7472601"/>
              <a:gd name="connsiteY750" fmla="*/ 1118676 h 6858000"/>
              <a:gd name="connsiteX751" fmla="*/ 4557898 w 7472601"/>
              <a:gd name="connsiteY751" fmla="*/ 900011 h 6858000"/>
              <a:gd name="connsiteX752" fmla="*/ 5870151 w 7472601"/>
              <a:gd name="connsiteY752" fmla="*/ 898890 h 6858000"/>
              <a:gd name="connsiteX753" fmla="*/ 5861335 w 7472601"/>
              <a:gd name="connsiteY753" fmla="*/ 899177 h 6858000"/>
              <a:gd name="connsiteX754" fmla="*/ 5843702 w 7472601"/>
              <a:gd name="connsiteY754" fmla="*/ 899748 h 6858000"/>
              <a:gd name="connsiteX755" fmla="*/ 5651107 w 7472601"/>
              <a:gd name="connsiteY755" fmla="*/ 920306 h 6858000"/>
              <a:gd name="connsiteX756" fmla="*/ 5459407 w 7472601"/>
              <a:gd name="connsiteY756" fmla="*/ 940975 h 6858000"/>
              <a:gd name="connsiteX757" fmla="*/ 5374846 w 7472601"/>
              <a:gd name="connsiteY757" fmla="*/ 941988 h 6858000"/>
              <a:gd name="connsiteX758" fmla="*/ 5256105 w 7472601"/>
              <a:gd name="connsiteY758" fmla="*/ 945632 h 6858000"/>
              <a:gd name="connsiteX759" fmla="*/ 5107071 w 7472601"/>
              <a:gd name="connsiteY759" fmla="*/ 969720 h 6858000"/>
              <a:gd name="connsiteX760" fmla="*/ 4998681 w 7472601"/>
              <a:gd name="connsiteY760" fmla="*/ 988771 h 6858000"/>
              <a:gd name="connsiteX761" fmla="*/ 5870151 w 7472601"/>
              <a:gd name="connsiteY761" fmla="*/ 898890 h 6858000"/>
              <a:gd name="connsiteX762" fmla="*/ 5504425 w 7472601"/>
              <a:gd name="connsiteY762" fmla="*/ 848067 h 6858000"/>
              <a:gd name="connsiteX763" fmla="*/ 4968849 w 7472601"/>
              <a:gd name="connsiteY763" fmla="*/ 962318 h 6858000"/>
              <a:gd name="connsiteX764" fmla="*/ 5104039 w 7472601"/>
              <a:gd name="connsiteY764" fmla="*/ 940634 h 6858000"/>
              <a:gd name="connsiteX765" fmla="*/ 5256311 w 7472601"/>
              <a:gd name="connsiteY765" fmla="*/ 916490 h 6858000"/>
              <a:gd name="connsiteX766" fmla="*/ 5377381 w 7472601"/>
              <a:gd name="connsiteY766" fmla="*/ 912671 h 6858000"/>
              <a:gd name="connsiteX767" fmla="*/ 5460148 w 7472601"/>
              <a:gd name="connsiteY767" fmla="*/ 911442 h 6858000"/>
              <a:gd name="connsiteX768" fmla="*/ 5648971 w 7472601"/>
              <a:gd name="connsiteY768" fmla="*/ 891331 h 6858000"/>
              <a:gd name="connsiteX769" fmla="*/ 5844807 w 7472601"/>
              <a:gd name="connsiteY769" fmla="*/ 870718 h 6858000"/>
              <a:gd name="connsiteX770" fmla="*/ 5862975 w 7472601"/>
              <a:gd name="connsiteY770" fmla="*/ 869756 h 6858000"/>
              <a:gd name="connsiteX771" fmla="*/ 5920887 w 7472601"/>
              <a:gd name="connsiteY771" fmla="*/ 865929 h 6858000"/>
              <a:gd name="connsiteX772" fmla="*/ 5504425 w 7472601"/>
              <a:gd name="connsiteY772" fmla="*/ 848067 h 6858000"/>
              <a:gd name="connsiteX773" fmla="*/ 3607114 w 7472601"/>
              <a:gd name="connsiteY773" fmla="*/ 467441 h 6858000"/>
              <a:gd name="connsiteX774" fmla="*/ 3296242 w 7472601"/>
              <a:gd name="connsiteY774" fmla="*/ 807991 h 6858000"/>
              <a:gd name="connsiteX775" fmla="*/ 3174674 w 7472601"/>
              <a:gd name="connsiteY775" fmla="*/ 919759 h 6858000"/>
              <a:gd name="connsiteX776" fmla="*/ 3042978 w 7472601"/>
              <a:gd name="connsiteY776" fmla="*/ 1054894 h 6858000"/>
              <a:gd name="connsiteX777" fmla="*/ 2968914 w 7472601"/>
              <a:gd name="connsiteY777" fmla="*/ 1133756 h 6858000"/>
              <a:gd name="connsiteX778" fmla="*/ 3103823 w 7472601"/>
              <a:gd name="connsiteY778" fmla="*/ 1026814 h 6858000"/>
              <a:gd name="connsiteX779" fmla="*/ 3607114 w 7472601"/>
              <a:gd name="connsiteY779" fmla="*/ 467441 h 6858000"/>
              <a:gd name="connsiteX780" fmla="*/ 3744487 w 7472601"/>
              <a:gd name="connsiteY780" fmla="*/ 383136 h 6858000"/>
              <a:gd name="connsiteX781" fmla="*/ 3970213 w 7472601"/>
              <a:gd name="connsiteY781" fmla="*/ 995559 h 6858000"/>
              <a:gd name="connsiteX782" fmla="*/ 3744487 w 7472601"/>
              <a:gd name="connsiteY782" fmla="*/ 383136 h 6858000"/>
              <a:gd name="connsiteX783" fmla="*/ 3624562 w 7472601"/>
              <a:gd name="connsiteY783" fmla="*/ 367041 h 6858000"/>
              <a:gd name="connsiteX784" fmla="*/ 3489712 w 7472601"/>
              <a:gd name="connsiteY784" fmla="*/ 485386 h 6858000"/>
              <a:gd name="connsiteX785" fmla="*/ 3182994 w 7472601"/>
              <a:gd name="connsiteY785" fmla="*/ 828265 h 6858000"/>
              <a:gd name="connsiteX786" fmla="*/ 2892114 w 7472601"/>
              <a:gd name="connsiteY786" fmla="*/ 1172635 h 6858000"/>
              <a:gd name="connsiteX787" fmla="*/ 3021459 w 7472601"/>
              <a:gd name="connsiteY787" fmla="*/ 1035385 h 6858000"/>
              <a:gd name="connsiteX788" fmla="*/ 3153873 w 7472601"/>
              <a:gd name="connsiteY788" fmla="*/ 898971 h 6858000"/>
              <a:gd name="connsiteX789" fmla="*/ 3276511 w 7472601"/>
              <a:gd name="connsiteY789" fmla="*/ 786423 h 6858000"/>
              <a:gd name="connsiteX790" fmla="*/ 3584154 w 7472601"/>
              <a:gd name="connsiteY790" fmla="*/ 448218 h 6858000"/>
              <a:gd name="connsiteX791" fmla="*/ 3624562 w 7472601"/>
              <a:gd name="connsiteY791" fmla="*/ 367041 h 6858000"/>
              <a:gd name="connsiteX792" fmla="*/ 3766672 w 7472601"/>
              <a:gd name="connsiteY792" fmla="*/ 359429 h 6858000"/>
              <a:gd name="connsiteX793" fmla="*/ 3996338 w 7472601"/>
              <a:gd name="connsiteY793" fmla="*/ 968237 h 6858000"/>
              <a:gd name="connsiteX794" fmla="*/ 3766672 w 7472601"/>
              <a:gd name="connsiteY794" fmla="*/ 359429 h 6858000"/>
              <a:gd name="connsiteX795" fmla="*/ 5805386 w 7472601"/>
              <a:gd name="connsiteY795" fmla="*/ 239240 h 6858000"/>
              <a:gd name="connsiteX796" fmla="*/ 5736947 w 7472601"/>
              <a:gd name="connsiteY796" fmla="*/ 261367 h 6858000"/>
              <a:gd name="connsiteX797" fmla="*/ 5427012 w 7472601"/>
              <a:gd name="connsiteY797" fmla="*/ 311272 h 6858000"/>
              <a:gd name="connsiteX798" fmla="*/ 5147818 w 7472601"/>
              <a:gd name="connsiteY798" fmla="*/ 322112 h 6858000"/>
              <a:gd name="connsiteX799" fmla="*/ 5060854 w 7472601"/>
              <a:gd name="connsiteY799" fmla="*/ 311882 h 6858000"/>
              <a:gd name="connsiteX800" fmla="*/ 4945989 w 7472601"/>
              <a:gd name="connsiteY800" fmla="*/ 300516 h 6858000"/>
              <a:gd name="connsiteX801" fmla="*/ 5410479 w 7472601"/>
              <a:gd name="connsiteY801" fmla="*/ 348434 h 6858000"/>
              <a:gd name="connsiteX802" fmla="*/ 5805386 w 7472601"/>
              <a:gd name="connsiteY802" fmla="*/ 239240 h 6858000"/>
              <a:gd name="connsiteX803" fmla="*/ 5905192 w 7472601"/>
              <a:gd name="connsiteY803" fmla="*/ 163079 h 6858000"/>
              <a:gd name="connsiteX804" fmla="*/ 5865655 w 7472601"/>
              <a:gd name="connsiteY804" fmla="*/ 171901 h 6858000"/>
              <a:gd name="connsiteX805" fmla="*/ 5259740 w 7472601"/>
              <a:gd name="connsiteY805" fmla="*/ 257013 h 6858000"/>
              <a:gd name="connsiteX806" fmla="*/ 5208466 w 7472601"/>
              <a:gd name="connsiteY806" fmla="*/ 257550 h 6858000"/>
              <a:gd name="connsiteX807" fmla="*/ 4980204 w 7472601"/>
              <a:gd name="connsiteY807" fmla="*/ 271903 h 6858000"/>
              <a:gd name="connsiteX808" fmla="*/ 5068068 w 7472601"/>
              <a:gd name="connsiteY808" fmla="*/ 282244 h 6858000"/>
              <a:gd name="connsiteX809" fmla="*/ 5153231 w 7472601"/>
              <a:gd name="connsiteY809" fmla="*/ 292240 h 6858000"/>
              <a:gd name="connsiteX810" fmla="*/ 5426491 w 7472601"/>
              <a:gd name="connsiteY810" fmla="*/ 281128 h 6858000"/>
              <a:gd name="connsiteX811" fmla="*/ 5731212 w 7472601"/>
              <a:gd name="connsiteY811" fmla="*/ 231951 h 6858000"/>
              <a:gd name="connsiteX812" fmla="*/ 5905192 w 7472601"/>
              <a:gd name="connsiteY812" fmla="*/ 163079 h 6858000"/>
              <a:gd name="connsiteX813" fmla="*/ 5944437 w 7472601"/>
              <a:gd name="connsiteY813" fmla="*/ 113829 h 6858000"/>
              <a:gd name="connsiteX814" fmla="*/ 5825032 w 7472601"/>
              <a:gd name="connsiteY814" fmla="*/ 146405 h 6858000"/>
              <a:gd name="connsiteX815" fmla="*/ 4955599 w 7472601"/>
              <a:gd name="connsiteY815" fmla="*/ 247008 h 6858000"/>
              <a:gd name="connsiteX816" fmla="*/ 5210104 w 7472601"/>
              <a:gd name="connsiteY816" fmla="*/ 228123 h 6858000"/>
              <a:gd name="connsiteX817" fmla="*/ 5261015 w 7472601"/>
              <a:gd name="connsiteY817" fmla="*/ 227087 h 6858000"/>
              <a:gd name="connsiteX818" fmla="*/ 5861181 w 7472601"/>
              <a:gd name="connsiteY818" fmla="*/ 143093 h 6858000"/>
              <a:gd name="connsiteX819" fmla="*/ 5961252 w 7472601"/>
              <a:gd name="connsiteY819" fmla="*/ 114820 h 6858000"/>
              <a:gd name="connsiteX820" fmla="*/ 5944437 w 7472601"/>
              <a:gd name="connsiteY820" fmla="*/ 113829 h 6858000"/>
              <a:gd name="connsiteX821" fmla="*/ 3882765 w 7472601"/>
              <a:gd name="connsiteY821" fmla="*/ 0 h 6858000"/>
              <a:gd name="connsiteX822" fmla="*/ 3995099 w 7472601"/>
              <a:gd name="connsiteY822" fmla="*/ 0 h 6858000"/>
              <a:gd name="connsiteX823" fmla="*/ 4163818 w 7472601"/>
              <a:gd name="connsiteY823" fmla="*/ 234104 h 6858000"/>
              <a:gd name="connsiteX824" fmla="*/ 4172099 w 7472601"/>
              <a:gd name="connsiteY824" fmla="*/ 234207 h 6858000"/>
              <a:gd name="connsiteX825" fmla="*/ 4784282 w 7472601"/>
              <a:gd name="connsiteY825" fmla="*/ 276561 h 6858000"/>
              <a:gd name="connsiteX826" fmla="*/ 4801687 w 7472601"/>
              <a:gd name="connsiteY826" fmla="*/ 267764 h 6858000"/>
              <a:gd name="connsiteX827" fmla="*/ 6082788 w 7472601"/>
              <a:gd name="connsiteY827" fmla="*/ 64119 h 6858000"/>
              <a:gd name="connsiteX828" fmla="*/ 6099442 w 7472601"/>
              <a:gd name="connsiteY828" fmla="*/ 82568 h 6858000"/>
              <a:gd name="connsiteX829" fmla="*/ 4804137 w 7472601"/>
              <a:gd name="connsiteY829" fmla="*/ 320931 h 6858000"/>
              <a:gd name="connsiteX830" fmla="*/ 4227047 w 7472601"/>
              <a:gd name="connsiteY830" fmla="*/ 313415 h 6858000"/>
              <a:gd name="connsiteX831" fmla="*/ 4346041 w 7472601"/>
              <a:gd name="connsiteY831" fmla="*/ 456086 h 6858000"/>
              <a:gd name="connsiteX832" fmla="*/ 4870967 w 7472601"/>
              <a:gd name="connsiteY832" fmla="*/ 963061 h 6858000"/>
              <a:gd name="connsiteX833" fmla="*/ 4889647 w 7472601"/>
              <a:gd name="connsiteY833" fmla="*/ 957147 h 6858000"/>
              <a:gd name="connsiteX834" fmla="*/ 5422504 w 7472601"/>
              <a:gd name="connsiteY834" fmla="*/ 805191 h 6858000"/>
              <a:gd name="connsiteX835" fmla="*/ 6087656 w 7472601"/>
              <a:gd name="connsiteY835" fmla="*/ 826703 h 6858000"/>
              <a:gd name="connsiteX836" fmla="*/ 6058717 w 7472601"/>
              <a:gd name="connsiteY836" fmla="*/ 865992 h 6858000"/>
              <a:gd name="connsiteX837" fmla="*/ 4974153 w 7472601"/>
              <a:gd name="connsiteY837" fmla="*/ 1045456 h 6858000"/>
              <a:gd name="connsiteX838" fmla="*/ 5627835 w 7472601"/>
              <a:gd name="connsiteY838" fmla="*/ 1472077 h 6858000"/>
              <a:gd name="connsiteX839" fmla="*/ 5629817 w 7472601"/>
              <a:gd name="connsiteY839" fmla="*/ 1471412 h 6858000"/>
              <a:gd name="connsiteX840" fmla="*/ 5634124 w 7472601"/>
              <a:gd name="connsiteY840" fmla="*/ 1470572 h 6858000"/>
              <a:gd name="connsiteX841" fmla="*/ 5755832 w 7472601"/>
              <a:gd name="connsiteY841" fmla="*/ 1383886 h 6858000"/>
              <a:gd name="connsiteX842" fmla="*/ 6014186 w 7472601"/>
              <a:gd name="connsiteY842" fmla="*/ 1279799 h 6858000"/>
              <a:gd name="connsiteX843" fmla="*/ 6901619 w 7472601"/>
              <a:gd name="connsiteY843" fmla="*/ 1047874 h 6858000"/>
              <a:gd name="connsiteX844" fmla="*/ 6931566 w 7472601"/>
              <a:gd name="connsiteY844" fmla="*/ 1062034 h 6858000"/>
              <a:gd name="connsiteX845" fmla="*/ 5790982 w 7472601"/>
              <a:gd name="connsiteY845" fmla="*/ 1561380 h 6858000"/>
              <a:gd name="connsiteX846" fmla="*/ 6188971 w 7472601"/>
              <a:gd name="connsiteY846" fmla="*/ 1755168 h 6858000"/>
              <a:gd name="connsiteX847" fmla="*/ 6202446 w 7472601"/>
              <a:gd name="connsiteY847" fmla="*/ 1752268 h 6858000"/>
              <a:gd name="connsiteX848" fmla="*/ 7179560 w 7472601"/>
              <a:gd name="connsiteY848" fmla="*/ 1467551 h 6858000"/>
              <a:gd name="connsiteX849" fmla="*/ 7158730 w 7472601"/>
              <a:gd name="connsiteY849" fmla="*/ 1507835 h 6858000"/>
              <a:gd name="connsiteX850" fmla="*/ 6326959 w 7472601"/>
              <a:gd name="connsiteY850" fmla="*/ 1817686 h 6858000"/>
              <a:gd name="connsiteX851" fmla="*/ 6537433 w 7472601"/>
              <a:gd name="connsiteY851" fmla="*/ 1907790 h 6858000"/>
              <a:gd name="connsiteX852" fmla="*/ 6550221 w 7472601"/>
              <a:gd name="connsiteY852" fmla="*/ 1910729 h 6858000"/>
              <a:gd name="connsiteX853" fmla="*/ 6964438 w 7472601"/>
              <a:gd name="connsiteY853" fmla="*/ 2209505 h 6858000"/>
              <a:gd name="connsiteX854" fmla="*/ 7367862 w 7472601"/>
              <a:gd name="connsiteY854" fmla="*/ 2806833 h 6858000"/>
              <a:gd name="connsiteX855" fmla="*/ 7364329 w 7472601"/>
              <a:gd name="connsiteY855" fmla="*/ 2826907 h 6858000"/>
              <a:gd name="connsiteX856" fmla="*/ 7290545 w 7472601"/>
              <a:gd name="connsiteY856" fmla="*/ 2850663 h 6858000"/>
              <a:gd name="connsiteX857" fmla="*/ 6472036 w 7472601"/>
              <a:gd name="connsiteY857" fmla="*/ 1959003 h 6858000"/>
              <a:gd name="connsiteX858" fmla="*/ 5792897 w 7472601"/>
              <a:gd name="connsiteY858" fmla="*/ 1647747 h 6858000"/>
              <a:gd name="connsiteX859" fmla="*/ 5842751 w 7472601"/>
              <a:gd name="connsiteY859" fmla="*/ 1816112 h 6858000"/>
              <a:gd name="connsiteX860" fmla="*/ 5847424 w 7472601"/>
              <a:gd name="connsiteY860" fmla="*/ 1815776 h 6858000"/>
              <a:gd name="connsiteX861" fmla="*/ 6399821 w 7472601"/>
              <a:gd name="connsiteY861" fmla="*/ 2344799 h 6858000"/>
              <a:gd name="connsiteX862" fmla="*/ 6323232 w 7472601"/>
              <a:gd name="connsiteY862" fmla="*/ 2389634 h 6858000"/>
              <a:gd name="connsiteX863" fmla="*/ 5942958 w 7472601"/>
              <a:gd name="connsiteY863" fmla="*/ 2077708 h 6858000"/>
              <a:gd name="connsiteX864" fmla="*/ 5921559 w 7472601"/>
              <a:gd name="connsiteY864" fmla="*/ 2378596 h 6858000"/>
              <a:gd name="connsiteX865" fmla="*/ 5817651 w 7472601"/>
              <a:gd name="connsiteY865" fmla="*/ 3023919 h 6858000"/>
              <a:gd name="connsiteX866" fmla="*/ 5729634 w 7472601"/>
              <a:gd name="connsiteY866" fmla="*/ 3051849 h 6858000"/>
              <a:gd name="connsiteX867" fmla="*/ 5611018 w 7472601"/>
              <a:gd name="connsiteY867" fmla="*/ 2316769 h 6858000"/>
              <a:gd name="connsiteX868" fmla="*/ 5687608 w 7472601"/>
              <a:gd name="connsiteY868" fmla="*/ 2039972 h 6858000"/>
              <a:gd name="connsiteX869" fmla="*/ 5657554 w 7472601"/>
              <a:gd name="connsiteY869" fmla="*/ 1576445 h 6858000"/>
              <a:gd name="connsiteX870" fmla="*/ 5150475 w 7472601"/>
              <a:gd name="connsiteY870" fmla="*/ 1274012 h 6858000"/>
              <a:gd name="connsiteX871" fmla="*/ 5349142 w 7472601"/>
              <a:gd name="connsiteY871" fmla="*/ 2204405 h 6858000"/>
              <a:gd name="connsiteX872" fmla="*/ 5262214 w 7472601"/>
              <a:gd name="connsiteY872" fmla="*/ 2233836 h 6858000"/>
              <a:gd name="connsiteX873" fmla="*/ 4981539 w 7472601"/>
              <a:gd name="connsiteY873" fmla="*/ 1542201 h 6858000"/>
              <a:gd name="connsiteX874" fmla="*/ 4958461 w 7472601"/>
              <a:gd name="connsiteY874" fmla="*/ 1136957 h 6858000"/>
              <a:gd name="connsiteX875" fmla="*/ 4655015 w 7472601"/>
              <a:gd name="connsiteY875" fmla="*/ 891426 h 6858000"/>
              <a:gd name="connsiteX876" fmla="*/ 4348002 w 7472601"/>
              <a:gd name="connsiteY876" fmla="*/ 2205895 h 6858000"/>
              <a:gd name="connsiteX877" fmla="*/ 4262250 w 7472601"/>
              <a:gd name="connsiteY877" fmla="*/ 2219972 h 6858000"/>
              <a:gd name="connsiteX878" fmla="*/ 4550611 w 7472601"/>
              <a:gd name="connsiteY878" fmla="*/ 817540 h 6858000"/>
              <a:gd name="connsiteX879" fmla="*/ 4564418 w 7472601"/>
              <a:gd name="connsiteY879" fmla="*/ 808293 h 6858000"/>
              <a:gd name="connsiteX880" fmla="*/ 4266388 w 7472601"/>
              <a:gd name="connsiteY880" fmla="*/ 500083 h 6858000"/>
              <a:gd name="connsiteX881" fmla="*/ 4032842 w 7472601"/>
              <a:gd name="connsiteY881" fmla="*/ 211809 h 6858000"/>
              <a:gd name="connsiteX882" fmla="*/ 3882765 w 7472601"/>
              <a:gd name="connsiteY882" fmla="*/ 0 h 6858000"/>
              <a:gd name="connsiteX883" fmla="*/ 3721337 w 7472601"/>
              <a:gd name="connsiteY883" fmla="*/ 0 h 6858000"/>
              <a:gd name="connsiteX884" fmla="*/ 3797544 w 7472601"/>
              <a:gd name="connsiteY884" fmla="*/ 0 h 6858000"/>
              <a:gd name="connsiteX885" fmla="*/ 3775734 w 7472601"/>
              <a:gd name="connsiteY885" fmla="*/ 95131 h 6858000"/>
              <a:gd name="connsiteX886" fmla="*/ 3724807 w 7472601"/>
              <a:gd name="connsiteY886" fmla="*/ 272257 h 6858000"/>
              <a:gd name="connsiteX887" fmla="*/ 3726844 w 7472601"/>
              <a:gd name="connsiteY887" fmla="*/ 282988 h 6858000"/>
              <a:gd name="connsiteX888" fmla="*/ 3742664 w 7472601"/>
              <a:gd name="connsiteY888" fmla="*/ 279918 h 6858000"/>
              <a:gd name="connsiteX889" fmla="*/ 4103910 w 7472601"/>
              <a:gd name="connsiteY889" fmla="*/ 1161917 h 6858000"/>
              <a:gd name="connsiteX890" fmla="*/ 4020269 w 7472601"/>
              <a:gd name="connsiteY890" fmla="*/ 1200406 h 6858000"/>
              <a:gd name="connsiteX891" fmla="*/ 3674882 w 7472601"/>
              <a:gd name="connsiteY891" fmla="*/ 488524 h 6858000"/>
              <a:gd name="connsiteX892" fmla="*/ 3132682 w 7472601"/>
              <a:gd name="connsiteY892" fmla="*/ 1072284 h 6858000"/>
              <a:gd name="connsiteX893" fmla="*/ 2716346 w 7472601"/>
              <a:gd name="connsiteY893" fmla="*/ 1276376 h 6858000"/>
              <a:gd name="connsiteX894" fmla="*/ 2716772 w 7472601"/>
              <a:gd name="connsiteY894" fmla="*/ 1255462 h 6858000"/>
              <a:gd name="connsiteX895" fmla="*/ 3471096 w 7472601"/>
              <a:gd name="connsiteY895" fmla="*/ 437072 h 6858000"/>
              <a:gd name="connsiteX896" fmla="*/ 3639057 w 7472601"/>
              <a:gd name="connsiteY896" fmla="*/ 286334 h 6858000"/>
              <a:gd name="connsiteX897" fmla="*/ 3640309 w 7472601"/>
              <a:gd name="connsiteY897" fmla="*/ 284664 h 6858000"/>
              <a:gd name="connsiteX898" fmla="*/ 3646022 w 7472601"/>
              <a:gd name="connsiteY898" fmla="*/ 276711 h 6858000"/>
              <a:gd name="connsiteX899" fmla="*/ 3707943 w 7472601"/>
              <a:gd name="connsiteY899" fmla="*/ 65958 h 6858000"/>
              <a:gd name="connsiteX900" fmla="*/ 3721337 w 7472601"/>
              <a:gd name="connsiteY900" fmla="*/ 0 h 6858000"/>
              <a:gd name="connsiteX901" fmla="*/ 2867960 w 7472601"/>
              <a:gd name="connsiteY901" fmla="*/ 0 h 6858000"/>
              <a:gd name="connsiteX902" fmla="*/ 2926351 w 7472601"/>
              <a:gd name="connsiteY902" fmla="*/ 0 h 6858000"/>
              <a:gd name="connsiteX903" fmla="*/ 2902823 w 7472601"/>
              <a:gd name="connsiteY903" fmla="*/ 262929 h 6858000"/>
              <a:gd name="connsiteX904" fmla="*/ 2940663 w 7472601"/>
              <a:gd name="connsiteY904" fmla="*/ 140884 h 6858000"/>
              <a:gd name="connsiteX905" fmla="*/ 2947039 w 7472601"/>
              <a:gd name="connsiteY905" fmla="*/ 122524 h 6858000"/>
              <a:gd name="connsiteX906" fmla="*/ 2984316 w 7472601"/>
              <a:gd name="connsiteY906" fmla="*/ 0 h 6858000"/>
              <a:gd name="connsiteX907" fmla="*/ 3016114 w 7472601"/>
              <a:gd name="connsiteY907" fmla="*/ 0 h 6858000"/>
              <a:gd name="connsiteX908" fmla="*/ 2979949 w 7472601"/>
              <a:gd name="connsiteY908" fmla="*/ 119274 h 6858000"/>
              <a:gd name="connsiteX909" fmla="*/ 3023879 w 7472601"/>
              <a:gd name="connsiteY909" fmla="*/ 0 h 6858000"/>
              <a:gd name="connsiteX910" fmla="*/ 3105400 w 7472601"/>
              <a:gd name="connsiteY910" fmla="*/ 0 h 6858000"/>
              <a:gd name="connsiteX911" fmla="*/ 3094669 w 7472601"/>
              <a:gd name="connsiteY911" fmla="*/ 30308 h 6858000"/>
              <a:gd name="connsiteX912" fmla="*/ 2901945 w 7472601"/>
              <a:gd name="connsiteY912" fmla="*/ 466538 h 6858000"/>
              <a:gd name="connsiteX913" fmla="*/ 2815209 w 7472601"/>
              <a:gd name="connsiteY913" fmla="*/ 497361 h 6858000"/>
              <a:gd name="connsiteX914" fmla="*/ 2844845 w 7472601"/>
              <a:gd name="connsiteY914" fmla="*/ 127638 h 6858000"/>
              <a:gd name="connsiteX915" fmla="*/ 2867960 w 7472601"/>
              <a:gd name="connsiteY915" fmla="*/ 0 h 6858000"/>
              <a:gd name="connsiteX916" fmla="*/ 1057230 w 7472601"/>
              <a:gd name="connsiteY916" fmla="*/ 0 h 6858000"/>
              <a:gd name="connsiteX917" fmla="*/ 1111003 w 7472601"/>
              <a:gd name="connsiteY917" fmla="*/ 0 h 6858000"/>
              <a:gd name="connsiteX918" fmla="*/ 1125553 w 7472601"/>
              <a:gd name="connsiteY918" fmla="*/ 52588 h 6858000"/>
              <a:gd name="connsiteX919" fmla="*/ 1304276 w 7472601"/>
              <a:gd name="connsiteY919" fmla="*/ 476275 h 6858000"/>
              <a:gd name="connsiteX920" fmla="*/ 1492066 w 7472601"/>
              <a:gd name="connsiteY920" fmla="*/ 886333 h 6858000"/>
              <a:gd name="connsiteX921" fmla="*/ 1423698 w 7472601"/>
              <a:gd name="connsiteY921" fmla="*/ 710817 h 6858000"/>
              <a:gd name="connsiteX922" fmla="*/ 1357609 w 7472601"/>
              <a:gd name="connsiteY922" fmla="*/ 532892 h 6858000"/>
              <a:gd name="connsiteX923" fmla="*/ 1309550 w 7472601"/>
              <a:gd name="connsiteY923" fmla="*/ 374031 h 6858000"/>
              <a:gd name="connsiteX924" fmla="*/ 1193673 w 7472601"/>
              <a:gd name="connsiteY924" fmla="*/ 49533 h 6858000"/>
              <a:gd name="connsiteX925" fmla="*/ 1164391 w 7472601"/>
              <a:gd name="connsiteY925" fmla="*/ 0 h 6858000"/>
              <a:gd name="connsiteX926" fmla="*/ 1200666 w 7472601"/>
              <a:gd name="connsiteY926" fmla="*/ 0 h 6858000"/>
              <a:gd name="connsiteX927" fmla="*/ 1223408 w 7472601"/>
              <a:gd name="connsiteY927" fmla="*/ 38996 h 6858000"/>
              <a:gd name="connsiteX928" fmla="*/ 1339635 w 7472601"/>
              <a:gd name="connsiteY928" fmla="*/ 365517 h 6858000"/>
              <a:gd name="connsiteX929" fmla="*/ 1387469 w 7472601"/>
              <a:gd name="connsiteY929" fmla="*/ 523079 h 6858000"/>
              <a:gd name="connsiteX930" fmla="*/ 1452685 w 7472601"/>
              <a:gd name="connsiteY930" fmla="*/ 699806 h 6858000"/>
              <a:gd name="connsiteX931" fmla="*/ 1492092 w 7472601"/>
              <a:gd name="connsiteY931" fmla="*/ 800424 h 6858000"/>
              <a:gd name="connsiteX932" fmla="*/ 1455302 w 7472601"/>
              <a:gd name="connsiteY932" fmla="*/ 632913 h 6858000"/>
              <a:gd name="connsiteX933" fmla="*/ 1222336 w 7472601"/>
              <a:gd name="connsiteY933" fmla="*/ 9480 h 6858000"/>
              <a:gd name="connsiteX934" fmla="*/ 1214634 w 7472601"/>
              <a:gd name="connsiteY934" fmla="*/ 0 h 6858000"/>
              <a:gd name="connsiteX935" fmla="*/ 1289827 w 7472601"/>
              <a:gd name="connsiteY935" fmla="*/ 0 h 6858000"/>
              <a:gd name="connsiteX936" fmla="*/ 1321076 w 7472601"/>
              <a:gd name="connsiteY936" fmla="*/ 59722 h 6858000"/>
              <a:gd name="connsiteX937" fmla="*/ 1512579 w 7472601"/>
              <a:gd name="connsiteY937" fmla="*/ 626441 h 6858000"/>
              <a:gd name="connsiteX938" fmla="*/ 1506076 w 7472601"/>
              <a:gd name="connsiteY938" fmla="*/ 1089289 h 6858000"/>
              <a:gd name="connsiteX939" fmla="*/ 1486346 w 7472601"/>
              <a:gd name="connsiteY939" fmla="*/ 1079919 h 6858000"/>
              <a:gd name="connsiteX940" fmla="*/ 1070511 w 7472601"/>
              <a:gd name="connsiteY940" fmla="*/ 48609 h 6858000"/>
              <a:gd name="connsiteX941" fmla="*/ 1057230 w 7472601"/>
              <a:gd name="connsiteY941" fmla="*/ 0 h 6858000"/>
              <a:gd name="connsiteX942" fmla="*/ 43151 w 7472601"/>
              <a:gd name="connsiteY942" fmla="*/ 0 h 6858000"/>
              <a:gd name="connsiteX943" fmla="*/ 95283 w 7472601"/>
              <a:gd name="connsiteY943" fmla="*/ 0 h 6858000"/>
              <a:gd name="connsiteX944" fmla="*/ 300708 w 7472601"/>
              <a:gd name="connsiteY944" fmla="*/ 154571 h 6858000"/>
              <a:gd name="connsiteX945" fmla="*/ 530414 w 7472601"/>
              <a:gd name="connsiteY945" fmla="*/ 354673 h 6858000"/>
              <a:gd name="connsiteX946" fmla="*/ 333785 w 7472601"/>
              <a:gd name="connsiteY946" fmla="*/ 161564 h 6858000"/>
              <a:gd name="connsiteX947" fmla="*/ 147005 w 7472601"/>
              <a:gd name="connsiteY947" fmla="*/ 0 h 6858000"/>
              <a:gd name="connsiteX948" fmla="*/ 272509 w 7472601"/>
              <a:gd name="connsiteY948" fmla="*/ 0 h 6858000"/>
              <a:gd name="connsiteX949" fmla="*/ 326276 w 7472601"/>
              <a:gd name="connsiteY949" fmla="*/ 45847 h 6858000"/>
              <a:gd name="connsiteX950" fmla="*/ 823759 w 7472601"/>
              <a:gd name="connsiteY950" fmla="*/ 574145 h 6858000"/>
              <a:gd name="connsiteX951" fmla="*/ 811254 w 7472601"/>
              <a:gd name="connsiteY951" fmla="*/ 665546 h 6858000"/>
              <a:gd name="connsiteX952" fmla="*/ 154042 w 7472601"/>
              <a:gd name="connsiteY952" fmla="*/ 261522 h 6858000"/>
              <a:gd name="connsiteX953" fmla="*/ 13550 w 7472601"/>
              <a:gd name="connsiteY953" fmla="*/ 158423 h 6858000"/>
              <a:gd name="connsiteX954" fmla="*/ 0 w 7472601"/>
              <a:gd name="connsiteY954" fmla="*/ 146618 h 6858000"/>
              <a:gd name="connsiteX955" fmla="*/ 0 w 7472601"/>
              <a:gd name="connsiteY955" fmla="*/ 59161 h 6858000"/>
              <a:gd name="connsiteX956" fmla="*/ 45427 w 7472601"/>
              <a:gd name="connsiteY956" fmla="*/ 101078 h 6858000"/>
              <a:gd name="connsiteX957" fmla="*/ 630103 w 7472601"/>
              <a:gd name="connsiteY957" fmla="*/ 485885 h 6858000"/>
              <a:gd name="connsiteX958" fmla="*/ 532040 w 7472601"/>
              <a:gd name="connsiteY958" fmla="*/ 399359 h 6858000"/>
              <a:gd name="connsiteX959" fmla="*/ 517618 w 7472601"/>
              <a:gd name="connsiteY959" fmla="*/ 385726 h 6858000"/>
              <a:gd name="connsiteX960" fmla="*/ 285074 w 7472601"/>
              <a:gd name="connsiteY960" fmla="*/ 182755 h 6858000"/>
              <a:gd name="connsiteX961" fmla="*/ 43151 w 7472601"/>
              <a:gd name="connsiteY961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63634 h 6858000"/>
              <a:gd name="connsiteX78" fmla="*/ 7448321 w 7472601"/>
              <a:gd name="connsiteY78" fmla="*/ 6190991 h 6858000"/>
              <a:gd name="connsiteX79" fmla="*/ 7467600 w 7472601"/>
              <a:gd name="connsiteY79" fmla="*/ 6221686 h 6858000"/>
              <a:gd name="connsiteX80" fmla="*/ 7467600 w 7472601"/>
              <a:gd name="connsiteY80" fmla="*/ 6334256 h 6858000"/>
              <a:gd name="connsiteX81" fmla="*/ 7454976 w 7472601"/>
              <a:gd name="connsiteY81" fmla="*/ 6318297 h 6858000"/>
              <a:gd name="connsiteX82" fmla="*/ 1456157 w 7472601"/>
              <a:gd name="connsiteY82" fmla="*/ 5371404 h 6858000"/>
              <a:gd name="connsiteX83" fmla="*/ 1244432 w 7472601"/>
              <a:gd name="connsiteY83" fmla="*/ 5385601 h 6858000"/>
              <a:gd name="connsiteX84" fmla="*/ 973990 w 7472601"/>
              <a:gd name="connsiteY84" fmla="*/ 5424940 h 6858000"/>
              <a:gd name="connsiteX85" fmla="*/ 1103809 w 7472601"/>
              <a:gd name="connsiteY85" fmla="*/ 5433720 h 6858000"/>
              <a:gd name="connsiteX86" fmla="*/ 1123454 w 7472601"/>
              <a:gd name="connsiteY86" fmla="*/ 5435727 h 6858000"/>
              <a:gd name="connsiteX87" fmla="*/ 1737017 w 7472601"/>
              <a:gd name="connsiteY87" fmla="*/ 5452183 h 6858000"/>
              <a:gd name="connsiteX88" fmla="*/ 1824397 w 7472601"/>
              <a:gd name="connsiteY88" fmla="*/ 5447757 h 6858000"/>
              <a:gd name="connsiteX89" fmla="*/ 2070059 w 7472601"/>
              <a:gd name="connsiteY89" fmla="*/ 5441660 h 6858000"/>
              <a:gd name="connsiteX90" fmla="*/ 1456157 w 7472601"/>
              <a:gd name="connsiteY90" fmla="*/ 5371404 h 6858000"/>
              <a:gd name="connsiteX91" fmla="*/ 4988186 w 7472601"/>
              <a:gd name="connsiteY91" fmla="*/ 5216467 h 6858000"/>
              <a:gd name="connsiteX92" fmla="*/ 4777334 w 7472601"/>
              <a:gd name="connsiteY92" fmla="*/ 5406072 h 6858000"/>
              <a:gd name="connsiteX93" fmla="*/ 4718341 w 7472601"/>
              <a:gd name="connsiteY93" fmla="*/ 5468043 h 6858000"/>
              <a:gd name="connsiteX94" fmla="*/ 4604655 w 7472601"/>
              <a:gd name="connsiteY94" fmla="*/ 5583434 h 6858000"/>
              <a:gd name="connsiteX95" fmla="*/ 4565074 w 7472601"/>
              <a:gd name="connsiteY95" fmla="*/ 5618550 h 6858000"/>
              <a:gd name="connsiteX96" fmla="*/ 4988186 w 7472601"/>
              <a:gd name="connsiteY96" fmla="*/ 5216467 h 6858000"/>
              <a:gd name="connsiteX97" fmla="*/ 4978032 w 7472601"/>
              <a:gd name="connsiteY97" fmla="*/ 5183809 h 6858000"/>
              <a:gd name="connsiteX98" fmla="*/ 4463413 w 7472601"/>
              <a:gd name="connsiteY98" fmla="*/ 5615162 h 6858000"/>
              <a:gd name="connsiteX99" fmla="*/ 4358134 w 7472601"/>
              <a:gd name="connsiteY99" fmla="*/ 5742791 h 6858000"/>
              <a:gd name="connsiteX100" fmla="*/ 4376219 w 7472601"/>
              <a:gd name="connsiteY100" fmla="*/ 5729027 h 6858000"/>
              <a:gd name="connsiteX101" fmla="*/ 4582340 w 7472601"/>
              <a:gd name="connsiteY101" fmla="*/ 5561037 h 6858000"/>
              <a:gd name="connsiteX102" fmla="*/ 4694684 w 7472601"/>
              <a:gd name="connsiteY102" fmla="*/ 5447098 h 6858000"/>
              <a:gd name="connsiteX103" fmla="*/ 4754123 w 7472601"/>
              <a:gd name="connsiteY103" fmla="*/ 5384643 h 6858000"/>
              <a:gd name="connsiteX104" fmla="*/ 4978032 w 7472601"/>
              <a:gd name="connsiteY104" fmla="*/ 5183809 h 6858000"/>
              <a:gd name="connsiteX105" fmla="*/ 1903353 w 7472601"/>
              <a:gd name="connsiteY105" fmla="*/ 5044827 h 6858000"/>
              <a:gd name="connsiteX106" fmla="*/ 1936931 w 7472601"/>
              <a:gd name="connsiteY106" fmla="*/ 5093954 h 6858000"/>
              <a:gd name="connsiteX107" fmla="*/ 2195868 w 7472601"/>
              <a:gd name="connsiteY107" fmla="*/ 5396574 h 6858000"/>
              <a:gd name="connsiteX108" fmla="*/ 2088852 w 7472601"/>
              <a:gd name="connsiteY108" fmla="*/ 5166123 h 6858000"/>
              <a:gd name="connsiteX109" fmla="*/ 1958241 w 7472601"/>
              <a:gd name="connsiteY109" fmla="*/ 5067955 h 6858000"/>
              <a:gd name="connsiteX110" fmla="*/ 1903353 w 7472601"/>
              <a:gd name="connsiteY110" fmla="*/ 5044827 h 6858000"/>
              <a:gd name="connsiteX111" fmla="*/ 1979378 w 7472601"/>
              <a:gd name="connsiteY111" fmla="*/ 4769504 h 6858000"/>
              <a:gd name="connsiteX112" fmla="*/ 2882120 w 7472601"/>
              <a:gd name="connsiteY112" fmla="*/ 5064547 h 6858000"/>
              <a:gd name="connsiteX113" fmla="*/ 2793103 w 7472601"/>
              <a:gd name="connsiteY113" fmla="*/ 5039699 h 6858000"/>
              <a:gd name="connsiteX114" fmla="*/ 2770041 w 7472601"/>
              <a:gd name="connsiteY114" fmla="*/ 5033634 h 6858000"/>
              <a:gd name="connsiteX115" fmla="*/ 1979378 w 7472601"/>
              <a:gd name="connsiteY115" fmla="*/ 4769504 h 6858000"/>
              <a:gd name="connsiteX116" fmla="*/ 1927410 w 7472601"/>
              <a:gd name="connsiteY116" fmla="*/ 4716164 h 6858000"/>
              <a:gd name="connsiteX117" fmla="*/ 1959587 w 7472601"/>
              <a:gd name="connsiteY117" fmla="*/ 4728849 h 6858000"/>
              <a:gd name="connsiteX118" fmla="*/ 2777707 w 7472601"/>
              <a:gd name="connsiteY118" fmla="*/ 5003991 h 6858000"/>
              <a:gd name="connsiteX119" fmla="*/ 2800768 w 7472601"/>
              <a:gd name="connsiteY119" fmla="*/ 5010056 h 6858000"/>
              <a:gd name="connsiteX120" fmla="*/ 2879408 w 7472601"/>
              <a:gd name="connsiteY120" fmla="*/ 5031590 h 6858000"/>
              <a:gd name="connsiteX121" fmla="*/ 2862295 w 7472601"/>
              <a:gd name="connsiteY121" fmla="*/ 5022958 h 6858000"/>
              <a:gd name="connsiteX122" fmla="*/ 2813343 w 7472601"/>
              <a:gd name="connsiteY122" fmla="*/ 4998369 h 6858000"/>
              <a:gd name="connsiteX123" fmla="*/ 2646245 w 7472601"/>
              <a:gd name="connsiteY123" fmla="*/ 4930999 h 6858000"/>
              <a:gd name="connsiteX124" fmla="*/ 1999243 w 7472601"/>
              <a:gd name="connsiteY124" fmla="*/ 4730524 h 6858000"/>
              <a:gd name="connsiteX125" fmla="*/ 1979527 w 7472601"/>
              <a:gd name="connsiteY125" fmla="*/ 4726651 h 6858000"/>
              <a:gd name="connsiteX126" fmla="*/ 1927410 w 7472601"/>
              <a:gd name="connsiteY126" fmla="*/ 4716164 h 6858000"/>
              <a:gd name="connsiteX127" fmla="*/ 1997014 w 7472601"/>
              <a:gd name="connsiteY127" fmla="*/ 4698007 h 6858000"/>
              <a:gd name="connsiteX128" fmla="*/ 2005458 w 7472601"/>
              <a:gd name="connsiteY128" fmla="*/ 4699540 h 6858000"/>
              <a:gd name="connsiteX129" fmla="*/ 2657186 w 7472601"/>
              <a:gd name="connsiteY129" fmla="*/ 4901687 h 6858000"/>
              <a:gd name="connsiteX130" fmla="*/ 2826662 w 7472601"/>
              <a:gd name="connsiteY130" fmla="*/ 4970362 h 6858000"/>
              <a:gd name="connsiteX131" fmla="*/ 2876100 w 7472601"/>
              <a:gd name="connsiteY131" fmla="*/ 4995397 h 6858000"/>
              <a:gd name="connsiteX132" fmla="*/ 3042600 w 7472601"/>
              <a:gd name="connsiteY132" fmla="*/ 5059532 h 6858000"/>
              <a:gd name="connsiteX133" fmla="*/ 1997014 w 7472601"/>
              <a:gd name="connsiteY133" fmla="*/ 4698007 h 6858000"/>
              <a:gd name="connsiteX134" fmla="*/ 2305292 w 7472601"/>
              <a:gd name="connsiteY134" fmla="*/ 4219492 h 6858000"/>
              <a:gd name="connsiteX135" fmla="*/ 3360922 w 7472601"/>
              <a:gd name="connsiteY135" fmla="*/ 4529373 h 6858000"/>
              <a:gd name="connsiteX136" fmla="*/ 3492420 w 7472601"/>
              <a:gd name="connsiteY136" fmla="*/ 4510145 h 6858000"/>
              <a:gd name="connsiteX137" fmla="*/ 3364086 w 7472601"/>
              <a:gd name="connsiteY137" fmla="*/ 4480340 h 6858000"/>
              <a:gd name="connsiteX138" fmla="*/ 3225818 w 7472601"/>
              <a:gd name="connsiteY138" fmla="*/ 4411822 h 6858000"/>
              <a:gd name="connsiteX139" fmla="*/ 3129696 w 7472601"/>
              <a:gd name="connsiteY139" fmla="*/ 4360704 h 6858000"/>
              <a:gd name="connsiteX140" fmla="*/ 2814545 w 7472601"/>
              <a:gd name="connsiteY140" fmla="*/ 4282955 h 6858000"/>
              <a:gd name="connsiteX141" fmla="*/ 2305292 w 7472601"/>
              <a:gd name="connsiteY141" fmla="*/ 4219492 h 6858000"/>
              <a:gd name="connsiteX142" fmla="*/ 2626982 w 7472601"/>
              <a:gd name="connsiteY142" fmla="*/ 4206450 h 6858000"/>
              <a:gd name="connsiteX143" fmla="*/ 2490617 w 7472601"/>
              <a:gd name="connsiteY143" fmla="*/ 4206951 h 6858000"/>
              <a:gd name="connsiteX144" fmla="*/ 2819869 w 7472601"/>
              <a:gd name="connsiteY144" fmla="*/ 4252936 h 6858000"/>
              <a:gd name="connsiteX145" fmla="*/ 3143018 w 7472601"/>
              <a:gd name="connsiteY145" fmla="*/ 4332698 h 6858000"/>
              <a:gd name="connsiteX146" fmla="*/ 3241520 w 7472601"/>
              <a:gd name="connsiteY146" fmla="*/ 4385112 h 6858000"/>
              <a:gd name="connsiteX147" fmla="*/ 3374575 w 7472601"/>
              <a:gd name="connsiteY147" fmla="*/ 4451517 h 6858000"/>
              <a:gd name="connsiteX148" fmla="*/ 3505221 w 7472601"/>
              <a:gd name="connsiteY148" fmla="*/ 4480757 h 6858000"/>
              <a:gd name="connsiteX149" fmla="*/ 2626982 w 7472601"/>
              <a:gd name="connsiteY149" fmla="*/ 4206450 h 6858000"/>
              <a:gd name="connsiteX150" fmla="*/ 1310106 w 7472601"/>
              <a:gd name="connsiteY150" fmla="*/ 3943217 h 6858000"/>
              <a:gd name="connsiteX151" fmla="*/ 854994 w 7472601"/>
              <a:gd name="connsiteY151" fmla="*/ 4399136 h 6858000"/>
              <a:gd name="connsiteX152" fmla="*/ 742462 w 7472601"/>
              <a:gd name="connsiteY152" fmla="*/ 4594648 h 6858000"/>
              <a:gd name="connsiteX153" fmla="*/ 820602 w 7472601"/>
              <a:gd name="connsiteY153" fmla="*/ 4485915 h 6858000"/>
              <a:gd name="connsiteX154" fmla="*/ 878295 w 7472601"/>
              <a:gd name="connsiteY154" fmla="*/ 4403594 h 6858000"/>
              <a:gd name="connsiteX155" fmla="*/ 1240607 w 7472601"/>
              <a:gd name="connsiteY155" fmla="*/ 4010401 h 6858000"/>
              <a:gd name="connsiteX156" fmla="*/ 1310106 w 7472601"/>
              <a:gd name="connsiteY156" fmla="*/ 3943217 h 6858000"/>
              <a:gd name="connsiteX157" fmla="*/ 1423113 w 7472601"/>
              <a:gd name="connsiteY157" fmla="*/ 3874565 h 6858000"/>
              <a:gd name="connsiteX158" fmla="*/ 1260565 w 7472601"/>
              <a:gd name="connsiteY158" fmla="*/ 4031982 h 6858000"/>
              <a:gd name="connsiteX159" fmla="*/ 901900 w 7472601"/>
              <a:gd name="connsiteY159" fmla="*/ 4421236 h 6858000"/>
              <a:gd name="connsiteX160" fmla="*/ 845044 w 7472601"/>
              <a:gd name="connsiteY160" fmla="*/ 4502436 h 6858000"/>
              <a:gd name="connsiteX161" fmla="*/ 685926 w 7472601"/>
              <a:gd name="connsiteY161" fmla="*/ 4703069 h 6858000"/>
              <a:gd name="connsiteX162" fmla="*/ 684248 w 7472601"/>
              <a:gd name="connsiteY162" fmla="*/ 4706721 h 6858000"/>
              <a:gd name="connsiteX163" fmla="*/ 1423113 w 7472601"/>
              <a:gd name="connsiteY163" fmla="*/ 3874565 h 6858000"/>
              <a:gd name="connsiteX164" fmla="*/ 3316479 w 7472601"/>
              <a:gd name="connsiteY164" fmla="*/ 3872136 h 6858000"/>
              <a:gd name="connsiteX165" fmla="*/ 3546806 w 7472601"/>
              <a:gd name="connsiteY165" fmla="*/ 4356139 h 6858000"/>
              <a:gd name="connsiteX166" fmla="*/ 3364433 w 7472601"/>
              <a:gd name="connsiteY166" fmla="*/ 3953121 h 6858000"/>
              <a:gd name="connsiteX167" fmla="*/ 3316479 w 7472601"/>
              <a:gd name="connsiteY167" fmla="*/ 3872136 h 6858000"/>
              <a:gd name="connsiteX168" fmla="*/ 3291335 w 7472601"/>
              <a:gd name="connsiteY168" fmla="*/ 3767420 h 6858000"/>
              <a:gd name="connsiteX169" fmla="*/ 3390805 w 7472601"/>
              <a:gd name="connsiteY169" fmla="*/ 3937163 h 6858000"/>
              <a:gd name="connsiteX170" fmla="*/ 3579062 w 7472601"/>
              <a:gd name="connsiteY170" fmla="*/ 4359040 h 6858000"/>
              <a:gd name="connsiteX171" fmla="*/ 3467355 w 7472601"/>
              <a:gd name="connsiteY171" fmla="*/ 3988130 h 6858000"/>
              <a:gd name="connsiteX172" fmla="*/ 3310753 w 7472601"/>
              <a:gd name="connsiteY172" fmla="*/ 3787140 h 6858000"/>
              <a:gd name="connsiteX173" fmla="*/ 3291335 w 7472601"/>
              <a:gd name="connsiteY173" fmla="*/ 3767420 h 6858000"/>
              <a:gd name="connsiteX174" fmla="*/ 1635889 w 7472601"/>
              <a:gd name="connsiteY174" fmla="*/ 3709494 h 6858000"/>
              <a:gd name="connsiteX175" fmla="*/ 1634800 w 7472601"/>
              <a:gd name="connsiteY175" fmla="*/ 3731111 h 6858000"/>
              <a:gd name="connsiteX176" fmla="*/ 1635889 w 7472601"/>
              <a:gd name="connsiteY176" fmla="*/ 3709494 h 6858000"/>
              <a:gd name="connsiteX177" fmla="*/ 1510397 w 7472601"/>
              <a:gd name="connsiteY177" fmla="*/ 3684705 h 6858000"/>
              <a:gd name="connsiteX178" fmla="*/ 1146550 w 7472601"/>
              <a:gd name="connsiteY178" fmla="*/ 3802012 h 6858000"/>
              <a:gd name="connsiteX179" fmla="*/ 698834 w 7472601"/>
              <a:gd name="connsiteY179" fmla="*/ 3952272 h 6858000"/>
              <a:gd name="connsiteX180" fmla="*/ 34256 w 7472601"/>
              <a:gd name="connsiteY180" fmla="*/ 4347603 h 6858000"/>
              <a:gd name="connsiteX181" fmla="*/ 527241 w 7472601"/>
              <a:gd name="connsiteY181" fmla="*/ 4065078 h 6858000"/>
              <a:gd name="connsiteX182" fmla="*/ 1510397 w 7472601"/>
              <a:gd name="connsiteY182" fmla="*/ 3684705 h 6858000"/>
              <a:gd name="connsiteX183" fmla="*/ 1313114 w 7472601"/>
              <a:gd name="connsiteY183" fmla="*/ 3655216 h 6858000"/>
              <a:gd name="connsiteX184" fmla="*/ 1109304 w 7472601"/>
              <a:gd name="connsiteY184" fmla="*/ 3669030 h 6858000"/>
              <a:gd name="connsiteX185" fmla="*/ 8129 w 7472601"/>
              <a:gd name="connsiteY185" fmla="*/ 4330519 h 6858000"/>
              <a:gd name="connsiteX186" fmla="*/ 687572 w 7472601"/>
              <a:gd name="connsiteY186" fmla="*/ 3925629 h 6858000"/>
              <a:gd name="connsiteX187" fmla="*/ 1138365 w 7472601"/>
              <a:gd name="connsiteY187" fmla="*/ 3774515 h 6858000"/>
              <a:gd name="connsiteX188" fmla="*/ 1505579 w 7472601"/>
              <a:gd name="connsiteY188" fmla="*/ 3655526 h 6858000"/>
              <a:gd name="connsiteX189" fmla="*/ 1313114 w 7472601"/>
              <a:gd name="connsiteY189" fmla="*/ 3655216 h 6858000"/>
              <a:gd name="connsiteX190" fmla="*/ 3655073 w 7472601"/>
              <a:gd name="connsiteY190" fmla="*/ 3650884 h 6858000"/>
              <a:gd name="connsiteX191" fmla="*/ 3989938 w 7472601"/>
              <a:gd name="connsiteY191" fmla="*/ 3991685 h 6858000"/>
              <a:gd name="connsiteX192" fmla="*/ 4393907 w 7472601"/>
              <a:gd name="connsiteY192" fmla="*/ 4261258 h 6858000"/>
              <a:gd name="connsiteX193" fmla="*/ 4648051 w 7472601"/>
              <a:gd name="connsiteY193" fmla="*/ 4374051 h 6858000"/>
              <a:gd name="connsiteX194" fmla="*/ 4383389 w 7472601"/>
              <a:gd name="connsiteY194" fmla="*/ 4184369 h 6858000"/>
              <a:gd name="connsiteX195" fmla="*/ 4165508 w 7472601"/>
              <a:gd name="connsiteY195" fmla="*/ 4035196 h 6858000"/>
              <a:gd name="connsiteX196" fmla="*/ 4068162 w 7472601"/>
              <a:gd name="connsiteY196" fmla="*/ 3953394 h 6858000"/>
              <a:gd name="connsiteX197" fmla="*/ 3981416 w 7472601"/>
              <a:gd name="connsiteY197" fmla="*/ 3880482 h 6858000"/>
              <a:gd name="connsiteX198" fmla="*/ 3800147 w 7472601"/>
              <a:gd name="connsiteY198" fmla="*/ 3749872 h 6858000"/>
              <a:gd name="connsiteX199" fmla="*/ 3655073 w 7472601"/>
              <a:gd name="connsiteY199" fmla="*/ 3650884 h 6858000"/>
              <a:gd name="connsiteX200" fmla="*/ 3670252 w 7472601"/>
              <a:gd name="connsiteY200" fmla="*/ 3622798 h 6858000"/>
              <a:gd name="connsiteX201" fmla="*/ 3817258 w 7472601"/>
              <a:gd name="connsiteY201" fmla="*/ 3723577 h 6858000"/>
              <a:gd name="connsiteX202" fmla="*/ 4000461 w 7472601"/>
              <a:gd name="connsiteY202" fmla="*/ 3855966 h 6858000"/>
              <a:gd name="connsiteX203" fmla="*/ 4088180 w 7472601"/>
              <a:gd name="connsiteY203" fmla="*/ 3929774 h 6858000"/>
              <a:gd name="connsiteX204" fmla="*/ 4184555 w 7472601"/>
              <a:gd name="connsiteY204" fmla="*/ 4010683 h 6858000"/>
              <a:gd name="connsiteX205" fmla="*/ 4399563 w 7472601"/>
              <a:gd name="connsiteY205" fmla="*/ 4158106 h 6858000"/>
              <a:gd name="connsiteX206" fmla="*/ 4684469 w 7472601"/>
              <a:gd name="connsiteY206" fmla="*/ 4364680 h 6858000"/>
              <a:gd name="connsiteX207" fmla="*/ 4690271 w 7472601"/>
              <a:gd name="connsiteY207" fmla="*/ 4370034 h 6858000"/>
              <a:gd name="connsiteX208" fmla="*/ 4136093 w 7472601"/>
              <a:gd name="connsiteY208" fmla="*/ 3858466 h 6858000"/>
              <a:gd name="connsiteX209" fmla="*/ 3670252 w 7472601"/>
              <a:gd name="connsiteY209" fmla="*/ 3622798 h 6858000"/>
              <a:gd name="connsiteX210" fmla="*/ 4440129 w 7472601"/>
              <a:gd name="connsiteY210" fmla="*/ 3448571 h 6858000"/>
              <a:gd name="connsiteX211" fmla="*/ 4856525 w 7472601"/>
              <a:gd name="connsiteY211" fmla="*/ 3915351 h 6858000"/>
              <a:gd name="connsiteX212" fmla="*/ 5059055 w 7472601"/>
              <a:gd name="connsiteY212" fmla="*/ 4108918 h 6858000"/>
              <a:gd name="connsiteX213" fmla="*/ 5290070 w 7472601"/>
              <a:gd name="connsiteY213" fmla="*/ 4263619 h 6858000"/>
              <a:gd name="connsiteX214" fmla="*/ 4834991 w 7472601"/>
              <a:gd name="connsiteY214" fmla="*/ 3830985 h 6858000"/>
              <a:gd name="connsiteX215" fmla="*/ 4440129 w 7472601"/>
              <a:gd name="connsiteY215" fmla="*/ 3448571 h 6858000"/>
              <a:gd name="connsiteX216" fmla="*/ 4441737 w 7472601"/>
              <a:gd name="connsiteY216" fmla="*/ 3399734 h 6858000"/>
              <a:gd name="connsiteX217" fmla="*/ 4431236 w 7472601"/>
              <a:gd name="connsiteY217" fmla="*/ 3400954 h 6858000"/>
              <a:gd name="connsiteX218" fmla="*/ 4557150 w 7472601"/>
              <a:gd name="connsiteY218" fmla="*/ 3510023 h 6858000"/>
              <a:gd name="connsiteX219" fmla="*/ 4856936 w 7472601"/>
              <a:gd name="connsiteY219" fmla="*/ 3809146 h 6858000"/>
              <a:gd name="connsiteX220" fmla="*/ 5111996 w 7472601"/>
              <a:gd name="connsiteY220" fmla="*/ 4065759 h 6858000"/>
              <a:gd name="connsiteX221" fmla="*/ 5388878 w 7472601"/>
              <a:gd name="connsiteY221" fmla="*/ 4300185 h 6858000"/>
              <a:gd name="connsiteX222" fmla="*/ 5425556 w 7472601"/>
              <a:gd name="connsiteY222" fmla="*/ 4308967 h 6858000"/>
              <a:gd name="connsiteX223" fmla="*/ 4943646 w 7472601"/>
              <a:gd name="connsiteY223" fmla="*/ 3822916 h 6858000"/>
              <a:gd name="connsiteX224" fmla="*/ 4594837 w 7472601"/>
              <a:gd name="connsiteY224" fmla="*/ 3532274 h 6858000"/>
              <a:gd name="connsiteX225" fmla="*/ 4441737 w 7472601"/>
              <a:gd name="connsiteY225" fmla="*/ 3399734 h 6858000"/>
              <a:gd name="connsiteX226" fmla="*/ 5425834 w 7472601"/>
              <a:gd name="connsiteY226" fmla="*/ 3162785 h 6858000"/>
              <a:gd name="connsiteX227" fmla="*/ 5401644 w 7472601"/>
              <a:gd name="connsiteY227" fmla="*/ 3617847 h 6858000"/>
              <a:gd name="connsiteX228" fmla="*/ 5467256 w 7472601"/>
              <a:gd name="connsiteY228" fmla="*/ 4175494 h 6858000"/>
              <a:gd name="connsiteX229" fmla="*/ 5448069 w 7472601"/>
              <a:gd name="connsiteY229" fmla="*/ 3567554 h 6858000"/>
              <a:gd name="connsiteX230" fmla="*/ 5425834 w 7472601"/>
              <a:gd name="connsiteY230" fmla="*/ 3162785 h 6858000"/>
              <a:gd name="connsiteX231" fmla="*/ 1318687 w 7472601"/>
              <a:gd name="connsiteY231" fmla="*/ 3113840 h 6858000"/>
              <a:gd name="connsiteX232" fmla="*/ 1066793 w 7472601"/>
              <a:gd name="connsiteY232" fmla="*/ 3212171 h 6858000"/>
              <a:gd name="connsiteX233" fmla="*/ 993319 w 7472601"/>
              <a:gd name="connsiteY233" fmla="*/ 3247648 h 6858000"/>
              <a:gd name="connsiteX234" fmla="*/ 853081 w 7472601"/>
              <a:gd name="connsiteY234" fmla="*/ 3312410 h 6858000"/>
              <a:gd name="connsiteX235" fmla="*/ 805957 w 7472601"/>
              <a:gd name="connsiteY235" fmla="*/ 3330443 h 6858000"/>
              <a:gd name="connsiteX236" fmla="*/ 1318687 w 7472601"/>
              <a:gd name="connsiteY236" fmla="*/ 3113840 h 6858000"/>
              <a:gd name="connsiteX237" fmla="*/ 5453702 w 7472601"/>
              <a:gd name="connsiteY237" fmla="*/ 3090882 h 6858000"/>
              <a:gd name="connsiteX238" fmla="*/ 5480135 w 7472601"/>
              <a:gd name="connsiteY238" fmla="*/ 3565802 h 6858000"/>
              <a:gd name="connsiteX239" fmla="*/ 5499023 w 7472601"/>
              <a:gd name="connsiteY239" fmla="*/ 4166310 h 6858000"/>
              <a:gd name="connsiteX240" fmla="*/ 5547022 w 7472601"/>
              <a:gd name="connsiteY240" fmla="*/ 3607838 h 6858000"/>
              <a:gd name="connsiteX241" fmla="*/ 5515964 w 7472601"/>
              <a:gd name="connsiteY241" fmla="*/ 3378541 h 6858000"/>
              <a:gd name="connsiteX242" fmla="*/ 5453702 w 7472601"/>
              <a:gd name="connsiteY242" fmla="*/ 3090882 h 6858000"/>
              <a:gd name="connsiteX243" fmla="*/ 1238695 w 7472601"/>
              <a:gd name="connsiteY243" fmla="*/ 3076820 h 6858000"/>
              <a:gd name="connsiteX244" fmla="*/ 716371 w 7472601"/>
              <a:gd name="connsiteY244" fmla="*/ 3293249 h 6858000"/>
              <a:gd name="connsiteX245" fmla="*/ 579522 w 7472601"/>
              <a:gd name="connsiteY245" fmla="*/ 3371759 h 6858000"/>
              <a:gd name="connsiteX246" fmla="*/ 600288 w 7472601"/>
              <a:gd name="connsiteY246" fmla="*/ 3365555 h 6858000"/>
              <a:gd name="connsiteX247" fmla="*/ 840692 w 7472601"/>
              <a:gd name="connsiteY247" fmla="*/ 3284921 h 6858000"/>
              <a:gd name="connsiteX248" fmla="*/ 979248 w 7472601"/>
              <a:gd name="connsiteY248" fmla="*/ 3221003 h 6858000"/>
              <a:gd name="connsiteX249" fmla="*/ 1053282 w 7472601"/>
              <a:gd name="connsiteY249" fmla="*/ 3185247 h 6858000"/>
              <a:gd name="connsiteX250" fmla="*/ 1320603 w 7472601"/>
              <a:gd name="connsiteY250" fmla="*/ 3081281 h 6858000"/>
              <a:gd name="connsiteX251" fmla="*/ 1238695 w 7472601"/>
              <a:gd name="connsiteY251" fmla="*/ 3076820 h 6858000"/>
              <a:gd name="connsiteX252" fmla="*/ 5425627 w 7472601"/>
              <a:gd name="connsiteY252" fmla="*/ 2954192 h 6858000"/>
              <a:gd name="connsiteX253" fmla="*/ 5470770 w 7472601"/>
              <a:gd name="connsiteY253" fmla="*/ 3005435 h 6858000"/>
              <a:gd name="connsiteX254" fmla="*/ 5519779 w 7472601"/>
              <a:gd name="connsiteY254" fmla="*/ 4359223 h 6858000"/>
              <a:gd name="connsiteX255" fmla="*/ 5520293 w 7472601"/>
              <a:gd name="connsiteY255" fmla="*/ 4360602 h 6858000"/>
              <a:gd name="connsiteX256" fmla="*/ 5767221 w 7472601"/>
              <a:gd name="connsiteY256" fmla="*/ 4665564 h 6858000"/>
              <a:gd name="connsiteX257" fmla="*/ 6937169 w 7472601"/>
              <a:gd name="connsiteY257" fmla="*/ 4815941 h 6858000"/>
              <a:gd name="connsiteX258" fmla="*/ 6953922 w 7472601"/>
              <a:gd name="connsiteY258" fmla="*/ 4890068 h 6858000"/>
              <a:gd name="connsiteX259" fmla="*/ 6071359 w 7472601"/>
              <a:gd name="connsiteY259" fmla="*/ 4770770 h 6858000"/>
              <a:gd name="connsiteX260" fmla="*/ 6038839 w 7472601"/>
              <a:gd name="connsiteY260" fmla="*/ 4764474 h 6858000"/>
              <a:gd name="connsiteX261" fmla="*/ 6038706 w 7472601"/>
              <a:gd name="connsiteY261" fmla="*/ 4763847 h 6858000"/>
              <a:gd name="connsiteX262" fmla="*/ 6037784 w 7472601"/>
              <a:gd name="connsiteY262" fmla="*/ 4764270 h 6858000"/>
              <a:gd name="connsiteX263" fmla="*/ 6038839 w 7472601"/>
              <a:gd name="connsiteY263" fmla="*/ 4764474 h 6858000"/>
              <a:gd name="connsiteX264" fmla="*/ 6040338 w 7472601"/>
              <a:gd name="connsiteY264" fmla="*/ 4771418 h 6858000"/>
              <a:gd name="connsiteX265" fmla="*/ 6024488 w 7472601"/>
              <a:gd name="connsiteY265" fmla="*/ 4809903 h 6858000"/>
              <a:gd name="connsiteX266" fmla="*/ 5599771 w 7472601"/>
              <a:gd name="connsiteY266" fmla="*/ 5509652 h 6858000"/>
              <a:gd name="connsiteX267" fmla="*/ 5548843 w 7472601"/>
              <a:gd name="connsiteY267" fmla="*/ 5563845 h 6858000"/>
              <a:gd name="connsiteX268" fmla="*/ 5940952 w 7472601"/>
              <a:gd name="connsiteY268" fmla="*/ 6250028 h 6858000"/>
              <a:gd name="connsiteX269" fmla="*/ 6043441 w 7472601"/>
              <a:gd name="connsiteY269" fmla="*/ 6665847 h 6858000"/>
              <a:gd name="connsiteX270" fmla="*/ 6093432 w 7472601"/>
              <a:gd name="connsiteY270" fmla="*/ 6858000 h 6858000"/>
              <a:gd name="connsiteX271" fmla="*/ 6034344 w 7472601"/>
              <a:gd name="connsiteY271" fmla="*/ 6858000 h 6858000"/>
              <a:gd name="connsiteX272" fmla="*/ 6026679 w 7472601"/>
              <a:gd name="connsiteY272" fmla="*/ 6836959 h 6858000"/>
              <a:gd name="connsiteX273" fmla="*/ 5800441 w 7472601"/>
              <a:gd name="connsiteY273" fmla="*/ 6335286 h 6858000"/>
              <a:gd name="connsiteX274" fmla="*/ 5526562 w 7472601"/>
              <a:gd name="connsiteY274" fmla="*/ 5705388 h 6858000"/>
              <a:gd name="connsiteX275" fmla="*/ 5519640 w 7472601"/>
              <a:gd name="connsiteY275" fmla="*/ 5683774 h 6858000"/>
              <a:gd name="connsiteX276" fmla="*/ 5844559 w 7472601"/>
              <a:gd name="connsiteY276" fmla="*/ 6553349 h 6858000"/>
              <a:gd name="connsiteX277" fmla="*/ 5975994 w 7472601"/>
              <a:gd name="connsiteY277" fmla="*/ 6858000 h 6858000"/>
              <a:gd name="connsiteX278" fmla="*/ 5898547 w 7472601"/>
              <a:gd name="connsiteY278" fmla="*/ 6858000 h 6858000"/>
              <a:gd name="connsiteX279" fmla="*/ 5682041 w 7472601"/>
              <a:gd name="connsiteY279" fmla="*/ 6355860 h 6858000"/>
              <a:gd name="connsiteX280" fmla="*/ 5461758 w 7472601"/>
              <a:gd name="connsiteY280" fmla="*/ 5820220 h 6858000"/>
              <a:gd name="connsiteX281" fmla="*/ 5237282 w 7472601"/>
              <a:gd name="connsiteY281" fmla="*/ 6579086 h 6858000"/>
              <a:gd name="connsiteX282" fmla="*/ 5115009 w 7472601"/>
              <a:gd name="connsiteY282" fmla="*/ 6858000 h 6858000"/>
              <a:gd name="connsiteX283" fmla="*/ 5028074 w 7472601"/>
              <a:gd name="connsiteY283" fmla="*/ 6858000 h 6858000"/>
              <a:gd name="connsiteX284" fmla="*/ 5079508 w 7472601"/>
              <a:gd name="connsiteY284" fmla="*/ 6749074 h 6858000"/>
              <a:gd name="connsiteX285" fmla="*/ 5371846 w 7472601"/>
              <a:gd name="connsiteY285" fmla="*/ 5924413 h 6858000"/>
              <a:gd name="connsiteX286" fmla="*/ 5270512 w 7472601"/>
              <a:gd name="connsiteY286" fmla="*/ 6138975 h 6858000"/>
              <a:gd name="connsiteX287" fmla="*/ 5062409 w 7472601"/>
              <a:gd name="connsiteY287" fmla="*/ 6653544 h 6858000"/>
              <a:gd name="connsiteX288" fmla="*/ 5036628 w 7472601"/>
              <a:gd name="connsiteY288" fmla="*/ 6754247 h 6858000"/>
              <a:gd name="connsiteX289" fmla="*/ 5009112 w 7472601"/>
              <a:gd name="connsiteY289" fmla="*/ 6858000 h 6858000"/>
              <a:gd name="connsiteX290" fmla="*/ 4976679 w 7472601"/>
              <a:gd name="connsiteY290" fmla="*/ 6858000 h 6858000"/>
              <a:gd name="connsiteX291" fmla="*/ 5006537 w 7472601"/>
              <a:gd name="connsiteY291" fmla="*/ 6747068 h 6858000"/>
              <a:gd name="connsiteX292" fmla="*/ 5032723 w 7472601"/>
              <a:gd name="connsiteY292" fmla="*/ 6644957 h 6858000"/>
              <a:gd name="connsiteX293" fmla="*/ 5242949 w 7472601"/>
              <a:gd name="connsiteY293" fmla="*/ 6125175 h 6858000"/>
              <a:gd name="connsiteX294" fmla="*/ 5286321 w 7472601"/>
              <a:gd name="connsiteY294" fmla="*/ 6033555 h 6858000"/>
              <a:gd name="connsiteX295" fmla="*/ 5008210 w 7472601"/>
              <a:gd name="connsiteY295" fmla="*/ 6649194 h 6858000"/>
              <a:gd name="connsiteX296" fmla="*/ 4986321 w 7472601"/>
              <a:gd name="connsiteY296" fmla="*/ 6765687 h 6858000"/>
              <a:gd name="connsiteX297" fmla="*/ 4973474 w 7472601"/>
              <a:gd name="connsiteY297" fmla="*/ 6858000 h 6858000"/>
              <a:gd name="connsiteX298" fmla="*/ 4907178 w 7472601"/>
              <a:gd name="connsiteY298" fmla="*/ 6858000 h 6858000"/>
              <a:gd name="connsiteX299" fmla="*/ 4910810 w 7472601"/>
              <a:gd name="connsiteY299" fmla="*/ 6829660 h 6858000"/>
              <a:gd name="connsiteX300" fmla="*/ 4987461 w 7472601"/>
              <a:gd name="connsiteY300" fmla="*/ 6432994 h 6858000"/>
              <a:gd name="connsiteX301" fmla="*/ 5179262 w 7472601"/>
              <a:gd name="connsiteY301" fmla="*/ 6035044 h 6858000"/>
              <a:gd name="connsiteX302" fmla="*/ 4689678 w 7472601"/>
              <a:gd name="connsiteY302" fmla="*/ 6440241 h 6858000"/>
              <a:gd name="connsiteX303" fmla="*/ 4477543 w 7472601"/>
              <a:gd name="connsiteY303" fmla="*/ 6674836 h 6858000"/>
              <a:gd name="connsiteX304" fmla="*/ 4329957 w 7472601"/>
              <a:gd name="connsiteY304" fmla="*/ 6858000 h 6858000"/>
              <a:gd name="connsiteX305" fmla="*/ 4218595 w 7472601"/>
              <a:gd name="connsiteY305" fmla="*/ 6858000 h 6858000"/>
              <a:gd name="connsiteX306" fmla="*/ 4368888 w 7472601"/>
              <a:gd name="connsiteY306" fmla="*/ 6668412 h 6858000"/>
              <a:gd name="connsiteX307" fmla="*/ 4563091 w 7472601"/>
              <a:gd name="connsiteY307" fmla="*/ 6442508 h 6858000"/>
              <a:gd name="connsiteX308" fmla="*/ 5387324 w 7472601"/>
              <a:gd name="connsiteY308" fmla="*/ 5705830 h 6858000"/>
              <a:gd name="connsiteX309" fmla="*/ 5073620 w 7472601"/>
              <a:gd name="connsiteY309" fmla="*/ 5955437 h 6858000"/>
              <a:gd name="connsiteX310" fmla="*/ 4689789 w 7472601"/>
              <a:gd name="connsiteY310" fmla="*/ 6268382 h 6858000"/>
              <a:gd name="connsiteX311" fmla="*/ 4418722 w 7472601"/>
              <a:gd name="connsiteY311" fmla="*/ 6570886 h 6858000"/>
              <a:gd name="connsiteX312" fmla="*/ 4214944 w 7472601"/>
              <a:gd name="connsiteY312" fmla="*/ 6858000 h 6858000"/>
              <a:gd name="connsiteX313" fmla="*/ 4177898 w 7472601"/>
              <a:gd name="connsiteY313" fmla="*/ 6858000 h 6858000"/>
              <a:gd name="connsiteX314" fmla="*/ 4391597 w 7472601"/>
              <a:gd name="connsiteY314" fmla="*/ 6556370 h 6858000"/>
              <a:gd name="connsiteX315" fmla="*/ 4668889 w 7472601"/>
              <a:gd name="connsiteY315" fmla="*/ 6246399 h 6858000"/>
              <a:gd name="connsiteX316" fmla="*/ 5055427 w 7472601"/>
              <a:gd name="connsiteY316" fmla="*/ 5931476 h 6858000"/>
              <a:gd name="connsiteX317" fmla="*/ 5371814 w 7472601"/>
              <a:gd name="connsiteY317" fmla="*/ 5678975 h 6858000"/>
              <a:gd name="connsiteX318" fmla="*/ 4987918 w 7472601"/>
              <a:gd name="connsiteY318" fmla="*/ 5838701 h 6858000"/>
              <a:gd name="connsiteX319" fmla="*/ 4317146 w 7472601"/>
              <a:gd name="connsiteY319" fmla="*/ 6587716 h 6858000"/>
              <a:gd name="connsiteX320" fmla="*/ 4171627 w 7472601"/>
              <a:gd name="connsiteY320" fmla="*/ 6858000 h 6858000"/>
              <a:gd name="connsiteX321" fmla="*/ 4081585 w 7472601"/>
              <a:gd name="connsiteY321" fmla="*/ 6858000 h 6858000"/>
              <a:gd name="connsiteX322" fmla="*/ 4238603 w 7472601"/>
              <a:gd name="connsiteY322" fmla="*/ 6559341 h 6858000"/>
              <a:gd name="connsiteX323" fmla="*/ 4778333 w 7472601"/>
              <a:gd name="connsiteY323" fmla="*/ 5873626 h 6858000"/>
              <a:gd name="connsiteX324" fmla="*/ 5414185 w 7472601"/>
              <a:gd name="connsiteY324" fmla="*/ 5573882 h 6858000"/>
              <a:gd name="connsiteX325" fmla="*/ 5959648 w 7472601"/>
              <a:gd name="connsiteY325" fmla="*/ 4760797 h 6858000"/>
              <a:gd name="connsiteX326" fmla="*/ 5355019 w 7472601"/>
              <a:gd name="connsiteY326" fmla="*/ 4734672 h 6858000"/>
              <a:gd name="connsiteX327" fmla="*/ 5083565 w 7472601"/>
              <a:gd name="connsiteY327" fmla="*/ 5179121 h 6858000"/>
              <a:gd name="connsiteX328" fmla="*/ 4713577 w 7472601"/>
              <a:gd name="connsiteY328" fmla="*/ 5616803 h 6858000"/>
              <a:gd name="connsiteX329" fmla="*/ 3989559 w 7472601"/>
              <a:gd name="connsiteY329" fmla="*/ 6145945 h 6858000"/>
              <a:gd name="connsiteX330" fmla="*/ 3939824 w 7472601"/>
              <a:gd name="connsiteY330" fmla="*/ 6066900 h 6858000"/>
              <a:gd name="connsiteX331" fmla="*/ 4584537 w 7472601"/>
              <a:gd name="connsiteY331" fmla="*/ 5324826 h 6858000"/>
              <a:gd name="connsiteX332" fmla="*/ 5037105 w 7472601"/>
              <a:gd name="connsiteY332" fmla="*/ 5088765 h 6858000"/>
              <a:gd name="connsiteX333" fmla="*/ 5039930 w 7472601"/>
              <a:gd name="connsiteY333" fmla="*/ 5089585 h 6858000"/>
              <a:gd name="connsiteX334" fmla="*/ 5263764 w 7472601"/>
              <a:gd name="connsiteY334" fmla="*/ 4735525 h 6858000"/>
              <a:gd name="connsiteX335" fmla="*/ 4086300 w 7472601"/>
              <a:gd name="connsiteY335" fmla="*/ 4884599 h 6858000"/>
              <a:gd name="connsiteX336" fmla="*/ 4085485 w 7472601"/>
              <a:gd name="connsiteY336" fmla="*/ 4899070 h 6858000"/>
              <a:gd name="connsiteX337" fmla="*/ 3871915 w 7472601"/>
              <a:gd name="connsiteY337" fmla="*/ 5253645 h 6858000"/>
              <a:gd name="connsiteX338" fmla="*/ 3799374 w 7472601"/>
              <a:gd name="connsiteY338" fmla="*/ 5466127 h 6858000"/>
              <a:gd name="connsiteX339" fmla="*/ 3498850 w 7472601"/>
              <a:gd name="connsiteY339" fmla="*/ 6661888 h 6858000"/>
              <a:gd name="connsiteX340" fmla="*/ 3399216 w 7472601"/>
              <a:gd name="connsiteY340" fmla="*/ 6858000 h 6858000"/>
              <a:gd name="connsiteX341" fmla="*/ 3303688 w 7472601"/>
              <a:gd name="connsiteY341" fmla="*/ 6858000 h 6858000"/>
              <a:gd name="connsiteX342" fmla="*/ 3391774 w 7472601"/>
              <a:gd name="connsiteY342" fmla="*/ 6697181 h 6858000"/>
              <a:gd name="connsiteX343" fmla="*/ 3735540 w 7472601"/>
              <a:gd name="connsiteY343" fmla="*/ 5546923 h 6858000"/>
              <a:gd name="connsiteX344" fmla="*/ 3729438 w 7472601"/>
              <a:gd name="connsiteY344" fmla="*/ 5569058 h 6858000"/>
              <a:gd name="connsiteX345" fmla="*/ 3707782 w 7472601"/>
              <a:gd name="connsiteY345" fmla="*/ 5644908 h 6858000"/>
              <a:gd name="connsiteX346" fmla="*/ 3583827 w 7472601"/>
              <a:gd name="connsiteY346" fmla="*/ 6039215 h 6858000"/>
              <a:gd name="connsiteX347" fmla="*/ 3547861 w 7472601"/>
              <a:gd name="connsiteY347" fmla="*/ 6129609 h 6858000"/>
              <a:gd name="connsiteX348" fmla="*/ 3490905 w 7472601"/>
              <a:gd name="connsiteY348" fmla="*/ 6277660 h 6858000"/>
              <a:gd name="connsiteX349" fmla="*/ 3455859 w 7472601"/>
              <a:gd name="connsiteY349" fmla="*/ 6391301 h 6858000"/>
              <a:gd name="connsiteX350" fmla="*/ 3429112 w 7472601"/>
              <a:gd name="connsiteY350" fmla="*/ 6479469 h 6858000"/>
              <a:gd name="connsiteX351" fmla="*/ 3304862 w 7472601"/>
              <a:gd name="connsiteY351" fmla="*/ 6796476 h 6858000"/>
              <a:gd name="connsiteX352" fmla="*/ 3276071 w 7472601"/>
              <a:gd name="connsiteY352" fmla="*/ 6858000 h 6858000"/>
              <a:gd name="connsiteX353" fmla="*/ 3240805 w 7472601"/>
              <a:gd name="connsiteY353" fmla="*/ 6858000 h 6858000"/>
              <a:gd name="connsiteX354" fmla="*/ 3275917 w 7472601"/>
              <a:gd name="connsiteY354" fmla="*/ 6783192 h 6858000"/>
              <a:gd name="connsiteX355" fmla="*/ 3399358 w 7472601"/>
              <a:gd name="connsiteY355" fmla="*/ 6469011 h 6858000"/>
              <a:gd name="connsiteX356" fmla="*/ 3425650 w 7472601"/>
              <a:gd name="connsiteY356" fmla="*/ 6381333 h 6858000"/>
              <a:gd name="connsiteX357" fmla="*/ 3460661 w 7472601"/>
              <a:gd name="connsiteY357" fmla="*/ 6266763 h 6858000"/>
              <a:gd name="connsiteX358" fmla="*/ 3518021 w 7472601"/>
              <a:gd name="connsiteY358" fmla="*/ 6117298 h 6858000"/>
              <a:gd name="connsiteX359" fmla="*/ 3554035 w 7472601"/>
              <a:gd name="connsiteY359" fmla="*/ 6027832 h 6858000"/>
              <a:gd name="connsiteX360" fmla="*/ 3677174 w 7472601"/>
              <a:gd name="connsiteY360" fmla="*/ 5636351 h 6858000"/>
              <a:gd name="connsiteX361" fmla="*/ 3698819 w 7472601"/>
              <a:gd name="connsiteY361" fmla="*/ 5560503 h 6858000"/>
              <a:gd name="connsiteX362" fmla="*/ 3702094 w 7472601"/>
              <a:gd name="connsiteY362" fmla="*/ 5549194 h 6858000"/>
              <a:gd name="connsiteX363" fmla="*/ 3398355 w 7472601"/>
              <a:gd name="connsiteY363" fmla="*/ 6094603 h 6858000"/>
              <a:gd name="connsiteX364" fmla="*/ 3193941 w 7472601"/>
              <a:gd name="connsiteY364" fmla="*/ 6798775 h 6858000"/>
              <a:gd name="connsiteX365" fmla="*/ 3184140 w 7472601"/>
              <a:gd name="connsiteY365" fmla="*/ 6858000 h 6858000"/>
              <a:gd name="connsiteX366" fmla="*/ 3099978 w 7472601"/>
              <a:gd name="connsiteY366" fmla="*/ 6858000 h 6858000"/>
              <a:gd name="connsiteX367" fmla="*/ 3101556 w 7472601"/>
              <a:gd name="connsiteY367" fmla="*/ 6843337 h 6858000"/>
              <a:gd name="connsiteX368" fmla="*/ 3370162 w 7472601"/>
              <a:gd name="connsiteY368" fmla="*/ 5785550 h 6858000"/>
              <a:gd name="connsiteX369" fmla="*/ 3746477 w 7472601"/>
              <a:gd name="connsiteY369" fmla="*/ 5377889 h 6858000"/>
              <a:gd name="connsiteX370" fmla="*/ 3863399 w 7472601"/>
              <a:gd name="connsiteY370" fmla="*/ 5087257 h 6858000"/>
              <a:gd name="connsiteX371" fmla="*/ 3968712 w 7472601"/>
              <a:gd name="connsiteY371" fmla="*/ 4913989 h 6858000"/>
              <a:gd name="connsiteX372" fmla="*/ 2792390 w 7472601"/>
              <a:gd name="connsiteY372" fmla="*/ 5382974 h 6858000"/>
              <a:gd name="connsiteX373" fmla="*/ 2714982 w 7472601"/>
              <a:gd name="connsiteY373" fmla="*/ 5427051 h 6858000"/>
              <a:gd name="connsiteX374" fmla="*/ 2813361 w 7472601"/>
              <a:gd name="connsiteY374" fmla="*/ 6023912 h 6858000"/>
              <a:gd name="connsiteX375" fmla="*/ 2688430 w 7472601"/>
              <a:gd name="connsiteY375" fmla="*/ 6801564 h 6858000"/>
              <a:gd name="connsiteX376" fmla="*/ 2629626 w 7472601"/>
              <a:gd name="connsiteY376" fmla="*/ 6763394 h 6858000"/>
              <a:gd name="connsiteX377" fmla="*/ 2565328 w 7472601"/>
              <a:gd name="connsiteY377" fmla="*/ 5516399 h 6858000"/>
              <a:gd name="connsiteX378" fmla="*/ 1922999 w 7472601"/>
              <a:gd name="connsiteY378" fmla="*/ 5980343 h 6858000"/>
              <a:gd name="connsiteX379" fmla="*/ 1950261 w 7472601"/>
              <a:gd name="connsiteY379" fmla="*/ 6405858 h 6858000"/>
              <a:gd name="connsiteX380" fmla="*/ 2365554 w 7472601"/>
              <a:gd name="connsiteY380" fmla="*/ 6759107 h 6858000"/>
              <a:gd name="connsiteX381" fmla="*/ 2424142 w 7472601"/>
              <a:gd name="connsiteY381" fmla="*/ 6858000 h 6858000"/>
              <a:gd name="connsiteX382" fmla="*/ 2395994 w 7472601"/>
              <a:gd name="connsiteY382" fmla="*/ 6858000 h 6858000"/>
              <a:gd name="connsiteX383" fmla="*/ 2392863 w 7472601"/>
              <a:gd name="connsiteY383" fmla="*/ 6852964 h 6858000"/>
              <a:gd name="connsiteX384" fmla="*/ 2017589 w 7472601"/>
              <a:gd name="connsiteY384" fmla="*/ 6493982 h 6858000"/>
              <a:gd name="connsiteX385" fmla="*/ 2147336 w 7472601"/>
              <a:gd name="connsiteY385" fmla="*/ 6594052 h 6858000"/>
              <a:gd name="connsiteX386" fmla="*/ 2207047 w 7472601"/>
              <a:gd name="connsiteY386" fmla="*/ 6654540 h 6858000"/>
              <a:gd name="connsiteX387" fmla="*/ 2299106 w 7472601"/>
              <a:gd name="connsiteY387" fmla="*/ 6778931 h 6858000"/>
              <a:gd name="connsiteX388" fmla="*/ 2314430 w 7472601"/>
              <a:gd name="connsiteY388" fmla="*/ 6801144 h 6858000"/>
              <a:gd name="connsiteX389" fmla="*/ 2352406 w 7472601"/>
              <a:gd name="connsiteY389" fmla="*/ 6858000 h 6858000"/>
              <a:gd name="connsiteX390" fmla="*/ 2314492 w 7472601"/>
              <a:gd name="connsiteY390" fmla="*/ 6858000 h 6858000"/>
              <a:gd name="connsiteX391" fmla="*/ 2288095 w 7472601"/>
              <a:gd name="connsiteY391" fmla="*/ 6818030 h 6858000"/>
              <a:gd name="connsiteX392" fmla="*/ 2272768 w 7472601"/>
              <a:gd name="connsiteY392" fmla="*/ 6795822 h 6858000"/>
              <a:gd name="connsiteX393" fmla="*/ 2182715 w 7472601"/>
              <a:gd name="connsiteY393" fmla="*/ 6675071 h 6858000"/>
              <a:gd name="connsiteX394" fmla="*/ 2032061 w 7472601"/>
              <a:gd name="connsiteY394" fmla="*/ 6541380 h 6858000"/>
              <a:gd name="connsiteX395" fmla="*/ 2257220 w 7472601"/>
              <a:gd name="connsiteY395" fmla="*/ 6826257 h 6858000"/>
              <a:gd name="connsiteX396" fmla="*/ 2281324 w 7472601"/>
              <a:gd name="connsiteY396" fmla="*/ 6858000 h 6858000"/>
              <a:gd name="connsiteX397" fmla="*/ 2242860 w 7472601"/>
              <a:gd name="connsiteY397" fmla="*/ 6858000 h 6858000"/>
              <a:gd name="connsiteX398" fmla="*/ 2232818 w 7472601"/>
              <a:gd name="connsiteY398" fmla="*/ 6844926 h 6858000"/>
              <a:gd name="connsiteX399" fmla="*/ 1990172 w 7472601"/>
              <a:gd name="connsiteY399" fmla="*/ 6542121 h 6858000"/>
              <a:gd name="connsiteX400" fmla="*/ 2124090 w 7472601"/>
              <a:gd name="connsiteY400" fmla="*/ 6761017 h 6858000"/>
              <a:gd name="connsiteX401" fmla="*/ 2200380 w 7472601"/>
              <a:gd name="connsiteY401" fmla="*/ 6858000 h 6858000"/>
              <a:gd name="connsiteX402" fmla="*/ 2147507 w 7472601"/>
              <a:gd name="connsiteY402" fmla="*/ 6858000 h 6858000"/>
              <a:gd name="connsiteX403" fmla="*/ 2070668 w 7472601"/>
              <a:gd name="connsiteY403" fmla="*/ 6761520 h 6858000"/>
              <a:gd name="connsiteX404" fmla="*/ 1975142 w 7472601"/>
              <a:gd name="connsiteY404" fmla="*/ 6585570 h 6858000"/>
              <a:gd name="connsiteX405" fmla="*/ 2050035 w 7472601"/>
              <a:gd name="connsiteY405" fmla="*/ 6813345 h 6858000"/>
              <a:gd name="connsiteX406" fmla="*/ 2063025 w 7472601"/>
              <a:gd name="connsiteY406" fmla="*/ 6858000 h 6858000"/>
              <a:gd name="connsiteX407" fmla="*/ 2021675 w 7472601"/>
              <a:gd name="connsiteY407" fmla="*/ 6858000 h 6858000"/>
              <a:gd name="connsiteX408" fmla="*/ 2019308 w 7472601"/>
              <a:gd name="connsiteY408" fmla="*/ 6847118 h 6858000"/>
              <a:gd name="connsiteX409" fmla="*/ 1938835 w 7472601"/>
              <a:gd name="connsiteY409" fmla="*/ 6551160 h 6858000"/>
              <a:gd name="connsiteX410" fmla="*/ 1953230 w 7472601"/>
              <a:gd name="connsiteY410" fmla="*/ 6759699 h 6858000"/>
              <a:gd name="connsiteX411" fmla="*/ 1956763 w 7472601"/>
              <a:gd name="connsiteY411" fmla="*/ 6778191 h 6858000"/>
              <a:gd name="connsiteX412" fmla="*/ 1967925 w 7472601"/>
              <a:gd name="connsiteY412" fmla="*/ 6858000 h 6858000"/>
              <a:gd name="connsiteX413" fmla="*/ 1936622 w 7472601"/>
              <a:gd name="connsiteY413" fmla="*/ 6858000 h 6858000"/>
              <a:gd name="connsiteX414" fmla="*/ 1926261 w 7472601"/>
              <a:gd name="connsiteY414" fmla="*/ 6784064 h 6858000"/>
              <a:gd name="connsiteX415" fmla="*/ 1922724 w 7472601"/>
              <a:gd name="connsiteY415" fmla="*/ 6765577 h 6858000"/>
              <a:gd name="connsiteX416" fmla="*/ 1904650 w 7472601"/>
              <a:gd name="connsiteY416" fmla="*/ 6639616 h 6858000"/>
              <a:gd name="connsiteX417" fmla="*/ 1885273 w 7472601"/>
              <a:gd name="connsiteY417" fmla="*/ 6858000 h 6858000"/>
              <a:gd name="connsiteX418" fmla="*/ 1854363 w 7472601"/>
              <a:gd name="connsiteY418" fmla="*/ 6858000 h 6858000"/>
              <a:gd name="connsiteX419" fmla="*/ 1880391 w 7472601"/>
              <a:gd name="connsiteY419" fmla="*/ 6603796 h 6858000"/>
              <a:gd name="connsiteX420" fmla="*/ 1818273 w 7472601"/>
              <a:gd name="connsiteY420" fmla="*/ 6715729 h 6858000"/>
              <a:gd name="connsiteX421" fmla="*/ 1794691 w 7472601"/>
              <a:gd name="connsiteY421" fmla="*/ 6843239 h 6858000"/>
              <a:gd name="connsiteX422" fmla="*/ 1794914 w 7472601"/>
              <a:gd name="connsiteY422" fmla="*/ 6858000 h 6858000"/>
              <a:gd name="connsiteX423" fmla="*/ 1746128 w 7472601"/>
              <a:gd name="connsiteY423" fmla="*/ 6858000 h 6858000"/>
              <a:gd name="connsiteX424" fmla="*/ 1753934 w 7472601"/>
              <a:gd name="connsiteY424" fmla="*/ 6724796 h 6858000"/>
              <a:gd name="connsiteX425" fmla="*/ 1792053 w 7472601"/>
              <a:gd name="connsiteY425" fmla="*/ 6572396 h 6858000"/>
              <a:gd name="connsiteX426" fmla="*/ 1862248 w 7472601"/>
              <a:gd name="connsiteY426" fmla="*/ 6266397 h 6858000"/>
              <a:gd name="connsiteX427" fmla="*/ 1862250 w 7472601"/>
              <a:gd name="connsiteY427" fmla="*/ 6033531 h 6858000"/>
              <a:gd name="connsiteX428" fmla="*/ 1211999 w 7472601"/>
              <a:gd name="connsiteY428" fmla="*/ 6683610 h 6858000"/>
              <a:gd name="connsiteX429" fmla="*/ 1213266 w 7472601"/>
              <a:gd name="connsiteY429" fmla="*/ 6691947 h 6858000"/>
              <a:gd name="connsiteX430" fmla="*/ 1203370 w 7472601"/>
              <a:gd name="connsiteY430" fmla="*/ 6850676 h 6858000"/>
              <a:gd name="connsiteX431" fmla="*/ 1203671 w 7472601"/>
              <a:gd name="connsiteY431" fmla="*/ 6858000 h 6858000"/>
              <a:gd name="connsiteX432" fmla="*/ 1143180 w 7472601"/>
              <a:gd name="connsiteY432" fmla="*/ 6858000 h 6858000"/>
              <a:gd name="connsiteX433" fmla="*/ 1142176 w 7472601"/>
              <a:gd name="connsiteY433" fmla="*/ 6766045 h 6858000"/>
              <a:gd name="connsiteX434" fmla="*/ 1067484 w 7472601"/>
              <a:gd name="connsiteY434" fmla="*/ 6858000 h 6858000"/>
              <a:gd name="connsiteX435" fmla="*/ 953928 w 7472601"/>
              <a:gd name="connsiteY435" fmla="*/ 6858000 h 6858000"/>
              <a:gd name="connsiteX436" fmla="*/ 959715 w 7472601"/>
              <a:gd name="connsiteY436" fmla="*/ 6850185 h 6858000"/>
              <a:gd name="connsiteX437" fmla="*/ 1483788 w 7472601"/>
              <a:gd name="connsiteY437" fmla="*/ 6259174 h 6858000"/>
              <a:gd name="connsiteX438" fmla="*/ 1100671 w 7472601"/>
              <a:gd name="connsiteY438" fmla="*/ 6252137 h 6858000"/>
              <a:gd name="connsiteX439" fmla="*/ 1090144 w 7472601"/>
              <a:gd name="connsiteY439" fmla="*/ 6256748 h 6858000"/>
              <a:gd name="connsiteX440" fmla="*/ 1095872 w 7472601"/>
              <a:gd name="connsiteY440" fmla="*/ 6271892 h 6858000"/>
              <a:gd name="connsiteX441" fmla="*/ 262785 w 7472601"/>
              <a:gd name="connsiteY441" fmla="*/ 6845450 h 6858000"/>
              <a:gd name="connsiteX442" fmla="*/ 209968 w 7472601"/>
              <a:gd name="connsiteY442" fmla="*/ 6770713 h 6858000"/>
              <a:gd name="connsiteX443" fmla="*/ 873460 w 7472601"/>
              <a:gd name="connsiteY443" fmla="*/ 6253768 h 6858000"/>
              <a:gd name="connsiteX444" fmla="*/ 192686 w 7472601"/>
              <a:gd name="connsiteY444" fmla="*/ 5849257 h 6858000"/>
              <a:gd name="connsiteX445" fmla="*/ 4696 w 7472601"/>
              <a:gd name="connsiteY445" fmla="*/ 5697668 h 6858000"/>
              <a:gd name="connsiteX446" fmla="*/ 0 w 7472601"/>
              <a:gd name="connsiteY446" fmla="*/ 5689984 h 6858000"/>
              <a:gd name="connsiteX447" fmla="*/ 0 w 7472601"/>
              <a:gd name="connsiteY447" fmla="*/ 5513472 h 6858000"/>
              <a:gd name="connsiteX448" fmla="*/ 174101 w 7472601"/>
              <a:gd name="connsiteY448" fmla="*/ 5620277 h 6858000"/>
              <a:gd name="connsiteX449" fmla="*/ 891800 w 7472601"/>
              <a:gd name="connsiteY449" fmla="*/ 6036935 h 6858000"/>
              <a:gd name="connsiteX450" fmla="*/ 1072219 w 7472601"/>
              <a:gd name="connsiteY450" fmla="*/ 6169443 h 6858000"/>
              <a:gd name="connsiteX451" fmla="*/ 1074117 w 7472601"/>
              <a:gd name="connsiteY451" fmla="*/ 6170301 h 6858000"/>
              <a:gd name="connsiteX452" fmla="*/ 1083114 w 7472601"/>
              <a:gd name="connsiteY452" fmla="*/ 6174131 h 6858000"/>
              <a:gd name="connsiteX453" fmla="*/ 1543010 w 7472601"/>
              <a:gd name="connsiteY453" fmla="*/ 6191140 h 6858000"/>
              <a:gd name="connsiteX454" fmla="*/ 1551080 w 7472601"/>
              <a:gd name="connsiteY454" fmla="*/ 6195006 h 6858000"/>
              <a:gd name="connsiteX455" fmla="*/ 2345443 w 7472601"/>
              <a:gd name="connsiteY455" fmla="*/ 5549882 h 6858000"/>
              <a:gd name="connsiteX456" fmla="*/ 1721499 w 7472601"/>
              <a:gd name="connsiteY456" fmla="*/ 5599969 h 6858000"/>
              <a:gd name="connsiteX457" fmla="*/ 767716 w 7472601"/>
              <a:gd name="connsiteY457" fmla="*/ 5472768 h 6858000"/>
              <a:gd name="connsiteX458" fmla="*/ 722147 w 7472601"/>
              <a:gd name="connsiteY458" fmla="*/ 5393091 h 6858000"/>
              <a:gd name="connsiteX459" fmla="*/ 1485552 w 7472601"/>
              <a:gd name="connsiteY459" fmla="*/ 5313202 h 6858000"/>
              <a:gd name="connsiteX460" fmla="*/ 2143004 w 7472601"/>
              <a:gd name="connsiteY460" fmla="*/ 5402420 h 6858000"/>
              <a:gd name="connsiteX461" fmla="*/ 1933391 w 7472601"/>
              <a:gd name="connsiteY461" fmla="*/ 5156971 h 6858000"/>
              <a:gd name="connsiteX462" fmla="*/ 1827118 w 7472601"/>
              <a:gd name="connsiteY462" fmla="*/ 4968410 h 6858000"/>
              <a:gd name="connsiteX463" fmla="*/ 1837349 w 7472601"/>
              <a:gd name="connsiteY463" fmla="*/ 4956357 h 6858000"/>
              <a:gd name="connsiteX464" fmla="*/ 2162835 w 7472601"/>
              <a:gd name="connsiteY464" fmla="*/ 5187853 h 6858000"/>
              <a:gd name="connsiteX465" fmla="*/ 2257167 w 7472601"/>
              <a:gd name="connsiteY465" fmla="*/ 5462123 h 6858000"/>
              <a:gd name="connsiteX466" fmla="*/ 2261598 w 7472601"/>
              <a:gd name="connsiteY466" fmla="*/ 5467998 h 6858000"/>
              <a:gd name="connsiteX467" fmla="*/ 2437177 w 7472601"/>
              <a:gd name="connsiteY467" fmla="*/ 5479608 h 6858000"/>
              <a:gd name="connsiteX468" fmla="*/ 2445247 w 7472601"/>
              <a:gd name="connsiteY468" fmla="*/ 5483476 h 6858000"/>
              <a:gd name="connsiteX469" fmla="*/ 2743626 w 7472601"/>
              <a:gd name="connsiteY469" fmla="*/ 5304819 h 6858000"/>
              <a:gd name="connsiteX470" fmla="*/ 3048102 w 7472601"/>
              <a:gd name="connsiteY470" fmla="*/ 5150595 h 6858000"/>
              <a:gd name="connsiteX471" fmla="*/ 1799414 w 7472601"/>
              <a:gd name="connsiteY471" fmla="*/ 4694732 h 6858000"/>
              <a:gd name="connsiteX472" fmla="*/ 1771735 w 7472601"/>
              <a:gd name="connsiteY472" fmla="*/ 4619929 h 6858000"/>
              <a:gd name="connsiteX473" fmla="*/ 3104273 w 7472601"/>
              <a:gd name="connsiteY473" fmla="*/ 5076159 h 6858000"/>
              <a:gd name="connsiteX474" fmla="*/ 3113245 w 7472601"/>
              <a:gd name="connsiteY474" fmla="*/ 5090705 h 6858000"/>
              <a:gd name="connsiteX475" fmla="*/ 3126294 w 7472601"/>
              <a:gd name="connsiteY475" fmla="*/ 5114400 h 6858000"/>
              <a:gd name="connsiteX476" fmla="*/ 3937433 w 7472601"/>
              <a:gd name="connsiteY476" fmla="*/ 4830473 h 6858000"/>
              <a:gd name="connsiteX477" fmla="*/ 3590475 w 7472601"/>
              <a:gd name="connsiteY477" fmla="*/ 4597974 h 6858000"/>
              <a:gd name="connsiteX478" fmla="*/ 3100264 w 7472601"/>
              <a:gd name="connsiteY478" fmla="*/ 4579845 h 6858000"/>
              <a:gd name="connsiteX479" fmla="*/ 2183576 w 7472601"/>
              <a:gd name="connsiteY479" fmla="*/ 4227150 h 6858000"/>
              <a:gd name="connsiteX480" fmla="*/ 2151029 w 7472601"/>
              <a:gd name="connsiteY480" fmla="*/ 4146947 h 6858000"/>
              <a:gd name="connsiteX481" fmla="*/ 3563434 w 7472601"/>
              <a:gd name="connsiteY481" fmla="*/ 4469115 h 6858000"/>
              <a:gd name="connsiteX482" fmla="*/ 3177952 w 7472601"/>
              <a:gd name="connsiteY482" fmla="*/ 3657386 h 6858000"/>
              <a:gd name="connsiteX483" fmla="*/ 3189263 w 7472601"/>
              <a:gd name="connsiteY483" fmla="*/ 3625726 h 6858000"/>
              <a:gd name="connsiteX484" fmla="*/ 3560912 w 7472601"/>
              <a:gd name="connsiteY484" fmla="*/ 4079863 h 6858000"/>
              <a:gd name="connsiteX485" fmla="*/ 3626636 w 7472601"/>
              <a:gd name="connsiteY485" fmla="*/ 4512230 h 6858000"/>
              <a:gd name="connsiteX486" fmla="*/ 3653088 w 7472601"/>
              <a:gd name="connsiteY486" fmla="*/ 4521417 h 6858000"/>
              <a:gd name="connsiteX487" fmla="*/ 3988128 w 7472601"/>
              <a:gd name="connsiteY487" fmla="*/ 4817267 h 6858000"/>
              <a:gd name="connsiteX488" fmla="*/ 4830582 w 7472601"/>
              <a:gd name="connsiteY488" fmla="*/ 4676000 h 6858000"/>
              <a:gd name="connsiteX489" fmla="*/ 4830100 w 7472601"/>
              <a:gd name="connsiteY489" fmla="*/ 4675554 h 6858000"/>
              <a:gd name="connsiteX490" fmla="*/ 4036318 w 7472601"/>
              <a:gd name="connsiteY490" fmla="*/ 4147013 h 6858000"/>
              <a:gd name="connsiteX491" fmla="*/ 3432098 w 7472601"/>
              <a:gd name="connsiteY491" fmla="*/ 3537312 h 6858000"/>
              <a:gd name="connsiteX492" fmla="*/ 3446761 w 7472601"/>
              <a:gd name="connsiteY492" fmla="*/ 3461278 h 6858000"/>
              <a:gd name="connsiteX493" fmla="*/ 4419733 w 7472601"/>
              <a:gd name="connsiteY493" fmla="*/ 3963555 h 6858000"/>
              <a:gd name="connsiteX494" fmla="*/ 4781371 w 7472601"/>
              <a:gd name="connsiteY494" fmla="*/ 4458604 h 6858000"/>
              <a:gd name="connsiteX495" fmla="*/ 4780440 w 7472601"/>
              <a:gd name="connsiteY495" fmla="*/ 4470290 h 6858000"/>
              <a:gd name="connsiteX496" fmla="*/ 4898954 w 7472601"/>
              <a:gd name="connsiteY496" fmla="*/ 4662092 h 6858000"/>
              <a:gd name="connsiteX497" fmla="*/ 4900699 w 7472601"/>
              <a:gd name="connsiteY497" fmla="*/ 4670867 h 6858000"/>
              <a:gd name="connsiteX498" fmla="*/ 5714511 w 7472601"/>
              <a:gd name="connsiteY498" fmla="*/ 4663483 h 6858000"/>
              <a:gd name="connsiteX499" fmla="*/ 5464793 w 7472601"/>
              <a:gd name="connsiteY499" fmla="*/ 4393556 h 6858000"/>
              <a:gd name="connsiteX500" fmla="*/ 5461897 w 7472601"/>
              <a:gd name="connsiteY500" fmla="*/ 4390879 h 6858000"/>
              <a:gd name="connsiteX501" fmla="*/ 4294126 w 7472601"/>
              <a:gd name="connsiteY501" fmla="*/ 3303048 h 6858000"/>
              <a:gd name="connsiteX502" fmla="*/ 4305321 w 7472601"/>
              <a:gd name="connsiteY502" fmla="*/ 3256953 h 6858000"/>
              <a:gd name="connsiteX503" fmla="*/ 4949299 w 7472601"/>
              <a:gd name="connsiteY503" fmla="*/ 3766336 h 6858000"/>
              <a:gd name="connsiteX504" fmla="*/ 5291452 w 7472601"/>
              <a:gd name="connsiteY504" fmla="*/ 4076801 h 6858000"/>
              <a:gd name="connsiteX505" fmla="*/ 5434998 w 7472601"/>
              <a:gd name="connsiteY505" fmla="*/ 4254100 h 6858000"/>
              <a:gd name="connsiteX506" fmla="*/ 5351015 w 7472601"/>
              <a:gd name="connsiteY506" fmla="*/ 3760989 h 6858000"/>
              <a:gd name="connsiteX507" fmla="*/ 5413780 w 7472601"/>
              <a:gd name="connsiteY507" fmla="*/ 2966265 h 6858000"/>
              <a:gd name="connsiteX508" fmla="*/ 5425627 w 7472601"/>
              <a:gd name="connsiteY508" fmla="*/ 2954192 h 6858000"/>
              <a:gd name="connsiteX509" fmla="*/ 6604735 w 7472601"/>
              <a:gd name="connsiteY509" fmla="*/ 2041381 h 6858000"/>
              <a:gd name="connsiteX510" fmla="*/ 7204487 w 7472601"/>
              <a:gd name="connsiteY510" fmla="*/ 2742112 h 6858000"/>
              <a:gd name="connsiteX511" fmla="*/ 7131592 w 7472601"/>
              <a:gd name="connsiteY511" fmla="*/ 2672096 h 6858000"/>
              <a:gd name="connsiteX512" fmla="*/ 6996344 w 7472601"/>
              <a:gd name="connsiteY512" fmla="*/ 2518310 h 6858000"/>
              <a:gd name="connsiteX513" fmla="*/ 6735495 w 7472601"/>
              <a:gd name="connsiteY513" fmla="*/ 2196890 h 6858000"/>
              <a:gd name="connsiteX514" fmla="*/ 6721901 w 7472601"/>
              <a:gd name="connsiteY514" fmla="*/ 2179274 h 6858000"/>
              <a:gd name="connsiteX515" fmla="*/ 6604735 w 7472601"/>
              <a:gd name="connsiteY515" fmla="*/ 2041381 h 6858000"/>
              <a:gd name="connsiteX516" fmla="*/ 6591670 w 7472601"/>
              <a:gd name="connsiteY516" fmla="*/ 1988277 h 6858000"/>
              <a:gd name="connsiteX517" fmla="*/ 6747349 w 7472601"/>
              <a:gd name="connsiteY517" fmla="*/ 2160069 h 6858000"/>
              <a:gd name="connsiteX518" fmla="*/ 6760943 w 7472601"/>
              <a:gd name="connsiteY518" fmla="*/ 2177686 h 6858000"/>
              <a:gd name="connsiteX519" fmla="*/ 7021065 w 7472601"/>
              <a:gd name="connsiteY519" fmla="*/ 2498102 h 6858000"/>
              <a:gd name="connsiteX520" fmla="*/ 7155223 w 7472601"/>
              <a:gd name="connsiteY520" fmla="*/ 2650386 h 6858000"/>
              <a:gd name="connsiteX521" fmla="*/ 7203167 w 7472601"/>
              <a:gd name="connsiteY521" fmla="*/ 2697288 h 6858000"/>
              <a:gd name="connsiteX522" fmla="*/ 6937703 w 7472601"/>
              <a:gd name="connsiteY522" fmla="*/ 2321981 h 6858000"/>
              <a:gd name="connsiteX523" fmla="*/ 6591670 w 7472601"/>
              <a:gd name="connsiteY523" fmla="*/ 1988277 h 6858000"/>
              <a:gd name="connsiteX524" fmla="*/ 5798671 w 7472601"/>
              <a:gd name="connsiteY524" fmla="*/ 1981601 h 6858000"/>
              <a:gd name="connsiteX525" fmla="*/ 5754709 w 7472601"/>
              <a:gd name="connsiteY525" fmla="*/ 2071454 h 6858000"/>
              <a:gd name="connsiteX526" fmla="*/ 5763044 w 7472601"/>
              <a:gd name="connsiteY526" fmla="*/ 2842206 h 6858000"/>
              <a:gd name="connsiteX527" fmla="*/ 5764974 w 7472601"/>
              <a:gd name="connsiteY527" fmla="*/ 2799609 h 6858000"/>
              <a:gd name="connsiteX528" fmla="*/ 5767665 w 7472601"/>
              <a:gd name="connsiteY528" fmla="*/ 2666409 h 6858000"/>
              <a:gd name="connsiteX529" fmla="*/ 5763055 w 7472601"/>
              <a:gd name="connsiteY529" fmla="*/ 2579705 h 6858000"/>
              <a:gd name="connsiteX530" fmla="*/ 5758079 w 7472601"/>
              <a:gd name="connsiteY530" fmla="*/ 2492508 h 6858000"/>
              <a:gd name="connsiteX531" fmla="*/ 5779325 w 7472601"/>
              <a:gd name="connsiteY531" fmla="*/ 2197069 h 6858000"/>
              <a:gd name="connsiteX532" fmla="*/ 5798671 w 7472601"/>
              <a:gd name="connsiteY532" fmla="*/ 1981601 h 6858000"/>
              <a:gd name="connsiteX533" fmla="*/ 5829202 w 7472601"/>
              <a:gd name="connsiteY533" fmla="*/ 1971679 h 6858000"/>
              <a:gd name="connsiteX534" fmla="*/ 5809558 w 7472601"/>
              <a:gd name="connsiteY534" fmla="*/ 2198043 h 6858000"/>
              <a:gd name="connsiteX535" fmla="*/ 5788653 w 7472601"/>
              <a:gd name="connsiteY535" fmla="*/ 2489430 h 6858000"/>
              <a:gd name="connsiteX536" fmla="*/ 5793439 w 7472601"/>
              <a:gd name="connsiteY536" fmla="*/ 2575235 h 6858000"/>
              <a:gd name="connsiteX537" fmla="*/ 5796837 w 7472601"/>
              <a:gd name="connsiteY537" fmla="*/ 2637633 h 6858000"/>
              <a:gd name="connsiteX538" fmla="*/ 5818614 w 7472601"/>
              <a:gd name="connsiteY538" fmla="*/ 2473055 h 6858000"/>
              <a:gd name="connsiteX539" fmla="*/ 5829202 w 7472601"/>
              <a:gd name="connsiteY539" fmla="*/ 1971679 h 6858000"/>
              <a:gd name="connsiteX540" fmla="*/ 5911389 w 7472601"/>
              <a:gd name="connsiteY540" fmla="*/ 1898371 h 6858000"/>
              <a:gd name="connsiteX541" fmla="*/ 6237627 w 7472601"/>
              <a:gd name="connsiteY541" fmla="*/ 2231921 h 6858000"/>
              <a:gd name="connsiteX542" fmla="*/ 5911389 w 7472601"/>
              <a:gd name="connsiteY542" fmla="*/ 1898371 h 6858000"/>
              <a:gd name="connsiteX543" fmla="*/ 6944437 w 7472601"/>
              <a:gd name="connsiteY543" fmla="*/ 1575402 h 6858000"/>
              <a:gd name="connsiteX544" fmla="*/ 6304730 w 7472601"/>
              <a:gd name="connsiteY544" fmla="*/ 1766654 h 6858000"/>
              <a:gd name="connsiteX545" fmla="*/ 6944437 w 7472601"/>
              <a:gd name="connsiteY545" fmla="*/ 1575402 h 6858000"/>
              <a:gd name="connsiteX546" fmla="*/ 7019523 w 7472601"/>
              <a:gd name="connsiteY546" fmla="*/ 1519450 h 6858000"/>
              <a:gd name="connsiteX547" fmla="*/ 6298091 w 7472601"/>
              <a:gd name="connsiteY547" fmla="*/ 1737122 h 6858000"/>
              <a:gd name="connsiteX548" fmla="*/ 7019523 w 7472601"/>
              <a:gd name="connsiteY548" fmla="*/ 1519450 h 6858000"/>
              <a:gd name="connsiteX549" fmla="*/ 2399523 w 7472601"/>
              <a:gd name="connsiteY549" fmla="*/ 1428234 h 6858000"/>
              <a:gd name="connsiteX550" fmla="*/ 2224982 w 7472601"/>
              <a:gd name="connsiteY550" fmla="*/ 1826201 h 6858000"/>
              <a:gd name="connsiteX551" fmla="*/ 2096099 w 7472601"/>
              <a:gd name="connsiteY551" fmla="*/ 2345900 h 6858000"/>
              <a:gd name="connsiteX552" fmla="*/ 2283317 w 7472601"/>
              <a:gd name="connsiteY552" fmla="*/ 1796925 h 6858000"/>
              <a:gd name="connsiteX553" fmla="*/ 2399523 w 7472601"/>
              <a:gd name="connsiteY553" fmla="*/ 1428234 h 6858000"/>
              <a:gd name="connsiteX554" fmla="*/ 2448558 w 7472601"/>
              <a:gd name="connsiteY554" fmla="*/ 1373435 h 6858000"/>
              <a:gd name="connsiteX555" fmla="*/ 2312521 w 7472601"/>
              <a:gd name="connsiteY555" fmla="*/ 1806140 h 6858000"/>
              <a:gd name="connsiteX556" fmla="*/ 2127533 w 7472601"/>
              <a:gd name="connsiteY556" fmla="*/ 2348380 h 6858000"/>
              <a:gd name="connsiteX557" fmla="*/ 2358080 w 7472601"/>
              <a:gd name="connsiteY557" fmla="*/ 1866134 h 6858000"/>
              <a:gd name="connsiteX558" fmla="*/ 2407436 w 7472601"/>
              <a:gd name="connsiteY558" fmla="*/ 1651070 h 6858000"/>
              <a:gd name="connsiteX559" fmla="*/ 2448558 w 7472601"/>
              <a:gd name="connsiteY559" fmla="*/ 1373435 h 6858000"/>
              <a:gd name="connsiteX560" fmla="*/ 278707 w 7472601"/>
              <a:gd name="connsiteY560" fmla="*/ 1352270 h 6858000"/>
              <a:gd name="connsiteX561" fmla="*/ 321570 w 7472601"/>
              <a:gd name="connsiteY561" fmla="*/ 1861610 h 6858000"/>
              <a:gd name="connsiteX562" fmla="*/ 294281 w 7472601"/>
              <a:gd name="connsiteY562" fmla="*/ 1440658 h 6858000"/>
              <a:gd name="connsiteX563" fmla="*/ 278707 w 7472601"/>
              <a:gd name="connsiteY563" fmla="*/ 1352270 h 6858000"/>
              <a:gd name="connsiteX564" fmla="*/ 1423821 w 7472601"/>
              <a:gd name="connsiteY564" fmla="*/ 1351958 h 6858000"/>
              <a:gd name="connsiteX565" fmla="*/ 1638521 w 7472601"/>
              <a:gd name="connsiteY565" fmla="*/ 1908470 h 6858000"/>
              <a:gd name="connsiteX566" fmla="*/ 1754199 w 7472601"/>
              <a:gd name="connsiteY566" fmla="*/ 2149284 h 6858000"/>
              <a:gd name="connsiteX567" fmla="*/ 1908359 w 7472601"/>
              <a:gd name="connsiteY567" fmla="*/ 2364988 h 6858000"/>
              <a:gd name="connsiteX568" fmla="*/ 1647661 w 7472601"/>
              <a:gd name="connsiteY568" fmla="*/ 1825945 h 6858000"/>
              <a:gd name="connsiteX569" fmla="*/ 1423821 w 7472601"/>
              <a:gd name="connsiteY569" fmla="*/ 1351958 h 6858000"/>
              <a:gd name="connsiteX570" fmla="*/ 1431890 w 7472601"/>
              <a:gd name="connsiteY570" fmla="*/ 1306475 h 6858000"/>
              <a:gd name="connsiteX571" fmla="*/ 1507597 w 7472601"/>
              <a:gd name="connsiteY571" fmla="*/ 1446132 h 6858000"/>
              <a:gd name="connsiteX572" fmla="*/ 1674586 w 7472601"/>
              <a:gd name="connsiteY572" fmla="*/ 1813832 h 6858000"/>
              <a:gd name="connsiteX573" fmla="*/ 1815950 w 7472601"/>
              <a:gd name="connsiteY573" fmla="*/ 2128564 h 6858000"/>
              <a:gd name="connsiteX574" fmla="*/ 1984242 w 7472601"/>
              <a:gd name="connsiteY574" fmla="*/ 2430829 h 6858000"/>
              <a:gd name="connsiteX575" fmla="*/ 2014023 w 7472601"/>
              <a:gd name="connsiteY575" fmla="*/ 2450995 h 6858000"/>
              <a:gd name="connsiteX576" fmla="*/ 1747337 w 7472601"/>
              <a:gd name="connsiteY576" fmla="*/ 1855264 h 6858000"/>
              <a:gd name="connsiteX577" fmla="*/ 1533749 w 7472601"/>
              <a:gd name="connsiteY577" fmla="*/ 1478656 h 6858000"/>
              <a:gd name="connsiteX578" fmla="*/ 1431890 w 7472601"/>
              <a:gd name="connsiteY578" fmla="*/ 1306475 h 6858000"/>
              <a:gd name="connsiteX579" fmla="*/ 5052692 w 7472601"/>
              <a:gd name="connsiteY579" fmla="*/ 1292994 h 6858000"/>
              <a:gd name="connsiteX580" fmla="*/ 5200661 w 7472601"/>
              <a:gd name="connsiteY580" fmla="*/ 1635186 h 6858000"/>
              <a:gd name="connsiteX581" fmla="*/ 5297138 w 7472601"/>
              <a:gd name="connsiteY581" fmla="*/ 1906351 h 6858000"/>
              <a:gd name="connsiteX582" fmla="*/ 5052692 w 7472601"/>
              <a:gd name="connsiteY582" fmla="*/ 1292994 h 6858000"/>
              <a:gd name="connsiteX583" fmla="*/ 5009948 w 7472601"/>
              <a:gd name="connsiteY583" fmla="*/ 1273619 h 6858000"/>
              <a:gd name="connsiteX584" fmla="*/ 5121777 w 7472601"/>
              <a:gd name="connsiteY584" fmla="*/ 1654213 h 6858000"/>
              <a:gd name="connsiteX585" fmla="*/ 5293545 w 7472601"/>
              <a:gd name="connsiteY585" fmla="*/ 2072247 h 6858000"/>
              <a:gd name="connsiteX586" fmla="*/ 5294042 w 7472601"/>
              <a:gd name="connsiteY586" fmla="*/ 2065019 h 6858000"/>
              <a:gd name="connsiteX587" fmla="*/ 5171936 w 7472601"/>
              <a:gd name="connsiteY587" fmla="*/ 1647613 h 6858000"/>
              <a:gd name="connsiteX588" fmla="*/ 5009948 w 7472601"/>
              <a:gd name="connsiteY588" fmla="*/ 1273619 h 6858000"/>
              <a:gd name="connsiteX589" fmla="*/ 655236 w 7472601"/>
              <a:gd name="connsiteY589" fmla="*/ 1268632 h 6858000"/>
              <a:gd name="connsiteX590" fmla="*/ 839521 w 7472601"/>
              <a:gd name="connsiteY590" fmla="*/ 1685315 h 6858000"/>
              <a:gd name="connsiteX591" fmla="*/ 1109416 w 7472601"/>
              <a:gd name="connsiteY591" fmla="*/ 2061663 h 6858000"/>
              <a:gd name="connsiteX592" fmla="*/ 1298300 w 7472601"/>
              <a:gd name="connsiteY592" fmla="*/ 2247742 h 6858000"/>
              <a:gd name="connsiteX593" fmla="*/ 1125871 w 7472601"/>
              <a:gd name="connsiteY593" fmla="*/ 1989513 h 6858000"/>
              <a:gd name="connsiteX594" fmla="*/ 981574 w 7472601"/>
              <a:gd name="connsiteY594" fmla="*/ 1783157 h 6858000"/>
              <a:gd name="connsiteX595" fmla="*/ 922198 w 7472601"/>
              <a:gd name="connsiteY595" fmla="*/ 1677437 h 6858000"/>
              <a:gd name="connsiteX596" fmla="*/ 869293 w 7472601"/>
              <a:gd name="connsiteY596" fmla="*/ 1583214 h 6858000"/>
              <a:gd name="connsiteX597" fmla="*/ 751431 w 7472601"/>
              <a:gd name="connsiteY597" fmla="*/ 1405731 h 6858000"/>
              <a:gd name="connsiteX598" fmla="*/ 655236 w 7472601"/>
              <a:gd name="connsiteY598" fmla="*/ 1268632 h 6858000"/>
              <a:gd name="connsiteX599" fmla="*/ 6516292 w 7472601"/>
              <a:gd name="connsiteY599" fmla="*/ 1263064 h 6858000"/>
              <a:gd name="connsiteX600" fmla="*/ 5736320 w 7472601"/>
              <a:gd name="connsiteY600" fmla="*/ 1501803 h 6858000"/>
              <a:gd name="connsiteX601" fmla="*/ 6516292 w 7472601"/>
              <a:gd name="connsiteY601" fmla="*/ 1263064 h 6858000"/>
              <a:gd name="connsiteX602" fmla="*/ 291466 w 7472601"/>
              <a:gd name="connsiteY602" fmla="*/ 1250369 h 6858000"/>
              <a:gd name="connsiteX603" fmla="*/ 323180 w 7472601"/>
              <a:gd name="connsiteY603" fmla="*/ 1435283 h 6858000"/>
              <a:gd name="connsiteX604" fmla="*/ 349381 w 7472601"/>
              <a:gd name="connsiteY604" fmla="*/ 1875041 h 6858000"/>
              <a:gd name="connsiteX605" fmla="*/ 374363 w 7472601"/>
              <a:gd name="connsiteY605" fmla="*/ 1506494 h 6858000"/>
              <a:gd name="connsiteX606" fmla="*/ 302168 w 7472601"/>
              <a:gd name="connsiteY606" fmla="*/ 1274495 h 6858000"/>
              <a:gd name="connsiteX607" fmla="*/ 291466 w 7472601"/>
              <a:gd name="connsiteY607" fmla="*/ 1250369 h 6858000"/>
              <a:gd name="connsiteX608" fmla="*/ 678222 w 7472601"/>
              <a:gd name="connsiteY608" fmla="*/ 1248670 h 6858000"/>
              <a:gd name="connsiteX609" fmla="*/ 775536 w 7472601"/>
              <a:gd name="connsiteY609" fmla="*/ 1388015 h 6858000"/>
              <a:gd name="connsiteX610" fmla="*/ 894529 w 7472601"/>
              <a:gd name="connsiteY610" fmla="*/ 1567739 h 6858000"/>
              <a:gd name="connsiteX611" fmla="*/ 948000 w 7472601"/>
              <a:gd name="connsiteY611" fmla="*/ 1663088 h 6858000"/>
              <a:gd name="connsiteX612" fmla="*/ 1006812 w 7472601"/>
              <a:gd name="connsiteY612" fmla="*/ 1767683 h 6858000"/>
              <a:gd name="connsiteX613" fmla="*/ 1149133 w 7472601"/>
              <a:gd name="connsiteY613" fmla="*/ 1971513 h 6858000"/>
              <a:gd name="connsiteX614" fmla="*/ 1333952 w 7472601"/>
              <a:gd name="connsiteY614" fmla="*/ 2251620 h 6858000"/>
              <a:gd name="connsiteX615" fmla="*/ 1337329 w 7472601"/>
              <a:gd name="connsiteY615" fmla="*/ 2258350 h 6858000"/>
              <a:gd name="connsiteX616" fmla="*/ 1014726 w 7472601"/>
              <a:gd name="connsiteY616" fmla="*/ 1615556 h 6858000"/>
              <a:gd name="connsiteX617" fmla="*/ 678222 w 7472601"/>
              <a:gd name="connsiteY617" fmla="*/ 1248670 h 6858000"/>
              <a:gd name="connsiteX618" fmla="*/ 6691602 w 7472601"/>
              <a:gd name="connsiteY618" fmla="*/ 1140573 h 6858000"/>
              <a:gd name="connsiteX619" fmla="*/ 6571100 w 7472601"/>
              <a:gd name="connsiteY619" fmla="*/ 1183662 h 6858000"/>
              <a:gd name="connsiteX620" fmla="*/ 6241687 w 7472601"/>
              <a:gd name="connsiteY620" fmla="*/ 1257600 h 6858000"/>
              <a:gd name="connsiteX621" fmla="*/ 5693009 w 7472601"/>
              <a:gd name="connsiteY621" fmla="*/ 1478256 h 6858000"/>
              <a:gd name="connsiteX622" fmla="*/ 6548420 w 7472601"/>
              <a:gd name="connsiteY622" fmla="*/ 1214599 h 6858000"/>
              <a:gd name="connsiteX623" fmla="*/ 6605473 w 7472601"/>
              <a:gd name="connsiteY623" fmla="*/ 1184686 h 6858000"/>
              <a:gd name="connsiteX624" fmla="*/ 6691602 w 7472601"/>
              <a:gd name="connsiteY624" fmla="*/ 1140573 h 6858000"/>
              <a:gd name="connsiteX625" fmla="*/ 4002475 w 7472601"/>
              <a:gd name="connsiteY625" fmla="*/ 1037802 h 6858000"/>
              <a:gd name="connsiteX626" fmla="*/ 4000324 w 7472601"/>
              <a:gd name="connsiteY626" fmla="*/ 1039362 h 6858000"/>
              <a:gd name="connsiteX627" fmla="*/ 4002862 w 7472601"/>
              <a:gd name="connsiteY627" fmla="*/ 1042866 h 6858000"/>
              <a:gd name="connsiteX628" fmla="*/ 4002475 w 7472601"/>
              <a:gd name="connsiteY628" fmla="*/ 1037802 h 6858000"/>
              <a:gd name="connsiteX629" fmla="*/ 506322 w 7472601"/>
              <a:gd name="connsiteY629" fmla="*/ 1020997 h 6858000"/>
              <a:gd name="connsiteX630" fmla="*/ 533068 w 7472601"/>
              <a:gd name="connsiteY630" fmla="*/ 1029409 h 6858000"/>
              <a:gd name="connsiteX631" fmla="*/ 1232525 w 7472601"/>
              <a:gd name="connsiteY631" fmla="*/ 1804675 h 6858000"/>
              <a:gd name="connsiteX632" fmla="*/ 1388858 w 7472601"/>
              <a:gd name="connsiteY632" fmla="*/ 2368011 h 6858000"/>
              <a:gd name="connsiteX633" fmla="*/ 1384098 w 7472601"/>
              <a:gd name="connsiteY633" fmla="*/ 2378125 h 6858000"/>
              <a:gd name="connsiteX634" fmla="*/ 1425393 w 7472601"/>
              <a:gd name="connsiteY634" fmla="*/ 2589124 h 6858000"/>
              <a:gd name="connsiteX635" fmla="*/ 1424001 w 7472601"/>
              <a:gd name="connsiteY635" fmla="*/ 2597541 h 6858000"/>
              <a:gd name="connsiteX636" fmla="*/ 2152729 w 7472601"/>
              <a:gd name="connsiteY636" fmla="*/ 2864487 h 6858000"/>
              <a:gd name="connsiteX637" fmla="*/ 2020609 w 7472601"/>
              <a:gd name="connsiteY637" fmla="*/ 2539671 h 6858000"/>
              <a:gd name="connsiteX638" fmla="*/ 2018920 w 7472601"/>
              <a:gd name="connsiteY638" fmla="*/ 2536309 h 6858000"/>
              <a:gd name="connsiteX639" fmla="*/ 1342441 w 7472601"/>
              <a:gd name="connsiteY639" fmla="*/ 1173017 h 6858000"/>
              <a:gd name="connsiteX640" fmla="*/ 1367925 w 7472601"/>
              <a:gd name="connsiteY640" fmla="*/ 1135648 h 6858000"/>
              <a:gd name="connsiteX641" fmla="*/ 1771401 w 7472601"/>
              <a:gd name="connsiteY641" fmla="*/ 1806673 h 6858000"/>
              <a:gd name="connsiteX642" fmla="*/ 1972385 w 7472601"/>
              <a:gd name="connsiteY642" fmla="*/ 2198735 h 6858000"/>
              <a:gd name="connsiteX643" fmla="*/ 2040892 w 7472601"/>
              <a:gd name="connsiteY643" fmla="*/ 2405205 h 6858000"/>
              <a:gd name="connsiteX644" fmla="*/ 2131689 w 7472601"/>
              <a:gd name="connsiteY644" fmla="*/ 1936926 h 6858000"/>
              <a:gd name="connsiteX645" fmla="*/ 2454820 w 7472601"/>
              <a:gd name="connsiteY645" fmla="*/ 1248808 h 6858000"/>
              <a:gd name="connsiteX646" fmla="*/ 2492512 w 7472601"/>
              <a:gd name="connsiteY646" fmla="*/ 1302920 h 6858000"/>
              <a:gd name="connsiteX647" fmla="*/ 2081216 w 7472601"/>
              <a:gd name="connsiteY647" fmla="*/ 2527513 h 6858000"/>
              <a:gd name="connsiteX648" fmla="*/ 2081211 w 7472601"/>
              <a:gd name="connsiteY648" fmla="*/ 2528916 h 6858000"/>
              <a:gd name="connsiteX649" fmla="*/ 2199067 w 7472601"/>
              <a:gd name="connsiteY649" fmla="*/ 2884061 h 6858000"/>
              <a:gd name="connsiteX650" fmla="*/ 3192586 w 7472601"/>
              <a:gd name="connsiteY650" fmla="*/ 3411496 h 6858000"/>
              <a:gd name="connsiteX651" fmla="*/ 3182620 w 7472601"/>
              <a:gd name="connsiteY651" fmla="*/ 3483279 h 6858000"/>
              <a:gd name="connsiteX652" fmla="*/ 2435119 w 7472601"/>
              <a:gd name="connsiteY652" fmla="*/ 3080173 h 6858000"/>
              <a:gd name="connsiteX653" fmla="*/ 2410152 w 7472601"/>
              <a:gd name="connsiteY653" fmla="*/ 3063751 h 6858000"/>
              <a:gd name="connsiteX654" fmla="*/ 2408099 w 7472601"/>
              <a:gd name="connsiteY654" fmla="*/ 3064403 h 6858000"/>
              <a:gd name="connsiteX655" fmla="*/ 2407218 w 7472601"/>
              <a:gd name="connsiteY655" fmla="*/ 3070324 h 6858000"/>
              <a:gd name="connsiteX656" fmla="*/ 2380138 w 7472601"/>
              <a:gd name="connsiteY656" fmla="*/ 3099341 h 6858000"/>
              <a:gd name="connsiteX657" fmla="*/ 1765923 w 7472601"/>
              <a:gd name="connsiteY657" fmla="*/ 3581043 h 6858000"/>
              <a:gd name="connsiteX658" fmla="*/ 1702258 w 7472601"/>
              <a:gd name="connsiteY658" fmla="*/ 3612286 h 6858000"/>
              <a:gd name="connsiteX659" fmla="*/ 1538370 w 7472601"/>
              <a:gd name="connsiteY659" fmla="*/ 3811804 h 6858000"/>
              <a:gd name="connsiteX660" fmla="*/ 542867 w 7472601"/>
              <a:gd name="connsiteY660" fmla="*/ 4944092 h 6858000"/>
              <a:gd name="connsiteX661" fmla="*/ 515800 w 7472601"/>
              <a:gd name="connsiteY661" fmla="*/ 4862180 h 6858000"/>
              <a:gd name="connsiteX662" fmla="*/ 909145 w 7472601"/>
              <a:gd name="connsiteY662" fmla="*/ 4199225 h 6858000"/>
              <a:gd name="connsiteX663" fmla="*/ 1214067 w 7472601"/>
              <a:gd name="connsiteY663" fmla="*/ 3908561 h 6858000"/>
              <a:gd name="connsiteX664" fmla="*/ 640967 w 7472601"/>
              <a:gd name="connsiteY664" fmla="*/ 4105601 h 6858000"/>
              <a:gd name="connsiteX665" fmla="*/ 112563 w 7472601"/>
              <a:gd name="connsiteY665" fmla="*/ 4396952 h 6858000"/>
              <a:gd name="connsiteX666" fmla="*/ 0 w 7472601"/>
              <a:gd name="connsiteY666" fmla="*/ 4466006 h 6858000"/>
              <a:gd name="connsiteX667" fmla="*/ 0 w 7472601"/>
              <a:gd name="connsiteY667" fmla="*/ 4233763 h 6858000"/>
              <a:gd name="connsiteX668" fmla="*/ 36881 w 7472601"/>
              <a:gd name="connsiteY668" fmla="*/ 4200118 h 6858000"/>
              <a:gd name="connsiteX669" fmla="*/ 910534 w 7472601"/>
              <a:gd name="connsiteY669" fmla="*/ 3629753 h 6858000"/>
              <a:gd name="connsiteX670" fmla="*/ 1578717 w 7472601"/>
              <a:gd name="connsiteY670" fmla="*/ 3575982 h 6858000"/>
              <a:gd name="connsiteX671" fmla="*/ 2338780 w 7472601"/>
              <a:gd name="connsiteY671" fmla="*/ 3033725 h 6858000"/>
              <a:gd name="connsiteX672" fmla="*/ 1807991 w 7472601"/>
              <a:gd name="connsiteY672" fmla="*/ 2807184 h 6858000"/>
              <a:gd name="connsiteX673" fmla="*/ 1416358 w 7472601"/>
              <a:gd name="connsiteY673" fmla="*/ 3112571 h 6858000"/>
              <a:gd name="connsiteX674" fmla="*/ 939066 w 7472601"/>
              <a:gd name="connsiteY674" fmla="*/ 3378798 h 6858000"/>
              <a:gd name="connsiteX675" fmla="*/ 115099 w 7472601"/>
              <a:gd name="connsiteY675" fmla="*/ 3607650 h 6858000"/>
              <a:gd name="connsiteX676" fmla="*/ 97284 w 7472601"/>
              <a:gd name="connsiteY676" fmla="*/ 3520393 h 6858000"/>
              <a:gd name="connsiteX677" fmla="*/ 922050 w 7472601"/>
              <a:gd name="connsiteY677" fmla="*/ 3074867 h 6858000"/>
              <a:gd name="connsiteX678" fmla="*/ 1405265 w 7472601"/>
              <a:gd name="connsiteY678" fmla="*/ 3016319 h 6858000"/>
              <a:gd name="connsiteX679" fmla="*/ 1407512 w 7472601"/>
              <a:gd name="connsiteY679" fmla="*/ 3018001 h 6858000"/>
              <a:gd name="connsiteX680" fmla="*/ 1726266 w 7472601"/>
              <a:gd name="connsiteY680" fmla="*/ 2777274 h 6858000"/>
              <a:gd name="connsiteX681" fmla="*/ 625390 w 7472601"/>
              <a:gd name="connsiteY681" fmla="*/ 2514541 h 6858000"/>
              <a:gd name="connsiteX682" fmla="*/ 619799 w 7472601"/>
              <a:gd name="connsiteY682" fmla="*/ 2527180 h 6858000"/>
              <a:gd name="connsiteX683" fmla="*/ 310030 w 7472601"/>
              <a:gd name="connsiteY683" fmla="*/ 2771818 h 6858000"/>
              <a:gd name="connsiteX684" fmla="*/ 173877 w 7472601"/>
              <a:gd name="connsiteY684" fmla="*/ 2937056 h 6858000"/>
              <a:gd name="connsiteX685" fmla="*/ 77889 w 7472601"/>
              <a:gd name="connsiteY685" fmla="*/ 3138440 h 6858000"/>
              <a:gd name="connsiteX686" fmla="*/ 0 w 7472601"/>
              <a:gd name="connsiteY686" fmla="*/ 3271395 h 6858000"/>
              <a:gd name="connsiteX687" fmla="*/ 0 w 7472601"/>
              <a:gd name="connsiteY687" fmla="*/ 3153002 h 6858000"/>
              <a:gd name="connsiteX688" fmla="*/ 2386 w 7472601"/>
              <a:gd name="connsiteY688" fmla="*/ 3149203 h 6858000"/>
              <a:gd name="connsiteX689" fmla="*/ 89753 w 7472601"/>
              <a:gd name="connsiteY689" fmla="*/ 2987702 h 6858000"/>
              <a:gd name="connsiteX690" fmla="*/ 76869 w 7472601"/>
              <a:gd name="connsiteY690" fmla="*/ 3005404 h 6858000"/>
              <a:gd name="connsiteX691" fmla="*/ 32049 w 7472601"/>
              <a:gd name="connsiteY691" fmla="*/ 3065814 h 6858000"/>
              <a:gd name="connsiteX692" fmla="*/ 0 w 7472601"/>
              <a:gd name="connsiteY692" fmla="*/ 3108744 h 6858000"/>
              <a:gd name="connsiteX693" fmla="*/ 0 w 7472601"/>
              <a:gd name="connsiteY693" fmla="*/ 3058059 h 6858000"/>
              <a:gd name="connsiteX694" fmla="*/ 7610 w 7472601"/>
              <a:gd name="connsiteY694" fmla="*/ 3047889 h 6858000"/>
              <a:gd name="connsiteX695" fmla="*/ 52419 w 7472601"/>
              <a:gd name="connsiteY695" fmla="*/ 2987479 h 6858000"/>
              <a:gd name="connsiteX696" fmla="*/ 59142 w 7472601"/>
              <a:gd name="connsiteY696" fmla="*/ 2978488 h 6858000"/>
              <a:gd name="connsiteX697" fmla="*/ 0 w 7472601"/>
              <a:gd name="connsiteY697" fmla="*/ 3015334 h 6858000"/>
              <a:gd name="connsiteX698" fmla="*/ 0 w 7472601"/>
              <a:gd name="connsiteY698" fmla="*/ 2914286 h 6858000"/>
              <a:gd name="connsiteX699" fmla="*/ 36383 w 7472601"/>
              <a:gd name="connsiteY699" fmla="*/ 2901128 h 6858000"/>
              <a:gd name="connsiteX700" fmla="*/ 156329 w 7472601"/>
              <a:gd name="connsiteY700" fmla="*/ 2840533 h 6858000"/>
              <a:gd name="connsiteX701" fmla="*/ 358355 w 7472601"/>
              <a:gd name="connsiteY701" fmla="*/ 2620471 h 6858000"/>
              <a:gd name="connsiteX702" fmla="*/ 510577 w 7472601"/>
              <a:gd name="connsiteY702" fmla="*/ 2501244 h 6858000"/>
              <a:gd name="connsiteX703" fmla="*/ 211967 w 7472601"/>
              <a:gd name="connsiteY703" fmla="*/ 2479171 h 6858000"/>
              <a:gd name="connsiteX704" fmla="*/ 0 w 7472601"/>
              <a:gd name="connsiteY704" fmla="*/ 2476398 h 6858000"/>
              <a:gd name="connsiteX705" fmla="*/ 0 w 7472601"/>
              <a:gd name="connsiteY705" fmla="*/ 2389189 h 6858000"/>
              <a:gd name="connsiteX706" fmla="*/ 103062 w 7472601"/>
              <a:gd name="connsiteY706" fmla="*/ 2389518 h 6858000"/>
              <a:gd name="connsiteX707" fmla="*/ 510734 w 7472601"/>
              <a:gd name="connsiteY707" fmla="*/ 2416201 h 6858000"/>
              <a:gd name="connsiteX708" fmla="*/ 279257 w 7472601"/>
              <a:gd name="connsiteY708" fmla="*/ 2092102 h 6858000"/>
              <a:gd name="connsiteX709" fmla="*/ 65265 w 7472601"/>
              <a:gd name="connsiteY709" fmla="*/ 2006049 h 6858000"/>
              <a:gd name="connsiteX710" fmla="*/ 0 w 7472601"/>
              <a:gd name="connsiteY710" fmla="*/ 1982532 h 6858000"/>
              <a:gd name="connsiteX711" fmla="*/ 0 w 7472601"/>
              <a:gd name="connsiteY711" fmla="*/ 1912789 h 6858000"/>
              <a:gd name="connsiteX712" fmla="*/ 97460 w 7472601"/>
              <a:gd name="connsiteY712" fmla="*/ 1953725 h 6858000"/>
              <a:gd name="connsiteX713" fmla="*/ 221272 w 7472601"/>
              <a:gd name="connsiteY713" fmla="*/ 1980766 h 6858000"/>
              <a:gd name="connsiteX714" fmla="*/ 116765 w 7472601"/>
              <a:gd name="connsiteY714" fmla="*/ 1911033 h 6858000"/>
              <a:gd name="connsiteX715" fmla="*/ 16405 w 7472601"/>
              <a:gd name="connsiteY715" fmla="*/ 1803412 h 6858000"/>
              <a:gd name="connsiteX716" fmla="*/ 0 w 7472601"/>
              <a:gd name="connsiteY716" fmla="*/ 1784777 h 6858000"/>
              <a:gd name="connsiteX717" fmla="*/ 0 w 7472601"/>
              <a:gd name="connsiteY717" fmla="*/ 1740082 h 6858000"/>
              <a:gd name="connsiteX718" fmla="*/ 39394 w 7472601"/>
              <a:gd name="connsiteY718" fmla="*/ 1784856 h 6858000"/>
              <a:gd name="connsiteX719" fmla="*/ 135813 w 7472601"/>
              <a:gd name="connsiteY719" fmla="*/ 1888838 h 6858000"/>
              <a:gd name="connsiteX720" fmla="*/ 242575 w 7472601"/>
              <a:gd name="connsiteY720" fmla="*/ 1958841 h 6858000"/>
              <a:gd name="connsiteX721" fmla="*/ 82197 w 7472601"/>
              <a:gd name="connsiteY721" fmla="*/ 1754826 h 6858000"/>
              <a:gd name="connsiteX722" fmla="*/ 0 w 7472601"/>
              <a:gd name="connsiteY722" fmla="*/ 1679650 h 6858000"/>
              <a:gd name="connsiteX723" fmla="*/ 0 w 7472601"/>
              <a:gd name="connsiteY723" fmla="*/ 1602463 h 6858000"/>
              <a:gd name="connsiteX724" fmla="*/ 84689 w 7472601"/>
              <a:gd name="connsiteY724" fmla="*/ 1677442 h 6858000"/>
              <a:gd name="connsiteX725" fmla="*/ 298437 w 7472601"/>
              <a:gd name="connsiteY725" fmla="*/ 1968019 h 6858000"/>
              <a:gd name="connsiteX726" fmla="*/ 227269 w 7472601"/>
              <a:gd name="connsiteY726" fmla="*/ 1114064 h 6858000"/>
              <a:gd name="connsiteX727" fmla="*/ 248003 w 7472601"/>
              <a:gd name="connsiteY727" fmla="*/ 1089613 h 6858000"/>
              <a:gd name="connsiteX728" fmla="*/ 427020 w 7472601"/>
              <a:gd name="connsiteY728" fmla="*/ 1619803 h 6858000"/>
              <a:gd name="connsiteX729" fmla="*/ 340345 w 7472601"/>
              <a:gd name="connsiteY729" fmla="*/ 2027739 h 6858000"/>
              <a:gd name="connsiteX730" fmla="*/ 360865 w 7472601"/>
              <a:gd name="connsiteY730" fmla="*/ 2044827 h 6858000"/>
              <a:gd name="connsiteX731" fmla="*/ 560414 w 7472601"/>
              <a:gd name="connsiteY731" fmla="*/ 2421457 h 6858000"/>
              <a:gd name="connsiteX732" fmla="*/ 1359703 w 7472601"/>
              <a:gd name="connsiteY732" fmla="*/ 2578554 h 6858000"/>
              <a:gd name="connsiteX733" fmla="*/ 1359422 w 7472601"/>
              <a:gd name="connsiteY733" fmla="*/ 2577994 h 6858000"/>
              <a:gd name="connsiteX734" fmla="*/ 828701 w 7472601"/>
              <a:gd name="connsiteY734" fmla="*/ 1839520 h 6858000"/>
              <a:gd name="connsiteX735" fmla="*/ 494427 w 7472601"/>
              <a:gd name="connsiteY735" fmla="*/ 1092333 h 6858000"/>
              <a:gd name="connsiteX736" fmla="*/ 506322 w 7472601"/>
              <a:gd name="connsiteY736" fmla="*/ 1020997 h 6858000"/>
              <a:gd name="connsiteX737" fmla="*/ 4570198 w 7472601"/>
              <a:gd name="connsiteY737" fmla="*/ 978081 h 6858000"/>
              <a:gd name="connsiteX738" fmla="*/ 4523691 w 7472601"/>
              <a:gd name="connsiteY738" fmla="*/ 1127776 h 6858000"/>
              <a:gd name="connsiteX739" fmla="*/ 4509875 w 7472601"/>
              <a:gd name="connsiteY739" fmla="*/ 1167552 h 6858000"/>
              <a:gd name="connsiteX740" fmla="*/ 4478168 w 7472601"/>
              <a:gd name="connsiteY740" fmla="*/ 1260735 h 6858000"/>
              <a:gd name="connsiteX741" fmla="*/ 4409309 w 7472601"/>
              <a:gd name="connsiteY741" fmla="*/ 1666996 h 6858000"/>
              <a:gd name="connsiteX742" fmla="*/ 4370031 w 7472601"/>
              <a:gd name="connsiteY742" fmla="*/ 1955666 h 6858000"/>
              <a:gd name="connsiteX743" fmla="*/ 4570198 w 7472601"/>
              <a:gd name="connsiteY743" fmla="*/ 978081 h 6858000"/>
              <a:gd name="connsiteX744" fmla="*/ 4557898 w 7472601"/>
              <a:gd name="connsiteY744" fmla="*/ 900011 h 6858000"/>
              <a:gd name="connsiteX745" fmla="*/ 4344840 w 7472601"/>
              <a:gd name="connsiteY745" fmla="*/ 1922038 h 6858000"/>
              <a:gd name="connsiteX746" fmla="*/ 4378710 w 7472601"/>
              <a:gd name="connsiteY746" fmla="*/ 1665516 h 6858000"/>
              <a:gd name="connsiteX747" fmla="*/ 4448798 w 7472601"/>
              <a:gd name="connsiteY747" fmla="*/ 1253024 h 6858000"/>
              <a:gd name="connsiteX748" fmla="*/ 4480315 w 7472601"/>
              <a:gd name="connsiteY748" fmla="*/ 1158454 h 6858000"/>
              <a:gd name="connsiteX749" fmla="*/ 4494133 w 7472601"/>
              <a:gd name="connsiteY749" fmla="*/ 1118676 h 6858000"/>
              <a:gd name="connsiteX750" fmla="*/ 4557898 w 7472601"/>
              <a:gd name="connsiteY750" fmla="*/ 900011 h 6858000"/>
              <a:gd name="connsiteX751" fmla="*/ 5870151 w 7472601"/>
              <a:gd name="connsiteY751" fmla="*/ 898890 h 6858000"/>
              <a:gd name="connsiteX752" fmla="*/ 5861335 w 7472601"/>
              <a:gd name="connsiteY752" fmla="*/ 899177 h 6858000"/>
              <a:gd name="connsiteX753" fmla="*/ 5843702 w 7472601"/>
              <a:gd name="connsiteY753" fmla="*/ 899748 h 6858000"/>
              <a:gd name="connsiteX754" fmla="*/ 5651107 w 7472601"/>
              <a:gd name="connsiteY754" fmla="*/ 920306 h 6858000"/>
              <a:gd name="connsiteX755" fmla="*/ 5459407 w 7472601"/>
              <a:gd name="connsiteY755" fmla="*/ 940975 h 6858000"/>
              <a:gd name="connsiteX756" fmla="*/ 5374846 w 7472601"/>
              <a:gd name="connsiteY756" fmla="*/ 941988 h 6858000"/>
              <a:gd name="connsiteX757" fmla="*/ 5256105 w 7472601"/>
              <a:gd name="connsiteY757" fmla="*/ 945632 h 6858000"/>
              <a:gd name="connsiteX758" fmla="*/ 5107071 w 7472601"/>
              <a:gd name="connsiteY758" fmla="*/ 969720 h 6858000"/>
              <a:gd name="connsiteX759" fmla="*/ 4998681 w 7472601"/>
              <a:gd name="connsiteY759" fmla="*/ 988771 h 6858000"/>
              <a:gd name="connsiteX760" fmla="*/ 5870151 w 7472601"/>
              <a:gd name="connsiteY760" fmla="*/ 898890 h 6858000"/>
              <a:gd name="connsiteX761" fmla="*/ 5504425 w 7472601"/>
              <a:gd name="connsiteY761" fmla="*/ 848067 h 6858000"/>
              <a:gd name="connsiteX762" fmla="*/ 4968849 w 7472601"/>
              <a:gd name="connsiteY762" fmla="*/ 962318 h 6858000"/>
              <a:gd name="connsiteX763" fmla="*/ 5104039 w 7472601"/>
              <a:gd name="connsiteY763" fmla="*/ 940634 h 6858000"/>
              <a:gd name="connsiteX764" fmla="*/ 5256311 w 7472601"/>
              <a:gd name="connsiteY764" fmla="*/ 916490 h 6858000"/>
              <a:gd name="connsiteX765" fmla="*/ 5377381 w 7472601"/>
              <a:gd name="connsiteY765" fmla="*/ 912671 h 6858000"/>
              <a:gd name="connsiteX766" fmla="*/ 5460148 w 7472601"/>
              <a:gd name="connsiteY766" fmla="*/ 911442 h 6858000"/>
              <a:gd name="connsiteX767" fmla="*/ 5648971 w 7472601"/>
              <a:gd name="connsiteY767" fmla="*/ 891331 h 6858000"/>
              <a:gd name="connsiteX768" fmla="*/ 5844807 w 7472601"/>
              <a:gd name="connsiteY768" fmla="*/ 870718 h 6858000"/>
              <a:gd name="connsiteX769" fmla="*/ 5862975 w 7472601"/>
              <a:gd name="connsiteY769" fmla="*/ 869756 h 6858000"/>
              <a:gd name="connsiteX770" fmla="*/ 5920887 w 7472601"/>
              <a:gd name="connsiteY770" fmla="*/ 865929 h 6858000"/>
              <a:gd name="connsiteX771" fmla="*/ 5504425 w 7472601"/>
              <a:gd name="connsiteY771" fmla="*/ 848067 h 6858000"/>
              <a:gd name="connsiteX772" fmla="*/ 3607114 w 7472601"/>
              <a:gd name="connsiteY772" fmla="*/ 467441 h 6858000"/>
              <a:gd name="connsiteX773" fmla="*/ 3296242 w 7472601"/>
              <a:gd name="connsiteY773" fmla="*/ 807991 h 6858000"/>
              <a:gd name="connsiteX774" fmla="*/ 3174674 w 7472601"/>
              <a:gd name="connsiteY774" fmla="*/ 919759 h 6858000"/>
              <a:gd name="connsiteX775" fmla="*/ 3042978 w 7472601"/>
              <a:gd name="connsiteY775" fmla="*/ 1054894 h 6858000"/>
              <a:gd name="connsiteX776" fmla="*/ 2968914 w 7472601"/>
              <a:gd name="connsiteY776" fmla="*/ 1133756 h 6858000"/>
              <a:gd name="connsiteX777" fmla="*/ 3103823 w 7472601"/>
              <a:gd name="connsiteY777" fmla="*/ 1026814 h 6858000"/>
              <a:gd name="connsiteX778" fmla="*/ 3607114 w 7472601"/>
              <a:gd name="connsiteY778" fmla="*/ 467441 h 6858000"/>
              <a:gd name="connsiteX779" fmla="*/ 3744487 w 7472601"/>
              <a:gd name="connsiteY779" fmla="*/ 383136 h 6858000"/>
              <a:gd name="connsiteX780" fmla="*/ 3970213 w 7472601"/>
              <a:gd name="connsiteY780" fmla="*/ 995559 h 6858000"/>
              <a:gd name="connsiteX781" fmla="*/ 3744487 w 7472601"/>
              <a:gd name="connsiteY781" fmla="*/ 383136 h 6858000"/>
              <a:gd name="connsiteX782" fmla="*/ 3624562 w 7472601"/>
              <a:gd name="connsiteY782" fmla="*/ 367041 h 6858000"/>
              <a:gd name="connsiteX783" fmla="*/ 3489712 w 7472601"/>
              <a:gd name="connsiteY783" fmla="*/ 485386 h 6858000"/>
              <a:gd name="connsiteX784" fmla="*/ 3182994 w 7472601"/>
              <a:gd name="connsiteY784" fmla="*/ 828265 h 6858000"/>
              <a:gd name="connsiteX785" fmla="*/ 2892114 w 7472601"/>
              <a:gd name="connsiteY785" fmla="*/ 1172635 h 6858000"/>
              <a:gd name="connsiteX786" fmla="*/ 3021459 w 7472601"/>
              <a:gd name="connsiteY786" fmla="*/ 1035385 h 6858000"/>
              <a:gd name="connsiteX787" fmla="*/ 3153873 w 7472601"/>
              <a:gd name="connsiteY787" fmla="*/ 898971 h 6858000"/>
              <a:gd name="connsiteX788" fmla="*/ 3276511 w 7472601"/>
              <a:gd name="connsiteY788" fmla="*/ 786423 h 6858000"/>
              <a:gd name="connsiteX789" fmla="*/ 3584154 w 7472601"/>
              <a:gd name="connsiteY789" fmla="*/ 448218 h 6858000"/>
              <a:gd name="connsiteX790" fmla="*/ 3624562 w 7472601"/>
              <a:gd name="connsiteY790" fmla="*/ 367041 h 6858000"/>
              <a:gd name="connsiteX791" fmla="*/ 3766672 w 7472601"/>
              <a:gd name="connsiteY791" fmla="*/ 359429 h 6858000"/>
              <a:gd name="connsiteX792" fmla="*/ 3996338 w 7472601"/>
              <a:gd name="connsiteY792" fmla="*/ 968237 h 6858000"/>
              <a:gd name="connsiteX793" fmla="*/ 3766672 w 7472601"/>
              <a:gd name="connsiteY793" fmla="*/ 359429 h 6858000"/>
              <a:gd name="connsiteX794" fmla="*/ 5805386 w 7472601"/>
              <a:gd name="connsiteY794" fmla="*/ 239240 h 6858000"/>
              <a:gd name="connsiteX795" fmla="*/ 5736947 w 7472601"/>
              <a:gd name="connsiteY795" fmla="*/ 261367 h 6858000"/>
              <a:gd name="connsiteX796" fmla="*/ 5427012 w 7472601"/>
              <a:gd name="connsiteY796" fmla="*/ 311272 h 6858000"/>
              <a:gd name="connsiteX797" fmla="*/ 5147818 w 7472601"/>
              <a:gd name="connsiteY797" fmla="*/ 322112 h 6858000"/>
              <a:gd name="connsiteX798" fmla="*/ 5060854 w 7472601"/>
              <a:gd name="connsiteY798" fmla="*/ 311882 h 6858000"/>
              <a:gd name="connsiteX799" fmla="*/ 4945989 w 7472601"/>
              <a:gd name="connsiteY799" fmla="*/ 300516 h 6858000"/>
              <a:gd name="connsiteX800" fmla="*/ 5410479 w 7472601"/>
              <a:gd name="connsiteY800" fmla="*/ 348434 h 6858000"/>
              <a:gd name="connsiteX801" fmla="*/ 5805386 w 7472601"/>
              <a:gd name="connsiteY801" fmla="*/ 239240 h 6858000"/>
              <a:gd name="connsiteX802" fmla="*/ 5905192 w 7472601"/>
              <a:gd name="connsiteY802" fmla="*/ 163079 h 6858000"/>
              <a:gd name="connsiteX803" fmla="*/ 5865655 w 7472601"/>
              <a:gd name="connsiteY803" fmla="*/ 171901 h 6858000"/>
              <a:gd name="connsiteX804" fmla="*/ 5259740 w 7472601"/>
              <a:gd name="connsiteY804" fmla="*/ 257013 h 6858000"/>
              <a:gd name="connsiteX805" fmla="*/ 5208466 w 7472601"/>
              <a:gd name="connsiteY805" fmla="*/ 257550 h 6858000"/>
              <a:gd name="connsiteX806" fmla="*/ 4980204 w 7472601"/>
              <a:gd name="connsiteY806" fmla="*/ 271903 h 6858000"/>
              <a:gd name="connsiteX807" fmla="*/ 5068068 w 7472601"/>
              <a:gd name="connsiteY807" fmla="*/ 282244 h 6858000"/>
              <a:gd name="connsiteX808" fmla="*/ 5153231 w 7472601"/>
              <a:gd name="connsiteY808" fmla="*/ 292240 h 6858000"/>
              <a:gd name="connsiteX809" fmla="*/ 5426491 w 7472601"/>
              <a:gd name="connsiteY809" fmla="*/ 281128 h 6858000"/>
              <a:gd name="connsiteX810" fmla="*/ 5731212 w 7472601"/>
              <a:gd name="connsiteY810" fmla="*/ 231951 h 6858000"/>
              <a:gd name="connsiteX811" fmla="*/ 5905192 w 7472601"/>
              <a:gd name="connsiteY811" fmla="*/ 163079 h 6858000"/>
              <a:gd name="connsiteX812" fmla="*/ 5944437 w 7472601"/>
              <a:gd name="connsiteY812" fmla="*/ 113829 h 6858000"/>
              <a:gd name="connsiteX813" fmla="*/ 5825032 w 7472601"/>
              <a:gd name="connsiteY813" fmla="*/ 146405 h 6858000"/>
              <a:gd name="connsiteX814" fmla="*/ 4955599 w 7472601"/>
              <a:gd name="connsiteY814" fmla="*/ 247008 h 6858000"/>
              <a:gd name="connsiteX815" fmla="*/ 5210104 w 7472601"/>
              <a:gd name="connsiteY815" fmla="*/ 228123 h 6858000"/>
              <a:gd name="connsiteX816" fmla="*/ 5261015 w 7472601"/>
              <a:gd name="connsiteY816" fmla="*/ 227087 h 6858000"/>
              <a:gd name="connsiteX817" fmla="*/ 5861181 w 7472601"/>
              <a:gd name="connsiteY817" fmla="*/ 143093 h 6858000"/>
              <a:gd name="connsiteX818" fmla="*/ 5961252 w 7472601"/>
              <a:gd name="connsiteY818" fmla="*/ 114820 h 6858000"/>
              <a:gd name="connsiteX819" fmla="*/ 5944437 w 7472601"/>
              <a:gd name="connsiteY819" fmla="*/ 113829 h 6858000"/>
              <a:gd name="connsiteX820" fmla="*/ 3882765 w 7472601"/>
              <a:gd name="connsiteY820" fmla="*/ 0 h 6858000"/>
              <a:gd name="connsiteX821" fmla="*/ 3995099 w 7472601"/>
              <a:gd name="connsiteY821" fmla="*/ 0 h 6858000"/>
              <a:gd name="connsiteX822" fmla="*/ 4163818 w 7472601"/>
              <a:gd name="connsiteY822" fmla="*/ 234104 h 6858000"/>
              <a:gd name="connsiteX823" fmla="*/ 4172099 w 7472601"/>
              <a:gd name="connsiteY823" fmla="*/ 234207 h 6858000"/>
              <a:gd name="connsiteX824" fmla="*/ 4784282 w 7472601"/>
              <a:gd name="connsiteY824" fmla="*/ 276561 h 6858000"/>
              <a:gd name="connsiteX825" fmla="*/ 4801687 w 7472601"/>
              <a:gd name="connsiteY825" fmla="*/ 267764 h 6858000"/>
              <a:gd name="connsiteX826" fmla="*/ 6082788 w 7472601"/>
              <a:gd name="connsiteY826" fmla="*/ 64119 h 6858000"/>
              <a:gd name="connsiteX827" fmla="*/ 6099442 w 7472601"/>
              <a:gd name="connsiteY827" fmla="*/ 82568 h 6858000"/>
              <a:gd name="connsiteX828" fmla="*/ 4804137 w 7472601"/>
              <a:gd name="connsiteY828" fmla="*/ 320931 h 6858000"/>
              <a:gd name="connsiteX829" fmla="*/ 4227047 w 7472601"/>
              <a:gd name="connsiteY829" fmla="*/ 313415 h 6858000"/>
              <a:gd name="connsiteX830" fmla="*/ 4346041 w 7472601"/>
              <a:gd name="connsiteY830" fmla="*/ 456086 h 6858000"/>
              <a:gd name="connsiteX831" fmla="*/ 4870967 w 7472601"/>
              <a:gd name="connsiteY831" fmla="*/ 963061 h 6858000"/>
              <a:gd name="connsiteX832" fmla="*/ 4889647 w 7472601"/>
              <a:gd name="connsiteY832" fmla="*/ 957147 h 6858000"/>
              <a:gd name="connsiteX833" fmla="*/ 5422504 w 7472601"/>
              <a:gd name="connsiteY833" fmla="*/ 805191 h 6858000"/>
              <a:gd name="connsiteX834" fmla="*/ 6087656 w 7472601"/>
              <a:gd name="connsiteY834" fmla="*/ 826703 h 6858000"/>
              <a:gd name="connsiteX835" fmla="*/ 6058717 w 7472601"/>
              <a:gd name="connsiteY835" fmla="*/ 865992 h 6858000"/>
              <a:gd name="connsiteX836" fmla="*/ 4974153 w 7472601"/>
              <a:gd name="connsiteY836" fmla="*/ 1045456 h 6858000"/>
              <a:gd name="connsiteX837" fmla="*/ 5627835 w 7472601"/>
              <a:gd name="connsiteY837" fmla="*/ 1472077 h 6858000"/>
              <a:gd name="connsiteX838" fmla="*/ 5629817 w 7472601"/>
              <a:gd name="connsiteY838" fmla="*/ 1471412 h 6858000"/>
              <a:gd name="connsiteX839" fmla="*/ 5634124 w 7472601"/>
              <a:gd name="connsiteY839" fmla="*/ 1470572 h 6858000"/>
              <a:gd name="connsiteX840" fmla="*/ 5755832 w 7472601"/>
              <a:gd name="connsiteY840" fmla="*/ 1383886 h 6858000"/>
              <a:gd name="connsiteX841" fmla="*/ 6014186 w 7472601"/>
              <a:gd name="connsiteY841" fmla="*/ 1279799 h 6858000"/>
              <a:gd name="connsiteX842" fmla="*/ 6901619 w 7472601"/>
              <a:gd name="connsiteY842" fmla="*/ 1047874 h 6858000"/>
              <a:gd name="connsiteX843" fmla="*/ 6931566 w 7472601"/>
              <a:gd name="connsiteY843" fmla="*/ 1062034 h 6858000"/>
              <a:gd name="connsiteX844" fmla="*/ 5790982 w 7472601"/>
              <a:gd name="connsiteY844" fmla="*/ 1561380 h 6858000"/>
              <a:gd name="connsiteX845" fmla="*/ 6188971 w 7472601"/>
              <a:gd name="connsiteY845" fmla="*/ 1755168 h 6858000"/>
              <a:gd name="connsiteX846" fmla="*/ 6202446 w 7472601"/>
              <a:gd name="connsiteY846" fmla="*/ 1752268 h 6858000"/>
              <a:gd name="connsiteX847" fmla="*/ 7179560 w 7472601"/>
              <a:gd name="connsiteY847" fmla="*/ 1467551 h 6858000"/>
              <a:gd name="connsiteX848" fmla="*/ 7158730 w 7472601"/>
              <a:gd name="connsiteY848" fmla="*/ 1507835 h 6858000"/>
              <a:gd name="connsiteX849" fmla="*/ 6326959 w 7472601"/>
              <a:gd name="connsiteY849" fmla="*/ 1817686 h 6858000"/>
              <a:gd name="connsiteX850" fmla="*/ 6537433 w 7472601"/>
              <a:gd name="connsiteY850" fmla="*/ 1907790 h 6858000"/>
              <a:gd name="connsiteX851" fmla="*/ 6550221 w 7472601"/>
              <a:gd name="connsiteY851" fmla="*/ 1910729 h 6858000"/>
              <a:gd name="connsiteX852" fmla="*/ 6964438 w 7472601"/>
              <a:gd name="connsiteY852" fmla="*/ 2209505 h 6858000"/>
              <a:gd name="connsiteX853" fmla="*/ 7367862 w 7472601"/>
              <a:gd name="connsiteY853" fmla="*/ 2806833 h 6858000"/>
              <a:gd name="connsiteX854" fmla="*/ 7364329 w 7472601"/>
              <a:gd name="connsiteY854" fmla="*/ 2826907 h 6858000"/>
              <a:gd name="connsiteX855" fmla="*/ 7290545 w 7472601"/>
              <a:gd name="connsiteY855" fmla="*/ 2850663 h 6858000"/>
              <a:gd name="connsiteX856" fmla="*/ 6472036 w 7472601"/>
              <a:gd name="connsiteY856" fmla="*/ 1959003 h 6858000"/>
              <a:gd name="connsiteX857" fmla="*/ 5792897 w 7472601"/>
              <a:gd name="connsiteY857" fmla="*/ 1647747 h 6858000"/>
              <a:gd name="connsiteX858" fmla="*/ 5842751 w 7472601"/>
              <a:gd name="connsiteY858" fmla="*/ 1816112 h 6858000"/>
              <a:gd name="connsiteX859" fmla="*/ 5847424 w 7472601"/>
              <a:gd name="connsiteY859" fmla="*/ 1815776 h 6858000"/>
              <a:gd name="connsiteX860" fmla="*/ 6399821 w 7472601"/>
              <a:gd name="connsiteY860" fmla="*/ 2344799 h 6858000"/>
              <a:gd name="connsiteX861" fmla="*/ 6323232 w 7472601"/>
              <a:gd name="connsiteY861" fmla="*/ 2389634 h 6858000"/>
              <a:gd name="connsiteX862" fmla="*/ 5942958 w 7472601"/>
              <a:gd name="connsiteY862" fmla="*/ 2077708 h 6858000"/>
              <a:gd name="connsiteX863" fmla="*/ 5921559 w 7472601"/>
              <a:gd name="connsiteY863" fmla="*/ 2378596 h 6858000"/>
              <a:gd name="connsiteX864" fmla="*/ 5817651 w 7472601"/>
              <a:gd name="connsiteY864" fmla="*/ 3023919 h 6858000"/>
              <a:gd name="connsiteX865" fmla="*/ 5729634 w 7472601"/>
              <a:gd name="connsiteY865" fmla="*/ 3051849 h 6858000"/>
              <a:gd name="connsiteX866" fmla="*/ 5611018 w 7472601"/>
              <a:gd name="connsiteY866" fmla="*/ 2316769 h 6858000"/>
              <a:gd name="connsiteX867" fmla="*/ 5687608 w 7472601"/>
              <a:gd name="connsiteY867" fmla="*/ 2039972 h 6858000"/>
              <a:gd name="connsiteX868" fmla="*/ 5657554 w 7472601"/>
              <a:gd name="connsiteY868" fmla="*/ 1576445 h 6858000"/>
              <a:gd name="connsiteX869" fmla="*/ 5150475 w 7472601"/>
              <a:gd name="connsiteY869" fmla="*/ 1274012 h 6858000"/>
              <a:gd name="connsiteX870" fmla="*/ 5349142 w 7472601"/>
              <a:gd name="connsiteY870" fmla="*/ 2204405 h 6858000"/>
              <a:gd name="connsiteX871" fmla="*/ 5262214 w 7472601"/>
              <a:gd name="connsiteY871" fmla="*/ 2233836 h 6858000"/>
              <a:gd name="connsiteX872" fmla="*/ 4981539 w 7472601"/>
              <a:gd name="connsiteY872" fmla="*/ 1542201 h 6858000"/>
              <a:gd name="connsiteX873" fmla="*/ 4958461 w 7472601"/>
              <a:gd name="connsiteY873" fmla="*/ 1136957 h 6858000"/>
              <a:gd name="connsiteX874" fmla="*/ 4655015 w 7472601"/>
              <a:gd name="connsiteY874" fmla="*/ 891426 h 6858000"/>
              <a:gd name="connsiteX875" fmla="*/ 4348002 w 7472601"/>
              <a:gd name="connsiteY875" fmla="*/ 2205895 h 6858000"/>
              <a:gd name="connsiteX876" fmla="*/ 4262250 w 7472601"/>
              <a:gd name="connsiteY876" fmla="*/ 2219972 h 6858000"/>
              <a:gd name="connsiteX877" fmla="*/ 4550611 w 7472601"/>
              <a:gd name="connsiteY877" fmla="*/ 817540 h 6858000"/>
              <a:gd name="connsiteX878" fmla="*/ 4564418 w 7472601"/>
              <a:gd name="connsiteY878" fmla="*/ 808293 h 6858000"/>
              <a:gd name="connsiteX879" fmla="*/ 4266388 w 7472601"/>
              <a:gd name="connsiteY879" fmla="*/ 500083 h 6858000"/>
              <a:gd name="connsiteX880" fmla="*/ 4032842 w 7472601"/>
              <a:gd name="connsiteY880" fmla="*/ 211809 h 6858000"/>
              <a:gd name="connsiteX881" fmla="*/ 3882765 w 7472601"/>
              <a:gd name="connsiteY881" fmla="*/ 0 h 6858000"/>
              <a:gd name="connsiteX882" fmla="*/ 3721337 w 7472601"/>
              <a:gd name="connsiteY882" fmla="*/ 0 h 6858000"/>
              <a:gd name="connsiteX883" fmla="*/ 3797544 w 7472601"/>
              <a:gd name="connsiteY883" fmla="*/ 0 h 6858000"/>
              <a:gd name="connsiteX884" fmla="*/ 3775734 w 7472601"/>
              <a:gd name="connsiteY884" fmla="*/ 95131 h 6858000"/>
              <a:gd name="connsiteX885" fmla="*/ 3724807 w 7472601"/>
              <a:gd name="connsiteY885" fmla="*/ 272257 h 6858000"/>
              <a:gd name="connsiteX886" fmla="*/ 3726844 w 7472601"/>
              <a:gd name="connsiteY886" fmla="*/ 282988 h 6858000"/>
              <a:gd name="connsiteX887" fmla="*/ 3742664 w 7472601"/>
              <a:gd name="connsiteY887" fmla="*/ 279918 h 6858000"/>
              <a:gd name="connsiteX888" fmla="*/ 4103910 w 7472601"/>
              <a:gd name="connsiteY888" fmla="*/ 1161917 h 6858000"/>
              <a:gd name="connsiteX889" fmla="*/ 4020269 w 7472601"/>
              <a:gd name="connsiteY889" fmla="*/ 1200406 h 6858000"/>
              <a:gd name="connsiteX890" fmla="*/ 3674882 w 7472601"/>
              <a:gd name="connsiteY890" fmla="*/ 488524 h 6858000"/>
              <a:gd name="connsiteX891" fmla="*/ 3132682 w 7472601"/>
              <a:gd name="connsiteY891" fmla="*/ 1072284 h 6858000"/>
              <a:gd name="connsiteX892" fmla="*/ 2716346 w 7472601"/>
              <a:gd name="connsiteY892" fmla="*/ 1276376 h 6858000"/>
              <a:gd name="connsiteX893" fmla="*/ 2716772 w 7472601"/>
              <a:gd name="connsiteY893" fmla="*/ 1255462 h 6858000"/>
              <a:gd name="connsiteX894" fmla="*/ 3471096 w 7472601"/>
              <a:gd name="connsiteY894" fmla="*/ 437072 h 6858000"/>
              <a:gd name="connsiteX895" fmla="*/ 3639057 w 7472601"/>
              <a:gd name="connsiteY895" fmla="*/ 286334 h 6858000"/>
              <a:gd name="connsiteX896" fmla="*/ 3640309 w 7472601"/>
              <a:gd name="connsiteY896" fmla="*/ 284664 h 6858000"/>
              <a:gd name="connsiteX897" fmla="*/ 3646022 w 7472601"/>
              <a:gd name="connsiteY897" fmla="*/ 276711 h 6858000"/>
              <a:gd name="connsiteX898" fmla="*/ 3707943 w 7472601"/>
              <a:gd name="connsiteY898" fmla="*/ 65958 h 6858000"/>
              <a:gd name="connsiteX899" fmla="*/ 3721337 w 7472601"/>
              <a:gd name="connsiteY899" fmla="*/ 0 h 6858000"/>
              <a:gd name="connsiteX900" fmla="*/ 2867960 w 7472601"/>
              <a:gd name="connsiteY900" fmla="*/ 0 h 6858000"/>
              <a:gd name="connsiteX901" fmla="*/ 2926351 w 7472601"/>
              <a:gd name="connsiteY901" fmla="*/ 0 h 6858000"/>
              <a:gd name="connsiteX902" fmla="*/ 2902823 w 7472601"/>
              <a:gd name="connsiteY902" fmla="*/ 262929 h 6858000"/>
              <a:gd name="connsiteX903" fmla="*/ 2940663 w 7472601"/>
              <a:gd name="connsiteY903" fmla="*/ 140884 h 6858000"/>
              <a:gd name="connsiteX904" fmla="*/ 2947039 w 7472601"/>
              <a:gd name="connsiteY904" fmla="*/ 122524 h 6858000"/>
              <a:gd name="connsiteX905" fmla="*/ 2984316 w 7472601"/>
              <a:gd name="connsiteY905" fmla="*/ 0 h 6858000"/>
              <a:gd name="connsiteX906" fmla="*/ 3016114 w 7472601"/>
              <a:gd name="connsiteY906" fmla="*/ 0 h 6858000"/>
              <a:gd name="connsiteX907" fmla="*/ 2979949 w 7472601"/>
              <a:gd name="connsiteY907" fmla="*/ 119274 h 6858000"/>
              <a:gd name="connsiteX908" fmla="*/ 3023879 w 7472601"/>
              <a:gd name="connsiteY908" fmla="*/ 0 h 6858000"/>
              <a:gd name="connsiteX909" fmla="*/ 3105400 w 7472601"/>
              <a:gd name="connsiteY909" fmla="*/ 0 h 6858000"/>
              <a:gd name="connsiteX910" fmla="*/ 3094669 w 7472601"/>
              <a:gd name="connsiteY910" fmla="*/ 30308 h 6858000"/>
              <a:gd name="connsiteX911" fmla="*/ 2901945 w 7472601"/>
              <a:gd name="connsiteY911" fmla="*/ 466538 h 6858000"/>
              <a:gd name="connsiteX912" fmla="*/ 2815209 w 7472601"/>
              <a:gd name="connsiteY912" fmla="*/ 497361 h 6858000"/>
              <a:gd name="connsiteX913" fmla="*/ 2844845 w 7472601"/>
              <a:gd name="connsiteY913" fmla="*/ 127638 h 6858000"/>
              <a:gd name="connsiteX914" fmla="*/ 2867960 w 7472601"/>
              <a:gd name="connsiteY914" fmla="*/ 0 h 6858000"/>
              <a:gd name="connsiteX915" fmla="*/ 1057230 w 7472601"/>
              <a:gd name="connsiteY915" fmla="*/ 0 h 6858000"/>
              <a:gd name="connsiteX916" fmla="*/ 1111003 w 7472601"/>
              <a:gd name="connsiteY916" fmla="*/ 0 h 6858000"/>
              <a:gd name="connsiteX917" fmla="*/ 1125553 w 7472601"/>
              <a:gd name="connsiteY917" fmla="*/ 52588 h 6858000"/>
              <a:gd name="connsiteX918" fmla="*/ 1304276 w 7472601"/>
              <a:gd name="connsiteY918" fmla="*/ 476275 h 6858000"/>
              <a:gd name="connsiteX919" fmla="*/ 1492066 w 7472601"/>
              <a:gd name="connsiteY919" fmla="*/ 886333 h 6858000"/>
              <a:gd name="connsiteX920" fmla="*/ 1423698 w 7472601"/>
              <a:gd name="connsiteY920" fmla="*/ 710817 h 6858000"/>
              <a:gd name="connsiteX921" fmla="*/ 1357609 w 7472601"/>
              <a:gd name="connsiteY921" fmla="*/ 532892 h 6858000"/>
              <a:gd name="connsiteX922" fmla="*/ 1309550 w 7472601"/>
              <a:gd name="connsiteY922" fmla="*/ 374031 h 6858000"/>
              <a:gd name="connsiteX923" fmla="*/ 1193673 w 7472601"/>
              <a:gd name="connsiteY923" fmla="*/ 49533 h 6858000"/>
              <a:gd name="connsiteX924" fmla="*/ 1164391 w 7472601"/>
              <a:gd name="connsiteY924" fmla="*/ 0 h 6858000"/>
              <a:gd name="connsiteX925" fmla="*/ 1200666 w 7472601"/>
              <a:gd name="connsiteY925" fmla="*/ 0 h 6858000"/>
              <a:gd name="connsiteX926" fmla="*/ 1223408 w 7472601"/>
              <a:gd name="connsiteY926" fmla="*/ 38996 h 6858000"/>
              <a:gd name="connsiteX927" fmla="*/ 1339635 w 7472601"/>
              <a:gd name="connsiteY927" fmla="*/ 365517 h 6858000"/>
              <a:gd name="connsiteX928" fmla="*/ 1387469 w 7472601"/>
              <a:gd name="connsiteY928" fmla="*/ 523079 h 6858000"/>
              <a:gd name="connsiteX929" fmla="*/ 1452685 w 7472601"/>
              <a:gd name="connsiteY929" fmla="*/ 699806 h 6858000"/>
              <a:gd name="connsiteX930" fmla="*/ 1492092 w 7472601"/>
              <a:gd name="connsiteY930" fmla="*/ 800424 h 6858000"/>
              <a:gd name="connsiteX931" fmla="*/ 1455302 w 7472601"/>
              <a:gd name="connsiteY931" fmla="*/ 632913 h 6858000"/>
              <a:gd name="connsiteX932" fmla="*/ 1222336 w 7472601"/>
              <a:gd name="connsiteY932" fmla="*/ 9480 h 6858000"/>
              <a:gd name="connsiteX933" fmla="*/ 1214634 w 7472601"/>
              <a:gd name="connsiteY933" fmla="*/ 0 h 6858000"/>
              <a:gd name="connsiteX934" fmla="*/ 1289827 w 7472601"/>
              <a:gd name="connsiteY934" fmla="*/ 0 h 6858000"/>
              <a:gd name="connsiteX935" fmla="*/ 1321076 w 7472601"/>
              <a:gd name="connsiteY935" fmla="*/ 59722 h 6858000"/>
              <a:gd name="connsiteX936" fmla="*/ 1512579 w 7472601"/>
              <a:gd name="connsiteY936" fmla="*/ 626441 h 6858000"/>
              <a:gd name="connsiteX937" fmla="*/ 1506076 w 7472601"/>
              <a:gd name="connsiteY937" fmla="*/ 1089289 h 6858000"/>
              <a:gd name="connsiteX938" fmla="*/ 1486346 w 7472601"/>
              <a:gd name="connsiteY938" fmla="*/ 1079919 h 6858000"/>
              <a:gd name="connsiteX939" fmla="*/ 1070511 w 7472601"/>
              <a:gd name="connsiteY939" fmla="*/ 48609 h 6858000"/>
              <a:gd name="connsiteX940" fmla="*/ 1057230 w 7472601"/>
              <a:gd name="connsiteY940" fmla="*/ 0 h 6858000"/>
              <a:gd name="connsiteX941" fmla="*/ 43151 w 7472601"/>
              <a:gd name="connsiteY941" fmla="*/ 0 h 6858000"/>
              <a:gd name="connsiteX942" fmla="*/ 95283 w 7472601"/>
              <a:gd name="connsiteY942" fmla="*/ 0 h 6858000"/>
              <a:gd name="connsiteX943" fmla="*/ 300708 w 7472601"/>
              <a:gd name="connsiteY943" fmla="*/ 154571 h 6858000"/>
              <a:gd name="connsiteX944" fmla="*/ 530414 w 7472601"/>
              <a:gd name="connsiteY944" fmla="*/ 354673 h 6858000"/>
              <a:gd name="connsiteX945" fmla="*/ 333785 w 7472601"/>
              <a:gd name="connsiteY945" fmla="*/ 161564 h 6858000"/>
              <a:gd name="connsiteX946" fmla="*/ 147005 w 7472601"/>
              <a:gd name="connsiteY946" fmla="*/ 0 h 6858000"/>
              <a:gd name="connsiteX947" fmla="*/ 272509 w 7472601"/>
              <a:gd name="connsiteY947" fmla="*/ 0 h 6858000"/>
              <a:gd name="connsiteX948" fmla="*/ 326276 w 7472601"/>
              <a:gd name="connsiteY948" fmla="*/ 45847 h 6858000"/>
              <a:gd name="connsiteX949" fmla="*/ 823759 w 7472601"/>
              <a:gd name="connsiteY949" fmla="*/ 574145 h 6858000"/>
              <a:gd name="connsiteX950" fmla="*/ 811254 w 7472601"/>
              <a:gd name="connsiteY950" fmla="*/ 665546 h 6858000"/>
              <a:gd name="connsiteX951" fmla="*/ 154042 w 7472601"/>
              <a:gd name="connsiteY951" fmla="*/ 261522 h 6858000"/>
              <a:gd name="connsiteX952" fmla="*/ 13550 w 7472601"/>
              <a:gd name="connsiteY952" fmla="*/ 158423 h 6858000"/>
              <a:gd name="connsiteX953" fmla="*/ 0 w 7472601"/>
              <a:gd name="connsiteY953" fmla="*/ 146618 h 6858000"/>
              <a:gd name="connsiteX954" fmla="*/ 0 w 7472601"/>
              <a:gd name="connsiteY954" fmla="*/ 59161 h 6858000"/>
              <a:gd name="connsiteX955" fmla="*/ 45427 w 7472601"/>
              <a:gd name="connsiteY955" fmla="*/ 101078 h 6858000"/>
              <a:gd name="connsiteX956" fmla="*/ 630103 w 7472601"/>
              <a:gd name="connsiteY956" fmla="*/ 485885 h 6858000"/>
              <a:gd name="connsiteX957" fmla="*/ 532040 w 7472601"/>
              <a:gd name="connsiteY957" fmla="*/ 399359 h 6858000"/>
              <a:gd name="connsiteX958" fmla="*/ 517618 w 7472601"/>
              <a:gd name="connsiteY958" fmla="*/ 385726 h 6858000"/>
              <a:gd name="connsiteX959" fmla="*/ 285074 w 7472601"/>
              <a:gd name="connsiteY959" fmla="*/ 182755 h 6858000"/>
              <a:gd name="connsiteX960" fmla="*/ 43151 w 7472601"/>
              <a:gd name="connsiteY960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467600 w 7472601"/>
              <a:gd name="connsiteY76" fmla="*/ 6163634 h 6858000"/>
              <a:gd name="connsiteX77" fmla="*/ 7448321 w 7472601"/>
              <a:gd name="connsiteY77" fmla="*/ 6190991 h 6858000"/>
              <a:gd name="connsiteX78" fmla="*/ 7467600 w 7472601"/>
              <a:gd name="connsiteY78" fmla="*/ 6221686 h 6858000"/>
              <a:gd name="connsiteX79" fmla="*/ 7467600 w 7472601"/>
              <a:gd name="connsiteY79" fmla="*/ 6334256 h 6858000"/>
              <a:gd name="connsiteX80" fmla="*/ 7454976 w 7472601"/>
              <a:gd name="connsiteY80" fmla="*/ 6318297 h 6858000"/>
              <a:gd name="connsiteX81" fmla="*/ 1456157 w 7472601"/>
              <a:gd name="connsiteY81" fmla="*/ 5371404 h 6858000"/>
              <a:gd name="connsiteX82" fmla="*/ 1244432 w 7472601"/>
              <a:gd name="connsiteY82" fmla="*/ 5385601 h 6858000"/>
              <a:gd name="connsiteX83" fmla="*/ 973990 w 7472601"/>
              <a:gd name="connsiteY83" fmla="*/ 5424940 h 6858000"/>
              <a:gd name="connsiteX84" fmla="*/ 1103809 w 7472601"/>
              <a:gd name="connsiteY84" fmla="*/ 5433720 h 6858000"/>
              <a:gd name="connsiteX85" fmla="*/ 1123454 w 7472601"/>
              <a:gd name="connsiteY85" fmla="*/ 5435727 h 6858000"/>
              <a:gd name="connsiteX86" fmla="*/ 1737017 w 7472601"/>
              <a:gd name="connsiteY86" fmla="*/ 5452183 h 6858000"/>
              <a:gd name="connsiteX87" fmla="*/ 1824397 w 7472601"/>
              <a:gd name="connsiteY87" fmla="*/ 5447757 h 6858000"/>
              <a:gd name="connsiteX88" fmla="*/ 2070059 w 7472601"/>
              <a:gd name="connsiteY88" fmla="*/ 5441660 h 6858000"/>
              <a:gd name="connsiteX89" fmla="*/ 1456157 w 7472601"/>
              <a:gd name="connsiteY89" fmla="*/ 5371404 h 6858000"/>
              <a:gd name="connsiteX90" fmla="*/ 4988186 w 7472601"/>
              <a:gd name="connsiteY90" fmla="*/ 5216467 h 6858000"/>
              <a:gd name="connsiteX91" fmla="*/ 4777334 w 7472601"/>
              <a:gd name="connsiteY91" fmla="*/ 5406072 h 6858000"/>
              <a:gd name="connsiteX92" fmla="*/ 4718341 w 7472601"/>
              <a:gd name="connsiteY92" fmla="*/ 5468043 h 6858000"/>
              <a:gd name="connsiteX93" fmla="*/ 4604655 w 7472601"/>
              <a:gd name="connsiteY93" fmla="*/ 5583434 h 6858000"/>
              <a:gd name="connsiteX94" fmla="*/ 4565074 w 7472601"/>
              <a:gd name="connsiteY94" fmla="*/ 5618550 h 6858000"/>
              <a:gd name="connsiteX95" fmla="*/ 4988186 w 7472601"/>
              <a:gd name="connsiteY95" fmla="*/ 5216467 h 6858000"/>
              <a:gd name="connsiteX96" fmla="*/ 4978032 w 7472601"/>
              <a:gd name="connsiteY96" fmla="*/ 5183809 h 6858000"/>
              <a:gd name="connsiteX97" fmla="*/ 4463413 w 7472601"/>
              <a:gd name="connsiteY97" fmla="*/ 5615162 h 6858000"/>
              <a:gd name="connsiteX98" fmla="*/ 4358134 w 7472601"/>
              <a:gd name="connsiteY98" fmla="*/ 5742791 h 6858000"/>
              <a:gd name="connsiteX99" fmla="*/ 4376219 w 7472601"/>
              <a:gd name="connsiteY99" fmla="*/ 5729027 h 6858000"/>
              <a:gd name="connsiteX100" fmla="*/ 4582340 w 7472601"/>
              <a:gd name="connsiteY100" fmla="*/ 5561037 h 6858000"/>
              <a:gd name="connsiteX101" fmla="*/ 4694684 w 7472601"/>
              <a:gd name="connsiteY101" fmla="*/ 5447098 h 6858000"/>
              <a:gd name="connsiteX102" fmla="*/ 4754123 w 7472601"/>
              <a:gd name="connsiteY102" fmla="*/ 5384643 h 6858000"/>
              <a:gd name="connsiteX103" fmla="*/ 4978032 w 7472601"/>
              <a:gd name="connsiteY103" fmla="*/ 5183809 h 6858000"/>
              <a:gd name="connsiteX104" fmla="*/ 1903353 w 7472601"/>
              <a:gd name="connsiteY104" fmla="*/ 5044827 h 6858000"/>
              <a:gd name="connsiteX105" fmla="*/ 1936931 w 7472601"/>
              <a:gd name="connsiteY105" fmla="*/ 5093954 h 6858000"/>
              <a:gd name="connsiteX106" fmla="*/ 2195868 w 7472601"/>
              <a:gd name="connsiteY106" fmla="*/ 5396574 h 6858000"/>
              <a:gd name="connsiteX107" fmla="*/ 2088852 w 7472601"/>
              <a:gd name="connsiteY107" fmla="*/ 5166123 h 6858000"/>
              <a:gd name="connsiteX108" fmla="*/ 1958241 w 7472601"/>
              <a:gd name="connsiteY108" fmla="*/ 5067955 h 6858000"/>
              <a:gd name="connsiteX109" fmla="*/ 1903353 w 7472601"/>
              <a:gd name="connsiteY109" fmla="*/ 5044827 h 6858000"/>
              <a:gd name="connsiteX110" fmla="*/ 1979378 w 7472601"/>
              <a:gd name="connsiteY110" fmla="*/ 4769504 h 6858000"/>
              <a:gd name="connsiteX111" fmla="*/ 2882120 w 7472601"/>
              <a:gd name="connsiteY111" fmla="*/ 5064547 h 6858000"/>
              <a:gd name="connsiteX112" fmla="*/ 2793103 w 7472601"/>
              <a:gd name="connsiteY112" fmla="*/ 5039699 h 6858000"/>
              <a:gd name="connsiteX113" fmla="*/ 2770041 w 7472601"/>
              <a:gd name="connsiteY113" fmla="*/ 5033634 h 6858000"/>
              <a:gd name="connsiteX114" fmla="*/ 1979378 w 7472601"/>
              <a:gd name="connsiteY114" fmla="*/ 4769504 h 6858000"/>
              <a:gd name="connsiteX115" fmla="*/ 1927410 w 7472601"/>
              <a:gd name="connsiteY115" fmla="*/ 4716164 h 6858000"/>
              <a:gd name="connsiteX116" fmla="*/ 1959587 w 7472601"/>
              <a:gd name="connsiteY116" fmla="*/ 4728849 h 6858000"/>
              <a:gd name="connsiteX117" fmla="*/ 2777707 w 7472601"/>
              <a:gd name="connsiteY117" fmla="*/ 5003991 h 6858000"/>
              <a:gd name="connsiteX118" fmla="*/ 2800768 w 7472601"/>
              <a:gd name="connsiteY118" fmla="*/ 5010056 h 6858000"/>
              <a:gd name="connsiteX119" fmla="*/ 2879408 w 7472601"/>
              <a:gd name="connsiteY119" fmla="*/ 5031590 h 6858000"/>
              <a:gd name="connsiteX120" fmla="*/ 2862295 w 7472601"/>
              <a:gd name="connsiteY120" fmla="*/ 5022958 h 6858000"/>
              <a:gd name="connsiteX121" fmla="*/ 2813343 w 7472601"/>
              <a:gd name="connsiteY121" fmla="*/ 4998369 h 6858000"/>
              <a:gd name="connsiteX122" fmla="*/ 2646245 w 7472601"/>
              <a:gd name="connsiteY122" fmla="*/ 4930999 h 6858000"/>
              <a:gd name="connsiteX123" fmla="*/ 1999243 w 7472601"/>
              <a:gd name="connsiteY123" fmla="*/ 4730524 h 6858000"/>
              <a:gd name="connsiteX124" fmla="*/ 1979527 w 7472601"/>
              <a:gd name="connsiteY124" fmla="*/ 4726651 h 6858000"/>
              <a:gd name="connsiteX125" fmla="*/ 1927410 w 7472601"/>
              <a:gd name="connsiteY125" fmla="*/ 4716164 h 6858000"/>
              <a:gd name="connsiteX126" fmla="*/ 1997014 w 7472601"/>
              <a:gd name="connsiteY126" fmla="*/ 4698007 h 6858000"/>
              <a:gd name="connsiteX127" fmla="*/ 2005458 w 7472601"/>
              <a:gd name="connsiteY127" fmla="*/ 4699540 h 6858000"/>
              <a:gd name="connsiteX128" fmla="*/ 2657186 w 7472601"/>
              <a:gd name="connsiteY128" fmla="*/ 4901687 h 6858000"/>
              <a:gd name="connsiteX129" fmla="*/ 2826662 w 7472601"/>
              <a:gd name="connsiteY129" fmla="*/ 4970362 h 6858000"/>
              <a:gd name="connsiteX130" fmla="*/ 2876100 w 7472601"/>
              <a:gd name="connsiteY130" fmla="*/ 4995397 h 6858000"/>
              <a:gd name="connsiteX131" fmla="*/ 3042600 w 7472601"/>
              <a:gd name="connsiteY131" fmla="*/ 5059532 h 6858000"/>
              <a:gd name="connsiteX132" fmla="*/ 1997014 w 7472601"/>
              <a:gd name="connsiteY132" fmla="*/ 4698007 h 6858000"/>
              <a:gd name="connsiteX133" fmla="*/ 2305292 w 7472601"/>
              <a:gd name="connsiteY133" fmla="*/ 4219492 h 6858000"/>
              <a:gd name="connsiteX134" fmla="*/ 3360922 w 7472601"/>
              <a:gd name="connsiteY134" fmla="*/ 4529373 h 6858000"/>
              <a:gd name="connsiteX135" fmla="*/ 3492420 w 7472601"/>
              <a:gd name="connsiteY135" fmla="*/ 4510145 h 6858000"/>
              <a:gd name="connsiteX136" fmla="*/ 3364086 w 7472601"/>
              <a:gd name="connsiteY136" fmla="*/ 4480340 h 6858000"/>
              <a:gd name="connsiteX137" fmla="*/ 3225818 w 7472601"/>
              <a:gd name="connsiteY137" fmla="*/ 4411822 h 6858000"/>
              <a:gd name="connsiteX138" fmla="*/ 3129696 w 7472601"/>
              <a:gd name="connsiteY138" fmla="*/ 4360704 h 6858000"/>
              <a:gd name="connsiteX139" fmla="*/ 2814545 w 7472601"/>
              <a:gd name="connsiteY139" fmla="*/ 4282955 h 6858000"/>
              <a:gd name="connsiteX140" fmla="*/ 2305292 w 7472601"/>
              <a:gd name="connsiteY140" fmla="*/ 4219492 h 6858000"/>
              <a:gd name="connsiteX141" fmla="*/ 2626982 w 7472601"/>
              <a:gd name="connsiteY141" fmla="*/ 4206450 h 6858000"/>
              <a:gd name="connsiteX142" fmla="*/ 2490617 w 7472601"/>
              <a:gd name="connsiteY142" fmla="*/ 4206951 h 6858000"/>
              <a:gd name="connsiteX143" fmla="*/ 2819869 w 7472601"/>
              <a:gd name="connsiteY143" fmla="*/ 4252936 h 6858000"/>
              <a:gd name="connsiteX144" fmla="*/ 3143018 w 7472601"/>
              <a:gd name="connsiteY144" fmla="*/ 4332698 h 6858000"/>
              <a:gd name="connsiteX145" fmla="*/ 3241520 w 7472601"/>
              <a:gd name="connsiteY145" fmla="*/ 4385112 h 6858000"/>
              <a:gd name="connsiteX146" fmla="*/ 3374575 w 7472601"/>
              <a:gd name="connsiteY146" fmla="*/ 4451517 h 6858000"/>
              <a:gd name="connsiteX147" fmla="*/ 3505221 w 7472601"/>
              <a:gd name="connsiteY147" fmla="*/ 4480757 h 6858000"/>
              <a:gd name="connsiteX148" fmla="*/ 2626982 w 7472601"/>
              <a:gd name="connsiteY148" fmla="*/ 4206450 h 6858000"/>
              <a:gd name="connsiteX149" fmla="*/ 1310106 w 7472601"/>
              <a:gd name="connsiteY149" fmla="*/ 3943217 h 6858000"/>
              <a:gd name="connsiteX150" fmla="*/ 854994 w 7472601"/>
              <a:gd name="connsiteY150" fmla="*/ 4399136 h 6858000"/>
              <a:gd name="connsiteX151" fmla="*/ 742462 w 7472601"/>
              <a:gd name="connsiteY151" fmla="*/ 4594648 h 6858000"/>
              <a:gd name="connsiteX152" fmla="*/ 820602 w 7472601"/>
              <a:gd name="connsiteY152" fmla="*/ 4485915 h 6858000"/>
              <a:gd name="connsiteX153" fmla="*/ 878295 w 7472601"/>
              <a:gd name="connsiteY153" fmla="*/ 4403594 h 6858000"/>
              <a:gd name="connsiteX154" fmla="*/ 1240607 w 7472601"/>
              <a:gd name="connsiteY154" fmla="*/ 4010401 h 6858000"/>
              <a:gd name="connsiteX155" fmla="*/ 1310106 w 7472601"/>
              <a:gd name="connsiteY155" fmla="*/ 3943217 h 6858000"/>
              <a:gd name="connsiteX156" fmla="*/ 1423113 w 7472601"/>
              <a:gd name="connsiteY156" fmla="*/ 3874565 h 6858000"/>
              <a:gd name="connsiteX157" fmla="*/ 1260565 w 7472601"/>
              <a:gd name="connsiteY157" fmla="*/ 4031982 h 6858000"/>
              <a:gd name="connsiteX158" fmla="*/ 901900 w 7472601"/>
              <a:gd name="connsiteY158" fmla="*/ 4421236 h 6858000"/>
              <a:gd name="connsiteX159" fmla="*/ 845044 w 7472601"/>
              <a:gd name="connsiteY159" fmla="*/ 4502436 h 6858000"/>
              <a:gd name="connsiteX160" fmla="*/ 685926 w 7472601"/>
              <a:gd name="connsiteY160" fmla="*/ 4703069 h 6858000"/>
              <a:gd name="connsiteX161" fmla="*/ 684248 w 7472601"/>
              <a:gd name="connsiteY161" fmla="*/ 4706721 h 6858000"/>
              <a:gd name="connsiteX162" fmla="*/ 1423113 w 7472601"/>
              <a:gd name="connsiteY162" fmla="*/ 3874565 h 6858000"/>
              <a:gd name="connsiteX163" fmla="*/ 3316479 w 7472601"/>
              <a:gd name="connsiteY163" fmla="*/ 3872136 h 6858000"/>
              <a:gd name="connsiteX164" fmla="*/ 3546806 w 7472601"/>
              <a:gd name="connsiteY164" fmla="*/ 4356139 h 6858000"/>
              <a:gd name="connsiteX165" fmla="*/ 3364433 w 7472601"/>
              <a:gd name="connsiteY165" fmla="*/ 3953121 h 6858000"/>
              <a:gd name="connsiteX166" fmla="*/ 3316479 w 7472601"/>
              <a:gd name="connsiteY166" fmla="*/ 3872136 h 6858000"/>
              <a:gd name="connsiteX167" fmla="*/ 3291335 w 7472601"/>
              <a:gd name="connsiteY167" fmla="*/ 3767420 h 6858000"/>
              <a:gd name="connsiteX168" fmla="*/ 3390805 w 7472601"/>
              <a:gd name="connsiteY168" fmla="*/ 3937163 h 6858000"/>
              <a:gd name="connsiteX169" fmla="*/ 3579062 w 7472601"/>
              <a:gd name="connsiteY169" fmla="*/ 4359040 h 6858000"/>
              <a:gd name="connsiteX170" fmla="*/ 3467355 w 7472601"/>
              <a:gd name="connsiteY170" fmla="*/ 3988130 h 6858000"/>
              <a:gd name="connsiteX171" fmla="*/ 3310753 w 7472601"/>
              <a:gd name="connsiteY171" fmla="*/ 3787140 h 6858000"/>
              <a:gd name="connsiteX172" fmla="*/ 3291335 w 7472601"/>
              <a:gd name="connsiteY172" fmla="*/ 3767420 h 6858000"/>
              <a:gd name="connsiteX173" fmla="*/ 1635889 w 7472601"/>
              <a:gd name="connsiteY173" fmla="*/ 3709494 h 6858000"/>
              <a:gd name="connsiteX174" fmla="*/ 1634800 w 7472601"/>
              <a:gd name="connsiteY174" fmla="*/ 3731111 h 6858000"/>
              <a:gd name="connsiteX175" fmla="*/ 1635889 w 7472601"/>
              <a:gd name="connsiteY175" fmla="*/ 3709494 h 6858000"/>
              <a:gd name="connsiteX176" fmla="*/ 1510397 w 7472601"/>
              <a:gd name="connsiteY176" fmla="*/ 3684705 h 6858000"/>
              <a:gd name="connsiteX177" fmla="*/ 1146550 w 7472601"/>
              <a:gd name="connsiteY177" fmla="*/ 3802012 h 6858000"/>
              <a:gd name="connsiteX178" fmla="*/ 698834 w 7472601"/>
              <a:gd name="connsiteY178" fmla="*/ 3952272 h 6858000"/>
              <a:gd name="connsiteX179" fmla="*/ 34256 w 7472601"/>
              <a:gd name="connsiteY179" fmla="*/ 4347603 h 6858000"/>
              <a:gd name="connsiteX180" fmla="*/ 527241 w 7472601"/>
              <a:gd name="connsiteY180" fmla="*/ 4065078 h 6858000"/>
              <a:gd name="connsiteX181" fmla="*/ 1510397 w 7472601"/>
              <a:gd name="connsiteY181" fmla="*/ 3684705 h 6858000"/>
              <a:gd name="connsiteX182" fmla="*/ 1313114 w 7472601"/>
              <a:gd name="connsiteY182" fmla="*/ 3655216 h 6858000"/>
              <a:gd name="connsiteX183" fmla="*/ 1109304 w 7472601"/>
              <a:gd name="connsiteY183" fmla="*/ 3669030 h 6858000"/>
              <a:gd name="connsiteX184" fmla="*/ 8129 w 7472601"/>
              <a:gd name="connsiteY184" fmla="*/ 4330519 h 6858000"/>
              <a:gd name="connsiteX185" fmla="*/ 687572 w 7472601"/>
              <a:gd name="connsiteY185" fmla="*/ 3925629 h 6858000"/>
              <a:gd name="connsiteX186" fmla="*/ 1138365 w 7472601"/>
              <a:gd name="connsiteY186" fmla="*/ 3774515 h 6858000"/>
              <a:gd name="connsiteX187" fmla="*/ 1505579 w 7472601"/>
              <a:gd name="connsiteY187" fmla="*/ 3655526 h 6858000"/>
              <a:gd name="connsiteX188" fmla="*/ 1313114 w 7472601"/>
              <a:gd name="connsiteY188" fmla="*/ 3655216 h 6858000"/>
              <a:gd name="connsiteX189" fmla="*/ 3655073 w 7472601"/>
              <a:gd name="connsiteY189" fmla="*/ 3650884 h 6858000"/>
              <a:gd name="connsiteX190" fmla="*/ 3989938 w 7472601"/>
              <a:gd name="connsiteY190" fmla="*/ 3991685 h 6858000"/>
              <a:gd name="connsiteX191" fmla="*/ 4393907 w 7472601"/>
              <a:gd name="connsiteY191" fmla="*/ 4261258 h 6858000"/>
              <a:gd name="connsiteX192" fmla="*/ 4648051 w 7472601"/>
              <a:gd name="connsiteY192" fmla="*/ 4374051 h 6858000"/>
              <a:gd name="connsiteX193" fmla="*/ 4383389 w 7472601"/>
              <a:gd name="connsiteY193" fmla="*/ 4184369 h 6858000"/>
              <a:gd name="connsiteX194" fmla="*/ 4165508 w 7472601"/>
              <a:gd name="connsiteY194" fmla="*/ 4035196 h 6858000"/>
              <a:gd name="connsiteX195" fmla="*/ 4068162 w 7472601"/>
              <a:gd name="connsiteY195" fmla="*/ 3953394 h 6858000"/>
              <a:gd name="connsiteX196" fmla="*/ 3981416 w 7472601"/>
              <a:gd name="connsiteY196" fmla="*/ 3880482 h 6858000"/>
              <a:gd name="connsiteX197" fmla="*/ 3800147 w 7472601"/>
              <a:gd name="connsiteY197" fmla="*/ 3749872 h 6858000"/>
              <a:gd name="connsiteX198" fmla="*/ 3655073 w 7472601"/>
              <a:gd name="connsiteY198" fmla="*/ 3650884 h 6858000"/>
              <a:gd name="connsiteX199" fmla="*/ 3670252 w 7472601"/>
              <a:gd name="connsiteY199" fmla="*/ 3622798 h 6858000"/>
              <a:gd name="connsiteX200" fmla="*/ 3817258 w 7472601"/>
              <a:gd name="connsiteY200" fmla="*/ 3723577 h 6858000"/>
              <a:gd name="connsiteX201" fmla="*/ 4000461 w 7472601"/>
              <a:gd name="connsiteY201" fmla="*/ 3855966 h 6858000"/>
              <a:gd name="connsiteX202" fmla="*/ 4088180 w 7472601"/>
              <a:gd name="connsiteY202" fmla="*/ 3929774 h 6858000"/>
              <a:gd name="connsiteX203" fmla="*/ 4184555 w 7472601"/>
              <a:gd name="connsiteY203" fmla="*/ 4010683 h 6858000"/>
              <a:gd name="connsiteX204" fmla="*/ 4399563 w 7472601"/>
              <a:gd name="connsiteY204" fmla="*/ 4158106 h 6858000"/>
              <a:gd name="connsiteX205" fmla="*/ 4684469 w 7472601"/>
              <a:gd name="connsiteY205" fmla="*/ 4364680 h 6858000"/>
              <a:gd name="connsiteX206" fmla="*/ 4690271 w 7472601"/>
              <a:gd name="connsiteY206" fmla="*/ 4370034 h 6858000"/>
              <a:gd name="connsiteX207" fmla="*/ 4136093 w 7472601"/>
              <a:gd name="connsiteY207" fmla="*/ 3858466 h 6858000"/>
              <a:gd name="connsiteX208" fmla="*/ 3670252 w 7472601"/>
              <a:gd name="connsiteY208" fmla="*/ 3622798 h 6858000"/>
              <a:gd name="connsiteX209" fmla="*/ 4440129 w 7472601"/>
              <a:gd name="connsiteY209" fmla="*/ 3448571 h 6858000"/>
              <a:gd name="connsiteX210" fmla="*/ 4856525 w 7472601"/>
              <a:gd name="connsiteY210" fmla="*/ 3915351 h 6858000"/>
              <a:gd name="connsiteX211" fmla="*/ 5059055 w 7472601"/>
              <a:gd name="connsiteY211" fmla="*/ 4108918 h 6858000"/>
              <a:gd name="connsiteX212" fmla="*/ 5290070 w 7472601"/>
              <a:gd name="connsiteY212" fmla="*/ 4263619 h 6858000"/>
              <a:gd name="connsiteX213" fmla="*/ 4834991 w 7472601"/>
              <a:gd name="connsiteY213" fmla="*/ 3830985 h 6858000"/>
              <a:gd name="connsiteX214" fmla="*/ 4440129 w 7472601"/>
              <a:gd name="connsiteY214" fmla="*/ 3448571 h 6858000"/>
              <a:gd name="connsiteX215" fmla="*/ 4441737 w 7472601"/>
              <a:gd name="connsiteY215" fmla="*/ 3399734 h 6858000"/>
              <a:gd name="connsiteX216" fmla="*/ 4431236 w 7472601"/>
              <a:gd name="connsiteY216" fmla="*/ 3400954 h 6858000"/>
              <a:gd name="connsiteX217" fmla="*/ 4557150 w 7472601"/>
              <a:gd name="connsiteY217" fmla="*/ 3510023 h 6858000"/>
              <a:gd name="connsiteX218" fmla="*/ 4856936 w 7472601"/>
              <a:gd name="connsiteY218" fmla="*/ 3809146 h 6858000"/>
              <a:gd name="connsiteX219" fmla="*/ 5111996 w 7472601"/>
              <a:gd name="connsiteY219" fmla="*/ 4065759 h 6858000"/>
              <a:gd name="connsiteX220" fmla="*/ 5388878 w 7472601"/>
              <a:gd name="connsiteY220" fmla="*/ 4300185 h 6858000"/>
              <a:gd name="connsiteX221" fmla="*/ 5425556 w 7472601"/>
              <a:gd name="connsiteY221" fmla="*/ 4308967 h 6858000"/>
              <a:gd name="connsiteX222" fmla="*/ 4943646 w 7472601"/>
              <a:gd name="connsiteY222" fmla="*/ 3822916 h 6858000"/>
              <a:gd name="connsiteX223" fmla="*/ 4594837 w 7472601"/>
              <a:gd name="connsiteY223" fmla="*/ 3532274 h 6858000"/>
              <a:gd name="connsiteX224" fmla="*/ 4441737 w 7472601"/>
              <a:gd name="connsiteY224" fmla="*/ 3399734 h 6858000"/>
              <a:gd name="connsiteX225" fmla="*/ 5425834 w 7472601"/>
              <a:gd name="connsiteY225" fmla="*/ 3162785 h 6858000"/>
              <a:gd name="connsiteX226" fmla="*/ 5401644 w 7472601"/>
              <a:gd name="connsiteY226" fmla="*/ 3617847 h 6858000"/>
              <a:gd name="connsiteX227" fmla="*/ 5467256 w 7472601"/>
              <a:gd name="connsiteY227" fmla="*/ 4175494 h 6858000"/>
              <a:gd name="connsiteX228" fmla="*/ 5448069 w 7472601"/>
              <a:gd name="connsiteY228" fmla="*/ 3567554 h 6858000"/>
              <a:gd name="connsiteX229" fmla="*/ 5425834 w 7472601"/>
              <a:gd name="connsiteY229" fmla="*/ 3162785 h 6858000"/>
              <a:gd name="connsiteX230" fmla="*/ 1318687 w 7472601"/>
              <a:gd name="connsiteY230" fmla="*/ 3113840 h 6858000"/>
              <a:gd name="connsiteX231" fmla="*/ 1066793 w 7472601"/>
              <a:gd name="connsiteY231" fmla="*/ 3212171 h 6858000"/>
              <a:gd name="connsiteX232" fmla="*/ 993319 w 7472601"/>
              <a:gd name="connsiteY232" fmla="*/ 3247648 h 6858000"/>
              <a:gd name="connsiteX233" fmla="*/ 853081 w 7472601"/>
              <a:gd name="connsiteY233" fmla="*/ 3312410 h 6858000"/>
              <a:gd name="connsiteX234" fmla="*/ 805957 w 7472601"/>
              <a:gd name="connsiteY234" fmla="*/ 3330443 h 6858000"/>
              <a:gd name="connsiteX235" fmla="*/ 1318687 w 7472601"/>
              <a:gd name="connsiteY235" fmla="*/ 3113840 h 6858000"/>
              <a:gd name="connsiteX236" fmla="*/ 5453702 w 7472601"/>
              <a:gd name="connsiteY236" fmla="*/ 3090882 h 6858000"/>
              <a:gd name="connsiteX237" fmla="*/ 5480135 w 7472601"/>
              <a:gd name="connsiteY237" fmla="*/ 3565802 h 6858000"/>
              <a:gd name="connsiteX238" fmla="*/ 5499023 w 7472601"/>
              <a:gd name="connsiteY238" fmla="*/ 4166310 h 6858000"/>
              <a:gd name="connsiteX239" fmla="*/ 5547022 w 7472601"/>
              <a:gd name="connsiteY239" fmla="*/ 3607838 h 6858000"/>
              <a:gd name="connsiteX240" fmla="*/ 5515964 w 7472601"/>
              <a:gd name="connsiteY240" fmla="*/ 3378541 h 6858000"/>
              <a:gd name="connsiteX241" fmla="*/ 5453702 w 7472601"/>
              <a:gd name="connsiteY241" fmla="*/ 3090882 h 6858000"/>
              <a:gd name="connsiteX242" fmla="*/ 1238695 w 7472601"/>
              <a:gd name="connsiteY242" fmla="*/ 3076820 h 6858000"/>
              <a:gd name="connsiteX243" fmla="*/ 716371 w 7472601"/>
              <a:gd name="connsiteY243" fmla="*/ 3293249 h 6858000"/>
              <a:gd name="connsiteX244" fmla="*/ 579522 w 7472601"/>
              <a:gd name="connsiteY244" fmla="*/ 3371759 h 6858000"/>
              <a:gd name="connsiteX245" fmla="*/ 600288 w 7472601"/>
              <a:gd name="connsiteY245" fmla="*/ 3365555 h 6858000"/>
              <a:gd name="connsiteX246" fmla="*/ 840692 w 7472601"/>
              <a:gd name="connsiteY246" fmla="*/ 3284921 h 6858000"/>
              <a:gd name="connsiteX247" fmla="*/ 979248 w 7472601"/>
              <a:gd name="connsiteY247" fmla="*/ 3221003 h 6858000"/>
              <a:gd name="connsiteX248" fmla="*/ 1053282 w 7472601"/>
              <a:gd name="connsiteY248" fmla="*/ 3185247 h 6858000"/>
              <a:gd name="connsiteX249" fmla="*/ 1320603 w 7472601"/>
              <a:gd name="connsiteY249" fmla="*/ 3081281 h 6858000"/>
              <a:gd name="connsiteX250" fmla="*/ 1238695 w 7472601"/>
              <a:gd name="connsiteY250" fmla="*/ 3076820 h 6858000"/>
              <a:gd name="connsiteX251" fmla="*/ 5425627 w 7472601"/>
              <a:gd name="connsiteY251" fmla="*/ 2954192 h 6858000"/>
              <a:gd name="connsiteX252" fmla="*/ 5470770 w 7472601"/>
              <a:gd name="connsiteY252" fmla="*/ 3005435 h 6858000"/>
              <a:gd name="connsiteX253" fmla="*/ 5519779 w 7472601"/>
              <a:gd name="connsiteY253" fmla="*/ 4359223 h 6858000"/>
              <a:gd name="connsiteX254" fmla="*/ 5520293 w 7472601"/>
              <a:gd name="connsiteY254" fmla="*/ 4360602 h 6858000"/>
              <a:gd name="connsiteX255" fmla="*/ 5767221 w 7472601"/>
              <a:gd name="connsiteY255" fmla="*/ 4665564 h 6858000"/>
              <a:gd name="connsiteX256" fmla="*/ 6937169 w 7472601"/>
              <a:gd name="connsiteY256" fmla="*/ 4815941 h 6858000"/>
              <a:gd name="connsiteX257" fmla="*/ 6953922 w 7472601"/>
              <a:gd name="connsiteY257" fmla="*/ 4890068 h 6858000"/>
              <a:gd name="connsiteX258" fmla="*/ 6071359 w 7472601"/>
              <a:gd name="connsiteY258" fmla="*/ 4770770 h 6858000"/>
              <a:gd name="connsiteX259" fmla="*/ 6038839 w 7472601"/>
              <a:gd name="connsiteY259" fmla="*/ 4764474 h 6858000"/>
              <a:gd name="connsiteX260" fmla="*/ 6038706 w 7472601"/>
              <a:gd name="connsiteY260" fmla="*/ 4763847 h 6858000"/>
              <a:gd name="connsiteX261" fmla="*/ 6037784 w 7472601"/>
              <a:gd name="connsiteY261" fmla="*/ 4764270 h 6858000"/>
              <a:gd name="connsiteX262" fmla="*/ 6038839 w 7472601"/>
              <a:gd name="connsiteY262" fmla="*/ 4764474 h 6858000"/>
              <a:gd name="connsiteX263" fmla="*/ 6040338 w 7472601"/>
              <a:gd name="connsiteY263" fmla="*/ 4771418 h 6858000"/>
              <a:gd name="connsiteX264" fmla="*/ 6024488 w 7472601"/>
              <a:gd name="connsiteY264" fmla="*/ 4809903 h 6858000"/>
              <a:gd name="connsiteX265" fmla="*/ 5599771 w 7472601"/>
              <a:gd name="connsiteY265" fmla="*/ 5509652 h 6858000"/>
              <a:gd name="connsiteX266" fmla="*/ 5548843 w 7472601"/>
              <a:gd name="connsiteY266" fmla="*/ 5563845 h 6858000"/>
              <a:gd name="connsiteX267" fmla="*/ 5940952 w 7472601"/>
              <a:gd name="connsiteY267" fmla="*/ 6250028 h 6858000"/>
              <a:gd name="connsiteX268" fmla="*/ 6043441 w 7472601"/>
              <a:gd name="connsiteY268" fmla="*/ 6665847 h 6858000"/>
              <a:gd name="connsiteX269" fmla="*/ 6093432 w 7472601"/>
              <a:gd name="connsiteY269" fmla="*/ 6858000 h 6858000"/>
              <a:gd name="connsiteX270" fmla="*/ 6034344 w 7472601"/>
              <a:gd name="connsiteY270" fmla="*/ 6858000 h 6858000"/>
              <a:gd name="connsiteX271" fmla="*/ 6026679 w 7472601"/>
              <a:gd name="connsiteY271" fmla="*/ 6836959 h 6858000"/>
              <a:gd name="connsiteX272" fmla="*/ 5800441 w 7472601"/>
              <a:gd name="connsiteY272" fmla="*/ 6335286 h 6858000"/>
              <a:gd name="connsiteX273" fmla="*/ 5526562 w 7472601"/>
              <a:gd name="connsiteY273" fmla="*/ 5705388 h 6858000"/>
              <a:gd name="connsiteX274" fmla="*/ 5519640 w 7472601"/>
              <a:gd name="connsiteY274" fmla="*/ 5683774 h 6858000"/>
              <a:gd name="connsiteX275" fmla="*/ 5844559 w 7472601"/>
              <a:gd name="connsiteY275" fmla="*/ 6553349 h 6858000"/>
              <a:gd name="connsiteX276" fmla="*/ 5975994 w 7472601"/>
              <a:gd name="connsiteY276" fmla="*/ 6858000 h 6858000"/>
              <a:gd name="connsiteX277" fmla="*/ 5898547 w 7472601"/>
              <a:gd name="connsiteY277" fmla="*/ 6858000 h 6858000"/>
              <a:gd name="connsiteX278" fmla="*/ 5682041 w 7472601"/>
              <a:gd name="connsiteY278" fmla="*/ 6355860 h 6858000"/>
              <a:gd name="connsiteX279" fmla="*/ 5461758 w 7472601"/>
              <a:gd name="connsiteY279" fmla="*/ 5820220 h 6858000"/>
              <a:gd name="connsiteX280" fmla="*/ 5237282 w 7472601"/>
              <a:gd name="connsiteY280" fmla="*/ 6579086 h 6858000"/>
              <a:gd name="connsiteX281" fmla="*/ 5115009 w 7472601"/>
              <a:gd name="connsiteY281" fmla="*/ 6858000 h 6858000"/>
              <a:gd name="connsiteX282" fmla="*/ 5028074 w 7472601"/>
              <a:gd name="connsiteY282" fmla="*/ 6858000 h 6858000"/>
              <a:gd name="connsiteX283" fmla="*/ 5079508 w 7472601"/>
              <a:gd name="connsiteY283" fmla="*/ 6749074 h 6858000"/>
              <a:gd name="connsiteX284" fmla="*/ 5371846 w 7472601"/>
              <a:gd name="connsiteY284" fmla="*/ 5924413 h 6858000"/>
              <a:gd name="connsiteX285" fmla="*/ 5270512 w 7472601"/>
              <a:gd name="connsiteY285" fmla="*/ 6138975 h 6858000"/>
              <a:gd name="connsiteX286" fmla="*/ 5062409 w 7472601"/>
              <a:gd name="connsiteY286" fmla="*/ 6653544 h 6858000"/>
              <a:gd name="connsiteX287" fmla="*/ 5036628 w 7472601"/>
              <a:gd name="connsiteY287" fmla="*/ 6754247 h 6858000"/>
              <a:gd name="connsiteX288" fmla="*/ 5009112 w 7472601"/>
              <a:gd name="connsiteY288" fmla="*/ 6858000 h 6858000"/>
              <a:gd name="connsiteX289" fmla="*/ 4976679 w 7472601"/>
              <a:gd name="connsiteY289" fmla="*/ 6858000 h 6858000"/>
              <a:gd name="connsiteX290" fmla="*/ 5006537 w 7472601"/>
              <a:gd name="connsiteY290" fmla="*/ 6747068 h 6858000"/>
              <a:gd name="connsiteX291" fmla="*/ 5032723 w 7472601"/>
              <a:gd name="connsiteY291" fmla="*/ 6644957 h 6858000"/>
              <a:gd name="connsiteX292" fmla="*/ 5242949 w 7472601"/>
              <a:gd name="connsiteY292" fmla="*/ 6125175 h 6858000"/>
              <a:gd name="connsiteX293" fmla="*/ 5286321 w 7472601"/>
              <a:gd name="connsiteY293" fmla="*/ 6033555 h 6858000"/>
              <a:gd name="connsiteX294" fmla="*/ 5008210 w 7472601"/>
              <a:gd name="connsiteY294" fmla="*/ 6649194 h 6858000"/>
              <a:gd name="connsiteX295" fmla="*/ 4986321 w 7472601"/>
              <a:gd name="connsiteY295" fmla="*/ 6765687 h 6858000"/>
              <a:gd name="connsiteX296" fmla="*/ 4973474 w 7472601"/>
              <a:gd name="connsiteY296" fmla="*/ 6858000 h 6858000"/>
              <a:gd name="connsiteX297" fmla="*/ 4907178 w 7472601"/>
              <a:gd name="connsiteY297" fmla="*/ 6858000 h 6858000"/>
              <a:gd name="connsiteX298" fmla="*/ 4910810 w 7472601"/>
              <a:gd name="connsiteY298" fmla="*/ 6829660 h 6858000"/>
              <a:gd name="connsiteX299" fmla="*/ 4987461 w 7472601"/>
              <a:gd name="connsiteY299" fmla="*/ 6432994 h 6858000"/>
              <a:gd name="connsiteX300" fmla="*/ 5179262 w 7472601"/>
              <a:gd name="connsiteY300" fmla="*/ 6035044 h 6858000"/>
              <a:gd name="connsiteX301" fmla="*/ 4689678 w 7472601"/>
              <a:gd name="connsiteY301" fmla="*/ 6440241 h 6858000"/>
              <a:gd name="connsiteX302" fmla="*/ 4477543 w 7472601"/>
              <a:gd name="connsiteY302" fmla="*/ 6674836 h 6858000"/>
              <a:gd name="connsiteX303" fmla="*/ 4329957 w 7472601"/>
              <a:gd name="connsiteY303" fmla="*/ 6858000 h 6858000"/>
              <a:gd name="connsiteX304" fmla="*/ 4218595 w 7472601"/>
              <a:gd name="connsiteY304" fmla="*/ 6858000 h 6858000"/>
              <a:gd name="connsiteX305" fmla="*/ 4368888 w 7472601"/>
              <a:gd name="connsiteY305" fmla="*/ 6668412 h 6858000"/>
              <a:gd name="connsiteX306" fmla="*/ 4563091 w 7472601"/>
              <a:gd name="connsiteY306" fmla="*/ 6442508 h 6858000"/>
              <a:gd name="connsiteX307" fmla="*/ 5387324 w 7472601"/>
              <a:gd name="connsiteY307" fmla="*/ 5705830 h 6858000"/>
              <a:gd name="connsiteX308" fmla="*/ 5073620 w 7472601"/>
              <a:gd name="connsiteY308" fmla="*/ 5955437 h 6858000"/>
              <a:gd name="connsiteX309" fmla="*/ 4689789 w 7472601"/>
              <a:gd name="connsiteY309" fmla="*/ 6268382 h 6858000"/>
              <a:gd name="connsiteX310" fmla="*/ 4418722 w 7472601"/>
              <a:gd name="connsiteY310" fmla="*/ 6570886 h 6858000"/>
              <a:gd name="connsiteX311" fmla="*/ 4214944 w 7472601"/>
              <a:gd name="connsiteY311" fmla="*/ 6858000 h 6858000"/>
              <a:gd name="connsiteX312" fmla="*/ 4177898 w 7472601"/>
              <a:gd name="connsiteY312" fmla="*/ 6858000 h 6858000"/>
              <a:gd name="connsiteX313" fmla="*/ 4391597 w 7472601"/>
              <a:gd name="connsiteY313" fmla="*/ 6556370 h 6858000"/>
              <a:gd name="connsiteX314" fmla="*/ 4668889 w 7472601"/>
              <a:gd name="connsiteY314" fmla="*/ 6246399 h 6858000"/>
              <a:gd name="connsiteX315" fmla="*/ 5055427 w 7472601"/>
              <a:gd name="connsiteY315" fmla="*/ 5931476 h 6858000"/>
              <a:gd name="connsiteX316" fmla="*/ 5371814 w 7472601"/>
              <a:gd name="connsiteY316" fmla="*/ 5678975 h 6858000"/>
              <a:gd name="connsiteX317" fmla="*/ 4987918 w 7472601"/>
              <a:gd name="connsiteY317" fmla="*/ 5838701 h 6858000"/>
              <a:gd name="connsiteX318" fmla="*/ 4317146 w 7472601"/>
              <a:gd name="connsiteY318" fmla="*/ 6587716 h 6858000"/>
              <a:gd name="connsiteX319" fmla="*/ 4171627 w 7472601"/>
              <a:gd name="connsiteY319" fmla="*/ 6858000 h 6858000"/>
              <a:gd name="connsiteX320" fmla="*/ 4081585 w 7472601"/>
              <a:gd name="connsiteY320" fmla="*/ 6858000 h 6858000"/>
              <a:gd name="connsiteX321" fmla="*/ 4238603 w 7472601"/>
              <a:gd name="connsiteY321" fmla="*/ 6559341 h 6858000"/>
              <a:gd name="connsiteX322" fmla="*/ 4778333 w 7472601"/>
              <a:gd name="connsiteY322" fmla="*/ 5873626 h 6858000"/>
              <a:gd name="connsiteX323" fmla="*/ 5414185 w 7472601"/>
              <a:gd name="connsiteY323" fmla="*/ 5573882 h 6858000"/>
              <a:gd name="connsiteX324" fmla="*/ 5959648 w 7472601"/>
              <a:gd name="connsiteY324" fmla="*/ 4760797 h 6858000"/>
              <a:gd name="connsiteX325" fmla="*/ 5355019 w 7472601"/>
              <a:gd name="connsiteY325" fmla="*/ 4734672 h 6858000"/>
              <a:gd name="connsiteX326" fmla="*/ 5083565 w 7472601"/>
              <a:gd name="connsiteY326" fmla="*/ 5179121 h 6858000"/>
              <a:gd name="connsiteX327" fmla="*/ 4713577 w 7472601"/>
              <a:gd name="connsiteY327" fmla="*/ 5616803 h 6858000"/>
              <a:gd name="connsiteX328" fmla="*/ 3989559 w 7472601"/>
              <a:gd name="connsiteY328" fmla="*/ 6145945 h 6858000"/>
              <a:gd name="connsiteX329" fmla="*/ 3939824 w 7472601"/>
              <a:gd name="connsiteY329" fmla="*/ 6066900 h 6858000"/>
              <a:gd name="connsiteX330" fmla="*/ 4584537 w 7472601"/>
              <a:gd name="connsiteY330" fmla="*/ 5324826 h 6858000"/>
              <a:gd name="connsiteX331" fmla="*/ 5037105 w 7472601"/>
              <a:gd name="connsiteY331" fmla="*/ 5088765 h 6858000"/>
              <a:gd name="connsiteX332" fmla="*/ 5039930 w 7472601"/>
              <a:gd name="connsiteY332" fmla="*/ 5089585 h 6858000"/>
              <a:gd name="connsiteX333" fmla="*/ 5263764 w 7472601"/>
              <a:gd name="connsiteY333" fmla="*/ 4735525 h 6858000"/>
              <a:gd name="connsiteX334" fmla="*/ 4086300 w 7472601"/>
              <a:gd name="connsiteY334" fmla="*/ 4884599 h 6858000"/>
              <a:gd name="connsiteX335" fmla="*/ 4085485 w 7472601"/>
              <a:gd name="connsiteY335" fmla="*/ 4899070 h 6858000"/>
              <a:gd name="connsiteX336" fmla="*/ 3871915 w 7472601"/>
              <a:gd name="connsiteY336" fmla="*/ 5253645 h 6858000"/>
              <a:gd name="connsiteX337" fmla="*/ 3799374 w 7472601"/>
              <a:gd name="connsiteY337" fmla="*/ 5466127 h 6858000"/>
              <a:gd name="connsiteX338" fmla="*/ 3498850 w 7472601"/>
              <a:gd name="connsiteY338" fmla="*/ 6661888 h 6858000"/>
              <a:gd name="connsiteX339" fmla="*/ 3399216 w 7472601"/>
              <a:gd name="connsiteY339" fmla="*/ 6858000 h 6858000"/>
              <a:gd name="connsiteX340" fmla="*/ 3303688 w 7472601"/>
              <a:gd name="connsiteY340" fmla="*/ 6858000 h 6858000"/>
              <a:gd name="connsiteX341" fmla="*/ 3391774 w 7472601"/>
              <a:gd name="connsiteY341" fmla="*/ 6697181 h 6858000"/>
              <a:gd name="connsiteX342" fmla="*/ 3735540 w 7472601"/>
              <a:gd name="connsiteY342" fmla="*/ 5546923 h 6858000"/>
              <a:gd name="connsiteX343" fmla="*/ 3729438 w 7472601"/>
              <a:gd name="connsiteY343" fmla="*/ 5569058 h 6858000"/>
              <a:gd name="connsiteX344" fmla="*/ 3707782 w 7472601"/>
              <a:gd name="connsiteY344" fmla="*/ 5644908 h 6858000"/>
              <a:gd name="connsiteX345" fmla="*/ 3583827 w 7472601"/>
              <a:gd name="connsiteY345" fmla="*/ 6039215 h 6858000"/>
              <a:gd name="connsiteX346" fmla="*/ 3547861 w 7472601"/>
              <a:gd name="connsiteY346" fmla="*/ 6129609 h 6858000"/>
              <a:gd name="connsiteX347" fmla="*/ 3490905 w 7472601"/>
              <a:gd name="connsiteY347" fmla="*/ 6277660 h 6858000"/>
              <a:gd name="connsiteX348" fmla="*/ 3455859 w 7472601"/>
              <a:gd name="connsiteY348" fmla="*/ 6391301 h 6858000"/>
              <a:gd name="connsiteX349" fmla="*/ 3429112 w 7472601"/>
              <a:gd name="connsiteY349" fmla="*/ 6479469 h 6858000"/>
              <a:gd name="connsiteX350" fmla="*/ 3304862 w 7472601"/>
              <a:gd name="connsiteY350" fmla="*/ 6796476 h 6858000"/>
              <a:gd name="connsiteX351" fmla="*/ 3276071 w 7472601"/>
              <a:gd name="connsiteY351" fmla="*/ 6858000 h 6858000"/>
              <a:gd name="connsiteX352" fmla="*/ 3240805 w 7472601"/>
              <a:gd name="connsiteY352" fmla="*/ 6858000 h 6858000"/>
              <a:gd name="connsiteX353" fmla="*/ 3275917 w 7472601"/>
              <a:gd name="connsiteY353" fmla="*/ 6783192 h 6858000"/>
              <a:gd name="connsiteX354" fmla="*/ 3399358 w 7472601"/>
              <a:gd name="connsiteY354" fmla="*/ 6469011 h 6858000"/>
              <a:gd name="connsiteX355" fmla="*/ 3425650 w 7472601"/>
              <a:gd name="connsiteY355" fmla="*/ 6381333 h 6858000"/>
              <a:gd name="connsiteX356" fmla="*/ 3460661 w 7472601"/>
              <a:gd name="connsiteY356" fmla="*/ 6266763 h 6858000"/>
              <a:gd name="connsiteX357" fmla="*/ 3518021 w 7472601"/>
              <a:gd name="connsiteY357" fmla="*/ 6117298 h 6858000"/>
              <a:gd name="connsiteX358" fmla="*/ 3554035 w 7472601"/>
              <a:gd name="connsiteY358" fmla="*/ 6027832 h 6858000"/>
              <a:gd name="connsiteX359" fmla="*/ 3677174 w 7472601"/>
              <a:gd name="connsiteY359" fmla="*/ 5636351 h 6858000"/>
              <a:gd name="connsiteX360" fmla="*/ 3698819 w 7472601"/>
              <a:gd name="connsiteY360" fmla="*/ 5560503 h 6858000"/>
              <a:gd name="connsiteX361" fmla="*/ 3702094 w 7472601"/>
              <a:gd name="connsiteY361" fmla="*/ 5549194 h 6858000"/>
              <a:gd name="connsiteX362" fmla="*/ 3398355 w 7472601"/>
              <a:gd name="connsiteY362" fmla="*/ 6094603 h 6858000"/>
              <a:gd name="connsiteX363" fmla="*/ 3193941 w 7472601"/>
              <a:gd name="connsiteY363" fmla="*/ 6798775 h 6858000"/>
              <a:gd name="connsiteX364" fmla="*/ 3184140 w 7472601"/>
              <a:gd name="connsiteY364" fmla="*/ 6858000 h 6858000"/>
              <a:gd name="connsiteX365" fmla="*/ 3099978 w 7472601"/>
              <a:gd name="connsiteY365" fmla="*/ 6858000 h 6858000"/>
              <a:gd name="connsiteX366" fmla="*/ 3101556 w 7472601"/>
              <a:gd name="connsiteY366" fmla="*/ 6843337 h 6858000"/>
              <a:gd name="connsiteX367" fmla="*/ 3370162 w 7472601"/>
              <a:gd name="connsiteY367" fmla="*/ 5785550 h 6858000"/>
              <a:gd name="connsiteX368" fmla="*/ 3746477 w 7472601"/>
              <a:gd name="connsiteY368" fmla="*/ 5377889 h 6858000"/>
              <a:gd name="connsiteX369" fmla="*/ 3863399 w 7472601"/>
              <a:gd name="connsiteY369" fmla="*/ 5087257 h 6858000"/>
              <a:gd name="connsiteX370" fmla="*/ 3968712 w 7472601"/>
              <a:gd name="connsiteY370" fmla="*/ 4913989 h 6858000"/>
              <a:gd name="connsiteX371" fmla="*/ 2792390 w 7472601"/>
              <a:gd name="connsiteY371" fmla="*/ 5382974 h 6858000"/>
              <a:gd name="connsiteX372" fmla="*/ 2714982 w 7472601"/>
              <a:gd name="connsiteY372" fmla="*/ 5427051 h 6858000"/>
              <a:gd name="connsiteX373" fmla="*/ 2813361 w 7472601"/>
              <a:gd name="connsiteY373" fmla="*/ 6023912 h 6858000"/>
              <a:gd name="connsiteX374" fmla="*/ 2688430 w 7472601"/>
              <a:gd name="connsiteY374" fmla="*/ 6801564 h 6858000"/>
              <a:gd name="connsiteX375" fmla="*/ 2629626 w 7472601"/>
              <a:gd name="connsiteY375" fmla="*/ 6763394 h 6858000"/>
              <a:gd name="connsiteX376" fmla="*/ 2565328 w 7472601"/>
              <a:gd name="connsiteY376" fmla="*/ 5516399 h 6858000"/>
              <a:gd name="connsiteX377" fmla="*/ 1922999 w 7472601"/>
              <a:gd name="connsiteY377" fmla="*/ 5980343 h 6858000"/>
              <a:gd name="connsiteX378" fmla="*/ 1950261 w 7472601"/>
              <a:gd name="connsiteY378" fmla="*/ 6405858 h 6858000"/>
              <a:gd name="connsiteX379" fmla="*/ 2365554 w 7472601"/>
              <a:gd name="connsiteY379" fmla="*/ 6759107 h 6858000"/>
              <a:gd name="connsiteX380" fmla="*/ 2424142 w 7472601"/>
              <a:gd name="connsiteY380" fmla="*/ 6858000 h 6858000"/>
              <a:gd name="connsiteX381" fmla="*/ 2395994 w 7472601"/>
              <a:gd name="connsiteY381" fmla="*/ 6858000 h 6858000"/>
              <a:gd name="connsiteX382" fmla="*/ 2392863 w 7472601"/>
              <a:gd name="connsiteY382" fmla="*/ 6852964 h 6858000"/>
              <a:gd name="connsiteX383" fmla="*/ 2017589 w 7472601"/>
              <a:gd name="connsiteY383" fmla="*/ 6493982 h 6858000"/>
              <a:gd name="connsiteX384" fmla="*/ 2147336 w 7472601"/>
              <a:gd name="connsiteY384" fmla="*/ 6594052 h 6858000"/>
              <a:gd name="connsiteX385" fmla="*/ 2207047 w 7472601"/>
              <a:gd name="connsiteY385" fmla="*/ 6654540 h 6858000"/>
              <a:gd name="connsiteX386" fmla="*/ 2299106 w 7472601"/>
              <a:gd name="connsiteY386" fmla="*/ 6778931 h 6858000"/>
              <a:gd name="connsiteX387" fmla="*/ 2314430 w 7472601"/>
              <a:gd name="connsiteY387" fmla="*/ 6801144 h 6858000"/>
              <a:gd name="connsiteX388" fmla="*/ 2352406 w 7472601"/>
              <a:gd name="connsiteY388" fmla="*/ 6858000 h 6858000"/>
              <a:gd name="connsiteX389" fmla="*/ 2314492 w 7472601"/>
              <a:gd name="connsiteY389" fmla="*/ 6858000 h 6858000"/>
              <a:gd name="connsiteX390" fmla="*/ 2288095 w 7472601"/>
              <a:gd name="connsiteY390" fmla="*/ 6818030 h 6858000"/>
              <a:gd name="connsiteX391" fmla="*/ 2272768 w 7472601"/>
              <a:gd name="connsiteY391" fmla="*/ 6795822 h 6858000"/>
              <a:gd name="connsiteX392" fmla="*/ 2182715 w 7472601"/>
              <a:gd name="connsiteY392" fmla="*/ 6675071 h 6858000"/>
              <a:gd name="connsiteX393" fmla="*/ 2032061 w 7472601"/>
              <a:gd name="connsiteY393" fmla="*/ 6541380 h 6858000"/>
              <a:gd name="connsiteX394" fmla="*/ 2257220 w 7472601"/>
              <a:gd name="connsiteY394" fmla="*/ 6826257 h 6858000"/>
              <a:gd name="connsiteX395" fmla="*/ 2281324 w 7472601"/>
              <a:gd name="connsiteY395" fmla="*/ 6858000 h 6858000"/>
              <a:gd name="connsiteX396" fmla="*/ 2242860 w 7472601"/>
              <a:gd name="connsiteY396" fmla="*/ 6858000 h 6858000"/>
              <a:gd name="connsiteX397" fmla="*/ 2232818 w 7472601"/>
              <a:gd name="connsiteY397" fmla="*/ 6844926 h 6858000"/>
              <a:gd name="connsiteX398" fmla="*/ 1990172 w 7472601"/>
              <a:gd name="connsiteY398" fmla="*/ 6542121 h 6858000"/>
              <a:gd name="connsiteX399" fmla="*/ 2124090 w 7472601"/>
              <a:gd name="connsiteY399" fmla="*/ 6761017 h 6858000"/>
              <a:gd name="connsiteX400" fmla="*/ 2200380 w 7472601"/>
              <a:gd name="connsiteY400" fmla="*/ 6858000 h 6858000"/>
              <a:gd name="connsiteX401" fmla="*/ 2147507 w 7472601"/>
              <a:gd name="connsiteY401" fmla="*/ 6858000 h 6858000"/>
              <a:gd name="connsiteX402" fmla="*/ 2070668 w 7472601"/>
              <a:gd name="connsiteY402" fmla="*/ 6761520 h 6858000"/>
              <a:gd name="connsiteX403" fmla="*/ 1975142 w 7472601"/>
              <a:gd name="connsiteY403" fmla="*/ 6585570 h 6858000"/>
              <a:gd name="connsiteX404" fmla="*/ 2050035 w 7472601"/>
              <a:gd name="connsiteY404" fmla="*/ 6813345 h 6858000"/>
              <a:gd name="connsiteX405" fmla="*/ 2063025 w 7472601"/>
              <a:gd name="connsiteY405" fmla="*/ 6858000 h 6858000"/>
              <a:gd name="connsiteX406" fmla="*/ 2021675 w 7472601"/>
              <a:gd name="connsiteY406" fmla="*/ 6858000 h 6858000"/>
              <a:gd name="connsiteX407" fmla="*/ 2019308 w 7472601"/>
              <a:gd name="connsiteY407" fmla="*/ 6847118 h 6858000"/>
              <a:gd name="connsiteX408" fmla="*/ 1938835 w 7472601"/>
              <a:gd name="connsiteY408" fmla="*/ 6551160 h 6858000"/>
              <a:gd name="connsiteX409" fmla="*/ 1953230 w 7472601"/>
              <a:gd name="connsiteY409" fmla="*/ 6759699 h 6858000"/>
              <a:gd name="connsiteX410" fmla="*/ 1956763 w 7472601"/>
              <a:gd name="connsiteY410" fmla="*/ 6778191 h 6858000"/>
              <a:gd name="connsiteX411" fmla="*/ 1967925 w 7472601"/>
              <a:gd name="connsiteY411" fmla="*/ 6858000 h 6858000"/>
              <a:gd name="connsiteX412" fmla="*/ 1936622 w 7472601"/>
              <a:gd name="connsiteY412" fmla="*/ 6858000 h 6858000"/>
              <a:gd name="connsiteX413" fmla="*/ 1926261 w 7472601"/>
              <a:gd name="connsiteY413" fmla="*/ 6784064 h 6858000"/>
              <a:gd name="connsiteX414" fmla="*/ 1922724 w 7472601"/>
              <a:gd name="connsiteY414" fmla="*/ 6765577 h 6858000"/>
              <a:gd name="connsiteX415" fmla="*/ 1904650 w 7472601"/>
              <a:gd name="connsiteY415" fmla="*/ 6639616 h 6858000"/>
              <a:gd name="connsiteX416" fmla="*/ 1885273 w 7472601"/>
              <a:gd name="connsiteY416" fmla="*/ 6858000 h 6858000"/>
              <a:gd name="connsiteX417" fmla="*/ 1854363 w 7472601"/>
              <a:gd name="connsiteY417" fmla="*/ 6858000 h 6858000"/>
              <a:gd name="connsiteX418" fmla="*/ 1880391 w 7472601"/>
              <a:gd name="connsiteY418" fmla="*/ 6603796 h 6858000"/>
              <a:gd name="connsiteX419" fmla="*/ 1818273 w 7472601"/>
              <a:gd name="connsiteY419" fmla="*/ 6715729 h 6858000"/>
              <a:gd name="connsiteX420" fmla="*/ 1794691 w 7472601"/>
              <a:gd name="connsiteY420" fmla="*/ 6843239 h 6858000"/>
              <a:gd name="connsiteX421" fmla="*/ 1794914 w 7472601"/>
              <a:gd name="connsiteY421" fmla="*/ 6858000 h 6858000"/>
              <a:gd name="connsiteX422" fmla="*/ 1746128 w 7472601"/>
              <a:gd name="connsiteY422" fmla="*/ 6858000 h 6858000"/>
              <a:gd name="connsiteX423" fmla="*/ 1753934 w 7472601"/>
              <a:gd name="connsiteY423" fmla="*/ 6724796 h 6858000"/>
              <a:gd name="connsiteX424" fmla="*/ 1792053 w 7472601"/>
              <a:gd name="connsiteY424" fmla="*/ 6572396 h 6858000"/>
              <a:gd name="connsiteX425" fmla="*/ 1862248 w 7472601"/>
              <a:gd name="connsiteY425" fmla="*/ 6266397 h 6858000"/>
              <a:gd name="connsiteX426" fmla="*/ 1862250 w 7472601"/>
              <a:gd name="connsiteY426" fmla="*/ 6033531 h 6858000"/>
              <a:gd name="connsiteX427" fmla="*/ 1211999 w 7472601"/>
              <a:gd name="connsiteY427" fmla="*/ 6683610 h 6858000"/>
              <a:gd name="connsiteX428" fmla="*/ 1213266 w 7472601"/>
              <a:gd name="connsiteY428" fmla="*/ 6691947 h 6858000"/>
              <a:gd name="connsiteX429" fmla="*/ 1203370 w 7472601"/>
              <a:gd name="connsiteY429" fmla="*/ 6850676 h 6858000"/>
              <a:gd name="connsiteX430" fmla="*/ 1203671 w 7472601"/>
              <a:gd name="connsiteY430" fmla="*/ 6858000 h 6858000"/>
              <a:gd name="connsiteX431" fmla="*/ 1143180 w 7472601"/>
              <a:gd name="connsiteY431" fmla="*/ 6858000 h 6858000"/>
              <a:gd name="connsiteX432" fmla="*/ 1142176 w 7472601"/>
              <a:gd name="connsiteY432" fmla="*/ 6766045 h 6858000"/>
              <a:gd name="connsiteX433" fmla="*/ 1067484 w 7472601"/>
              <a:gd name="connsiteY433" fmla="*/ 6858000 h 6858000"/>
              <a:gd name="connsiteX434" fmla="*/ 953928 w 7472601"/>
              <a:gd name="connsiteY434" fmla="*/ 6858000 h 6858000"/>
              <a:gd name="connsiteX435" fmla="*/ 959715 w 7472601"/>
              <a:gd name="connsiteY435" fmla="*/ 6850185 h 6858000"/>
              <a:gd name="connsiteX436" fmla="*/ 1483788 w 7472601"/>
              <a:gd name="connsiteY436" fmla="*/ 6259174 h 6858000"/>
              <a:gd name="connsiteX437" fmla="*/ 1100671 w 7472601"/>
              <a:gd name="connsiteY437" fmla="*/ 6252137 h 6858000"/>
              <a:gd name="connsiteX438" fmla="*/ 1090144 w 7472601"/>
              <a:gd name="connsiteY438" fmla="*/ 6256748 h 6858000"/>
              <a:gd name="connsiteX439" fmla="*/ 1095872 w 7472601"/>
              <a:gd name="connsiteY439" fmla="*/ 6271892 h 6858000"/>
              <a:gd name="connsiteX440" fmla="*/ 262785 w 7472601"/>
              <a:gd name="connsiteY440" fmla="*/ 6845450 h 6858000"/>
              <a:gd name="connsiteX441" fmla="*/ 209968 w 7472601"/>
              <a:gd name="connsiteY441" fmla="*/ 6770713 h 6858000"/>
              <a:gd name="connsiteX442" fmla="*/ 873460 w 7472601"/>
              <a:gd name="connsiteY442" fmla="*/ 6253768 h 6858000"/>
              <a:gd name="connsiteX443" fmla="*/ 192686 w 7472601"/>
              <a:gd name="connsiteY443" fmla="*/ 5849257 h 6858000"/>
              <a:gd name="connsiteX444" fmla="*/ 4696 w 7472601"/>
              <a:gd name="connsiteY444" fmla="*/ 5697668 h 6858000"/>
              <a:gd name="connsiteX445" fmla="*/ 0 w 7472601"/>
              <a:gd name="connsiteY445" fmla="*/ 5689984 h 6858000"/>
              <a:gd name="connsiteX446" fmla="*/ 0 w 7472601"/>
              <a:gd name="connsiteY446" fmla="*/ 5513472 h 6858000"/>
              <a:gd name="connsiteX447" fmla="*/ 174101 w 7472601"/>
              <a:gd name="connsiteY447" fmla="*/ 5620277 h 6858000"/>
              <a:gd name="connsiteX448" fmla="*/ 891800 w 7472601"/>
              <a:gd name="connsiteY448" fmla="*/ 6036935 h 6858000"/>
              <a:gd name="connsiteX449" fmla="*/ 1072219 w 7472601"/>
              <a:gd name="connsiteY449" fmla="*/ 6169443 h 6858000"/>
              <a:gd name="connsiteX450" fmla="*/ 1074117 w 7472601"/>
              <a:gd name="connsiteY450" fmla="*/ 6170301 h 6858000"/>
              <a:gd name="connsiteX451" fmla="*/ 1083114 w 7472601"/>
              <a:gd name="connsiteY451" fmla="*/ 6174131 h 6858000"/>
              <a:gd name="connsiteX452" fmla="*/ 1543010 w 7472601"/>
              <a:gd name="connsiteY452" fmla="*/ 6191140 h 6858000"/>
              <a:gd name="connsiteX453" fmla="*/ 1551080 w 7472601"/>
              <a:gd name="connsiteY453" fmla="*/ 6195006 h 6858000"/>
              <a:gd name="connsiteX454" fmla="*/ 2345443 w 7472601"/>
              <a:gd name="connsiteY454" fmla="*/ 5549882 h 6858000"/>
              <a:gd name="connsiteX455" fmla="*/ 1721499 w 7472601"/>
              <a:gd name="connsiteY455" fmla="*/ 5599969 h 6858000"/>
              <a:gd name="connsiteX456" fmla="*/ 767716 w 7472601"/>
              <a:gd name="connsiteY456" fmla="*/ 5472768 h 6858000"/>
              <a:gd name="connsiteX457" fmla="*/ 722147 w 7472601"/>
              <a:gd name="connsiteY457" fmla="*/ 5393091 h 6858000"/>
              <a:gd name="connsiteX458" fmla="*/ 1485552 w 7472601"/>
              <a:gd name="connsiteY458" fmla="*/ 5313202 h 6858000"/>
              <a:gd name="connsiteX459" fmla="*/ 2143004 w 7472601"/>
              <a:gd name="connsiteY459" fmla="*/ 5402420 h 6858000"/>
              <a:gd name="connsiteX460" fmla="*/ 1933391 w 7472601"/>
              <a:gd name="connsiteY460" fmla="*/ 5156971 h 6858000"/>
              <a:gd name="connsiteX461" fmla="*/ 1827118 w 7472601"/>
              <a:gd name="connsiteY461" fmla="*/ 4968410 h 6858000"/>
              <a:gd name="connsiteX462" fmla="*/ 1837349 w 7472601"/>
              <a:gd name="connsiteY462" fmla="*/ 4956357 h 6858000"/>
              <a:gd name="connsiteX463" fmla="*/ 2162835 w 7472601"/>
              <a:gd name="connsiteY463" fmla="*/ 5187853 h 6858000"/>
              <a:gd name="connsiteX464" fmla="*/ 2257167 w 7472601"/>
              <a:gd name="connsiteY464" fmla="*/ 5462123 h 6858000"/>
              <a:gd name="connsiteX465" fmla="*/ 2261598 w 7472601"/>
              <a:gd name="connsiteY465" fmla="*/ 5467998 h 6858000"/>
              <a:gd name="connsiteX466" fmla="*/ 2437177 w 7472601"/>
              <a:gd name="connsiteY466" fmla="*/ 5479608 h 6858000"/>
              <a:gd name="connsiteX467" fmla="*/ 2445247 w 7472601"/>
              <a:gd name="connsiteY467" fmla="*/ 5483476 h 6858000"/>
              <a:gd name="connsiteX468" fmla="*/ 2743626 w 7472601"/>
              <a:gd name="connsiteY468" fmla="*/ 5304819 h 6858000"/>
              <a:gd name="connsiteX469" fmla="*/ 3048102 w 7472601"/>
              <a:gd name="connsiteY469" fmla="*/ 5150595 h 6858000"/>
              <a:gd name="connsiteX470" fmla="*/ 1799414 w 7472601"/>
              <a:gd name="connsiteY470" fmla="*/ 4694732 h 6858000"/>
              <a:gd name="connsiteX471" fmla="*/ 1771735 w 7472601"/>
              <a:gd name="connsiteY471" fmla="*/ 4619929 h 6858000"/>
              <a:gd name="connsiteX472" fmla="*/ 3104273 w 7472601"/>
              <a:gd name="connsiteY472" fmla="*/ 5076159 h 6858000"/>
              <a:gd name="connsiteX473" fmla="*/ 3113245 w 7472601"/>
              <a:gd name="connsiteY473" fmla="*/ 5090705 h 6858000"/>
              <a:gd name="connsiteX474" fmla="*/ 3126294 w 7472601"/>
              <a:gd name="connsiteY474" fmla="*/ 5114400 h 6858000"/>
              <a:gd name="connsiteX475" fmla="*/ 3937433 w 7472601"/>
              <a:gd name="connsiteY475" fmla="*/ 4830473 h 6858000"/>
              <a:gd name="connsiteX476" fmla="*/ 3590475 w 7472601"/>
              <a:gd name="connsiteY476" fmla="*/ 4597974 h 6858000"/>
              <a:gd name="connsiteX477" fmla="*/ 3100264 w 7472601"/>
              <a:gd name="connsiteY477" fmla="*/ 4579845 h 6858000"/>
              <a:gd name="connsiteX478" fmla="*/ 2183576 w 7472601"/>
              <a:gd name="connsiteY478" fmla="*/ 4227150 h 6858000"/>
              <a:gd name="connsiteX479" fmla="*/ 2151029 w 7472601"/>
              <a:gd name="connsiteY479" fmla="*/ 4146947 h 6858000"/>
              <a:gd name="connsiteX480" fmla="*/ 3563434 w 7472601"/>
              <a:gd name="connsiteY480" fmla="*/ 4469115 h 6858000"/>
              <a:gd name="connsiteX481" fmla="*/ 3177952 w 7472601"/>
              <a:gd name="connsiteY481" fmla="*/ 3657386 h 6858000"/>
              <a:gd name="connsiteX482" fmla="*/ 3189263 w 7472601"/>
              <a:gd name="connsiteY482" fmla="*/ 3625726 h 6858000"/>
              <a:gd name="connsiteX483" fmla="*/ 3560912 w 7472601"/>
              <a:gd name="connsiteY483" fmla="*/ 4079863 h 6858000"/>
              <a:gd name="connsiteX484" fmla="*/ 3626636 w 7472601"/>
              <a:gd name="connsiteY484" fmla="*/ 4512230 h 6858000"/>
              <a:gd name="connsiteX485" fmla="*/ 3653088 w 7472601"/>
              <a:gd name="connsiteY485" fmla="*/ 4521417 h 6858000"/>
              <a:gd name="connsiteX486" fmla="*/ 3988128 w 7472601"/>
              <a:gd name="connsiteY486" fmla="*/ 4817267 h 6858000"/>
              <a:gd name="connsiteX487" fmla="*/ 4830582 w 7472601"/>
              <a:gd name="connsiteY487" fmla="*/ 4676000 h 6858000"/>
              <a:gd name="connsiteX488" fmla="*/ 4830100 w 7472601"/>
              <a:gd name="connsiteY488" fmla="*/ 4675554 h 6858000"/>
              <a:gd name="connsiteX489" fmla="*/ 4036318 w 7472601"/>
              <a:gd name="connsiteY489" fmla="*/ 4147013 h 6858000"/>
              <a:gd name="connsiteX490" fmla="*/ 3432098 w 7472601"/>
              <a:gd name="connsiteY490" fmla="*/ 3537312 h 6858000"/>
              <a:gd name="connsiteX491" fmla="*/ 3446761 w 7472601"/>
              <a:gd name="connsiteY491" fmla="*/ 3461278 h 6858000"/>
              <a:gd name="connsiteX492" fmla="*/ 4419733 w 7472601"/>
              <a:gd name="connsiteY492" fmla="*/ 3963555 h 6858000"/>
              <a:gd name="connsiteX493" fmla="*/ 4781371 w 7472601"/>
              <a:gd name="connsiteY493" fmla="*/ 4458604 h 6858000"/>
              <a:gd name="connsiteX494" fmla="*/ 4780440 w 7472601"/>
              <a:gd name="connsiteY494" fmla="*/ 4470290 h 6858000"/>
              <a:gd name="connsiteX495" fmla="*/ 4898954 w 7472601"/>
              <a:gd name="connsiteY495" fmla="*/ 4662092 h 6858000"/>
              <a:gd name="connsiteX496" fmla="*/ 4900699 w 7472601"/>
              <a:gd name="connsiteY496" fmla="*/ 4670867 h 6858000"/>
              <a:gd name="connsiteX497" fmla="*/ 5714511 w 7472601"/>
              <a:gd name="connsiteY497" fmla="*/ 4663483 h 6858000"/>
              <a:gd name="connsiteX498" fmla="*/ 5464793 w 7472601"/>
              <a:gd name="connsiteY498" fmla="*/ 4393556 h 6858000"/>
              <a:gd name="connsiteX499" fmla="*/ 5461897 w 7472601"/>
              <a:gd name="connsiteY499" fmla="*/ 4390879 h 6858000"/>
              <a:gd name="connsiteX500" fmla="*/ 4294126 w 7472601"/>
              <a:gd name="connsiteY500" fmla="*/ 3303048 h 6858000"/>
              <a:gd name="connsiteX501" fmla="*/ 4305321 w 7472601"/>
              <a:gd name="connsiteY501" fmla="*/ 3256953 h 6858000"/>
              <a:gd name="connsiteX502" fmla="*/ 4949299 w 7472601"/>
              <a:gd name="connsiteY502" fmla="*/ 3766336 h 6858000"/>
              <a:gd name="connsiteX503" fmla="*/ 5291452 w 7472601"/>
              <a:gd name="connsiteY503" fmla="*/ 4076801 h 6858000"/>
              <a:gd name="connsiteX504" fmla="*/ 5434998 w 7472601"/>
              <a:gd name="connsiteY504" fmla="*/ 4254100 h 6858000"/>
              <a:gd name="connsiteX505" fmla="*/ 5351015 w 7472601"/>
              <a:gd name="connsiteY505" fmla="*/ 3760989 h 6858000"/>
              <a:gd name="connsiteX506" fmla="*/ 5413780 w 7472601"/>
              <a:gd name="connsiteY506" fmla="*/ 2966265 h 6858000"/>
              <a:gd name="connsiteX507" fmla="*/ 5425627 w 7472601"/>
              <a:gd name="connsiteY507" fmla="*/ 2954192 h 6858000"/>
              <a:gd name="connsiteX508" fmla="*/ 6604735 w 7472601"/>
              <a:gd name="connsiteY508" fmla="*/ 2041381 h 6858000"/>
              <a:gd name="connsiteX509" fmla="*/ 7204487 w 7472601"/>
              <a:gd name="connsiteY509" fmla="*/ 2742112 h 6858000"/>
              <a:gd name="connsiteX510" fmla="*/ 7131592 w 7472601"/>
              <a:gd name="connsiteY510" fmla="*/ 2672096 h 6858000"/>
              <a:gd name="connsiteX511" fmla="*/ 6996344 w 7472601"/>
              <a:gd name="connsiteY511" fmla="*/ 2518310 h 6858000"/>
              <a:gd name="connsiteX512" fmla="*/ 6735495 w 7472601"/>
              <a:gd name="connsiteY512" fmla="*/ 2196890 h 6858000"/>
              <a:gd name="connsiteX513" fmla="*/ 6721901 w 7472601"/>
              <a:gd name="connsiteY513" fmla="*/ 2179274 h 6858000"/>
              <a:gd name="connsiteX514" fmla="*/ 6604735 w 7472601"/>
              <a:gd name="connsiteY514" fmla="*/ 2041381 h 6858000"/>
              <a:gd name="connsiteX515" fmla="*/ 6591670 w 7472601"/>
              <a:gd name="connsiteY515" fmla="*/ 1988277 h 6858000"/>
              <a:gd name="connsiteX516" fmla="*/ 6747349 w 7472601"/>
              <a:gd name="connsiteY516" fmla="*/ 2160069 h 6858000"/>
              <a:gd name="connsiteX517" fmla="*/ 6760943 w 7472601"/>
              <a:gd name="connsiteY517" fmla="*/ 2177686 h 6858000"/>
              <a:gd name="connsiteX518" fmla="*/ 7021065 w 7472601"/>
              <a:gd name="connsiteY518" fmla="*/ 2498102 h 6858000"/>
              <a:gd name="connsiteX519" fmla="*/ 7155223 w 7472601"/>
              <a:gd name="connsiteY519" fmla="*/ 2650386 h 6858000"/>
              <a:gd name="connsiteX520" fmla="*/ 7203167 w 7472601"/>
              <a:gd name="connsiteY520" fmla="*/ 2697288 h 6858000"/>
              <a:gd name="connsiteX521" fmla="*/ 6937703 w 7472601"/>
              <a:gd name="connsiteY521" fmla="*/ 2321981 h 6858000"/>
              <a:gd name="connsiteX522" fmla="*/ 6591670 w 7472601"/>
              <a:gd name="connsiteY522" fmla="*/ 1988277 h 6858000"/>
              <a:gd name="connsiteX523" fmla="*/ 5798671 w 7472601"/>
              <a:gd name="connsiteY523" fmla="*/ 1981601 h 6858000"/>
              <a:gd name="connsiteX524" fmla="*/ 5754709 w 7472601"/>
              <a:gd name="connsiteY524" fmla="*/ 2071454 h 6858000"/>
              <a:gd name="connsiteX525" fmla="*/ 5763044 w 7472601"/>
              <a:gd name="connsiteY525" fmla="*/ 2842206 h 6858000"/>
              <a:gd name="connsiteX526" fmla="*/ 5764974 w 7472601"/>
              <a:gd name="connsiteY526" fmla="*/ 2799609 h 6858000"/>
              <a:gd name="connsiteX527" fmla="*/ 5767665 w 7472601"/>
              <a:gd name="connsiteY527" fmla="*/ 2666409 h 6858000"/>
              <a:gd name="connsiteX528" fmla="*/ 5763055 w 7472601"/>
              <a:gd name="connsiteY528" fmla="*/ 2579705 h 6858000"/>
              <a:gd name="connsiteX529" fmla="*/ 5758079 w 7472601"/>
              <a:gd name="connsiteY529" fmla="*/ 2492508 h 6858000"/>
              <a:gd name="connsiteX530" fmla="*/ 5779325 w 7472601"/>
              <a:gd name="connsiteY530" fmla="*/ 2197069 h 6858000"/>
              <a:gd name="connsiteX531" fmla="*/ 5798671 w 7472601"/>
              <a:gd name="connsiteY531" fmla="*/ 1981601 h 6858000"/>
              <a:gd name="connsiteX532" fmla="*/ 5829202 w 7472601"/>
              <a:gd name="connsiteY532" fmla="*/ 1971679 h 6858000"/>
              <a:gd name="connsiteX533" fmla="*/ 5809558 w 7472601"/>
              <a:gd name="connsiteY533" fmla="*/ 2198043 h 6858000"/>
              <a:gd name="connsiteX534" fmla="*/ 5788653 w 7472601"/>
              <a:gd name="connsiteY534" fmla="*/ 2489430 h 6858000"/>
              <a:gd name="connsiteX535" fmla="*/ 5793439 w 7472601"/>
              <a:gd name="connsiteY535" fmla="*/ 2575235 h 6858000"/>
              <a:gd name="connsiteX536" fmla="*/ 5796837 w 7472601"/>
              <a:gd name="connsiteY536" fmla="*/ 2637633 h 6858000"/>
              <a:gd name="connsiteX537" fmla="*/ 5818614 w 7472601"/>
              <a:gd name="connsiteY537" fmla="*/ 2473055 h 6858000"/>
              <a:gd name="connsiteX538" fmla="*/ 5829202 w 7472601"/>
              <a:gd name="connsiteY538" fmla="*/ 1971679 h 6858000"/>
              <a:gd name="connsiteX539" fmla="*/ 5911389 w 7472601"/>
              <a:gd name="connsiteY539" fmla="*/ 1898371 h 6858000"/>
              <a:gd name="connsiteX540" fmla="*/ 6237627 w 7472601"/>
              <a:gd name="connsiteY540" fmla="*/ 2231921 h 6858000"/>
              <a:gd name="connsiteX541" fmla="*/ 5911389 w 7472601"/>
              <a:gd name="connsiteY541" fmla="*/ 1898371 h 6858000"/>
              <a:gd name="connsiteX542" fmla="*/ 6944437 w 7472601"/>
              <a:gd name="connsiteY542" fmla="*/ 1575402 h 6858000"/>
              <a:gd name="connsiteX543" fmla="*/ 6304730 w 7472601"/>
              <a:gd name="connsiteY543" fmla="*/ 1766654 h 6858000"/>
              <a:gd name="connsiteX544" fmla="*/ 6944437 w 7472601"/>
              <a:gd name="connsiteY544" fmla="*/ 1575402 h 6858000"/>
              <a:gd name="connsiteX545" fmla="*/ 7019523 w 7472601"/>
              <a:gd name="connsiteY545" fmla="*/ 1519450 h 6858000"/>
              <a:gd name="connsiteX546" fmla="*/ 6298091 w 7472601"/>
              <a:gd name="connsiteY546" fmla="*/ 1737122 h 6858000"/>
              <a:gd name="connsiteX547" fmla="*/ 7019523 w 7472601"/>
              <a:gd name="connsiteY547" fmla="*/ 1519450 h 6858000"/>
              <a:gd name="connsiteX548" fmla="*/ 2399523 w 7472601"/>
              <a:gd name="connsiteY548" fmla="*/ 1428234 h 6858000"/>
              <a:gd name="connsiteX549" fmla="*/ 2224982 w 7472601"/>
              <a:gd name="connsiteY549" fmla="*/ 1826201 h 6858000"/>
              <a:gd name="connsiteX550" fmla="*/ 2096099 w 7472601"/>
              <a:gd name="connsiteY550" fmla="*/ 2345900 h 6858000"/>
              <a:gd name="connsiteX551" fmla="*/ 2283317 w 7472601"/>
              <a:gd name="connsiteY551" fmla="*/ 1796925 h 6858000"/>
              <a:gd name="connsiteX552" fmla="*/ 2399523 w 7472601"/>
              <a:gd name="connsiteY552" fmla="*/ 1428234 h 6858000"/>
              <a:gd name="connsiteX553" fmla="*/ 2448558 w 7472601"/>
              <a:gd name="connsiteY553" fmla="*/ 1373435 h 6858000"/>
              <a:gd name="connsiteX554" fmla="*/ 2312521 w 7472601"/>
              <a:gd name="connsiteY554" fmla="*/ 1806140 h 6858000"/>
              <a:gd name="connsiteX555" fmla="*/ 2127533 w 7472601"/>
              <a:gd name="connsiteY555" fmla="*/ 2348380 h 6858000"/>
              <a:gd name="connsiteX556" fmla="*/ 2358080 w 7472601"/>
              <a:gd name="connsiteY556" fmla="*/ 1866134 h 6858000"/>
              <a:gd name="connsiteX557" fmla="*/ 2407436 w 7472601"/>
              <a:gd name="connsiteY557" fmla="*/ 1651070 h 6858000"/>
              <a:gd name="connsiteX558" fmla="*/ 2448558 w 7472601"/>
              <a:gd name="connsiteY558" fmla="*/ 1373435 h 6858000"/>
              <a:gd name="connsiteX559" fmla="*/ 278707 w 7472601"/>
              <a:gd name="connsiteY559" fmla="*/ 1352270 h 6858000"/>
              <a:gd name="connsiteX560" fmla="*/ 321570 w 7472601"/>
              <a:gd name="connsiteY560" fmla="*/ 1861610 h 6858000"/>
              <a:gd name="connsiteX561" fmla="*/ 294281 w 7472601"/>
              <a:gd name="connsiteY561" fmla="*/ 1440658 h 6858000"/>
              <a:gd name="connsiteX562" fmla="*/ 278707 w 7472601"/>
              <a:gd name="connsiteY562" fmla="*/ 1352270 h 6858000"/>
              <a:gd name="connsiteX563" fmla="*/ 1423821 w 7472601"/>
              <a:gd name="connsiteY563" fmla="*/ 1351958 h 6858000"/>
              <a:gd name="connsiteX564" fmla="*/ 1638521 w 7472601"/>
              <a:gd name="connsiteY564" fmla="*/ 1908470 h 6858000"/>
              <a:gd name="connsiteX565" fmla="*/ 1754199 w 7472601"/>
              <a:gd name="connsiteY565" fmla="*/ 2149284 h 6858000"/>
              <a:gd name="connsiteX566" fmla="*/ 1908359 w 7472601"/>
              <a:gd name="connsiteY566" fmla="*/ 2364988 h 6858000"/>
              <a:gd name="connsiteX567" fmla="*/ 1647661 w 7472601"/>
              <a:gd name="connsiteY567" fmla="*/ 1825945 h 6858000"/>
              <a:gd name="connsiteX568" fmla="*/ 1423821 w 7472601"/>
              <a:gd name="connsiteY568" fmla="*/ 1351958 h 6858000"/>
              <a:gd name="connsiteX569" fmla="*/ 1431890 w 7472601"/>
              <a:gd name="connsiteY569" fmla="*/ 1306475 h 6858000"/>
              <a:gd name="connsiteX570" fmla="*/ 1507597 w 7472601"/>
              <a:gd name="connsiteY570" fmla="*/ 1446132 h 6858000"/>
              <a:gd name="connsiteX571" fmla="*/ 1674586 w 7472601"/>
              <a:gd name="connsiteY571" fmla="*/ 1813832 h 6858000"/>
              <a:gd name="connsiteX572" fmla="*/ 1815950 w 7472601"/>
              <a:gd name="connsiteY572" fmla="*/ 2128564 h 6858000"/>
              <a:gd name="connsiteX573" fmla="*/ 1984242 w 7472601"/>
              <a:gd name="connsiteY573" fmla="*/ 2430829 h 6858000"/>
              <a:gd name="connsiteX574" fmla="*/ 2014023 w 7472601"/>
              <a:gd name="connsiteY574" fmla="*/ 2450995 h 6858000"/>
              <a:gd name="connsiteX575" fmla="*/ 1747337 w 7472601"/>
              <a:gd name="connsiteY575" fmla="*/ 1855264 h 6858000"/>
              <a:gd name="connsiteX576" fmla="*/ 1533749 w 7472601"/>
              <a:gd name="connsiteY576" fmla="*/ 1478656 h 6858000"/>
              <a:gd name="connsiteX577" fmla="*/ 1431890 w 7472601"/>
              <a:gd name="connsiteY577" fmla="*/ 1306475 h 6858000"/>
              <a:gd name="connsiteX578" fmla="*/ 5052692 w 7472601"/>
              <a:gd name="connsiteY578" fmla="*/ 1292994 h 6858000"/>
              <a:gd name="connsiteX579" fmla="*/ 5200661 w 7472601"/>
              <a:gd name="connsiteY579" fmla="*/ 1635186 h 6858000"/>
              <a:gd name="connsiteX580" fmla="*/ 5297138 w 7472601"/>
              <a:gd name="connsiteY580" fmla="*/ 1906351 h 6858000"/>
              <a:gd name="connsiteX581" fmla="*/ 5052692 w 7472601"/>
              <a:gd name="connsiteY581" fmla="*/ 1292994 h 6858000"/>
              <a:gd name="connsiteX582" fmla="*/ 5009948 w 7472601"/>
              <a:gd name="connsiteY582" fmla="*/ 1273619 h 6858000"/>
              <a:gd name="connsiteX583" fmla="*/ 5121777 w 7472601"/>
              <a:gd name="connsiteY583" fmla="*/ 1654213 h 6858000"/>
              <a:gd name="connsiteX584" fmla="*/ 5293545 w 7472601"/>
              <a:gd name="connsiteY584" fmla="*/ 2072247 h 6858000"/>
              <a:gd name="connsiteX585" fmla="*/ 5294042 w 7472601"/>
              <a:gd name="connsiteY585" fmla="*/ 2065019 h 6858000"/>
              <a:gd name="connsiteX586" fmla="*/ 5171936 w 7472601"/>
              <a:gd name="connsiteY586" fmla="*/ 1647613 h 6858000"/>
              <a:gd name="connsiteX587" fmla="*/ 5009948 w 7472601"/>
              <a:gd name="connsiteY587" fmla="*/ 1273619 h 6858000"/>
              <a:gd name="connsiteX588" fmla="*/ 655236 w 7472601"/>
              <a:gd name="connsiteY588" fmla="*/ 1268632 h 6858000"/>
              <a:gd name="connsiteX589" fmla="*/ 839521 w 7472601"/>
              <a:gd name="connsiteY589" fmla="*/ 1685315 h 6858000"/>
              <a:gd name="connsiteX590" fmla="*/ 1109416 w 7472601"/>
              <a:gd name="connsiteY590" fmla="*/ 2061663 h 6858000"/>
              <a:gd name="connsiteX591" fmla="*/ 1298300 w 7472601"/>
              <a:gd name="connsiteY591" fmla="*/ 2247742 h 6858000"/>
              <a:gd name="connsiteX592" fmla="*/ 1125871 w 7472601"/>
              <a:gd name="connsiteY592" fmla="*/ 1989513 h 6858000"/>
              <a:gd name="connsiteX593" fmla="*/ 981574 w 7472601"/>
              <a:gd name="connsiteY593" fmla="*/ 1783157 h 6858000"/>
              <a:gd name="connsiteX594" fmla="*/ 922198 w 7472601"/>
              <a:gd name="connsiteY594" fmla="*/ 1677437 h 6858000"/>
              <a:gd name="connsiteX595" fmla="*/ 869293 w 7472601"/>
              <a:gd name="connsiteY595" fmla="*/ 1583214 h 6858000"/>
              <a:gd name="connsiteX596" fmla="*/ 751431 w 7472601"/>
              <a:gd name="connsiteY596" fmla="*/ 1405731 h 6858000"/>
              <a:gd name="connsiteX597" fmla="*/ 655236 w 7472601"/>
              <a:gd name="connsiteY597" fmla="*/ 1268632 h 6858000"/>
              <a:gd name="connsiteX598" fmla="*/ 6516292 w 7472601"/>
              <a:gd name="connsiteY598" fmla="*/ 1263064 h 6858000"/>
              <a:gd name="connsiteX599" fmla="*/ 5736320 w 7472601"/>
              <a:gd name="connsiteY599" fmla="*/ 1501803 h 6858000"/>
              <a:gd name="connsiteX600" fmla="*/ 6516292 w 7472601"/>
              <a:gd name="connsiteY600" fmla="*/ 1263064 h 6858000"/>
              <a:gd name="connsiteX601" fmla="*/ 291466 w 7472601"/>
              <a:gd name="connsiteY601" fmla="*/ 1250369 h 6858000"/>
              <a:gd name="connsiteX602" fmla="*/ 323180 w 7472601"/>
              <a:gd name="connsiteY602" fmla="*/ 1435283 h 6858000"/>
              <a:gd name="connsiteX603" fmla="*/ 349381 w 7472601"/>
              <a:gd name="connsiteY603" fmla="*/ 1875041 h 6858000"/>
              <a:gd name="connsiteX604" fmla="*/ 374363 w 7472601"/>
              <a:gd name="connsiteY604" fmla="*/ 1506494 h 6858000"/>
              <a:gd name="connsiteX605" fmla="*/ 302168 w 7472601"/>
              <a:gd name="connsiteY605" fmla="*/ 1274495 h 6858000"/>
              <a:gd name="connsiteX606" fmla="*/ 291466 w 7472601"/>
              <a:gd name="connsiteY606" fmla="*/ 1250369 h 6858000"/>
              <a:gd name="connsiteX607" fmla="*/ 678222 w 7472601"/>
              <a:gd name="connsiteY607" fmla="*/ 1248670 h 6858000"/>
              <a:gd name="connsiteX608" fmla="*/ 775536 w 7472601"/>
              <a:gd name="connsiteY608" fmla="*/ 1388015 h 6858000"/>
              <a:gd name="connsiteX609" fmla="*/ 894529 w 7472601"/>
              <a:gd name="connsiteY609" fmla="*/ 1567739 h 6858000"/>
              <a:gd name="connsiteX610" fmla="*/ 948000 w 7472601"/>
              <a:gd name="connsiteY610" fmla="*/ 1663088 h 6858000"/>
              <a:gd name="connsiteX611" fmla="*/ 1006812 w 7472601"/>
              <a:gd name="connsiteY611" fmla="*/ 1767683 h 6858000"/>
              <a:gd name="connsiteX612" fmla="*/ 1149133 w 7472601"/>
              <a:gd name="connsiteY612" fmla="*/ 1971513 h 6858000"/>
              <a:gd name="connsiteX613" fmla="*/ 1333952 w 7472601"/>
              <a:gd name="connsiteY613" fmla="*/ 2251620 h 6858000"/>
              <a:gd name="connsiteX614" fmla="*/ 1337329 w 7472601"/>
              <a:gd name="connsiteY614" fmla="*/ 2258350 h 6858000"/>
              <a:gd name="connsiteX615" fmla="*/ 1014726 w 7472601"/>
              <a:gd name="connsiteY615" fmla="*/ 1615556 h 6858000"/>
              <a:gd name="connsiteX616" fmla="*/ 678222 w 7472601"/>
              <a:gd name="connsiteY616" fmla="*/ 1248670 h 6858000"/>
              <a:gd name="connsiteX617" fmla="*/ 6691602 w 7472601"/>
              <a:gd name="connsiteY617" fmla="*/ 1140573 h 6858000"/>
              <a:gd name="connsiteX618" fmla="*/ 6571100 w 7472601"/>
              <a:gd name="connsiteY618" fmla="*/ 1183662 h 6858000"/>
              <a:gd name="connsiteX619" fmla="*/ 6241687 w 7472601"/>
              <a:gd name="connsiteY619" fmla="*/ 1257600 h 6858000"/>
              <a:gd name="connsiteX620" fmla="*/ 5693009 w 7472601"/>
              <a:gd name="connsiteY620" fmla="*/ 1478256 h 6858000"/>
              <a:gd name="connsiteX621" fmla="*/ 6548420 w 7472601"/>
              <a:gd name="connsiteY621" fmla="*/ 1214599 h 6858000"/>
              <a:gd name="connsiteX622" fmla="*/ 6605473 w 7472601"/>
              <a:gd name="connsiteY622" fmla="*/ 1184686 h 6858000"/>
              <a:gd name="connsiteX623" fmla="*/ 6691602 w 7472601"/>
              <a:gd name="connsiteY623" fmla="*/ 1140573 h 6858000"/>
              <a:gd name="connsiteX624" fmla="*/ 4002475 w 7472601"/>
              <a:gd name="connsiteY624" fmla="*/ 1037802 h 6858000"/>
              <a:gd name="connsiteX625" fmla="*/ 4000324 w 7472601"/>
              <a:gd name="connsiteY625" fmla="*/ 1039362 h 6858000"/>
              <a:gd name="connsiteX626" fmla="*/ 4002862 w 7472601"/>
              <a:gd name="connsiteY626" fmla="*/ 1042866 h 6858000"/>
              <a:gd name="connsiteX627" fmla="*/ 4002475 w 7472601"/>
              <a:gd name="connsiteY627" fmla="*/ 1037802 h 6858000"/>
              <a:gd name="connsiteX628" fmla="*/ 506322 w 7472601"/>
              <a:gd name="connsiteY628" fmla="*/ 1020997 h 6858000"/>
              <a:gd name="connsiteX629" fmla="*/ 533068 w 7472601"/>
              <a:gd name="connsiteY629" fmla="*/ 1029409 h 6858000"/>
              <a:gd name="connsiteX630" fmla="*/ 1232525 w 7472601"/>
              <a:gd name="connsiteY630" fmla="*/ 1804675 h 6858000"/>
              <a:gd name="connsiteX631" fmla="*/ 1388858 w 7472601"/>
              <a:gd name="connsiteY631" fmla="*/ 2368011 h 6858000"/>
              <a:gd name="connsiteX632" fmla="*/ 1384098 w 7472601"/>
              <a:gd name="connsiteY632" fmla="*/ 2378125 h 6858000"/>
              <a:gd name="connsiteX633" fmla="*/ 1425393 w 7472601"/>
              <a:gd name="connsiteY633" fmla="*/ 2589124 h 6858000"/>
              <a:gd name="connsiteX634" fmla="*/ 1424001 w 7472601"/>
              <a:gd name="connsiteY634" fmla="*/ 2597541 h 6858000"/>
              <a:gd name="connsiteX635" fmla="*/ 2152729 w 7472601"/>
              <a:gd name="connsiteY635" fmla="*/ 2864487 h 6858000"/>
              <a:gd name="connsiteX636" fmla="*/ 2020609 w 7472601"/>
              <a:gd name="connsiteY636" fmla="*/ 2539671 h 6858000"/>
              <a:gd name="connsiteX637" fmla="*/ 2018920 w 7472601"/>
              <a:gd name="connsiteY637" fmla="*/ 2536309 h 6858000"/>
              <a:gd name="connsiteX638" fmla="*/ 1342441 w 7472601"/>
              <a:gd name="connsiteY638" fmla="*/ 1173017 h 6858000"/>
              <a:gd name="connsiteX639" fmla="*/ 1367925 w 7472601"/>
              <a:gd name="connsiteY639" fmla="*/ 1135648 h 6858000"/>
              <a:gd name="connsiteX640" fmla="*/ 1771401 w 7472601"/>
              <a:gd name="connsiteY640" fmla="*/ 1806673 h 6858000"/>
              <a:gd name="connsiteX641" fmla="*/ 1972385 w 7472601"/>
              <a:gd name="connsiteY641" fmla="*/ 2198735 h 6858000"/>
              <a:gd name="connsiteX642" fmla="*/ 2040892 w 7472601"/>
              <a:gd name="connsiteY642" fmla="*/ 2405205 h 6858000"/>
              <a:gd name="connsiteX643" fmla="*/ 2131689 w 7472601"/>
              <a:gd name="connsiteY643" fmla="*/ 1936926 h 6858000"/>
              <a:gd name="connsiteX644" fmla="*/ 2454820 w 7472601"/>
              <a:gd name="connsiteY644" fmla="*/ 1248808 h 6858000"/>
              <a:gd name="connsiteX645" fmla="*/ 2492512 w 7472601"/>
              <a:gd name="connsiteY645" fmla="*/ 1302920 h 6858000"/>
              <a:gd name="connsiteX646" fmla="*/ 2081216 w 7472601"/>
              <a:gd name="connsiteY646" fmla="*/ 2527513 h 6858000"/>
              <a:gd name="connsiteX647" fmla="*/ 2081211 w 7472601"/>
              <a:gd name="connsiteY647" fmla="*/ 2528916 h 6858000"/>
              <a:gd name="connsiteX648" fmla="*/ 2199067 w 7472601"/>
              <a:gd name="connsiteY648" fmla="*/ 2884061 h 6858000"/>
              <a:gd name="connsiteX649" fmla="*/ 3192586 w 7472601"/>
              <a:gd name="connsiteY649" fmla="*/ 3411496 h 6858000"/>
              <a:gd name="connsiteX650" fmla="*/ 3182620 w 7472601"/>
              <a:gd name="connsiteY650" fmla="*/ 3483279 h 6858000"/>
              <a:gd name="connsiteX651" fmla="*/ 2435119 w 7472601"/>
              <a:gd name="connsiteY651" fmla="*/ 3080173 h 6858000"/>
              <a:gd name="connsiteX652" fmla="*/ 2410152 w 7472601"/>
              <a:gd name="connsiteY652" fmla="*/ 3063751 h 6858000"/>
              <a:gd name="connsiteX653" fmla="*/ 2408099 w 7472601"/>
              <a:gd name="connsiteY653" fmla="*/ 3064403 h 6858000"/>
              <a:gd name="connsiteX654" fmla="*/ 2407218 w 7472601"/>
              <a:gd name="connsiteY654" fmla="*/ 3070324 h 6858000"/>
              <a:gd name="connsiteX655" fmla="*/ 2380138 w 7472601"/>
              <a:gd name="connsiteY655" fmla="*/ 3099341 h 6858000"/>
              <a:gd name="connsiteX656" fmla="*/ 1765923 w 7472601"/>
              <a:gd name="connsiteY656" fmla="*/ 3581043 h 6858000"/>
              <a:gd name="connsiteX657" fmla="*/ 1702258 w 7472601"/>
              <a:gd name="connsiteY657" fmla="*/ 3612286 h 6858000"/>
              <a:gd name="connsiteX658" fmla="*/ 1538370 w 7472601"/>
              <a:gd name="connsiteY658" fmla="*/ 3811804 h 6858000"/>
              <a:gd name="connsiteX659" fmla="*/ 542867 w 7472601"/>
              <a:gd name="connsiteY659" fmla="*/ 4944092 h 6858000"/>
              <a:gd name="connsiteX660" fmla="*/ 515800 w 7472601"/>
              <a:gd name="connsiteY660" fmla="*/ 4862180 h 6858000"/>
              <a:gd name="connsiteX661" fmla="*/ 909145 w 7472601"/>
              <a:gd name="connsiteY661" fmla="*/ 4199225 h 6858000"/>
              <a:gd name="connsiteX662" fmla="*/ 1214067 w 7472601"/>
              <a:gd name="connsiteY662" fmla="*/ 3908561 h 6858000"/>
              <a:gd name="connsiteX663" fmla="*/ 640967 w 7472601"/>
              <a:gd name="connsiteY663" fmla="*/ 4105601 h 6858000"/>
              <a:gd name="connsiteX664" fmla="*/ 112563 w 7472601"/>
              <a:gd name="connsiteY664" fmla="*/ 4396952 h 6858000"/>
              <a:gd name="connsiteX665" fmla="*/ 0 w 7472601"/>
              <a:gd name="connsiteY665" fmla="*/ 4466006 h 6858000"/>
              <a:gd name="connsiteX666" fmla="*/ 0 w 7472601"/>
              <a:gd name="connsiteY666" fmla="*/ 4233763 h 6858000"/>
              <a:gd name="connsiteX667" fmla="*/ 36881 w 7472601"/>
              <a:gd name="connsiteY667" fmla="*/ 4200118 h 6858000"/>
              <a:gd name="connsiteX668" fmla="*/ 910534 w 7472601"/>
              <a:gd name="connsiteY668" fmla="*/ 3629753 h 6858000"/>
              <a:gd name="connsiteX669" fmla="*/ 1578717 w 7472601"/>
              <a:gd name="connsiteY669" fmla="*/ 3575982 h 6858000"/>
              <a:gd name="connsiteX670" fmla="*/ 2338780 w 7472601"/>
              <a:gd name="connsiteY670" fmla="*/ 3033725 h 6858000"/>
              <a:gd name="connsiteX671" fmla="*/ 1807991 w 7472601"/>
              <a:gd name="connsiteY671" fmla="*/ 2807184 h 6858000"/>
              <a:gd name="connsiteX672" fmla="*/ 1416358 w 7472601"/>
              <a:gd name="connsiteY672" fmla="*/ 3112571 h 6858000"/>
              <a:gd name="connsiteX673" fmla="*/ 939066 w 7472601"/>
              <a:gd name="connsiteY673" fmla="*/ 3378798 h 6858000"/>
              <a:gd name="connsiteX674" fmla="*/ 115099 w 7472601"/>
              <a:gd name="connsiteY674" fmla="*/ 3607650 h 6858000"/>
              <a:gd name="connsiteX675" fmla="*/ 97284 w 7472601"/>
              <a:gd name="connsiteY675" fmla="*/ 3520393 h 6858000"/>
              <a:gd name="connsiteX676" fmla="*/ 922050 w 7472601"/>
              <a:gd name="connsiteY676" fmla="*/ 3074867 h 6858000"/>
              <a:gd name="connsiteX677" fmla="*/ 1405265 w 7472601"/>
              <a:gd name="connsiteY677" fmla="*/ 3016319 h 6858000"/>
              <a:gd name="connsiteX678" fmla="*/ 1407512 w 7472601"/>
              <a:gd name="connsiteY678" fmla="*/ 3018001 h 6858000"/>
              <a:gd name="connsiteX679" fmla="*/ 1726266 w 7472601"/>
              <a:gd name="connsiteY679" fmla="*/ 2777274 h 6858000"/>
              <a:gd name="connsiteX680" fmla="*/ 625390 w 7472601"/>
              <a:gd name="connsiteY680" fmla="*/ 2514541 h 6858000"/>
              <a:gd name="connsiteX681" fmla="*/ 619799 w 7472601"/>
              <a:gd name="connsiteY681" fmla="*/ 2527180 h 6858000"/>
              <a:gd name="connsiteX682" fmla="*/ 310030 w 7472601"/>
              <a:gd name="connsiteY682" fmla="*/ 2771818 h 6858000"/>
              <a:gd name="connsiteX683" fmla="*/ 173877 w 7472601"/>
              <a:gd name="connsiteY683" fmla="*/ 2937056 h 6858000"/>
              <a:gd name="connsiteX684" fmla="*/ 77889 w 7472601"/>
              <a:gd name="connsiteY684" fmla="*/ 3138440 h 6858000"/>
              <a:gd name="connsiteX685" fmla="*/ 0 w 7472601"/>
              <a:gd name="connsiteY685" fmla="*/ 3271395 h 6858000"/>
              <a:gd name="connsiteX686" fmla="*/ 0 w 7472601"/>
              <a:gd name="connsiteY686" fmla="*/ 3153002 h 6858000"/>
              <a:gd name="connsiteX687" fmla="*/ 2386 w 7472601"/>
              <a:gd name="connsiteY687" fmla="*/ 3149203 h 6858000"/>
              <a:gd name="connsiteX688" fmla="*/ 89753 w 7472601"/>
              <a:gd name="connsiteY688" fmla="*/ 2987702 h 6858000"/>
              <a:gd name="connsiteX689" fmla="*/ 76869 w 7472601"/>
              <a:gd name="connsiteY689" fmla="*/ 3005404 h 6858000"/>
              <a:gd name="connsiteX690" fmla="*/ 32049 w 7472601"/>
              <a:gd name="connsiteY690" fmla="*/ 3065814 h 6858000"/>
              <a:gd name="connsiteX691" fmla="*/ 0 w 7472601"/>
              <a:gd name="connsiteY691" fmla="*/ 3108744 h 6858000"/>
              <a:gd name="connsiteX692" fmla="*/ 0 w 7472601"/>
              <a:gd name="connsiteY692" fmla="*/ 3058059 h 6858000"/>
              <a:gd name="connsiteX693" fmla="*/ 7610 w 7472601"/>
              <a:gd name="connsiteY693" fmla="*/ 3047889 h 6858000"/>
              <a:gd name="connsiteX694" fmla="*/ 52419 w 7472601"/>
              <a:gd name="connsiteY694" fmla="*/ 2987479 h 6858000"/>
              <a:gd name="connsiteX695" fmla="*/ 59142 w 7472601"/>
              <a:gd name="connsiteY695" fmla="*/ 2978488 h 6858000"/>
              <a:gd name="connsiteX696" fmla="*/ 0 w 7472601"/>
              <a:gd name="connsiteY696" fmla="*/ 3015334 h 6858000"/>
              <a:gd name="connsiteX697" fmla="*/ 0 w 7472601"/>
              <a:gd name="connsiteY697" fmla="*/ 2914286 h 6858000"/>
              <a:gd name="connsiteX698" fmla="*/ 36383 w 7472601"/>
              <a:gd name="connsiteY698" fmla="*/ 2901128 h 6858000"/>
              <a:gd name="connsiteX699" fmla="*/ 156329 w 7472601"/>
              <a:gd name="connsiteY699" fmla="*/ 2840533 h 6858000"/>
              <a:gd name="connsiteX700" fmla="*/ 358355 w 7472601"/>
              <a:gd name="connsiteY700" fmla="*/ 2620471 h 6858000"/>
              <a:gd name="connsiteX701" fmla="*/ 510577 w 7472601"/>
              <a:gd name="connsiteY701" fmla="*/ 2501244 h 6858000"/>
              <a:gd name="connsiteX702" fmla="*/ 211967 w 7472601"/>
              <a:gd name="connsiteY702" fmla="*/ 2479171 h 6858000"/>
              <a:gd name="connsiteX703" fmla="*/ 0 w 7472601"/>
              <a:gd name="connsiteY703" fmla="*/ 2476398 h 6858000"/>
              <a:gd name="connsiteX704" fmla="*/ 0 w 7472601"/>
              <a:gd name="connsiteY704" fmla="*/ 2389189 h 6858000"/>
              <a:gd name="connsiteX705" fmla="*/ 103062 w 7472601"/>
              <a:gd name="connsiteY705" fmla="*/ 2389518 h 6858000"/>
              <a:gd name="connsiteX706" fmla="*/ 510734 w 7472601"/>
              <a:gd name="connsiteY706" fmla="*/ 2416201 h 6858000"/>
              <a:gd name="connsiteX707" fmla="*/ 279257 w 7472601"/>
              <a:gd name="connsiteY707" fmla="*/ 2092102 h 6858000"/>
              <a:gd name="connsiteX708" fmla="*/ 65265 w 7472601"/>
              <a:gd name="connsiteY708" fmla="*/ 2006049 h 6858000"/>
              <a:gd name="connsiteX709" fmla="*/ 0 w 7472601"/>
              <a:gd name="connsiteY709" fmla="*/ 1982532 h 6858000"/>
              <a:gd name="connsiteX710" fmla="*/ 0 w 7472601"/>
              <a:gd name="connsiteY710" fmla="*/ 1912789 h 6858000"/>
              <a:gd name="connsiteX711" fmla="*/ 97460 w 7472601"/>
              <a:gd name="connsiteY711" fmla="*/ 1953725 h 6858000"/>
              <a:gd name="connsiteX712" fmla="*/ 221272 w 7472601"/>
              <a:gd name="connsiteY712" fmla="*/ 1980766 h 6858000"/>
              <a:gd name="connsiteX713" fmla="*/ 116765 w 7472601"/>
              <a:gd name="connsiteY713" fmla="*/ 1911033 h 6858000"/>
              <a:gd name="connsiteX714" fmla="*/ 16405 w 7472601"/>
              <a:gd name="connsiteY714" fmla="*/ 1803412 h 6858000"/>
              <a:gd name="connsiteX715" fmla="*/ 0 w 7472601"/>
              <a:gd name="connsiteY715" fmla="*/ 1784777 h 6858000"/>
              <a:gd name="connsiteX716" fmla="*/ 0 w 7472601"/>
              <a:gd name="connsiteY716" fmla="*/ 1740082 h 6858000"/>
              <a:gd name="connsiteX717" fmla="*/ 39394 w 7472601"/>
              <a:gd name="connsiteY717" fmla="*/ 1784856 h 6858000"/>
              <a:gd name="connsiteX718" fmla="*/ 135813 w 7472601"/>
              <a:gd name="connsiteY718" fmla="*/ 1888838 h 6858000"/>
              <a:gd name="connsiteX719" fmla="*/ 242575 w 7472601"/>
              <a:gd name="connsiteY719" fmla="*/ 1958841 h 6858000"/>
              <a:gd name="connsiteX720" fmla="*/ 82197 w 7472601"/>
              <a:gd name="connsiteY720" fmla="*/ 1754826 h 6858000"/>
              <a:gd name="connsiteX721" fmla="*/ 0 w 7472601"/>
              <a:gd name="connsiteY721" fmla="*/ 1679650 h 6858000"/>
              <a:gd name="connsiteX722" fmla="*/ 0 w 7472601"/>
              <a:gd name="connsiteY722" fmla="*/ 1602463 h 6858000"/>
              <a:gd name="connsiteX723" fmla="*/ 84689 w 7472601"/>
              <a:gd name="connsiteY723" fmla="*/ 1677442 h 6858000"/>
              <a:gd name="connsiteX724" fmla="*/ 298437 w 7472601"/>
              <a:gd name="connsiteY724" fmla="*/ 1968019 h 6858000"/>
              <a:gd name="connsiteX725" fmla="*/ 227269 w 7472601"/>
              <a:gd name="connsiteY725" fmla="*/ 1114064 h 6858000"/>
              <a:gd name="connsiteX726" fmla="*/ 248003 w 7472601"/>
              <a:gd name="connsiteY726" fmla="*/ 1089613 h 6858000"/>
              <a:gd name="connsiteX727" fmla="*/ 427020 w 7472601"/>
              <a:gd name="connsiteY727" fmla="*/ 1619803 h 6858000"/>
              <a:gd name="connsiteX728" fmla="*/ 340345 w 7472601"/>
              <a:gd name="connsiteY728" fmla="*/ 2027739 h 6858000"/>
              <a:gd name="connsiteX729" fmla="*/ 360865 w 7472601"/>
              <a:gd name="connsiteY729" fmla="*/ 2044827 h 6858000"/>
              <a:gd name="connsiteX730" fmla="*/ 560414 w 7472601"/>
              <a:gd name="connsiteY730" fmla="*/ 2421457 h 6858000"/>
              <a:gd name="connsiteX731" fmla="*/ 1359703 w 7472601"/>
              <a:gd name="connsiteY731" fmla="*/ 2578554 h 6858000"/>
              <a:gd name="connsiteX732" fmla="*/ 1359422 w 7472601"/>
              <a:gd name="connsiteY732" fmla="*/ 2577994 h 6858000"/>
              <a:gd name="connsiteX733" fmla="*/ 828701 w 7472601"/>
              <a:gd name="connsiteY733" fmla="*/ 1839520 h 6858000"/>
              <a:gd name="connsiteX734" fmla="*/ 494427 w 7472601"/>
              <a:gd name="connsiteY734" fmla="*/ 1092333 h 6858000"/>
              <a:gd name="connsiteX735" fmla="*/ 506322 w 7472601"/>
              <a:gd name="connsiteY735" fmla="*/ 1020997 h 6858000"/>
              <a:gd name="connsiteX736" fmla="*/ 4570198 w 7472601"/>
              <a:gd name="connsiteY736" fmla="*/ 978081 h 6858000"/>
              <a:gd name="connsiteX737" fmla="*/ 4523691 w 7472601"/>
              <a:gd name="connsiteY737" fmla="*/ 1127776 h 6858000"/>
              <a:gd name="connsiteX738" fmla="*/ 4509875 w 7472601"/>
              <a:gd name="connsiteY738" fmla="*/ 1167552 h 6858000"/>
              <a:gd name="connsiteX739" fmla="*/ 4478168 w 7472601"/>
              <a:gd name="connsiteY739" fmla="*/ 1260735 h 6858000"/>
              <a:gd name="connsiteX740" fmla="*/ 4409309 w 7472601"/>
              <a:gd name="connsiteY740" fmla="*/ 1666996 h 6858000"/>
              <a:gd name="connsiteX741" fmla="*/ 4370031 w 7472601"/>
              <a:gd name="connsiteY741" fmla="*/ 1955666 h 6858000"/>
              <a:gd name="connsiteX742" fmla="*/ 4570198 w 7472601"/>
              <a:gd name="connsiteY742" fmla="*/ 978081 h 6858000"/>
              <a:gd name="connsiteX743" fmla="*/ 4557898 w 7472601"/>
              <a:gd name="connsiteY743" fmla="*/ 900011 h 6858000"/>
              <a:gd name="connsiteX744" fmla="*/ 4344840 w 7472601"/>
              <a:gd name="connsiteY744" fmla="*/ 1922038 h 6858000"/>
              <a:gd name="connsiteX745" fmla="*/ 4378710 w 7472601"/>
              <a:gd name="connsiteY745" fmla="*/ 1665516 h 6858000"/>
              <a:gd name="connsiteX746" fmla="*/ 4448798 w 7472601"/>
              <a:gd name="connsiteY746" fmla="*/ 1253024 h 6858000"/>
              <a:gd name="connsiteX747" fmla="*/ 4480315 w 7472601"/>
              <a:gd name="connsiteY747" fmla="*/ 1158454 h 6858000"/>
              <a:gd name="connsiteX748" fmla="*/ 4494133 w 7472601"/>
              <a:gd name="connsiteY748" fmla="*/ 1118676 h 6858000"/>
              <a:gd name="connsiteX749" fmla="*/ 4557898 w 7472601"/>
              <a:gd name="connsiteY749" fmla="*/ 900011 h 6858000"/>
              <a:gd name="connsiteX750" fmla="*/ 5870151 w 7472601"/>
              <a:gd name="connsiteY750" fmla="*/ 898890 h 6858000"/>
              <a:gd name="connsiteX751" fmla="*/ 5861335 w 7472601"/>
              <a:gd name="connsiteY751" fmla="*/ 899177 h 6858000"/>
              <a:gd name="connsiteX752" fmla="*/ 5843702 w 7472601"/>
              <a:gd name="connsiteY752" fmla="*/ 899748 h 6858000"/>
              <a:gd name="connsiteX753" fmla="*/ 5651107 w 7472601"/>
              <a:gd name="connsiteY753" fmla="*/ 920306 h 6858000"/>
              <a:gd name="connsiteX754" fmla="*/ 5459407 w 7472601"/>
              <a:gd name="connsiteY754" fmla="*/ 940975 h 6858000"/>
              <a:gd name="connsiteX755" fmla="*/ 5374846 w 7472601"/>
              <a:gd name="connsiteY755" fmla="*/ 941988 h 6858000"/>
              <a:gd name="connsiteX756" fmla="*/ 5256105 w 7472601"/>
              <a:gd name="connsiteY756" fmla="*/ 945632 h 6858000"/>
              <a:gd name="connsiteX757" fmla="*/ 5107071 w 7472601"/>
              <a:gd name="connsiteY757" fmla="*/ 969720 h 6858000"/>
              <a:gd name="connsiteX758" fmla="*/ 4998681 w 7472601"/>
              <a:gd name="connsiteY758" fmla="*/ 988771 h 6858000"/>
              <a:gd name="connsiteX759" fmla="*/ 5870151 w 7472601"/>
              <a:gd name="connsiteY759" fmla="*/ 898890 h 6858000"/>
              <a:gd name="connsiteX760" fmla="*/ 5504425 w 7472601"/>
              <a:gd name="connsiteY760" fmla="*/ 848067 h 6858000"/>
              <a:gd name="connsiteX761" fmla="*/ 4968849 w 7472601"/>
              <a:gd name="connsiteY761" fmla="*/ 962318 h 6858000"/>
              <a:gd name="connsiteX762" fmla="*/ 5104039 w 7472601"/>
              <a:gd name="connsiteY762" fmla="*/ 940634 h 6858000"/>
              <a:gd name="connsiteX763" fmla="*/ 5256311 w 7472601"/>
              <a:gd name="connsiteY763" fmla="*/ 916490 h 6858000"/>
              <a:gd name="connsiteX764" fmla="*/ 5377381 w 7472601"/>
              <a:gd name="connsiteY764" fmla="*/ 912671 h 6858000"/>
              <a:gd name="connsiteX765" fmla="*/ 5460148 w 7472601"/>
              <a:gd name="connsiteY765" fmla="*/ 911442 h 6858000"/>
              <a:gd name="connsiteX766" fmla="*/ 5648971 w 7472601"/>
              <a:gd name="connsiteY766" fmla="*/ 891331 h 6858000"/>
              <a:gd name="connsiteX767" fmla="*/ 5844807 w 7472601"/>
              <a:gd name="connsiteY767" fmla="*/ 870718 h 6858000"/>
              <a:gd name="connsiteX768" fmla="*/ 5862975 w 7472601"/>
              <a:gd name="connsiteY768" fmla="*/ 869756 h 6858000"/>
              <a:gd name="connsiteX769" fmla="*/ 5920887 w 7472601"/>
              <a:gd name="connsiteY769" fmla="*/ 865929 h 6858000"/>
              <a:gd name="connsiteX770" fmla="*/ 5504425 w 7472601"/>
              <a:gd name="connsiteY770" fmla="*/ 848067 h 6858000"/>
              <a:gd name="connsiteX771" fmla="*/ 3607114 w 7472601"/>
              <a:gd name="connsiteY771" fmla="*/ 467441 h 6858000"/>
              <a:gd name="connsiteX772" fmla="*/ 3296242 w 7472601"/>
              <a:gd name="connsiteY772" fmla="*/ 807991 h 6858000"/>
              <a:gd name="connsiteX773" fmla="*/ 3174674 w 7472601"/>
              <a:gd name="connsiteY773" fmla="*/ 919759 h 6858000"/>
              <a:gd name="connsiteX774" fmla="*/ 3042978 w 7472601"/>
              <a:gd name="connsiteY774" fmla="*/ 1054894 h 6858000"/>
              <a:gd name="connsiteX775" fmla="*/ 2968914 w 7472601"/>
              <a:gd name="connsiteY775" fmla="*/ 1133756 h 6858000"/>
              <a:gd name="connsiteX776" fmla="*/ 3103823 w 7472601"/>
              <a:gd name="connsiteY776" fmla="*/ 1026814 h 6858000"/>
              <a:gd name="connsiteX777" fmla="*/ 3607114 w 7472601"/>
              <a:gd name="connsiteY777" fmla="*/ 467441 h 6858000"/>
              <a:gd name="connsiteX778" fmla="*/ 3744487 w 7472601"/>
              <a:gd name="connsiteY778" fmla="*/ 383136 h 6858000"/>
              <a:gd name="connsiteX779" fmla="*/ 3970213 w 7472601"/>
              <a:gd name="connsiteY779" fmla="*/ 995559 h 6858000"/>
              <a:gd name="connsiteX780" fmla="*/ 3744487 w 7472601"/>
              <a:gd name="connsiteY780" fmla="*/ 383136 h 6858000"/>
              <a:gd name="connsiteX781" fmla="*/ 3624562 w 7472601"/>
              <a:gd name="connsiteY781" fmla="*/ 367041 h 6858000"/>
              <a:gd name="connsiteX782" fmla="*/ 3489712 w 7472601"/>
              <a:gd name="connsiteY782" fmla="*/ 485386 h 6858000"/>
              <a:gd name="connsiteX783" fmla="*/ 3182994 w 7472601"/>
              <a:gd name="connsiteY783" fmla="*/ 828265 h 6858000"/>
              <a:gd name="connsiteX784" fmla="*/ 2892114 w 7472601"/>
              <a:gd name="connsiteY784" fmla="*/ 1172635 h 6858000"/>
              <a:gd name="connsiteX785" fmla="*/ 3021459 w 7472601"/>
              <a:gd name="connsiteY785" fmla="*/ 1035385 h 6858000"/>
              <a:gd name="connsiteX786" fmla="*/ 3153873 w 7472601"/>
              <a:gd name="connsiteY786" fmla="*/ 898971 h 6858000"/>
              <a:gd name="connsiteX787" fmla="*/ 3276511 w 7472601"/>
              <a:gd name="connsiteY787" fmla="*/ 786423 h 6858000"/>
              <a:gd name="connsiteX788" fmla="*/ 3584154 w 7472601"/>
              <a:gd name="connsiteY788" fmla="*/ 448218 h 6858000"/>
              <a:gd name="connsiteX789" fmla="*/ 3624562 w 7472601"/>
              <a:gd name="connsiteY789" fmla="*/ 367041 h 6858000"/>
              <a:gd name="connsiteX790" fmla="*/ 3766672 w 7472601"/>
              <a:gd name="connsiteY790" fmla="*/ 359429 h 6858000"/>
              <a:gd name="connsiteX791" fmla="*/ 3996338 w 7472601"/>
              <a:gd name="connsiteY791" fmla="*/ 968237 h 6858000"/>
              <a:gd name="connsiteX792" fmla="*/ 3766672 w 7472601"/>
              <a:gd name="connsiteY792" fmla="*/ 359429 h 6858000"/>
              <a:gd name="connsiteX793" fmla="*/ 5805386 w 7472601"/>
              <a:gd name="connsiteY793" fmla="*/ 239240 h 6858000"/>
              <a:gd name="connsiteX794" fmla="*/ 5736947 w 7472601"/>
              <a:gd name="connsiteY794" fmla="*/ 261367 h 6858000"/>
              <a:gd name="connsiteX795" fmla="*/ 5427012 w 7472601"/>
              <a:gd name="connsiteY795" fmla="*/ 311272 h 6858000"/>
              <a:gd name="connsiteX796" fmla="*/ 5147818 w 7472601"/>
              <a:gd name="connsiteY796" fmla="*/ 322112 h 6858000"/>
              <a:gd name="connsiteX797" fmla="*/ 5060854 w 7472601"/>
              <a:gd name="connsiteY797" fmla="*/ 311882 h 6858000"/>
              <a:gd name="connsiteX798" fmla="*/ 4945989 w 7472601"/>
              <a:gd name="connsiteY798" fmla="*/ 300516 h 6858000"/>
              <a:gd name="connsiteX799" fmla="*/ 5410479 w 7472601"/>
              <a:gd name="connsiteY799" fmla="*/ 348434 h 6858000"/>
              <a:gd name="connsiteX800" fmla="*/ 5805386 w 7472601"/>
              <a:gd name="connsiteY800" fmla="*/ 239240 h 6858000"/>
              <a:gd name="connsiteX801" fmla="*/ 5905192 w 7472601"/>
              <a:gd name="connsiteY801" fmla="*/ 163079 h 6858000"/>
              <a:gd name="connsiteX802" fmla="*/ 5865655 w 7472601"/>
              <a:gd name="connsiteY802" fmla="*/ 171901 h 6858000"/>
              <a:gd name="connsiteX803" fmla="*/ 5259740 w 7472601"/>
              <a:gd name="connsiteY803" fmla="*/ 257013 h 6858000"/>
              <a:gd name="connsiteX804" fmla="*/ 5208466 w 7472601"/>
              <a:gd name="connsiteY804" fmla="*/ 257550 h 6858000"/>
              <a:gd name="connsiteX805" fmla="*/ 4980204 w 7472601"/>
              <a:gd name="connsiteY805" fmla="*/ 271903 h 6858000"/>
              <a:gd name="connsiteX806" fmla="*/ 5068068 w 7472601"/>
              <a:gd name="connsiteY806" fmla="*/ 282244 h 6858000"/>
              <a:gd name="connsiteX807" fmla="*/ 5153231 w 7472601"/>
              <a:gd name="connsiteY807" fmla="*/ 292240 h 6858000"/>
              <a:gd name="connsiteX808" fmla="*/ 5426491 w 7472601"/>
              <a:gd name="connsiteY808" fmla="*/ 281128 h 6858000"/>
              <a:gd name="connsiteX809" fmla="*/ 5731212 w 7472601"/>
              <a:gd name="connsiteY809" fmla="*/ 231951 h 6858000"/>
              <a:gd name="connsiteX810" fmla="*/ 5905192 w 7472601"/>
              <a:gd name="connsiteY810" fmla="*/ 163079 h 6858000"/>
              <a:gd name="connsiteX811" fmla="*/ 5944437 w 7472601"/>
              <a:gd name="connsiteY811" fmla="*/ 113829 h 6858000"/>
              <a:gd name="connsiteX812" fmla="*/ 5825032 w 7472601"/>
              <a:gd name="connsiteY812" fmla="*/ 146405 h 6858000"/>
              <a:gd name="connsiteX813" fmla="*/ 4955599 w 7472601"/>
              <a:gd name="connsiteY813" fmla="*/ 247008 h 6858000"/>
              <a:gd name="connsiteX814" fmla="*/ 5210104 w 7472601"/>
              <a:gd name="connsiteY814" fmla="*/ 228123 h 6858000"/>
              <a:gd name="connsiteX815" fmla="*/ 5261015 w 7472601"/>
              <a:gd name="connsiteY815" fmla="*/ 227087 h 6858000"/>
              <a:gd name="connsiteX816" fmla="*/ 5861181 w 7472601"/>
              <a:gd name="connsiteY816" fmla="*/ 143093 h 6858000"/>
              <a:gd name="connsiteX817" fmla="*/ 5961252 w 7472601"/>
              <a:gd name="connsiteY817" fmla="*/ 114820 h 6858000"/>
              <a:gd name="connsiteX818" fmla="*/ 5944437 w 7472601"/>
              <a:gd name="connsiteY818" fmla="*/ 113829 h 6858000"/>
              <a:gd name="connsiteX819" fmla="*/ 3882765 w 7472601"/>
              <a:gd name="connsiteY819" fmla="*/ 0 h 6858000"/>
              <a:gd name="connsiteX820" fmla="*/ 3995099 w 7472601"/>
              <a:gd name="connsiteY820" fmla="*/ 0 h 6858000"/>
              <a:gd name="connsiteX821" fmla="*/ 4163818 w 7472601"/>
              <a:gd name="connsiteY821" fmla="*/ 234104 h 6858000"/>
              <a:gd name="connsiteX822" fmla="*/ 4172099 w 7472601"/>
              <a:gd name="connsiteY822" fmla="*/ 234207 h 6858000"/>
              <a:gd name="connsiteX823" fmla="*/ 4784282 w 7472601"/>
              <a:gd name="connsiteY823" fmla="*/ 276561 h 6858000"/>
              <a:gd name="connsiteX824" fmla="*/ 4801687 w 7472601"/>
              <a:gd name="connsiteY824" fmla="*/ 267764 h 6858000"/>
              <a:gd name="connsiteX825" fmla="*/ 6082788 w 7472601"/>
              <a:gd name="connsiteY825" fmla="*/ 64119 h 6858000"/>
              <a:gd name="connsiteX826" fmla="*/ 6099442 w 7472601"/>
              <a:gd name="connsiteY826" fmla="*/ 82568 h 6858000"/>
              <a:gd name="connsiteX827" fmla="*/ 4804137 w 7472601"/>
              <a:gd name="connsiteY827" fmla="*/ 320931 h 6858000"/>
              <a:gd name="connsiteX828" fmla="*/ 4227047 w 7472601"/>
              <a:gd name="connsiteY828" fmla="*/ 313415 h 6858000"/>
              <a:gd name="connsiteX829" fmla="*/ 4346041 w 7472601"/>
              <a:gd name="connsiteY829" fmla="*/ 456086 h 6858000"/>
              <a:gd name="connsiteX830" fmla="*/ 4870967 w 7472601"/>
              <a:gd name="connsiteY830" fmla="*/ 963061 h 6858000"/>
              <a:gd name="connsiteX831" fmla="*/ 4889647 w 7472601"/>
              <a:gd name="connsiteY831" fmla="*/ 957147 h 6858000"/>
              <a:gd name="connsiteX832" fmla="*/ 5422504 w 7472601"/>
              <a:gd name="connsiteY832" fmla="*/ 805191 h 6858000"/>
              <a:gd name="connsiteX833" fmla="*/ 6087656 w 7472601"/>
              <a:gd name="connsiteY833" fmla="*/ 826703 h 6858000"/>
              <a:gd name="connsiteX834" fmla="*/ 6058717 w 7472601"/>
              <a:gd name="connsiteY834" fmla="*/ 865992 h 6858000"/>
              <a:gd name="connsiteX835" fmla="*/ 4974153 w 7472601"/>
              <a:gd name="connsiteY835" fmla="*/ 1045456 h 6858000"/>
              <a:gd name="connsiteX836" fmla="*/ 5627835 w 7472601"/>
              <a:gd name="connsiteY836" fmla="*/ 1472077 h 6858000"/>
              <a:gd name="connsiteX837" fmla="*/ 5629817 w 7472601"/>
              <a:gd name="connsiteY837" fmla="*/ 1471412 h 6858000"/>
              <a:gd name="connsiteX838" fmla="*/ 5634124 w 7472601"/>
              <a:gd name="connsiteY838" fmla="*/ 1470572 h 6858000"/>
              <a:gd name="connsiteX839" fmla="*/ 5755832 w 7472601"/>
              <a:gd name="connsiteY839" fmla="*/ 1383886 h 6858000"/>
              <a:gd name="connsiteX840" fmla="*/ 6014186 w 7472601"/>
              <a:gd name="connsiteY840" fmla="*/ 1279799 h 6858000"/>
              <a:gd name="connsiteX841" fmla="*/ 6901619 w 7472601"/>
              <a:gd name="connsiteY841" fmla="*/ 1047874 h 6858000"/>
              <a:gd name="connsiteX842" fmla="*/ 6931566 w 7472601"/>
              <a:gd name="connsiteY842" fmla="*/ 1062034 h 6858000"/>
              <a:gd name="connsiteX843" fmla="*/ 5790982 w 7472601"/>
              <a:gd name="connsiteY843" fmla="*/ 1561380 h 6858000"/>
              <a:gd name="connsiteX844" fmla="*/ 6188971 w 7472601"/>
              <a:gd name="connsiteY844" fmla="*/ 1755168 h 6858000"/>
              <a:gd name="connsiteX845" fmla="*/ 6202446 w 7472601"/>
              <a:gd name="connsiteY845" fmla="*/ 1752268 h 6858000"/>
              <a:gd name="connsiteX846" fmla="*/ 7179560 w 7472601"/>
              <a:gd name="connsiteY846" fmla="*/ 1467551 h 6858000"/>
              <a:gd name="connsiteX847" fmla="*/ 7158730 w 7472601"/>
              <a:gd name="connsiteY847" fmla="*/ 1507835 h 6858000"/>
              <a:gd name="connsiteX848" fmla="*/ 6326959 w 7472601"/>
              <a:gd name="connsiteY848" fmla="*/ 1817686 h 6858000"/>
              <a:gd name="connsiteX849" fmla="*/ 6537433 w 7472601"/>
              <a:gd name="connsiteY849" fmla="*/ 1907790 h 6858000"/>
              <a:gd name="connsiteX850" fmla="*/ 6550221 w 7472601"/>
              <a:gd name="connsiteY850" fmla="*/ 1910729 h 6858000"/>
              <a:gd name="connsiteX851" fmla="*/ 6964438 w 7472601"/>
              <a:gd name="connsiteY851" fmla="*/ 2209505 h 6858000"/>
              <a:gd name="connsiteX852" fmla="*/ 7367862 w 7472601"/>
              <a:gd name="connsiteY852" fmla="*/ 2806833 h 6858000"/>
              <a:gd name="connsiteX853" fmla="*/ 7364329 w 7472601"/>
              <a:gd name="connsiteY853" fmla="*/ 2826907 h 6858000"/>
              <a:gd name="connsiteX854" fmla="*/ 7290545 w 7472601"/>
              <a:gd name="connsiteY854" fmla="*/ 2850663 h 6858000"/>
              <a:gd name="connsiteX855" fmla="*/ 6472036 w 7472601"/>
              <a:gd name="connsiteY855" fmla="*/ 1959003 h 6858000"/>
              <a:gd name="connsiteX856" fmla="*/ 5792897 w 7472601"/>
              <a:gd name="connsiteY856" fmla="*/ 1647747 h 6858000"/>
              <a:gd name="connsiteX857" fmla="*/ 5842751 w 7472601"/>
              <a:gd name="connsiteY857" fmla="*/ 1816112 h 6858000"/>
              <a:gd name="connsiteX858" fmla="*/ 5847424 w 7472601"/>
              <a:gd name="connsiteY858" fmla="*/ 1815776 h 6858000"/>
              <a:gd name="connsiteX859" fmla="*/ 6399821 w 7472601"/>
              <a:gd name="connsiteY859" fmla="*/ 2344799 h 6858000"/>
              <a:gd name="connsiteX860" fmla="*/ 6323232 w 7472601"/>
              <a:gd name="connsiteY860" fmla="*/ 2389634 h 6858000"/>
              <a:gd name="connsiteX861" fmla="*/ 5942958 w 7472601"/>
              <a:gd name="connsiteY861" fmla="*/ 2077708 h 6858000"/>
              <a:gd name="connsiteX862" fmla="*/ 5921559 w 7472601"/>
              <a:gd name="connsiteY862" fmla="*/ 2378596 h 6858000"/>
              <a:gd name="connsiteX863" fmla="*/ 5817651 w 7472601"/>
              <a:gd name="connsiteY863" fmla="*/ 3023919 h 6858000"/>
              <a:gd name="connsiteX864" fmla="*/ 5729634 w 7472601"/>
              <a:gd name="connsiteY864" fmla="*/ 3051849 h 6858000"/>
              <a:gd name="connsiteX865" fmla="*/ 5611018 w 7472601"/>
              <a:gd name="connsiteY865" fmla="*/ 2316769 h 6858000"/>
              <a:gd name="connsiteX866" fmla="*/ 5687608 w 7472601"/>
              <a:gd name="connsiteY866" fmla="*/ 2039972 h 6858000"/>
              <a:gd name="connsiteX867" fmla="*/ 5657554 w 7472601"/>
              <a:gd name="connsiteY867" fmla="*/ 1576445 h 6858000"/>
              <a:gd name="connsiteX868" fmla="*/ 5150475 w 7472601"/>
              <a:gd name="connsiteY868" fmla="*/ 1274012 h 6858000"/>
              <a:gd name="connsiteX869" fmla="*/ 5349142 w 7472601"/>
              <a:gd name="connsiteY869" fmla="*/ 2204405 h 6858000"/>
              <a:gd name="connsiteX870" fmla="*/ 5262214 w 7472601"/>
              <a:gd name="connsiteY870" fmla="*/ 2233836 h 6858000"/>
              <a:gd name="connsiteX871" fmla="*/ 4981539 w 7472601"/>
              <a:gd name="connsiteY871" fmla="*/ 1542201 h 6858000"/>
              <a:gd name="connsiteX872" fmla="*/ 4958461 w 7472601"/>
              <a:gd name="connsiteY872" fmla="*/ 1136957 h 6858000"/>
              <a:gd name="connsiteX873" fmla="*/ 4655015 w 7472601"/>
              <a:gd name="connsiteY873" fmla="*/ 891426 h 6858000"/>
              <a:gd name="connsiteX874" fmla="*/ 4348002 w 7472601"/>
              <a:gd name="connsiteY874" fmla="*/ 2205895 h 6858000"/>
              <a:gd name="connsiteX875" fmla="*/ 4262250 w 7472601"/>
              <a:gd name="connsiteY875" fmla="*/ 2219972 h 6858000"/>
              <a:gd name="connsiteX876" fmla="*/ 4550611 w 7472601"/>
              <a:gd name="connsiteY876" fmla="*/ 817540 h 6858000"/>
              <a:gd name="connsiteX877" fmla="*/ 4564418 w 7472601"/>
              <a:gd name="connsiteY877" fmla="*/ 808293 h 6858000"/>
              <a:gd name="connsiteX878" fmla="*/ 4266388 w 7472601"/>
              <a:gd name="connsiteY878" fmla="*/ 500083 h 6858000"/>
              <a:gd name="connsiteX879" fmla="*/ 4032842 w 7472601"/>
              <a:gd name="connsiteY879" fmla="*/ 211809 h 6858000"/>
              <a:gd name="connsiteX880" fmla="*/ 3882765 w 7472601"/>
              <a:gd name="connsiteY880" fmla="*/ 0 h 6858000"/>
              <a:gd name="connsiteX881" fmla="*/ 3721337 w 7472601"/>
              <a:gd name="connsiteY881" fmla="*/ 0 h 6858000"/>
              <a:gd name="connsiteX882" fmla="*/ 3797544 w 7472601"/>
              <a:gd name="connsiteY882" fmla="*/ 0 h 6858000"/>
              <a:gd name="connsiteX883" fmla="*/ 3775734 w 7472601"/>
              <a:gd name="connsiteY883" fmla="*/ 95131 h 6858000"/>
              <a:gd name="connsiteX884" fmla="*/ 3724807 w 7472601"/>
              <a:gd name="connsiteY884" fmla="*/ 272257 h 6858000"/>
              <a:gd name="connsiteX885" fmla="*/ 3726844 w 7472601"/>
              <a:gd name="connsiteY885" fmla="*/ 282988 h 6858000"/>
              <a:gd name="connsiteX886" fmla="*/ 3742664 w 7472601"/>
              <a:gd name="connsiteY886" fmla="*/ 279918 h 6858000"/>
              <a:gd name="connsiteX887" fmla="*/ 4103910 w 7472601"/>
              <a:gd name="connsiteY887" fmla="*/ 1161917 h 6858000"/>
              <a:gd name="connsiteX888" fmla="*/ 4020269 w 7472601"/>
              <a:gd name="connsiteY888" fmla="*/ 1200406 h 6858000"/>
              <a:gd name="connsiteX889" fmla="*/ 3674882 w 7472601"/>
              <a:gd name="connsiteY889" fmla="*/ 488524 h 6858000"/>
              <a:gd name="connsiteX890" fmla="*/ 3132682 w 7472601"/>
              <a:gd name="connsiteY890" fmla="*/ 1072284 h 6858000"/>
              <a:gd name="connsiteX891" fmla="*/ 2716346 w 7472601"/>
              <a:gd name="connsiteY891" fmla="*/ 1276376 h 6858000"/>
              <a:gd name="connsiteX892" fmla="*/ 2716772 w 7472601"/>
              <a:gd name="connsiteY892" fmla="*/ 1255462 h 6858000"/>
              <a:gd name="connsiteX893" fmla="*/ 3471096 w 7472601"/>
              <a:gd name="connsiteY893" fmla="*/ 437072 h 6858000"/>
              <a:gd name="connsiteX894" fmla="*/ 3639057 w 7472601"/>
              <a:gd name="connsiteY894" fmla="*/ 286334 h 6858000"/>
              <a:gd name="connsiteX895" fmla="*/ 3640309 w 7472601"/>
              <a:gd name="connsiteY895" fmla="*/ 284664 h 6858000"/>
              <a:gd name="connsiteX896" fmla="*/ 3646022 w 7472601"/>
              <a:gd name="connsiteY896" fmla="*/ 276711 h 6858000"/>
              <a:gd name="connsiteX897" fmla="*/ 3707943 w 7472601"/>
              <a:gd name="connsiteY897" fmla="*/ 65958 h 6858000"/>
              <a:gd name="connsiteX898" fmla="*/ 3721337 w 7472601"/>
              <a:gd name="connsiteY898" fmla="*/ 0 h 6858000"/>
              <a:gd name="connsiteX899" fmla="*/ 2867960 w 7472601"/>
              <a:gd name="connsiteY899" fmla="*/ 0 h 6858000"/>
              <a:gd name="connsiteX900" fmla="*/ 2926351 w 7472601"/>
              <a:gd name="connsiteY900" fmla="*/ 0 h 6858000"/>
              <a:gd name="connsiteX901" fmla="*/ 2902823 w 7472601"/>
              <a:gd name="connsiteY901" fmla="*/ 262929 h 6858000"/>
              <a:gd name="connsiteX902" fmla="*/ 2940663 w 7472601"/>
              <a:gd name="connsiteY902" fmla="*/ 140884 h 6858000"/>
              <a:gd name="connsiteX903" fmla="*/ 2947039 w 7472601"/>
              <a:gd name="connsiteY903" fmla="*/ 122524 h 6858000"/>
              <a:gd name="connsiteX904" fmla="*/ 2984316 w 7472601"/>
              <a:gd name="connsiteY904" fmla="*/ 0 h 6858000"/>
              <a:gd name="connsiteX905" fmla="*/ 3016114 w 7472601"/>
              <a:gd name="connsiteY905" fmla="*/ 0 h 6858000"/>
              <a:gd name="connsiteX906" fmla="*/ 2979949 w 7472601"/>
              <a:gd name="connsiteY906" fmla="*/ 119274 h 6858000"/>
              <a:gd name="connsiteX907" fmla="*/ 3023879 w 7472601"/>
              <a:gd name="connsiteY907" fmla="*/ 0 h 6858000"/>
              <a:gd name="connsiteX908" fmla="*/ 3105400 w 7472601"/>
              <a:gd name="connsiteY908" fmla="*/ 0 h 6858000"/>
              <a:gd name="connsiteX909" fmla="*/ 3094669 w 7472601"/>
              <a:gd name="connsiteY909" fmla="*/ 30308 h 6858000"/>
              <a:gd name="connsiteX910" fmla="*/ 2901945 w 7472601"/>
              <a:gd name="connsiteY910" fmla="*/ 466538 h 6858000"/>
              <a:gd name="connsiteX911" fmla="*/ 2815209 w 7472601"/>
              <a:gd name="connsiteY911" fmla="*/ 497361 h 6858000"/>
              <a:gd name="connsiteX912" fmla="*/ 2844845 w 7472601"/>
              <a:gd name="connsiteY912" fmla="*/ 127638 h 6858000"/>
              <a:gd name="connsiteX913" fmla="*/ 2867960 w 7472601"/>
              <a:gd name="connsiteY913" fmla="*/ 0 h 6858000"/>
              <a:gd name="connsiteX914" fmla="*/ 1057230 w 7472601"/>
              <a:gd name="connsiteY914" fmla="*/ 0 h 6858000"/>
              <a:gd name="connsiteX915" fmla="*/ 1111003 w 7472601"/>
              <a:gd name="connsiteY915" fmla="*/ 0 h 6858000"/>
              <a:gd name="connsiteX916" fmla="*/ 1125553 w 7472601"/>
              <a:gd name="connsiteY916" fmla="*/ 52588 h 6858000"/>
              <a:gd name="connsiteX917" fmla="*/ 1304276 w 7472601"/>
              <a:gd name="connsiteY917" fmla="*/ 476275 h 6858000"/>
              <a:gd name="connsiteX918" fmla="*/ 1492066 w 7472601"/>
              <a:gd name="connsiteY918" fmla="*/ 886333 h 6858000"/>
              <a:gd name="connsiteX919" fmla="*/ 1423698 w 7472601"/>
              <a:gd name="connsiteY919" fmla="*/ 710817 h 6858000"/>
              <a:gd name="connsiteX920" fmla="*/ 1357609 w 7472601"/>
              <a:gd name="connsiteY920" fmla="*/ 532892 h 6858000"/>
              <a:gd name="connsiteX921" fmla="*/ 1309550 w 7472601"/>
              <a:gd name="connsiteY921" fmla="*/ 374031 h 6858000"/>
              <a:gd name="connsiteX922" fmla="*/ 1193673 w 7472601"/>
              <a:gd name="connsiteY922" fmla="*/ 49533 h 6858000"/>
              <a:gd name="connsiteX923" fmla="*/ 1164391 w 7472601"/>
              <a:gd name="connsiteY923" fmla="*/ 0 h 6858000"/>
              <a:gd name="connsiteX924" fmla="*/ 1200666 w 7472601"/>
              <a:gd name="connsiteY924" fmla="*/ 0 h 6858000"/>
              <a:gd name="connsiteX925" fmla="*/ 1223408 w 7472601"/>
              <a:gd name="connsiteY925" fmla="*/ 38996 h 6858000"/>
              <a:gd name="connsiteX926" fmla="*/ 1339635 w 7472601"/>
              <a:gd name="connsiteY926" fmla="*/ 365517 h 6858000"/>
              <a:gd name="connsiteX927" fmla="*/ 1387469 w 7472601"/>
              <a:gd name="connsiteY927" fmla="*/ 523079 h 6858000"/>
              <a:gd name="connsiteX928" fmla="*/ 1452685 w 7472601"/>
              <a:gd name="connsiteY928" fmla="*/ 699806 h 6858000"/>
              <a:gd name="connsiteX929" fmla="*/ 1492092 w 7472601"/>
              <a:gd name="connsiteY929" fmla="*/ 800424 h 6858000"/>
              <a:gd name="connsiteX930" fmla="*/ 1455302 w 7472601"/>
              <a:gd name="connsiteY930" fmla="*/ 632913 h 6858000"/>
              <a:gd name="connsiteX931" fmla="*/ 1222336 w 7472601"/>
              <a:gd name="connsiteY931" fmla="*/ 9480 h 6858000"/>
              <a:gd name="connsiteX932" fmla="*/ 1214634 w 7472601"/>
              <a:gd name="connsiteY932" fmla="*/ 0 h 6858000"/>
              <a:gd name="connsiteX933" fmla="*/ 1289827 w 7472601"/>
              <a:gd name="connsiteY933" fmla="*/ 0 h 6858000"/>
              <a:gd name="connsiteX934" fmla="*/ 1321076 w 7472601"/>
              <a:gd name="connsiteY934" fmla="*/ 59722 h 6858000"/>
              <a:gd name="connsiteX935" fmla="*/ 1512579 w 7472601"/>
              <a:gd name="connsiteY935" fmla="*/ 626441 h 6858000"/>
              <a:gd name="connsiteX936" fmla="*/ 1506076 w 7472601"/>
              <a:gd name="connsiteY936" fmla="*/ 1089289 h 6858000"/>
              <a:gd name="connsiteX937" fmla="*/ 1486346 w 7472601"/>
              <a:gd name="connsiteY937" fmla="*/ 1079919 h 6858000"/>
              <a:gd name="connsiteX938" fmla="*/ 1070511 w 7472601"/>
              <a:gd name="connsiteY938" fmla="*/ 48609 h 6858000"/>
              <a:gd name="connsiteX939" fmla="*/ 1057230 w 7472601"/>
              <a:gd name="connsiteY939" fmla="*/ 0 h 6858000"/>
              <a:gd name="connsiteX940" fmla="*/ 43151 w 7472601"/>
              <a:gd name="connsiteY940" fmla="*/ 0 h 6858000"/>
              <a:gd name="connsiteX941" fmla="*/ 95283 w 7472601"/>
              <a:gd name="connsiteY941" fmla="*/ 0 h 6858000"/>
              <a:gd name="connsiteX942" fmla="*/ 300708 w 7472601"/>
              <a:gd name="connsiteY942" fmla="*/ 154571 h 6858000"/>
              <a:gd name="connsiteX943" fmla="*/ 530414 w 7472601"/>
              <a:gd name="connsiteY943" fmla="*/ 354673 h 6858000"/>
              <a:gd name="connsiteX944" fmla="*/ 333785 w 7472601"/>
              <a:gd name="connsiteY944" fmla="*/ 161564 h 6858000"/>
              <a:gd name="connsiteX945" fmla="*/ 147005 w 7472601"/>
              <a:gd name="connsiteY945" fmla="*/ 0 h 6858000"/>
              <a:gd name="connsiteX946" fmla="*/ 272509 w 7472601"/>
              <a:gd name="connsiteY946" fmla="*/ 0 h 6858000"/>
              <a:gd name="connsiteX947" fmla="*/ 326276 w 7472601"/>
              <a:gd name="connsiteY947" fmla="*/ 45847 h 6858000"/>
              <a:gd name="connsiteX948" fmla="*/ 823759 w 7472601"/>
              <a:gd name="connsiteY948" fmla="*/ 574145 h 6858000"/>
              <a:gd name="connsiteX949" fmla="*/ 811254 w 7472601"/>
              <a:gd name="connsiteY949" fmla="*/ 665546 h 6858000"/>
              <a:gd name="connsiteX950" fmla="*/ 154042 w 7472601"/>
              <a:gd name="connsiteY950" fmla="*/ 261522 h 6858000"/>
              <a:gd name="connsiteX951" fmla="*/ 13550 w 7472601"/>
              <a:gd name="connsiteY951" fmla="*/ 158423 h 6858000"/>
              <a:gd name="connsiteX952" fmla="*/ 0 w 7472601"/>
              <a:gd name="connsiteY952" fmla="*/ 146618 h 6858000"/>
              <a:gd name="connsiteX953" fmla="*/ 0 w 7472601"/>
              <a:gd name="connsiteY953" fmla="*/ 59161 h 6858000"/>
              <a:gd name="connsiteX954" fmla="*/ 45427 w 7472601"/>
              <a:gd name="connsiteY954" fmla="*/ 101078 h 6858000"/>
              <a:gd name="connsiteX955" fmla="*/ 630103 w 7472601"/>
              <a:gd name="connsiteY955" fmla="*/ 485885 h 6858000"/>
              <a:gd name="connsiteX956" fmla="*/ 532040 w 7472601"/>
              <a:gd name="connsiteY956" fmla="*/ 399359 h 6858000"/>
              <a:gd name="connsiteX957" fmla="*/ 517618 w 7472601"/>
              <a:gd name="connsiteY957" fmla="*/ 385726 h 6858000"/>
              <a:gd name="connsiteX958" fmla="*/ 285074 w 7472601"/>
              <a:gd name="connsiteY958" fmla="*/ 182755 h 6858000"/>
              <a:gd name="connsiteX959" fmla="*/ 43151 w 7472601"/>
              <a:gd name="connsiteY959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221686 h 6858000"/>
              <a:gd name="connsiteX78" fmla="*/ 7467600 w 7467663"/>
              <a:gd name="connsiteY78" fmla="*/ 6334256 h 6858000"/>
              <a:gd name="connsiteX79" fmla="*/ 7454976 w 7467663"/>
              <a:gd name="connsiteY79" fmla="*/ 6318297 h 6858000"/>
              <a:gd name="connsiteX80" fmla="*/ 1456157 w 7467663"/>
              <a:gd name="connsiteY80" fmla="*/ 5371404 h 6858000"/>
              <a:gd name="connsiteX81" fmla="*/ 1244432 w 7467663"/>
              <a:gd name="connsiteY81" fmla="*/ 5385601 h 6858000"/>
              <a:gd name="connsiteX82" fmla="*/ 973990 w 7467663"/>
              <a:gd name="connsiteY82" fmla="*/ 5424940 h 6858000"/>
              <a:gd name="connsiteX83" fmla="*/ 1103809 w 7467663"/>
              <a:gd name="connsiteY83" fmla="*/ 5433720 h 6858000"/>
              <a:gd name="connsiteX84" fmla="*/ 1123454 w 7467663"/>
              <a:gd name="connsiteY84" fmla="*/ 5435727 h 6858000"/>
              <a:gd name="connsiteX85" fmla="*/ 1737017 w 7467663"/>
              <a:gd name="connsiteY85" fmla="*/ 5452183 h 6858000"/>
              <a:gd name="connsiteX86" fmla="*/ 1824397 w 7467663"/>
              <a:gd name="connsiteY86" fmla="*/ 5447757 h 6858000"/>
              <a:gd name="connsiteX87" fmla="*/ 2070059 w 7467663"/>
              <a:gd name="connsiteY87" fmla="*/ 5441660 h 6858000"/>
              <a:gd name="connsiteX88" fmla="*/ 1456157 w 7467663"/>
              <a:gd name="connsiteY88" fmla="*/ 5371404 h 6858000"/>
              <a:gd name="connsiteX89" fmla="*/ 4988186 w 7467663"/>
              <a:gd name="connsiteY89" fmla="*/ 5216467 h 6858000"/>
              <a:gd name="connsiteX90" fmla="*/ 4777334 w 7467663"/>
              <a:gd name="connsiteY90" fmla="*/ 5406072 h 6858000"/>
              <a:gd name="connsiteX91" fmla="*/ 4718341 w 7467663"/>
              <a:gd name="connsiteY91" fmla="*/ 5468043 h 6858000"/>
              <a:gd name="connsiteX92" fmla="*/ 4604655 w 7467663"/>
              <a:gd name="connsiteY92" fmla="*/ 5583434 h 6858000"/>
              <a:gd name="connsiteX93" fmla="*/ 4565074 w 7467663"/>
              <a:gd name="connsiteY93" fmla="*/ 5618550 h 6858000"/>
              <a:gd name="connsiteX94" fmla="*/ 4988186 w 7467663"/>
              <a:gd name="connsiteY94" fmla="*/ 5216467 h 6858000"/>
              <a:gd name="connsiteX95" fmla="*/ 4978032 w 7467663"/>
              <a:gd name="connsiteY95" fmla="*/ 5183809 h 6858000"/>
              <a:gd name="connsiteX96" fmla="*/ 4463413 w 7467663"/>
              <a:gd name="connsiteY96" fmla="*/ 5615162 h 6858000"/>
              <a:gd name="connsiteX97" fmla="*/ 4358134 w 7467663"/>
              <a:gd name="connsiteY97" fmla="*/ 5742791 h 6858000"/>
              <a:gd name="connsiteX98" fmla="*/ 4376219 w 7467663"/>
              <a:gd name="connsiteY98" fmla="*/ 5729027 h 6858000"/>
              <a:gd name="connsiteX99" fmla="*/ 4582340 w 7467663"/>
              <a:gd name="connsiteY99" fmla="*/ 5561037 h 6858000"/>
              <a:gd name="connsiteX100" fmla="*/ 4694684 w 7467663"/>
              <a:gd name="connsiteY100" fmla="*/ 5447098 h 6858000"/>
              <a:gd name="connsiteX101" fmla="*/ 4754123 w 7467663"/>
              <a:gd name="connsiteY101" fmla="*/ 5384643 h 6858000"/>
              <a:gd name="connsiteX102" fmla="*/ 4978032 w 7467663"/>
              <a:gd name="connsiteY102" fmla="*/ 5183809 h 6858000"/>
              <a:gd name="connsiteX103" fmla="*/ 1903353 w 7467663"/>
              <a:gd name="connsiteY103" fmla="*/ 5044827 h 6858000"/>
              <a:gd name="connsiteX104" fmla="*/ 1936931 w 7467663"/>
              <a:gd name="connsiteY104" fmla="*/ 5093954 h 6858000"/>
              <a:gd name="connsiteX105" fmla="*/ 2195868 w 7467663"/>
              <a:gd name="connsiteY105" fmla="*/ 5396574 h 6858000"/>
              <a:gd name="connsiteX106" fmla="*/ 2088852 w 7467663"/>
              <a:gd name="connsiteY106" fmla="*/ 5166123 h 6858000"/>
              <a:gd name="connsiteX107" fmla="*/ 1958241 w 7467663"/>
              <a:gd name="connsiteY107" fmla="*/ 5067955 h 6858000"/>
              <a:gd name="connsiteX108" fmla="*/ 1903353 w 7467663"/>
              <a:gd name="connsiteY108" fmla="*/ 5044827 h 6858000"/>
              <a:gd name="connsiteX109" fmla="*/ 1979378 w 7467663"/>
              <a:gd name="connsiteY109" fmla="*/ 4769504 h 6858000"/>
              <a:gd name="connsiteX110" fmla="*/ 2882120 w 7467663"/>
              <a:gd name="connsiteY110" fmla="*/ 5064547 h 6858000"/>
              <a:gd name="connsiteX111" fmla="*/ 2793103 w 7467663"/>
              <a:gd name="connsiteY111" fmla="*/ 5039699 h 6858000"/>
              <a:gd name="connsiteX112" fmla="*/ 2770041 w 7467663"/>
              <a:gd name="connsiteY112" fmla="*/ 5033634 h 6858000"/>
              <a:gd name="connsiteX113" fmla="*/ 1979378 w 7467663"/>
              <a:gd name="connsiteY113" fmla="*/ 4769504 h 6858000"/>
              <a:gd name="connsiteX114" fmla="*/ 1927410 w 7467663"/>
              <a:gd name="connsiteY114" fmla="*/ 4716164 h 6858000"/>
              <a:gd name="connsiteX115" fmla="*/ 1959587 w 7467663"/>
              <a:gd name="connsiteY115" fmla="*/ 4728849 h 6858000"/>
              <a:gd name="connsiteX116" fmla="*/ 2777707 w 7467663"/>
              <a:gd name="connsiteY116" fmla="*/ 5003991 h 6858000"/>
              <a:gd name="connsiteX117" fmla="*/ 2800768 w 7467663"/>
              <a:gd name="connsiteY117" fmla="*/ 5010056 h 6858000"/>
              <a:gd name="connsiteX118" fmla="*/ 2879408 w 7467663"/>
              <a:gd name="connsiteY118" fmla="*/ 5031590 h 6858000"/>
              <a:gd name="connsiteX119" fmla="*/ 2862295 w 7467663"/>
              <a:gd name="connsiteY119" fmla="*/ 5022958 h 6858000"/>
              <a:gd name="connsiteX120" fmla="*/ 2813343 w 7467663"/>
              <a:gd name="connsiteY120" fmla="*/ 4998369 h 6858000"/>
              <a:gd name="connsiteX121" fmla="*/ 2646245 w 7467663"/>
              <a:gd name="connsiteY121" fmla="*/ 4930999 h 6858000"/>
              <a:gd name="connsiteX122" fmla="*/ 1999243 w 7467663"/>
              <a:gd name="connsiteY122" fmla="*/ 4730524 h 6858000"/>
              <a:gd name="connsiteX123" fmla="*/ 1979527 w 7467663"/>
              <a:gd name="connsiteY123" fmla="*/ 4726651 h 6858000"/>
              <a:gd name="connsiteX124" fmla="*/ 1927410 w 7467663"/>
              <a:gd name="connsiteY124" fmla="*/ 4716164 h 6858000"/>
              <a:gd name="connsiteX125" fmla="*/ 1997014 w 7467663"/>
              <a:gd name="connsiteY125" fmla="*/ 4698007 h 6858000"/>
              <a:gd name="connsiteX126" fmla="*/ 2005458 w 7467663"/>
              <a:gd name="connsiteY126" fmla="*/ 4699540 h 6858000"/>
              <a:gd name="connsiteX127" fmla="*/ 2657186 w 7467663"/>
              <a:gd name="connsiteY127" fmla="*/ 4901687 h 6858000"/>
              <a:gd name="connsiteX128" fmla="*/ 2826662 w 7467663"/>
              <a:gd name="connsiteY128" fmla="*/ 4970362 h 6858000"/>
              <a:gd name="connsiteX129" fmla="*/ 2876100 w 7467663"/>
              <a:gd name="connsiteY129" fmla="*/ 4995397 h 6858000"/>
              <a:gd name="connsiteX130" fmla="*/ 3042600 w 7467663"/>
              <a:gd name="connsiteY130" fmla="*/ 5059532 h 6858000"/>
              <a:gd name="connsiteX131" fmla="*/ 1997014 w 7467663"/>
              <a:gd name="connsiteY131" fmla="*/ 4698007 h 6858000"/>
              <a:gd name="connsiteX132" fmla="*/ 2305292 w 7467663"/>
              <a:gd name="connsiteY132" fmla="*/ 4219492 h 6858000"/>
              <a:gd name="connsiteX133" fmla="*/ 3360922 w 7467663"/>
              <a:gd name="connsiteY133" fmla="*/ 4529373 h 6858000"/>
              <a:gd name="connsiteX134" fmla="*/ 3492420 w 7467663"/>
              <a:gd name="connsiteY134" fmla="*/ 4510145 h 6858000"/>
              <a:gd name="connsiteX135" fmla="*/ 3364086 w 7467663"/>
              <a:gd name="connsiteY135" fmla="*/ 4480340 h 6858000"/>
              <a:gd name="connsiteX136" fmla="*/ 3225818 w 7467663"/>
              <a:gd name="connsiteY136" fmla="*/ 4411822 h 6858000"/>
              <a:gd name="connsiteX137" fmla="*/ 3129696 w 7467663"/>
              <a:gd name="connsiteY137" fmla="*/ 4360704 h 6858000"/>
              <a:gd name="connsiteX138" fmla="*/ 2814545 w 7467663"/>
              <a:gd name="connsiteY138" fmla="*/ 4282955 h 6858000"/>
              <a:gd name="connsiteX139" fmla="*/ 2305292 w 7467663"/>
              <a:gd name="connsiteY139" fmla="*/ 4219492 h 6858000"/>
              <a:gd name="connsiteX140" fmla="*/ 2626982 w 7467663"/>
              <a:gd name="connsiteY140" fmla="*/ 4206450 h 6858000"/>
              <a:gd name="connsiteX141" fmla="*/ 2490617 w 7467663"/>
              <a:gd name="connsiteY141" fmla="*/ 4206951 h 6858000"/>
              <a:gd name="connsiteX142" fmla="*/ 2819869 w 7467663"/>
              <a:gd name="connsiteY142" fmla="*/ 4252936 h 6858000"/>
              <a:gd name="connsiteX143" fmla="*/ 3143018 w 7467663"/>
              <a:gd name="connsiteY143" fmla="*/ 4332698 h 6858000"/>
              <a:gd name="connsiteX144" fmla="*/ 3241520 w 7467663"/>
              <a:gd name="connsiteY144" fmla="*/ 4385112 h 6858000"/>
              <a:gd name="connsiteX145" fmla="*/ 3374575 w 7467663"/>
              <a:gd name="connsiteY145" fmla="*/ 4451517 h 6858000"/>
              <a:gd name="connsiteX146" fmla="*/ 3505221 w 7467663"/>
              <a:gd name="connsiteY146" fmla="*/ 4480757 h 6858000"/>
              <a:gd name="connsiteX147" fmla="*/ 2626982 w 7467663"/>
              <a:gd name="connsiteY147" fmla="*/ 4206450 h 6858000"/>
              <a:gd name="connsiteX148" fmla="*/ 1310106 w 7467663"/>
              <a:gd name="connsiteY148" fmla="*/ 3943217 h 6858000"/>
              <a:gd name="connsiteX149" fmla="*/ 854994 w 7467663"/>
              <a:gd name="connsiteY149" fmla="*/ 4399136 h 6858000"/>
              <a:gd name="connsiteX150" fmla="*/ 742462 w 7467663"/>
              <a:gd name="connsiteY150" fmla="*/ 4594648 h 6858000"/>
              <a:gd name="connsiteX151" fmla="*/ 820602 w 7467663"/>
              <a:gd name="connsiteY151" fmla="*/ 4485915 h 6858000"/>
              <a:gd name="connsiteX152" fmla="*/ 878295 w 7467663"/>
              <a:gd name="connsiteY152" fmla="*/ 4403594 h 6858000"/>
              <a:gd name="connsiteX153" fmla="*/ 1240607 w 7467663"/>
              <a:gd name="connsiteY153" fmla="*/ 4010401 h 6858000"/>
              <a:gd name="connsiteX154" fmla="*/ 1310106 w 7467663"/>
              <a:gd name="connsiteY154" fmla="*/ 3943217 h 6858000"/>
              <a:gd name="connsiteX155" fmla="*/ 1423113 w 7467663"/>
              <a:gd name="connsiteY155" fmla="*/ 3874565 h 6858000"/>
              <a:gd name="connsiteX156" fmla="*/ 1260565 w 7467663"/>
              <a:gd name="connsiteY156" fmla="*/ 4031982 h 6858000"/>
              <a:gd name="connsiteX157" fmla="*/ 901900 w 7467663"/>
              <a:gd name="connsiteY157" fmla="*/ 4421236 h 6858000"/>
              <a:gd name="connsiteX158" fmla="*/ 845044 w 7467663"/>
              <a:gd name="connsiteY158" fmla="*/ 4502436 h 6858000"/>
              <a:gd name="connsiteX159" fmla="*/ 685926 w 7467663"/>
              <a:gd name="connsiteY159" fmla="*/ 4703069 h 6858000"/>
              <a:gd name="connsiteX160" fmla="*/ 684248 w 7467663"/>
              <a:gd name="connsiteY160" fmla="*/ 4706721 h 6858000"/>
              <a:gd name="connsiteX161" fmla="*/ 1423113 w 7467663"/>
              <a:gd name="connsiteY161" fmla="*/ 3874565 h 6858000"/>
              <a:gd name="connsiteX162" fmla="*/ 3316479 w 7467663"/>
              <a:gd name="connsiteY162" fmla="*/ 3872136 h 6858000"/>
              <a:gd name="connsiteX163" fmla="*/ 3546806 w 7467663"/>
              <a:gd name="connsiteY163" fmla="*/ 4356139 h 6858000"/>
              <a:gd name="connsiteX164" fmla="*/ 3364433 w 7467663"/>
              <a:gd name="connsiteY164" fmla="*/ 3953121 h 6858000"/>
              <a:gd name="connsiteX165" fmla="*/ 3316479 w 7467663"/>
              <a:gd name="connsiteY165" fmla="*/ 3872136 h 6858000"/>
              <a:gd name="connsiteX166" fmla="*/ 3291335 w 7467663"/>
              <a:gd name="connsiteY166" fmla="*/ 3767420 h 6858000"/>
              <a:gd name="connsiteX167" fmla="*/ 3390805 w 7467663"/>
              <a:gd name="connsiteY167" fmla="*/ 3937163 h 6858000"/>
              <a:gd name="connsiteX168" fmla="*/ 3579062 w 7467663"/>
              <a:gd name="connsiteY168" fmla="*/ 4359040 h 6858000"/>
              <a:gd name="connsiteX169" fmla="*/ 3467355 w 7467663"/>
              <a:gd name="connsiteY169" fmla="*/ 3988130 h 6858000"/>
              <a:gd name="connsiteX170" fmla="*/ 3310753 w 7467663"/>
              <a:gd name="connsiteY170" fmla="*/ 3787140 h 6858000"/>
              <a:gd name="connsiteX171" fmla="*/ 3291335 w 7467663"/>
              <a:gd name="connsiteY171" fmla="*/ 3767420 h 6858000"/>
              <a:gd name="connsiteX172" fmla="*/ 1635889 w 7467663"/>
              <a:gd name="connsiteY172" fmla="*/ 3709494 h 6858000"/>
              <a:gd name="connsiteX173" fmla="*/ 1634800 w 7467663"/>
              <a:gd name="connsiteY173" fmla="*/ 3731111 h 6858000"/>
              <a:gd name="connsiteX174" fmla="*/ 1635889 w 7467663"/>
              <a:gd name="connsiteY174" fmla="*/ 3709494 h 6858000"/>
              <a:gd name="connsiteX175" fmla="*/ 1510397 w 7467663"/>
              <a:gd name="connsiteY175" fmla="*/ 3684705 h 6858000"/>
              <a:gd name="connsiteX176" fmla="*/ 1146550 w 7467663"/>
              <a:gd name="connsiteY176" fmla="*/ 3802012 h 6858000"/>
              <a:gd name="connsiteX177" fmla="*/ 698834 w 7467663"/>
              <a:gd name="connsiteY177" fmla="*/ 3952272 h 6858000"/>
              <a:gd name="connsiteX178" fmla="*/ 34256 w 7467663"/>
              <a:gd name="connsiteY178" fmla="*/ 4347603 h 6858000"/>
              <a:gd name="connsiteX179" fmla="*/ 527241 w 7467663"/>
              <a:gd name="connsiteY179" fmla="*/ 4065078 h 6858000"/>
              <a:gd name="connsiteX180" fmla="*/ 1510397 w 7467663"/>
              <a:gd name="connsiteY180" fmla="*/ 3684705 h 6858000"/>
              <a:gd name="connsiteX181" fmla="*/ 1313114 w 7467663"/>
              <a:gd name="connsiteY181" fmla="*/ 3655216 h 6858000"/>
              <a:gd name="connsiteX182" fmla="*/ 1109304 w 7467663"/>
              <a:gd name="connsiteY182" fmla="*/ 3669030 h 6858000"/>
              <a:gd name="connsiteX183" fmla="*/ 8129 w 7467663"/>
              <a:gd name="connsiteY183" fmla="*/ 4330519 h 6858000"/>
              <a:gd name="connsiteX184" fmla="*/ 687572 w 7467663"/>
              <a:gd name="connsiteY184" fmla="*/ 3925629 h 6858000"/>
              <a:gd name="connsiteX185" fmla="*/ 1138365 w 7467663"/>
              <a:gd name="connsiteY185" fmla="*/ 3774515 h 6858000"/>
              <a:gd name="connsiteX186" fmla="*/ 1505579 w 7467663"/>
              <a:gd name="connsiteY186" fmla="*/ 3655526 h 6858000"/>
              <a:gd name="connsiteX187" fmla="*/ 1313114 w 7467663"/>
              <a:gd name="connsiteY187" fmla="*/ 3655216 h 6858000"/>
              <a:gd name="connsiteX188" fmla="*/ 3655073 w 7467663"/>
              <a:gd name="connsiteY188" fmla="*/ 3650884 h 6858000"/>
              <a:gd name="connsiteX189" fmla="*/ 3989938 w 7467663"/>
              <a:gd name="connsiteY189" fmla="*/ 3991685 h 6858000"/>
              <a:gd name="connsiteX190" fmla="*/ 4393907 w 7467663"/>
              <a:gd name="connsiteY190" fmla="*/ 4261258 h 6858000"/>
              <a:gd name="connsiteX191" fmla="*/ 4648051 w 7467663"/>
              <a:gd name="connsiteY191" fmla="*/ 4374051 h 6858000"/>
              <a:gd name="connsiteX192" fmla="*/ 4383389 w 7467663"/>
              <a:gd name="connsiteY192" fmla="*/ 4184369 h 6858000"/>
              <a:gd name="connsiteX193" fmla="*/ 4165508 w 7467663"/>
              <a:gd name="connsiteY193" fmla="*/ 4035196 h 6858000"/>
              <a:gd name="connsiteX194" fmla="*/ 4068162 w 7467663"/>
              <a:gd name="connsiteY194" fmla="*/ 3953394 h 6858000"/>
              <a:gd name="connsiteX195" fmla="*/ 3981416 w 7467663"/>
              <a:gd name="connsiteY195" fmla="*/ 3880482 h 6858000"/>
              <a:gd name="connsiteX196" fmla="*/ 3800147 w 7467663"/>
              <a:gd name="connsiteY196" fmla="*/ 3749872 h 6858000"/>
              <a:gd name="connsiteX197" fmla="*/ 3655073 w 7467663"/>
              <a:gd name="connsiteY197" fmla="*/ 3650884 h 6858000"/>
              <a:gd name="connsiteX198" fmla="*/ 3670252 w 7467663"/>
              <a:gd name="connsiteY198" fmla="*/ 3622798 h 6858000"/>
              <a:gd name="connsiteX199" fmla="*/ 3817258 w 7467663"/>
              <a:gd name="connsiteY199" fmla="*/ 3723577 h 6858000"/>
              <a:gd name="connsiteX200" fmla="*/ 4000461 w 7467663"/>
              <a:gd name="connsiteY200" fmla="*/ 3855966 h 6858000"/>
              <a:gd name="connsiteX201" fmla="*/ 4088180 w 7467663"/>
              <a:gd name="connsiteY201" fmla="*/ 3929774 h 6858000"/>
              <a:gd name="connsiteX202" fmla="*/ 4184555 w 7467663"/>
              <a:gd name="connsiteY202" fmla="*/ 4010683 h 6858000"/>
              <a:gd name="connsiteX203" fmla="*/ 4399563 w 7467663"/>
              <a:gd name="connsiteY203" fmla="*/ 4158106 h 6858000"/>
              <a:gd name="connsiteX204" fmla="*/ 4684469 w 7467663"/>
              <a:gd name="connsiteY204" fmla="*/ 4364680 h 6858000"/>
              <a:gd name="connsiteX205" fmla="*/ 4690271 w 7467663"/>
              <a:gd name="connsiteY205" fmla="*/ 4370034 h 6858000"/>
              <a:gd name="connsiteX206" fmla="*/ 4136093 w 7467663"/>
              <a:gd name="connsiteY206" fmla="*/ 3858466 h 6858000"/>
              <a:gd name="connsiteX207" fmla="*/ 3670252 w 7467663"/>
              <a:gd name="connsiteY207" fmla="*/ 3622798 h 6858000"/>
              <a:gd name="connsiteX208" fmla="*/ 4440129 w 7467663"/>
              <a:gd name="connsiteY208" fmla="*/ 3448571 h 6858000"/>
              <a:gd name="connsiteX209" fmla="*/ 4856525 w 7467663"/>
              <a:gd name="connsiteY209" fmla="*/ 3915351 h 6858000"/>
              <a:gd name="connsiteX210" fmla="*/ 5059055 w 7467663"/>
              <a:gd name="connsiteY210" fmla="*/ 4108918 h 6858000"/>
              <a:gd name="connsiteX211" fmla="*/ 5290070 w 7467663"/>
              <a:gd name="connsiteY211" fmla="*/ 4263619 h 6858000"/>
              <a:gd name="connsiteX212" fmla="*/ 4834991 w 7467663"/>
              <a:gd name="connsiteY212" fmla="*/ 3830985 h 6858000"/>
              <a:gd name="connsiteX213" fmla="*/ 4440129 w 7467663"/>
              <a:gd name="connsiteY213" fmla="*/ 3448571 h 6858000"/>
              <a:gd name="connsiteX214" fmla="*/ 4441737 w 7467663"/>
              <a:gd name="connsiteY214" fmla="*/ 3399734 h 6858000"/>
              <a:gd name="connsiteX215" fmla="*/ 4431236 w 7467663"/>
              <a:gd name="connsiteY215" fmla="*/ 3400954 h 6858000"/>
              <a:gd name="connsiteX216" fmla="*/ 4557150 w 7467663"/>
              <a:gd name="connsiteY216" fmla="*/ 3510023 h 6858000"/>
              <a:gd name="connsiteX217" fmla="*/ 4856936 w 7467663"/>
              <a:gd name="connsiteY217" fmla="*/ 3809146 h 6858000"/>
              <a:gd name="connsiteX218" fmla="*/ 5111996 w 7467663"/>
              <a:gd name="connsiteY218" fmla="*/ 4065759 h 6858000"/>
              <a:gd name="connsiteX219" fmla="*/ 5388878 w 7467663"/>
              <a:gd name="connsiteY219" fmla="*/ 4300185 h 6858000"/>
              <a:gd name="connsiteX220" fmla="*/ 5425556 w 7467663"/>
              <a:gd name="connsiteY220" fmla="*/ 4308967 h 6858000"/>
              <a:gd name="connsiteX221" fmla="*/ 4943646 w 7467663"/>
              <a:gd name="connsiteY221" fmla="*/ 3822916 h 6858000"/>
              <a:gd name="connsiteX222" fmla="*/ 4594837 w 7467663"/>
              <a:gd name="connsiteY222" fmla="*/ 3532274 h 6858000"/>
              <a:gd name="connsiteX223" fmla="*/ 4441737 w 7467663"/>
              <a:gd name="connsiteY223" fmla="*/ 3399734 h 6858000"/>
              <a:gd name="connsiteX224" fmla="*/ 5425834 w 7467663"/>
              <a:gd name="connsiteY224" fmla="*/ 3162785 h 6858000"/>
              <a:gd name="connsiteX225" fmla="*/ 5401644 w 7467663"/>
              <a:gd name="connsiteY225" fmla="*/ 3617847 h 6858000"/>
              <a:gd name="connsiteX226" fmla="*/ 5467256 w 7467663"/>
              <a:gd name="connsiteY226" fmla="*/ 4175494 h 6858000"/>
              <a:gd name="connsiteX227" fmla="*/ 5448069 w 7467663"/>
              <a:gd name="connsiteY227" fmla="*/ 3567554 h 6858000"/>
              <a:gd name="connsiteX228" fmla="*/ 5425834 w 7467663"/>
              <a:gd name="connsiteY228" fmla="*/ 3162785 h 6858000"/>
              <a:gd name="connsiteX229" fmla="*/ 1318687 w 7467663"/>
              <a:gd name="connsiteY229" fmla="*/ 3113840 h 6858000"/>
              <a:gd name="connsiteX230" fmla="*/ 1066793 w 7467663"/>
              <a:gd name="connsiteY230" fmla="*/ 3212171 h 6858000"/>
              <a:gd name="connsiteX231" fmla="*/ 993319 w 7467663"/>
              <a:gd name="connsiteY231" fmla="*/ 3247648 h 6858000"/>
              <a:gd name="connsiteX232" fmla="*/ 853081 w 7467663"/>
              <a:gd name="connsiteY232" fmla="*/ 3312410 h 6858000"/>
              <a:gd name="connsiteX233" fmla="*/ 805957 w 7467663"/>
              <a:gd name="connsiteY233" fmla="*/ 3330443 h 6858000"/>
              <a:gd name="connsiteX234" fmla="*/ 1318687 w 7467663"/>
              <a:gd name="connsiteY234" fmla="*/ 3113840 h 6858000"/>
              <a:gd name="connsiteX235" fmla="*/ 5453702 w 7467663"/>
              <a:gd name="connsiteY235" fmla="*/ 3090882 h 6858000"/>
              <a:gd name="connsiteX236" fmla="*/ 5480135 w 7467663"/>
              <a:gd name="connsiteY236" fmla="*/ 3565802 h 6858000"/>
              <a:gd name="connsiteX237" fmla="*/ 5499023 w 7467663"/>
              <a:gd name="connsiteY237" fmla="*/ 4166310 h 6858000"/>
              <a:gd name="connsiteX238" fmla="*/ 5547022 w 7467663"/>
              <a:gd name="connsiteY238" fmla="*/ 3607838 h 6858000"/>
              <a:gd name="connsiteX239" fmla="*/ 5515964 w 7467663"/>
              <a:gd name="connsiteY239" fmla="*/ 3378541 h 6858000"/>
              <a:gd name="connsiteX240" fmla="*/ 5453702 w 7467663"/>
              <a:gd name="connsiteY240" fmla="*/ 3090882 h 6858000"/>
              <a:gd name="connsiteX241" fmla="*/ 1238695 w 7467663"/>
              <a:gd name="connsiteY241" fmla="*/ 3076820 h 6858000"/>
              <a:gd name="connsiteX242" fmla="*/ 716371 w 7467663"/>
              <a:gd name="connsiteY242" fmla="*/ 3293249 h 6858000"/>
              <a:gd name="connsiteX243" fmla="*/ 579522 w 7467663"/>
              <a:gd name="connsiteY243" fmla="*/ 3371759 h 6858000"/>
              <a:gd name="connsiteX244" fmla="*/ 600288 w 7467663"/>
              <a:gd name="connsiteY244" fmla="*/ 3365555 h 6858000"/>
              <a:gd name="connsiteX245" fmla="*/ 840692 w 7467663"/>
              <a:gd name="connsiteY245" fmla="*/ 3284921 h 6858000"/>
              <a:gd name="connsiteX246" fmla="*/ 979248 w 7467663"/>
              <a:gd name="connsiteY246" fmla="*/ 3221003 h 6858000"/>
              <a:gd name="connsiteX247" fmla="*/ 1053282 w 7467663"/>
              <a:gd name="connsiteY247" fmla="*/ 3185247 h 6858000"/>
              <a:gd name="connsiteX248" fmla="*/ 1320603 w 7467663"/>
              <a:gd name="connsiteY248" fmla="*/ 3081281 h 6858000"/>
              <a:gd name="connsiteX249" fmla="*/ 1238695 w 7467663"/>
              <a:gd name="connsiteY249" fmla="*/ 3076820 h 6858000"/>
              <a:gd name="connsiteX250" fmla="*/ 5425627 w 7467663"/>
              <a:gd name="connsiteY250" fmla="*/ 2954192 h 6858000"/>
              <a:gd name="connsiteX251" fmla="*/ 5470770 w 7467663"/>
              <a:gd name="connsiteY251" fmla="*/ 3005435 h 6858000"/>
              <a:gd name="connsiteX252" fmla="*/ 5519779 w 7467663"/>
              <a:gd name="connsiteY252" fmla="*/ 4359223 h 6858000"/>
              <a:gd name="connsiteX253" fmla="*/ 5520293 w 7467663"/>
              <a:gd name="connsiteY253" fmla="*/ 4360602 h 6858000"/>
              <a:gd name="connsiteX254" fmla="*/ 5767221 w 7467663"/>
              <a:gd name="connsiteY254" fmla="*/ 4665564 h 6858000"/>
              <a:gd name="connsiteX255" fmla="*/ 6937169 w 7467663"/>
              <a:gd name="connsiteY255" fmla="*/ 4815941 h 6858000"/>
              <a:gd name="connsiteX256" fmla="*/ 6953922 w 7467663"/>
              <a:gd name="connsiteY256" fmla="*/ 4890068 h 6858000"/>
              <a:gd name="connsiteX257" fmla="*/ 6071359 w 7467663"/>
              <a:gd name="connsiteY257" fmla="*/ 4770770 h 6858000"/>
              <a:gd name="connsiteX258" fmla="*/ 6038839 w 7467663"/>
              <a:gd name="connsiteY258" fmla="*/ 4764474 h 6858000"/>
              <a:gd name="connsiteX259" fmla="*/ 6038706 w 7467663"/>
              <a:gd name="connsiteY259" fmla="*/ 4763847 h 6858000"/>
              <a:gd name="connsiteX260" fmla="*/ 6037784 w 7467663"/>
              <a:gd name="connsiteY260" fmla="*/ 4764270 h 6858000"/>
              <a:gd name="connsiteX261" fmla="*/ 6038839 w 7467663"/>
              <a:gd name="connsiteY261" fmla="*/ 4764474 h 6858000"/>
              <a:gd name="connsiteX262" fmla="*/ 6040338 w 7467663"/>
              <a:gd name="connsiteY262" fmla="*/ 4771418 h 6858000"/>
              <a:gd name="connsiteX263" fmla="*/ 6024488 w 7467663"/>
              <a:gd name="connsiteY263" fmla="*/ 4809903 h 6858000"/>
              <a:gd name="connsiteX264" fmla="*/ 5599771 w 7467663"/>
              <a:gd name="connsiteY264" fmla="*/ 5509652 h 6858000"/>
              <a:gd name="connsiteX265" fmla="*/ 5548843 w 7467663"/>
              <a:gd name="connsiteY265" fmla="*/ 5563845 h 6858000"/>
              <a:gd name="connsiteX266" fmla="*/ 5940952 w 7467663"/>
              <a:gd name="connsiteY266" fmla="*/ 6250028 h 6858000"/>
              <a:gd name="connsiteX267" fmla="*/ 6043441 w 7467663"/>
              <a:gd name="connsiteY267" fmla="*/ 6665847 h 6858000"/>
              <a:gd name="connsiteX268" fmla="*/ 6093432 w 7467663"/>
              <a:gd name="connsiteY268" fmla="*/ 6858000 h 6858000"/>
              <a:gd name="connsiteX269" fmla="*/ 6034344 w 7467663"/>
              <a:gd name="connsiteY269" fmla="*/ 6858000 h 6858000"/>
              <a:gd name="connsiteX270" fmla="*/ 6026679 w 7467663"/>
              <a:gd name="connsiteY270" fmla="*/ 6836959 h 6858000"/>
              <a:gd name="connsiteX271" fmla="*/ 5800441 w 7467663"/>
              <a:gd name="connsiteY271" fmla="*/ 6335286 h 6858000"/>
              <a:gd name="connsiteX272" fmla="*/ 5526562 w 7467663"/>
              <a:gd name="connsiteY272" fmla="*/ 5705388 h 6858000"/>
              <a:gd name="connsiteX273" fmla="*/ 5519640 w 7467663"/>
              <a:gd name="connsiteY273" fmla="*/ 5683774 h 6858000"/>
              <a:gd name="connsiteX274" fmla="*/ 5844559 w 7467663"/>
              <a:gd name="connsiteY274" fmla="*/ 6553349 h 6858000"/>
              <a:gd name="connsiteX275" fmla="*/ 5975994 w 7467663"/>
              <a:gd name="connsiteY275" fmla="*/ 6858000 h 6858000"/>
              <a:gd name="connsiteX276" fmla="*/ 5898547 w 7467663"/>
              <a:gd name="connsiteY276" fmla="*/ 6858000 h 6858000"/>
              <a:gd name="connsiteX277" fmla="*/ 5682041 w 7467663"/>
              <a:gd name="connsiteY277" fmla="*/ 6355860 h 6858000"/>
              <a:gd name="connsiteX278" fmla="*/ 5461758 w 7467663"/>
              <a:gd name="connsiteY278" fmla="*/ 5820220 h 6858000"/>
              <a:gd name="connsiteX279" fmla="*/ 5237282 w 7467663"/>
              <a:gd name="connsiteY279" fmla="*/ 6579086 h 6858000"/>
              <a:gd name="connsiteX280" fmla="*/ 5115009 w 7467663"/>
              <a:gd name="connsiteY280" fmla="*/ 6858000 h 6858000"/>
              <a:gd name="connsiteX281" fmla="*/ 5028074 w 7467663"/>
              <a:gd name="connsiteY281" fmla="*/ 6858000 h 6858000"/>
              <a:gd name="connsiteX282" fmla="*/ 5079508 w 7467663"/>
              <a:gd name="connsiteY282" fmla="*/ 6749074 h 6858000"/>
              <a:gd name="connsiteX283" fmla="*/ 5371846 w 7467663"/>
              <a:gd name="connsiteY283" fmla="*/ 5924413 h 6858000"/>
              <a:gd name="connsiteX284" fmla="*/ 5270512 w 7467663"/>
              <a:gd name="connsiteY284" fmla="*/ 6138975 h 6858000"/>
              <a:gd name="connsiteX285" fmla="*/ 5062409 w 7467663"/>
              <a:gd name="connsiteY285" fmla="*/ 6653544 h 6858000"/>
              <a:gd name="connsiteX286" fmla="*/ 5036628 w 7467663"/>
              <a:gd name="connsiteY286" fmla="*/ 6754247 h 6858000"/>
              <a:gd name="connsiteX287" fmla="*/ 5009112 w 7467663"/>
              <a:gd name="connsiteY287" fmla="*/ 6858000 h 6858000"/>
              <a:gd name="connsiteX288" fmla="*/ 4976679 w 7467663"/>
              <a:gd name="connsiteY288" fmla="*/ 6858000 h 6858000"/>
              <a:gd name="connsiteX289" fmla="*/ 5006537 w 7467663"/>
              <a:gd name="connsiteY289" fmla="*/ 6747068 h 6858000"/>
              <a:gd name="connsiteX290" fmla="*/ 5032723 w 7467663"/>
              <a:gd name="connsiteY290" fmla="*/ 6644957 h 6858000"/>
              <a:gd name="connsiteX291" fmla="*/ 5242949 w 7467663"/>
              <a:gd name="connsiteY291" fmla="*/ 6125175 h 6858000"/>
              <a:gd name="connsiteX292" fmla="*/ 5286321 w 7467663"/>
              <a:gd name="connsiteY292" fmla="*/ 6033555 h 6858000"/>
              <a:gd name="connsiteX293" fmla="*/ 5008210 w 7467663"/>
              <a:gd name="connsiteY293" fmla="*/ 6649194 h 6858000"/>
              <a:gd name="connsiteX294" fmla="*/ 4986321 w 7467663"/>
              <a:gd name="connsiteY294" fmla="*/ 6765687 h 6858000"/>
              <a:gd name="connsiteX295" fmla="*/ 4973474 w 7467663"/>
              <a:gd name="connsiteY295" fmla="*/ 6858000 h 6858000"/>
              <a:gd name="connsiteX296" fmla="*/ 4907178 w 7467663"/>
              <a:gd name="connsiteY296" fmla="*/ 6858000 h 6858000"/>
              <a:gd name="connsiteX297" fmla="*/ 4910810 w 7467663"/>
              <a:gd name="connsiteY297" fmla="*/ 6829660 h 6858000"/>
              <a:gd name="connsiteX298" fmla="*/ 4987461 w 7467663"/>
              <a:gd name="connsiteY298" fmla="*/ 6432994 h 6858000"/>
              <a:gd name="connsiteX299" fmla="*/ 5179262 w 7467663"/>
              <a:gd name="connsiteY299" fmla="*/ 6035044 h 6858000"/>
              <a:gd name="connsiteX300" fmla="*/ 4689678 w 7467663"/>
              <a:gd name="connsiteY300" fmla="*/ 6440241 h 6858000"/>
              <a:gd name="connsiteX301" fmla="*/ 4477543 w 7467663"/>
              <a:gd name="connsiteY301" fmla="*/ 6674836 h 6858000"/>
              <a:gd name="connsiteX302" fmla="*/ 4329957 w 7467663"/>
              <a:gd name="connsiteY302" fmla="*/ 6858000 h 6858000"/>
              <a:gd name="connsiteX303" fmla="*/ 4218595 w 7467663"/>
              <a:gd name="connsiteY303" fmla="*/ 6858000 h 6858000"/>
              <a:gd name="connsiteX304" fmla="*/ 4368888 w 7467663"/>
              <a:gd name="connsiteY304" fmla="*/ 6668412 h 6858000"/>
              <a:gd name="connsiteX305" fmla="*/ 4563091 w 7467663"/>
              <a:gd name="connsiteY305" fmla="*/ 6442508 h 6858000"/>
              <a:gd name="connsiteX306" fmla="*/ 5387324 w 7467663"/>
              <a:gd name="connsiteY306" fmla="*/ 5705830 h 6858000"/>
              <a:gd name="connsiteX307" fmla="*/ 5073620 w 7467663"/>
              <a:gd name="connsiteY307" fmla="*/ 5955437 h 6858000"/>
              <a:gd name="connsiteX308" fmla="*/ 4689789 w 7467663"/>
              <a:gd name="connsiteY308" fmla="*/ 6268382 h 6858000"/>
              <a:gd name="connsiteX309" fmla="*/ 4418722 w 7467663"/>
              <a:gd name="connsiteY309" fmla="*/ 6570886 h 6858000"/>
              <a:gd name="connsiteX310" fmla="*/ 4214944 w 7467663"/>
              <a:gd name="connsiteY310" fmla="*/ 6858000 h 6858000"/>
              <a:gd name="connsiteX311" fmla="*/ 4177898 w 7467663"/>
              <a:gd name="connsiteY311" fmla="*/ 6858000 h 6858000"/>
              <a:gd name="connsiteX312" fmla="*/ 4391597 w 7467663"/>
              <a:gd name="connsiteY312" fmla="*/ 6556370 h 6858000"/>
              <a:gd name="connsiteX313" fmla="*/ 4668889 w 7467663"/>
              <a:gd name="connsiteY313" fmla="*/ 6246399 h 6858000"/>
              <a:gd name="connsiteX314" fmla="*/ 5055427 w 7467663"/>
              <a:gd name="connsiteY314" fmla="*/ 5931476 h 6858000"/>
              <a:gd name="connsiteX315" fmla="*/ 5371814 w 7467663"/>
              <a:gd name="connsiteY315" fmla="*/ 5678975 h 6858000"/>
              <a:gd name="connsiteX316" fmla="*/ 4987918 w 7467663"/>
              <a:gd name="connsiteY316" fmla="*/ 5838701 h 6858000"/>
              <a:gd name="connsiteX317" fmla="*/ 4317146 w 7467663"/>
              <a:gd name="connsiteY317" fmla="*/ 6587716 h 6858000"/>
              <a:gd name="connsiteX318" fmla="*/ 4171627 w 7467663"/>
              <a:gd name="connsiteY318" fmla="*/ 6858000 h 6858000"/>
              <a:gd name="connsiteX319" fmla="*/ 4081585 w 7467663"/>
              <a:gd name="connsiteY319" fmla="*/ 6858000 h 6858000"/>
              <a:gd name="connsiteX320" fmla="*/ 4238603 w 7467663"/>
              <a:gd name="connsiteY320" fmla="*/ 6559341 h 6858000"/>
              <a:gd name="connsiteX321" fmla="*/ 4778333 w 7467663"/>
              <a:gd name="connsiteY321" fmla="*/ 5873626 h 6858000"/>
              <a:gd name="connsiteX322" fmla="*/ 5414185 w 7467663"/>
              <a:gd name="connsiteY322" fmla="*/ 5573882 h 6858000"/>
              <a:gd name="connsiteX323" fmla="*/ 5959648 w 7467663"/>
              <a:gd name="connsiteY323" fmla="*/ 4760797 h 6858000"/>
              <a:gd name="connsiteX324" fmla="*/ 5355019 w 7467663"/>
              <a:gd name="connsiteY324" fmla="*/ 4734672 h 6858000"/>
              <a:gd name="connsiteX325" fmla="*/ 5083565 w 7467663"/>
              <a:gd name="connsiteY325" fmla="*/ 5179121 h 6858000"/>
              <a:gd name="connsiteX326" fmla="*/ 4713577 w 7467663"/>
              <a:gd name="connsiteY326" fmla="*/ 5616803 h 6858000"/>
              <a:gd name="connsiteX327" fmla="*/ 3989559 w 7467663"/>
              <a:gd name="connsiteY327" fmla="*/ 6145945 h 6858000"/>
              <a:gd name="connsiteX328" fmla="*/ 3939824 w 7467663"/>
              <a:gd name="connsiteY328" fmla="*/ 6066900 h 6858000"/>
              <a:gd name="connsiteX329" fmla="*/ 4584537 w 7467663"/>
              <a:gd name="connsiteY329" fmla="*/ 5324826 h 6858000"/>
              <a:gd name="connsiteX330" fmla="*/ 5037105 w 7467663"/>
              <a:gd name="connsiteY330" fmla="*/ 5088765 h 6858000"/>
              <a:gd name="connsiteX331" fmla="*/ 5039930 w 7467663"/>
              <a:gd name="connsiteY331" fmla="*/ 5089585 h 6858000"/>
              <a:gd name="connsiteX332" fmla="*/ 5263764 w 7467663"/>
              <a:gd name="connsiteY332" fmla="*/ 4735525 h 6858000"/>
              <a:gd name="connsiteX333" fmla="*/ 4086300 w 7467663"/>
              <a:gd name="connsiteY333" fmla="*/ 4884599 h 6858000"/>
              <a:gd name="connsiteX334" fmla="*/ 4085485 w 7467663"/>
              <a:gd name="connsiteY334" fmla="*/ 4899070 h 6858000"/>
              <a:gd name="connsiteX335" fmla="*/ 3871915 w 7467663"/>
              <a:gd name="connsiteY335" fmla="*/ 5253645 h 6858000"/>
              <a:gd name="connsiteX336" fmla="*/ 3799374 w 7467663"/>
              <a:gd name="connsiteY336" fmla="*/ 5466127 h 6858000"/>
              <a:gd name="connsiteX337" fmla="*/ 3498850 w 7467663"/>
              <a:gd name="connsiteY337" fmla="*/ 6661888 h 6858000"/>
              <a:gd name="connsiteX338" fmla="*/ 3399216 w 7467663"/>
              <a:gd name="connsiteY338" fmla="*/ 6858000 h 6858000"/>
              <a:gd name="connsiteX339" fmla="*/ 3303688 w 7467663"/>
              <a:gd name="connsiteY339" fmla="*/ 6858000 h 6858000"/>
              <a:gd name="connsiteX340" fmla="*/ 3391774 w 7467663"/>
              <a:gd name="connsiteY340" fmla="*/ 6697181 h 6858000"/>
              <a:gd name="connsiteX341" fmla="*/ 3735540 w 7467663"/>
              <a:gd name="connsiteY341" fmla="*/ 5546923 h 6858000"/>
              <a:gd name="connsiteX342" fmla="*/ 3729438 w 7467663"/>
              <a:gd name="connsiteY342" fmla="*/ 5569058 h 6858000"/>
              <a:gd name="connsiteX343" fmla="*/ 3707782 w 7467663"/>
              <a:gd name="connsiteY343" fmla="*/ 5644908 h 6858000"/>
              <a:gd name="connsiteX344" fmla="*/ 3583827 w 7467663"/>
              <a:gd name="connsiteY344" fmla="*/ 6039215 h 6858000"/>
              <a:gd name="connsiteX345" fmla="*/ 3547861 w 7467663"/>
              <a:gd name="connsiteY345" fmla="*/ 6129609 h 6858000"/>
              <a:gd name="connsiteX346" fmla="*/ 3490905 w 7467663"/>
              <a:gd name="connsiteY346" fmla="*/ 6277660 h 6858000"/>
              <a:gd name="connsiteX347" fmla="*/ 3455859 w 7467663"/>
              <a:gd name="connsiteY347" fmla="*/ 6391301 h 6858000"/>
              <a:gd name="connsiteX348" fmla="*/ 3429112 w 7467663"/>
              <a:gd name="connsiteY348" fmla="*/ 6479469 h 6858000"/>
              <a:gd name="connsiteX349" fmla="*/ 3304862 w 7467663"/>
              <a:gd name="connsiteY349" fmla="*/ 6796476 h 6858000"/>
              <a:gd name="connsiteX350" fmla="*/ 3276071 w 7467663"/>
              <a:gd name="connsiteY350" fmla="*/ 6858000 h 6858000"/>
              <a:gd name="connsiteX351" fmla="*/ 3240805 w 7467663"/>
              <a:gd name="connsiteY351" fmla="*/ 6858000 h 6858000"/>
              <a:gd name="connsiteX352" fmla="*/ 3275917 w 7467663"/>
              <a:gd name="connsiteY352" fmla="*/ 6783192 h 6858000"/>
              <a:gd name="connsiteX353" fmla="*/ 3399358 w 7467663"/>
              <a:gd name="connsiteY353" fmla="*/ 6469011 h 6858000"/>
              <a:gd name="connsiteX354" fmla="*/ 3425650 w 7467663"/>
              <a:gd name="connsiteY354" fmla="*/ 6381333 h 6858000"/>
              <a:gd name="connsiteX355" fmla="*/ 3460661 w 7467663"/>
              <a:gd name="connsiteY355" fmla="*/ 6266763 h 6858000"/>
              <a:gd name="connsiteX356" fmla="*/ 3518021 w 7467663"/>
              <a:gd name="connsiteY356" fmla="*/ 6117298 h 6858000"/>
              <a:gd name="connsiteX357" fmla="*/ 3554035 w 7467663"/>
              <a:gd name="connsiteY357" fmla="*/ 6027832 h 6858000"/>
              <a:gd name="connsiteX358" fmla="*/ 3677174 w 7467663"/>
              <a:gd name="connsiteY358" fmla="*/ 5636351 h 6858000"/>
              <a:gd name="connsiteX359" fmla="*/ 3698819 w 7467663"/>
              <a:gd name="connsiteY359" fmla="*/ 5560503 h 6858000"/>
              <a:gd name="connsiteX360" fmla="*/ 3702094 w 7467663"/>
              <a:gd name="connsiteY360" fmla="*/ 5549194 h 6858000"/>
              <a:gd name="connsiteX361" fmla="*/ 3398355 w 7467663"/>
              <a:gd name="connsiteY361" fmla="*/ 6094603 h 6858000"/>
              <a:gd name="connsiteX362" fmla="*/ 3193941 w 7467663"/>
              <a:gd name="connsiteY362" fmla="*/ 6798775 h 6858000"/>
              <a:gd name="connsiteX363" fmla="*/ 3184140 w 7467663"/>
              <a:gd name="connsiteY363" fmla="*/ 6858000 h 6858000"/>
              <a:gd name="connsiteX364" fmla="*/ 3099978 w 7467663"/>
              <a:gd name="connsiteY364" fmla="*/ 6858000 h 6858000"/>
              <a:gd name="connsiteX365" fmla="*/ 3101556 w 7467663"/>
              <a:gd name="connsiteY365" fmla="*/ 6843337 h 6858000"/>
              <a:gd name="connsiteX366" fmla="*/ 3370162 w 7467663"/>
              <a:gd name="connsiteY366" fmla="*/ 5785550 h 6858000"/>
              <a:gd name="connsiteX367" fmla="*/ 3746477 w 7467663"/>
              <a:gd name="connsiteY367" fmla="*/ 5377889 h 6858000"/>
              <a:gd name="connsiteX368" fmla="*/ 3863399 w 7467663"/>
              <a:gd name="connsiteY368" fmla="*/ 5087257 h 6858000"/>
              <a:gd name="connsiteX369" fmla="*/ 3968712 w 7467663"/>
              <a:gd name="connsiteY369" fmla="*/ 4913989 h 6858000"/>
              <a:gd name="connsiteX370" fmla="*/ 2792390 w 7467663"/>
              <a:gd name="connsiteY370" fmla="*/ 5382974 h 6858000"/>
              <a:gd name="connsiteX371" fmla="*/ 2714982 w 7467663"/>
              <a:gd name="connsiteY371" fmla="*/ 5427051 h 6858000"/>
              <a:gd name="connsiteX372" fmla="*/ 2813361 w 7467663"/>
              <a:gd name="connsiteY372" fmla="*/ 6023912 h 6858000"/>
              <a:gd name="connsiteX373" fmla="*/ 2688430 w 7467663"/>
              <a:gd name="connsiteY373" fmla="*/ 6801564 h 6858000"/>
              <a:gd name="connsiteX374" fmla="*/ 2629626 w 7467663"/>
              <a:gd name="connsiteY374" fmla="*/ 6763394 h 6858000"/>
              <a:gd name="connsiteX375" fmla="*/ 2565328 w 7467663"/>
              <a:gd name="connsiteY375" fmla="*/ 5516399 h 6858000"/>
              <a:gd name="connsiteX376" fmla="*/ 1922999 w 7467663"/>
              <a:gd name="connsiteY376" fmla="*/ 5980343 h 6858000"/>
              <a:gd name="connsiteX377" fmla="*/ 1950261 w 7467663"/>
              <a:gd name="connsiteY377" fmla="*/ 6405858 h 6858000"/>
              <a:gd name="connsiteX378" fmla="*/ 2365554 w 7467663"/>
              <a:gd name="connsiteY378" fmla="*/ 6759107 h 6858000"/>
              <a:gd name="connsiteX379" fmla="*/ 2424142 w 7467663"/>
              <a:gd name="connsiteY379" fmla="*/ 6858000 h 6858000"/>
              <a:gd name="connsiteX380" fmla="*/ 2395994 w 7467663"/>
              <a:gd name="connsiteY380" fmla="*/ 6858000 h 6858000"/>
              <a:gd name="connsiteX381" fmla="*/ 2392863 w 7467663"/>
              <a:gd name="connsiteY381" fmla="*/ 6852964 h 6858000"/>
              <a:gd name="connsiteX382" fmla="*/ 2017589 w 7467663"/>
              <a:gd name="connsiteY382" fmla="*/ 6493982 h 6858000"/>
              <a:gd name="connsiteX383" fmla="*/ 2147336 w 7467663"/>
              <a:gd name="connsiteY383" fmla="*/ 6594052 h 6858000"/>
              <a:gd name="connsiteX384" fmla="*/ 2207047 w 7467663"/>
              <a:gd name="connsiteY384" fmla="*/ 6654540 h 6858000"/>
              <a:gd name="connsiteX385" fmla="*/ 2299106 w 7467663"/>
              <a:gd name="connsiteY385" fmla="*/ 6778931 h 6858000"/>
              <a:gd name="connsiteX386" fmla="*/ 2314430 w 7467663"/>
              <a:gd name="connsiteY386" fmla="*/ 6801144 h 6858000"/>
              <a:gd name="connsiteX387" fmla="*/ 2352406 w 7467663"/>
              <a:gd name="connsiteY387" fmla="*/ 6858000 h 6858000"/>
              <a:gd name="connsiteX388" fmla="*/ 2314492 w 7467663"/>
              <a:gd name="connsiteY388" fmla="*/ 6858000 h 6858000"/>
              <a:gd name="connsiteX389" fmla="*/ 2288095 w 7467663"/>
              <a:gd name="connsiteY389" fmla="*/ 6818030 h 6858000"/>
              <a:gd name="connsiteX390" fmla="*/ 2272768 w 7467663"/>
              <a:gd name="connsiteY390" fmla="*/ 6795822 h 6858000"/>
              <a:gd name="connsiteX391" fmla="*/ 2182715 w 7467663"/>
              <a:gd name="connsiteY391" fmla="*/ 6675071 h 6858000"/>
              <a:gd name="connsiteX392" fmla="*/ 2032061 w 7467663"/>
              <a:gd name="connsiteY392" fmla="*/ 6541380 h 6858000"/>
              <a:gd name="connsiteX393" fmla="*/ 2257220 w 7467663"/>
              <a:gd name="connsiteY393" fmla="*/ 6826257 h 6858000"/>
              <a:gd name="connsiteX394" fmla="*/ 2281324 w 7467663"/>
              <a:gd name="connsiteY394" fmla="*/ 6858000 h 6858000"/>
              <a:gd name="connsiteX395" fmla="*/ 2242860 w 7467663"/>
              <a:gd name="connsiteY395" fmla="*/ 6858000 h 6858000"/>
              <a:gd name="connsiteX396" fmla="*/ 2232818 w 7467663"/>
              <a:gd name="connsiteY396" fmla="*/ 6844926 h 6858000"/>
              <a:gd name="connsiteX397" fmla="*/ 1990172 w 7467663"/>
              <a:gd name="connsiteY397" fmla="*/ 6542121 h 6858000"/>
              <a:gd name="connsiteX398" fmla="*/ 2124090 w 7467663"/>
              <a:gd name="connsiteY398" fmla="*/ 6761017 h 6858000"/>
              <a:gd name="connsiteX399" fmla="*/ 2200380 w 7467663"/>
              <a:gd name="connsiteY399" fmla="*/ 6858000 h 6858000"/>
              <a:gd name="connsiteX400" fmla="*/ 2147507 w 7467663"/>
              <a:gd name="connsiteY400" fmla="*/ 6858000 h 6858000"/>
              <a:gd name="connsiteX401" fmla="*/ 2070668 w 7467663"/>
              <a:gd name="connsiteY401" fmla="*/ 6761520 h 6858000"/>
              <a:gd name="connsiteX402" fmla="*/ 1975142 w 7467663"/>
              <a:gd name="connsiteY402" fmla="*/ 6585570 h 6858000"/>
              <a:gd name="connsiteX403" fmla="*/ 2050035 w 7467663"/>
              <a:gd name="connsiteY403" fmla="*/ 6813345 h 6858000"/>
              <a:gd name="connsiteX404" fmla="*/ 2063025 w 7467663"/>
              <a:gd name="connsiteY404" fmla="*/ 6858000 h 6858000"/>
              <a:gd name="connsiteX405" fmla="*/ 2021675 w 7467663"/>
              <a:gd name="connsiteY405" fmla="*/ 6858000 h 6858000"/>
              <a:gd name="connsiteX406" fmla="*/ 2019308 w 7467663"/>
              <a:gd name="connsiteY406" fmla="*/ 6847118 h 6858000"/>
              <a:gd name="connsiteX407" fmla="*/ 1938835 w 7467663"/>
              <a:gd name="connsiteY407" fmla="*/ 6551160 h 6858000"/>
              <a:gd name="connsiteX408" fmla="*/ 1953230 w 7467663"/>
              <a:gd name="connsiteY408" fmla="*/ 6759699 h 6858000"/>
              <a:gd name="connsiteX409" fmla="*/ 1956763 w 7467663"/>
              <a:gd name="connsiteY409" fmla="*/ 6778191 h 6858000"/>
              <a:gd name="connsiteX410" fmla="*/ 1967925 w 7467663"/>
              <a:gd name="connsiteY410" fmla="*/ 6858000 h 6858000"/>
              <a:gd name="connsiteX411" fmla="*/ 1936622 w 7467663"/>
              <a:gd name="connsiteY411" fmla="*/ 6858000 h 6858000"/>
              <a:gd name="connsiteX412" fmla="*/ 1926261 w 7467663"/>
              <a:gd name="connsiteY412" fmla="*/ 6784064 h 6858000"/>
              <a:gd name="connsiteX413" fmla="*/ 1922724 w 7467663"/>
              <a:gd name="connsiteY413" fmla="*/ 6765577 h 6858000"/>
              <a:gd name="connsiteX414" fmla="*/ 1904650 w 7467663"/>
              <a:gd name="connsiteY414" fmla="*/ 6639616 h 6858000"/>
              <a:gd name="connsiteX415" fmla="*/ 1885273 w 7467663"/>
              <a:gd name="connsiteY415" fmla="*/ 6858000 h 6858000"/>
              <a:gd name="connsiteX416" fmla="*/ 1854363 w 7467663"/>
              <a:gd name="connsiteY416" fmla="*/ 6858000 h 6858000"/>
              <a:gd name="connsiteX417" fmla="*/ 1880391 w 7467663"/>
              <a:gd name="connsiteY417" fmla="*/ 6603796 h 6858000"/>
              <a:gd name="connsiteX418" fmla="*/ 1818273 w 7467663"/>
              <a:gd name="connsiteY418" fmla="*/ 6715729 h 6858000"/>
              <a:gd name="connsiteX419" fmla="*/ 1794691 w 7467663"/>
              <a:gd name="connsiteY419" fmla="*/ 6843239 h 6858000"/>
              <a:gd name="connsiteX420" fmla="*/ 1794914 w 7467663"/>
              <a:gd name="connsiteY420" fmla="*/ 6858000 h 6858000"/>
              <a:gd name="connsiteX421" fmla="*/ 1746128 w 7467663"/>
              <a:gd name="connsiteY421" fmla="*/ 6858000 h 6858000"/>
              <a:gd name="connsiteX422" fmla="*/ 1753934 w 7467663"/>
              <a:gd name="connsiteY422" fmla="*/ 6724796 h 6858000"/>
              <a:gd name="connsiteX423" fmla="*/ 1792053 w 7467663"/>
              <a:gd name="connsiteY423" fmla="*/ 6572396 h 6858000"/>
              <a:gd name="connsiteX424" fmla="*/ 1862248 w 7467663"/>
              <a:gd name="connsiteY424" fmla="*/ 6266397 h 6858000"/>
              <a:gd name="connsiteX425" fmla="*/ 1862250 w 7467663"/>
              <a:gd name="connsiteY425" fmla="*/ 6033531 h 6858000"/>
              <a:gd name="connsiteX426" fmla="*/ 1211999 w 7467663"/>
              <a:gd name="connsiteY426" fmla="*/ 6683610 h 6858000"/>
              <a:gd name="connsiteX427" fmla="*/ 1213266 w 7467663"/>
              <a:gd name="connsiteY427" fmla="*/ 6691947 h 6858000"/>
              <a:gd name="connsiteX428" fmla="*/ 1203370 w 7467663"/>
              <a:gd name="connsiteY428" fmla="*/ 6850676 h 6858000"/>
              <a:gd name="connsiteX429" fmla="*/ 1203671 w 7467663"/>
              <a:gd name="connsiteY429" fmla="*/ 6858000 h 6858000"/>
              <a:gd name="connsiteX430" fmla="*/ 1143180 w 7467663"/>
              <a:gd name="connsiteY430" fmla="*/ 6858000 h 6858000"/>
              <a:gd name="connsiteX431" fmla="*/ 1142176 w 7467663"/>
              <a:gd name="connsiteY431" fmla="*/ 6766045 h 6858000"/>
              <a:gd name="connsiteX432" fmla="*/ 1067484 w 7467663"/>
              <a:gd name="connsiteY432" fmla="*/ 6858000 h 6858000"/>
              <a:gd name="connsiteX433" fmla="*/ 953928 w 7467663"/>
              <a:gd name="connsiteY433" fmla="*/ 6858000 h 6858000"/>
              <a:gd name="connsiteX434" fmla="*/ 959715 w 7467663"/>
              <a:gd name="connsiteY434" fmla="*/ 6850185 h 6858000"/>
              <a:gd name="connsiteX435" fmla="*/ 1483788 w 7467663"/>
              <a:gd name="connsiteY435" fmla="*/ 6259174 h 6858000"/>
              <a:gd name="connsiteX436" fmla="*/ 1100671 w 7467663"/>
              <a:gd name="connsiteY436" fmla="*/ 6252137 h 6858000"/>
              <a:gd name="connsiteX437" fmla="*/ 1090144 w 7467663"/>
              <a:gd name="connsiteY437" fmla="*/ 6256748 h 6858000"/>
              <a:gd name="connsiteX438" fmla="*/ 1095872 w 7467663"/>
              <a:gd name="connsiteY438" fmla="*/ 6271892 h 6858000"/>
              <a:gd name="connsiteX439" fmla="*/ 262785 w 7467663"/>
              <a:gd name="connsiteY439" fmla="*/ 6845450 h 6858000"/>
              <a:gd name="connsiteX440" fmla="*/ 209968 w 7467663"/>
              <a:gd name="connsiteY440" fmla="*/ 6770713 h 6858000"/>
              <a:gd name="connsiteX441" fmla="*/ 873460 w 7467663"/>
              <a:gd name="connsiteY441" fmla="*/ 6253768 h 6858000"/>
              <a:gd name="connsiteX442" fmla="*/ 192686 w 7467663"/>
              <a:gd name="connsiteY442" fmla="*/ 5849257 h 6858000"/>
              <a:gd name="connsiteX443" fmla="*/ 4696 w 7467663"/>
              <a:gd name="connsiteY443" fmla="*/ 5697668 h 6858000"/>
              <a:gd name="connsiteX444" fmla="*/ 0 w 7467663"/>
              <a:gd name="connsiteY444" fmla="*/ 5689984 h 6858000"/>
              <a:gd name="connsiteX445" fmla="*/ 0 w 7467663"/>
              <a:gd name="connsiteY445" fmla="*/ 5513472 h 6858000"/>
              <a:gd name="connsiteX446" fmla="*/ 174101 w 7467663"/>
              <a:gd name="connsiteY446" fmla="*/ 5620277 h 6858000"/>
              <a:gd name="connsiteX447" fmla="*/ 891800 w 7467663"/>
              <a:gd name="connsiteY447" fmla="*/ 6036935 h 6858000"/>
              <a:gd name="connsiteX448" fmla="*/ 1072219 w 7467663"/>
              <a:gd name="connsiteY448" fmla="*/ 6169443 h 6858000"/>
              <a:gd name="connsiteX449" fmla="*/ 1074117 w 7467663"/>
              <a:gd name="connsiteY449" fmla="*/ 6170301 h 6858000"/>
              <a:gd name="connsiteX450" fmla="*/ 1083114 w 7467663"/>
              <a:gd name="connsiteY450" fmla="*/ 6174131 h 6858000"/>
              <a:gd name="connsiteX451" fmla="*/ 1543010 w 7467663"/>
              <a:gd name="connsiteY451" fmla="*/ 6191140 h 6858000"/>
              <a:gd name="connsiteX452" fmla="*/ 1551080 w 7467663"/>
              <a:gd name="connsiteY452" fmla="*/ 6195006 h 6858000"/>
              <a:gd name="connsiteX453" fmla="*/ 2345443 w 7467663"/>
              <a:gd name="connsiteY453" fmla="*/ 5549882 h 6858000"/>
              <a:gd name="connsiteX454" fmla="*/ 1721499 w 7467663"/>
              <a:gd name="connsiteY454" fmla="*/ 5599969 h 6858000"/>
              <a:gd name="connsiteX455" fmla="*/ 767716 w 7467663"/>
              <a:gd name="connsiteY455" fmla="*/ 5472768 h 6858000"/>
              <a:gd name="connsiteX456" fmla="*/ 722147 w 7467663"/>
              <a:gd name="connsiteY456" fmla="*/ 5393091 h 6858000"/>
              <a:gd name="connsiteX457" fmla="*/ 1485552 w 7467663"/>
              <a:gd name="connsiteY457" fmla="*/ 5313202 h 6858000"/>
              <a:gd name="connsiteX458" fmla="*/ 2143004 w 7467663"/>
              <a:gd name="connsiteY458" fmla="*/ 5402420 h 6858000"/>
              <a:gd name="connsiteX459" fmla="*/ 1933391 w 7467663"/>
              <a:gd name="connsiteY459" fmla="*/ 5156971 h 6858000"/>
              <a:gd name="connsiteX460" fmla="*/ 1827118 w 7467663"/>
              <a:gd name="connsiteY460" fmla="*/ 4968410 h 6858000"/>
              <a:gd name="connsiteX461" fmla="*/ 1837349 w 7467663"/>
              <a:gd name="connsiteY461" fmla="*/ 4956357 h 6858000"/>
              <a:gd name="connsiteX462" fmla="*/ 2162835 w 7467663"/>
              <a:gd name="connsiteY462" fmla="*/ 5187853 h 6858000"/>
              <a:gd name="connsiteX463" fmla="*/ 2257167 w 7467663"/>
              <a:gd name="connsiteY463" fmla="*/ 5462123 h 6858000"/>
              <a:gd name="connsiteX464" fmla="*/ 2261598 w 7467663"/>
              <a:gd name="connsiteY464" fmla="*/ 5467998 h 6858000"/>
              <a:gd name="connsiteX465" fmla="*/ 2437177 w 7467663"/>
              <a:gd name="connsiteY465" fmla="*/ 5479608 h 6858000"/>
              <a:gd name="connsiteX466" fmla="*/ 2445247 w 7467663"/>
              <a:gd name="connsiteY466" fmla="*/ 5483476 h 6858000"/>
              <a:gd name="connsiteX467" fmla="*/ 2743626 w 7467663"/>
              <a:gd name="connsiteY467" fmla="*/ 5304819 h 6858000"/>
              <a:gd name="connsiteX468" fmla="*/ 3048102 w 7467663"/>
              <a:gd name="connsiteY468" fmla="*/ 5150595 h 6858000"/>
              <a:gd name="connsiteX469" fmla="*/ 1799414 w 7467663"/>
              <a:gd name="connsiteY469" fmla="*/ 4694732 h 6858000"/>
              <a:gd name="connsiteX470" fmla="*/ 1771735 w 7467663"/>
              <a:gd name="connsiteY470" fmla="*/ 4619929 h 6858000"/>
              <a:gd name="connsiteX471" fmla="*/ 3104273 w 7467663"/>
              <a:gd name="connsiteY471" fmla="*/ 5076159 h 6858000"/>
              <a:gd name="connsiteX472" fmla="*/ 3113245 w 7467663"/>
              <a:gd name="connsiteY472" fmla="*/ 5090705 h 6858000"/>
              <a:gd name="connsiteX473" fmla="*/ 3126294 w 7467663"/>
              <a:gd name="connsiteY473" fmla="*/ 5114400 h 6858000"/>
              <a:gd name="connsiteX474" fmla="*/ 3937433 w 7467663"/>
              <a:gd name="connsiteY474" fmla="*/ 4830473 h 6858000"/>
              <a:gd name="connsiteX475" fmla="*/ 3590475 w 7467663"/>
              <a:gd name="connsiteY475" fmla="*/ 4597974 h 6858000"/>
              <a:gd name="connsiteX476" fmla="*/ 3100264 w 7467663"/>
              <a:gd name="connsiteY476" fmla="*/ 4579845 h 6858000"/>
              <a:gd name="connsiteX477" fmla="*/ 2183576 w 7467663"/>
              <a:gd name="connsiteY477" fmla="*/ 4227150 h 6858000"/>
              <a:gd name="connsiteX478" fmla="*/ 2151029 w 7467663"/>
              <a:gd name="connsiteY478" fmla="*/ 4146947 h 6858000"/>
              <a:gd name="connsiteX479" fmla="*/ 3563434 w 7467663"/>
              <a:gd name="connsiteY479" fmla="*/ 4469115 h 6858000"/>
              <a:gd name="connsiteX480" fmla="*/ 3177952 w 7467663"/>
              <a:gd name="connsiteY480" fmla="*/ 3657386 h 6858000"/>
              <a:gd name="connsiteX481" fmla="*/ 3189263 w 7467663"/>
              <a:gd name="connsiteY481" fmla="*/ 3625726 h 6858000"/>
              <a:gd name="connsiteX482" fmla="*/ 3560912 w 7467663"/>
              <a:gd name="connsiteY482" fmla="*/ 4079863 h 6858000"/>
              <a:gd name="connsiteX483" fmla="*/ 3626636 w 7467663"/>
              <a:gd name="connsiteY483" fmla="*/ 4512230 h 6858000"/>
              <a:gd name="connsiteX484" fmla="*/ 3653088 w 7467663"/>
              <a:gd name="connsiteY484" fmla="*/ 4521417 h 6858000"/>
              <a:gd name="connsiteX485" fmla="*/ 3988128 w 7467663"/>
              <a:gd name="connsiteY485" fmla="*/ 4817267 h 6858000"/>
              <a:gd name="connsiteX486" fmla="*/ 4830582 w 7467663"/>
              <a:gd name="connsiteY486" fmla="*/ 4676000 h 6858000"/>
              <a:gd name="connsiteX487" fmla="*/ 4830100 w 7467663"/>
              <a:gd name="connsiteY487" fmla="*/ 4675554 h 6858000"/>
              <a:gd name="connsiteX488" fmla="*/ 4036318 w 7467663"/>
              <a:gd name="connsiteY488" fmla="*/ 4147013 h 6858000"/>
              <a:gd name="connsiteX489" fmla="*/ 3432098 w 7467663"/>
              <a:gd name="connsiteY489" fmla="*/ 3537312 h 6858000"/>
              <a:gd name="connsiteX490" fmla="*/ 3446761 w 7467663"/>
              <a:gd name="connsiteY490" fmla="*/ 3461278 h 6858000"/>
              <a:gd name="connsiteX491" fmla="*/ 4419733 w 7467663"/>
              <a:gd name="connsiteY491" fmla="*/ 3963555 h 6858000"/>
              <a:gd name="connsiteX492" fmla="*/ 4781371 w 7467663"/>
              <a:gd name="connsiteY492" fmla="*/ 4458604 h 6858000"/>
              <a:gd name="connsiteX493" fmla="*/ 4780440 w 7467663"/>
              <a:gd name="connsiteY493" fmla="*/ 4470290 h 6858000"/>
              <a:gd name="connsiteX494" fmla="*/ 4898954 w 7467663"/>
              <a:gd name="connsiteY494" fmla="*/ 4662092 h 6858000"/>
              <a:gd name="connsiteX495" fmla="*/ 4900699 w 7467663"/>
              <a:gd name="connsiteY495" fmla="*/ 4670867 h 6858000"/>
              <a:gd name="connsiteX496" fmla="*/ 5714511 w 7467663"/>
              <a:gd name="connsiteY496" fmla="*/ 4663483 h 6858000"/>
              <a:gd name="connsiteX497" fmla="*/ 5464793 w 7467663"/>
              <a:gd name="connsiteY497" fmla="*/ 4393556 h 6858000"/>
              <a:gd name="connsiteX498" fmla="*/ 5461897 w 7467663"/>
              <a:gd name="connsiteY498" fmla="*/ 4390879 h 6858000"/>
              <a:gd name="connsiteX499" fmla="*/ 4294126 w 7467663"/>
              <a:gd name="connsiteY499" fmla="*/ 3303048 h 6858000"/>
              <a:gd name="connsiteX500" fmla="*/ 4305321 w 7467663"/>
              <a:gd name="connsiteY500" fmla="*/ 3256953 h 6858000"/>
              <a:gd name="connsiteX501" fmla="*/ 4949299 w 7467663"/>
              <a:gd name="connsiteY501" fmla="*/ 3766336 h 6858000"/>
              <a:gd name="connsiteX502" fmla="*/ 5291452 w 7467663"/>
              <a:gd name="connsiteY502" fmla="*/ 4076801 h 6858000"/>
              <a:gd name="connsiteX503" fmla="*/ 5434998 w 7467663"/>
              <a:gd name="connsiteY503" fmla="*/ 4254100 h 6858000"/>
              <a:gd name="connsiteX504" fmla="*/ 5351015 w 7467663"/>
              <a:gd name="connsiteY504" fmla="*/ 3760989 h 6858000"/>
              <a:gd name="connsiteX505" fmla="*/ 5413780 w 7467663"/>
              <a:gd name="connsiteY505" fmla="*/ 2966265 h 6858000"/>
              <a:gd name="connsiteX506" fmla="*/ 5425627 w 7467663"/>
              <a:gd name="connsiteY506" fmla="*/ 2954192 h 6858000"/>
              <a:gd name="connsiteX507" fmla="*/ 6604735 w 7467663"/>
              <a:gd name="connsiteY507" fmla="*/ 2041381 h 6858000"/>
              <a:gd name="connsiteX508" fmla="*/ 7204487 w 7467663"/>
              <a:gd name="connsiteY508" fmla="*/ 2742112 h 6858000"/>
              <a:gd name="connsiteX509" fmla="*/ 7131592 w 7467663"/>
              <a:gd name="connsiteY509" fmla="*/ 2672096 h 6858000"/>
              <a:gd name="connsiteX510" fmla="*/ 6996344 w 7467663"/>
              <a:gd name="connsiteY510" fmla="*/ 2518310 h 6858000"/>
              <a:gd name="connsiteX511" fmla="*/ 6735495 w 7467663"/>
              <a:gd name="connsiteY511" fmla="*/ 2196890 h 6858000"/>
              <a:gd name="connsiteX512" fmla="*/ 6721901 w 7467663"/>
              <a:gd name="connsiteY512" fmla="*/ 2179274 h 6858000"/>
              <a:gd name="connsiteX513" fmla="*/ 6604735 w 7467663"/>
              <a:gd name="connsiteY513" fmla="*/ 2041381 h 6858000"/>
              <a:gd name="connsiteX514" fmla="*/ 6591670 w 7467663"/>
              <a:gd name="connsiteY514" fmla="*/ 1988277 h 6858000"/>
              <a:gd name="connsiteX515" fmla="*/ 6747349 w 7467663"/>
              <a:gd name="connsiteY515" fmla="*/ 2160069 h 6858000"/>
              <a:gd name="connsiteX516" fmla="*/ 6760943 w 7467663"/>
              <a:gd name="connsiteY516" fmla="*/ 2177686 h 6858000"/>
              <a:gd name="connsiteX517" fmla="*/ 7021065 w 7467663"/>
              <a:gd name="connsiteY517" fmla="*/ 2498102 h 6858000"/>
              <a:gd name="connsiteX518" fmla="*/ 7155223 w 7467663"/>
              <a:gd name="connsiteY518" fmla="*/ 2650386 h 6858000"/>
              <a:gd name="connsiteX519" fmla="*/ 7203167 w 7467663"/>
              <a:gd name="connsiteY519" fmla="*/ 2697288 h 6858000"/>
              <a:gd name="connsiteX520" fmla="*/ 6937703 w 7467663"/>
              <a:gd name="connsiteY520" fmla="*/ 2321981 h 6858000"/>
              <a:gd name="connsiteX521" fmla="*/ 6591670 w 7467663"/>
              <a:gd name="connsiteY521" fmla="*/ 1988277 h 6858000"/>
              <a:gd name="connsiteX522" fmla="*/ 5798671 w 7467663"/>
              <a:gd name="connsiteY522" fmla="*/ 1981601 h 6858000"/>
              <a:gd name="connsiteX523" fmla="*/ 5754709 w 7467663"/>
              <a:gd name="connsiteY523" fmla="*/ 2071454 h 6858000"/>
              <a:gd name="connsiteX524" fmla="*/ 5763044 w 7467663"/>
              <a:gd name="connsiteY524" fmla="*/ 2842206 h 6858000"/>
              <a:gd name="connsiteX525" fmla="*/ 5764974 w 7467663"/>
              <a:gd name="connsiteY525" fmla="*/ 2799609 h 6858000"/>
              <a:gd name="connsiteX526" fmla="*/ 5767665 w 7467663"/>
              <a:gd name="connsiteY526" fmla="*/ 2666409 h 6858000"/>
              <a:gd name="connsiteX527" fmla="*/ 5763055 w 7467663"/>
              <a:gd name="connsiteY527" fmla="*/ 2579705 h 6858000"/>
              <a:gd name="connsiteX528" fmla="*/ 5758079 w 7467663"/>
              <a:gd name="connsiteY528" fmla="*/ 2492508 h 6858000"/>
              <a:gd name="connsiteX529" fmla="*/ 5779325 w 7467663"/>
              <a:gd name="connsiteY529" fmla="*/ 2197069 h 6858000"/>
              <a:gd name="connsiteX530" fmla="*/ 5798671 w 7467663"/>
              <a:gd name="connsiteY530" fmla="*/ 1981601 h 6858000"/>
              <a:gd name="connsiteX531" fmla="*/ 5829202 w 7467663"/>
              <a:gd name="connsiteY531" fmla="*/ 1971679 h 6858000"/>
              <a:gd name="connsiteX532" fmla="*/ 5809558 w 7467663"/>
              <a:gd name="connsiteY532" fmla="*/ 2198043 h 6858000"/>
              <a:gd name="connsiteX533" fmla="*/ 5788653 w 7467663"/>
              <a:gd name="connsiteY533" fmla="*/ 2489430 h 6858000"/>
              <a:gd name="connsiteX534" fmla="*/ 5793439 w 7467663"/>
              <a:gd name="connsiteY534" fmla="*/ 2575235 h 6858000"/>
              <a:gd name="connsiteX535" fmla="*/ 5796837 w 7467663"/>
              <a:gd name="connsiteY535" fmla="*/ 2637633 h 6858000"/>
              <a:gd name="connsiteX536" fmla="*/ 5818614 w 7467663"/>
              <a:gd name="connsiteY536" fmla="*/ 2473055 h 6858000"/>
              <a:gd name="connsiteX537" fmla="*/ 5829202 w 7467663"/>
              <a:gd name="connsiteY537" fmla="*/ 1971679 h 6858000"/>
              <a:gd name="connsiteX538" fmla="*/ 5911389 w 7467663"/>
              <a:gd name="connsiteY538" fmla="*/ 1898371 h 6858000"/>
              <a:gd name="connsiteX539" fmla="*/ 6237627 w 7467663"/>
              <a:gd name="connsiteY539" fmla="*/ 2231921 h 6858000"/>
              <a:gd name="connsiteX540" fmla="*/ 5911389 w 7467663"/>
              <a:gd name="connsiteY540" fmla="*/ 1898371 h 6858000"/>
              <a:gd name="connsiteX541" fmla="*/ 6944437 w 7467663"/>
              <a:gd name="connsiteY541" fmla="*/ 1575402 h 6858000"/>
              <a:gd name="connsiteX542" fmla="*/ 6304730 w 7467663"/>
              <a:gd name="connsiteY542" fmla="*/ 1766654 h 6858000"/>
              <a:gd name="connsiteX543" fmla="*/ 6944437 w 7467663"/>
              <a:gd name="connsiteY543" fmla="*/ 1575402 h 6858000"/>
              <a:gd name="connsiteX544" fmla="*/ 7019523 w 7467663"/>
              <a:gd name="connsiteY544" fmla="*/ 1519450 h 6858000"/>
              <a:gd name="connsiteX545" fmla="*/ 6298091 w 7467663"/>
              <a:gd name="connsiteY545" fmla="*/ 1737122 h 6858000"/>
              <a:gd name="connsiteX546" fmla="*/ 7019523 w 7467663"/>
              <a:gd name="connsiteY546" fmla="*/ 1519450 h 6858000"/>
              <a:gd name="connsiteX547" fmla="*/ 2399523 w 7467663"/>
              <a:gd name="connsiteY547" fmla="*/ 1428234 h 6858000"/>
              <a:gd name="connsiteX548" fmla="*/ 2224982 w 7467663"/>
              <a:gd name="connsiteY548" fmla="*/ 1826201 h 6858000"/>
              <a:gd name="connsiteX549" fmla="*/ 2096099 w 7467663"/>
              <a:gd name="connsiteY549" fmla="*/ 2345900 h 6858000"/>
              <a:gd name="connsiteX550" fmla="*/ 2283317 w 7467663"/>
              <a:gd name="connsiteY550" fmla="*/ 1796925 h 6858000"/>
              <a:gd name="connsiteX551" fmla="*/ 2399523 w 7467663"/>
              <a:gd name="connsiteY551" fmla="*/ 1428234 h 6858000"/>
              <a:gd name="connsiteX552" fmla="*/ 2448558 w 7467663"/>
              <a:gd name="connsiteY552" fmla="*/ 1373435 h 6858000"/>
              <a:gd name="connsiteX553" fmla="*/ 2312521 w 7467663"/>
              <a:gd name="connsiteY553" fmla="*/ 1806140 h 6858000"/>
              <a:gd name="connsiteX554" fmla="*/ 2127533 w 7467663"/>
              <a:gd name="connsiteY554" fmla="*/ 2348380 h 6858000"/>
              <a:gd name="connsiteX555" fmla="*/ 2358080 w 7467663"/>
              <a:gd name="connsiteY555" fmla="*/ 1866134 h 6858000"/>
              <a:gd name="connsiteX556" fmla="*/ 2407436 w 7467663"/>
              <a:gd name="connsiteY556" fmla="*/ 1651070 h 6858000"/>
              <a:gd name="connsiteX557" fmla="*/ 2448558 w 7467663"/>
              <a:gd name="connsiteY557" fmla="*/ 1373435 h 6858000"/>
              <a:gd name="connsiteX558" fmla="*/ 278707 w 7467663"/>
              <a:gd name="connsiteY558" fmla="*/ 1352270 h 6858000"/>
              <a:gd name="connsiteX559" fmla="*/ 321570 w 7467663"/>
              <a:gd name="connsiteY559" fmla="*/ 1861610 h 6858000"/>
              <a:gd name="connsiteX560" fmla="*/ 294281 w 7467663"/>
              <a:gd name="connsiteY560" fmla="*/ 1440658 h 6858000"/>
              <a:gd name="connsiteX561" fmla="*/ 278707 w 7467663"/>
              <a:gd name="connsiteY561" fmla="*/ 1352270 h 6858000"/>
              <a:gd name="connsiteX562" fmla="*/ 1423821 w 7467663"/>
              <a:gd name="connsiteY562" fmla="*/ 1351958 h 6858000"/>
              <a:gd name="connsiteX563" fmla="*/ 1638521 w 7467663"/>
              <a:gd name="connsiteY563" fmla="*/ 1908470 h 6858000"/>
              <a:gd name="connsiteX564" fmla="*/ 1754199 w 7467663"/>
              <a:gd name="connsiteY564" fmla="*/ 2149284 h 6858000"/>
              <a:gd name="connsiteX565" fmla="*/ 1908359 w 7467663"/>
              <a:gd name="connsiteY565" fmla="*/ 2364988 h 6858000"/>
              <a:gd name="connsiteX566" fmla="*/ 1647661 w 7467663"/>
              <a:gd name="connsiteY566" fmla="*/ 1825945 h 6858000"/>
              <a:gd name="connsiteX567" fmla="*/ 1423821 w 7467663"/>
              <a:gd name="connsiteY567" fmla="*/ 1351958 h 6858000"/>
              <a:gd name="connsiteX568" fmla="*/ 1431890 w 7467663"/>
              <a:gd name="connsiteY568" fmla="*/ 1306475 h 6858000"/>
              <a:gd name="connsiteX569" fmla="*/ 1507597 w 7467663"/>
              <a:gd name="connsiteY569" fmla="*/ 1446132 h 6858000"/>
              <a:gd name="connsiteX570" fmla="*/ 1674586 w 7467663"/>
              <a:gd name="connsiteY570" fmla="*/ 1813832 h 6858000"/>
              <a:gd name="connsiteX571" fmla="*/ 1815950 w 7467663"/>
              <a:gd name="connsiteY571" fmla="*/ 2128564 h 6858000"/>
              <a:gd name="connsiteX572" fmla="*/ 1984242 w 7467663"/>
              <a:gd name="connsiteY572" fmla="*/ 2430829 h 6858000"/>
              <a:gd name="connsiteX573" fmla="*/ 2014023 w 7467663"/>
              <a:gd name="connsiteY573" fmla="*/ 2450995 h 6858000"/>
              <a:gd name="connsiteX574" fmla="*/ 1747337 w 7467663"/>
              <a:gd name="connsiteY574" fmla="*/ 1855264 h 6858000"/>
              <a:gd name="connsiteX575" fmla="*/ 1533749 w 7467663"/>
              <a:gd name="connsiteY575" fmla="*/ 1478656 h 6858000"/>
              <a:gd name="connsiteX576" fmla="*/ 1431890 w 7467663"/>
              <a:gd name="connsiteY576" fmla="*/ 1306475 h 6858000"/>
              <a:gd name="connsiteX577" fmla="*/ 5052692 w 7467663"/>
              <a:gd name="connsiteY577" fmla="*/ 1292994 h 6858000"/>
              <a:gd name="connsiteX578" fmla="*/ 5200661 w 7467663"/>
              <a:gd name="connsiteY578" fmla="*/ 1635186 h 6858000"/>
              <a:gd name="connsiteX579" fmla="*/ 5297138 w 7467663"/>
              <a:gd name="connsiteY579" fmla="*/ 1906351 h 6858000"/>
              <a:gd name="connsiteX580" fmla="*/ 5052692 w 7467663"/>
              <a:gd name="connsiteY580" fmla="*/ 1292994 h 6858000"/>
              <a:gd name="connsiteX581" fmla="*/ 5009948 w 7467663"/>
              <a:gd name="connsiteY581" fmla="*/ 1273619 h 6858000"/>
              <a:gd name="connsiteX582" fmla="*/ 5121777 w 7467663"/>
              <a:gd name="connsiteY582" fmla="*/ 1654213 h 6858000"/>
              <a:gd name="connsiteX583" fmla="*/ 5293545 w 7467663"/>
              <a:gd name="connsiteY583" fmla="*/ 2072247 h 6858000"/>
              <a:gd name="connsiteX584" fmla="*/ 5294042 w 7467663"/>
              <a:gd name="connsiteY584" fmla="*/ 2065019 h 6858000"/>
              <a:gd name="connsiteX585" fmla="*/ 5171936 w 7467663"/>
              <a:gd name="connsiteY585" fmla="*/ 1647613 h 6858000"/>
              <a:gd name="connsiteX586" fmla="*/ 5009948 w 7467663"/>
              <a:gd name="connsiteY586" fmla="*/ 1273619 h 6858000"/>
              <a:gd name="connsiteX587" fmla="*/ 655236 w 7467663"/>
              <a:gd name="connsiteY587" fmla="*/ 1268632 h 6858000"/>
              <a:gd name="connsiteX588" fmla="*/ 839521 w 7467663"/>
              <a:gd name="connsiteY588" fmla="*/ 1685315 h 6858000"/>
              <a:gd name="connsiteX589" fmla="*/ 1109416 w 7467663"/>
              <a:gd name="connsiteY589" fmla="*/ 2061663 h 6858000"/>
              <a:gd name="connsiteX590" fmla="*/ 1298300 w 7467663"/>
              <a:gd name="connsiteY590" fmla="*/ 2247742 h 6858000"/>
              <a:gd name="connsiteX591" fmla="*/ 1125871 w 7467663"/>
              <a:gd name="connsiteY591" fmla="*/ 1989513 h 6858000"/>
              <a:gd name="connsiteX592" fmla="*/ 981574 w 7467663"/>
              <a:gd name="connsiteY592" fmla="*/ 1783157 h 6858000"/>
              <a:gd name="connsiteX593" fmla="*/ 922198 w 7467663"/>
              <a:gd name="connsiteY593" fmla="*/ 1677437 h 6858000"/>
              <a:gd name="connsiteX594" fmla="*/ 869293 w 7467663"/>
              <a:gd name="connsiteY594" fmla="*/ 1583214 h 6858000"/>
              <a:gd name="connsiteX595" fmla="*/ 751431 w 7467663"/>
              <a:gd name="connsiteY595" fmla="*/ 1405731 h 6858000"/>
              <a:gd name="connsiteX596" fmla="*/ 655236 w 7467663"/>
              <a:gd name="connsiteY596" fmla="*/ 1268632 h 6858000"/>
              <a:gd name="connsiteX597" fmla="*/ 6516292 w 7467663"/>
              <a:gd name="connsiteY597" fmla="*/ 1263064 h 6858000"/>
              <a:gd name="connsiteX598" fmla="*/ 5736320 w 7467663"/>
              <a:gd name="connsiteY598" fmla="*/ 1501803 h 6858000"/>
              <a:gd name="connsiteX599" fmla="*/ 6516292 w 7467663"/>
              <a:gd name="connsiteY599" fmla="*/ 1263064 h 6858000"/>
              <a:gd name="connsiteX600" fmla="*/ 291466 w 7467663"/>
              <a:gd name="connsiteY600" fmla="*/ 1250369 h 6858000"/>
              <a:gd name="connsiteX601" fmla="*/ 323180 w 7467663"/>
              <a:gd name="connsiteY601" fmla="*/ 1435283 h 6858000"/>
              <a:gd name="connsiteX602" fmla="*/ 349381 w 7467663"/>
              <a:gd name="connsiteY602" fmla="*/ 1875041 h 6858000"/>
              <a:gd name="connsiteX603" fmla="*/ 374363 w 7467663"/>
              <a:gd name="connsiteY603" fmla="*/ 1506494 h 6858000"/>
              <a:gd name="connsiteX604" fmla="*/ 302168 w 7467663"/>
              <a:gd name="connsiteY604" fmla="*/ 1274495 h 6858000"/>
              <a:gd name="connsiteX605" fmla="*/ 291466 w 7467663"/>
              <a:gd name="connsiteY605" fmla="*/ 1250369 h 6858000"/>
              <a:gd name="connsiteX606" fmla="*/ 678222 w 7467663"/>
              <a:gd name="connsiteY606" fmla="*/ 1248670 h 6858000"/>
              <a:gd name="connsiteX607" fmla="*/ 775536 w 7467663"/>
              <a:gd name="connsiteY607" fmla="*/ 1388015 h 6858000"/>
              <a:gd name="connsiteX608" fmla="*/ 894529 w 7467663"/>
              <a:gd name="connsiteY608" fmla="*/ 1567739 h 6858000"/>
              <a:gd name="connsiteX609" fmla="*/ 948000 w 7467663"/>
              <a:gd name="connsiteY609" fmla="*/ 1663088 h 6858000"/>
              <a:gd name="connsiteX610" fmla="*/ 1006812 w 7467663"/>
              <a:gd name="connsiteY610" fmla="*/ 1767683 h 6858000"/>
              <a:gd name="connsiteX611" fmla="*/ 1149133 w 7467663"/>
              <a:gd name="connsiteY611" fmla="*/ 1971513 h 6858000"/>
              <a:gd name="connsiteX612" fmla="*/ 1333952 w 7467663"/>
              <a:gd name="connsiteY612" fmla="*/ 2251620 h 6858000"/>
              <a:gd name="connsiteX613" fmla="*/ 1337329 w 7467663"/>
              <a:gd name="connsiteY613" fmla="*/ 2258350 h 6858000"/>
              <a:gd name="connsiteX614" fmla="*/ 1014726 w 7467663"/>
              <a:gd name="connsiteY614" fmla="*/ 1615556 h 6858000"/>
              <a:gd name="connsiteX615" fmla="*/ 678222 w 7467663"/>
              <a:gd name="connsiteY615" fmla="*/ 1248670 h 6858000"/>
              <a:gd name="connsiteX616" fmla="*/ 6691602 w 7467663"/>
              <a:gd name="connsiteY616" fmla="*/ 1140573 h 6858000"/>
              <a:gd name="connsiteX617" fmla="*/ 6571100 w 7467663"/>
              <a:gd name="connsiteY617" fmla="*/ 1183662 h 6858000"/>
              <a:gd name="connsiteX618" fmla="*/ 6241687 w 7467663"/>
              <a:gd name="connsiteY618" fmla="*/ 1257600 h 6858000"/>
              <a:gd name="connsiteX619" fmla="*/ 5693009 w 7467663"/>
              <a:gd name="connsiteY619" fmla="*/ 1478256 h 6858000"/>
              <a:gd name="connsiteX620" fmla="*/ 6548420 w 7467663"/>
              <a:gd name="connsiteY620" fmla="*/ 1214599 h 6858000"/>
              <a:gd name="connsiteX621" fmla="*/ 6605473 w 7467663"/>
              <a:gd name="connsiteY621" fmla="*/ 1184686 h 6858000"/>
              <a:gd name="connsiteX622" fmla="*/ 6691602 w 7467663"/>
              <a:gd name="connsiteY622" fmla="*/ 1140573 h 6858000"/>
              <a:gd name="connsiteX623" fmla="*/ 4002475 w 7467663"/>
              <a:gd name="connsiteY623" fmla="*/ 1037802 h 6858000"/>
              <a:gd name="connsiteX624" fmla="*/ 4000324 w 7467663"/>
              <a:gd name="connsiteY624" fmla="*/ 1039362 h 6858000"/>
              <a:gd name="connsiteX625" fmla="*/ 4002862 w 7467663"/>
              <a:gd name="connsiteY625" fmla="*/ 1042866 h 6858000"/>
              <a:gd name="connsiteX626" fmla="*/ 4002475 w 7467663"/>
              <a:gd name="connsiteY626" fmla="*/ 1037802 h 6858000"/>
              <a:gd name="connsiteX627" fmla="*/ 506322 w 7467663"/>
              <a:gd name="connsiteY627" fmla="*/ 1020997 h 6858000"/>
              <a:gd name="connsiteX628" fmla="*/ 533068 w 7467663"/>
              <a:gd name="connsiteY628" fmla="*/ 1029409 h 6858000"/>
              <a:gd name="connsiteX629" fmla="*/ 1232525 w 7467663"/>
              <a:gd name="connsiteY629" fmla="*/ 1804675 h 6858000"/>
              <a:gd name="connsiteX630" fmla="*/ 1388858 w 7467663"/>
              <a:gd name="connsiteY630" fmla="*/ 2368011 h 6858000"/>
              <a:gd name="connsiteX631" fmla="*/ 1384098 w 7467663"/>
              <a:gd name="connsiteY631" fmla="*/ 2378125 h 6858000"/>
              <a:gd name="connsiteX632" fmla="*/ 1425393 w 7467663"/>
              <a:gd name="connsiteY632" fmla="*/ 2589124 h 6858000"/>
              <a:gd name="connsiteX633" fmla="*/ 1424001 w 7467663"/>
              <a:gd name="connsiteY633" fmla="*/ 2597541 h 6858000"/>
              <a:gd name="connsiteX634" fmla="*/ 2152729 w 7467663"/>
              <a:gd name="connsiteY634" fmla="*/ 2864487 h 6858000"/>
              <a:gd name="connsiteX635" fmla="*/ 2020609 w 7467663"/>
              <a:gd name="connsiteY635" fmla="*/ 2539671 h 6858000"/>
              <a:gd name="connsiteX636" fmla="*/ 2018920 w 7467663"/>
              <a:gd name="connsiteY636" fmla="*/ 2536309 h 6858000"/>
              <a:gd name="connsiteX637" fmla="*/ 1342441 w 7467663"/>
              <a:gd name="connsiteY637" fmla="*/ 1173017 h 6858000"/>
              <a:gd name="connsiteX638" fmla="*/ 1367925 w 7467663"/>
              <a:gd name="connsiteY638" fmla="*/ 1135648 h 6858000"/>
              <a:gd name="connsiteX639" fmla="*/ 1771401 w 7467663"/>
              <a:gd name="connsiteY639" fmla="*/ 1806673 h 6858000"/>
              <a:gd name="connsiteX640" fmla="*/ 1972385 w 7467663"/>
              <a:gd name="connsiteY640" fmla="*/ 2198735 h 6858000"/>
              <a:gd name="connsiteX641" fmla="*/ 2040892 w 7467663"/>
              <a:gd name="connsiteY641" fmla="*/ 2405205 h 6858000"/>
              <a:gd name="connsiteX642" fmla="*/ 2131689 w 7467663"/>
              <a:gd name="connsiteY642" fmla="*/ 1936926 h 6858000"/>
              <a:gd name="connsiteX643" fmla="*/ 2454820 w 7467663"/>
              <a:gd name="connsiteY643" fmla="*/ 1248808 h 6858000"/>
              <a:gd name="connsiteX644" fmla="*/ 2492512 w 7467663"/>
              <a:gd name="connsiteY644" fmla="*/ 1302920 h 6858000"/>
              <a:gd name="connsiteX645" fmla="*/ 2081216 w 7467663"/>
              <a:gd name="connsiteY645" fmla="*/ 2527513 h 6858000"/>
              <a:gd name="connsiteX646" fmla="*/ 2081211 w 7467663"/>
              <a:gd name="connsiteY646" fmla="*/ 2528916 h 6858000"/>
              <a:gd name="connsiteX647" fmla="*/ 2199067 w 7467663"/>
              <a:gd name="connsiteY647" fmla="*/ 2884061 h 6858000"/>
              <a:gd name="connsiteX648" fmla="*/ 3192586 w 7467663"/>
              <a:gd name="connsiteY648" fmla="*/ 3411496 h 6858000"/>
              <a:gd name="connsiteX649" fmla="*/ 3182620 w 7467663"/>
              <a:gd name="connsiteY649" fmla="*/ 3483279 h 6858000"/>
              <a:gd name="connsiteX650" fmla="*/ 2435119 w 7467663"/>
              <a:gd name="connsiteY650" fmla="*/ 3080173 h 6858000"/>
              <a:gd name="connsiteX651" fmla="*/ 2410152 w 7467663"/>
              <a:gd name="connsiteY651" fmla="*/ 3063751 h 6858000"/>
              <a:gd name="connsiteX652" fmla="*/ 2408099 w 7467663"/>
              <a:gd name="connsiteY652" fmla="*/ 3064403 h 6858000"/>
              <a:gd name="connsiteX653" fmla="*/ 2407218 w 7467663"/>
              <a:gd name="connsiteY653" fmla="*/ 3070324 h 6858000"/>
              <a:gd name="connsiteX654" fmla="*/ 2380138 w 7467663"/>
              <a:gd name="connsiteY654" fmla="*/ 3099341 h 6858000"/>
              <a:gd name="connsiteX655" fmla="*/ 1765923 w 7467663"/>
              <a:gd name="connsiteY655" fmla="*/ 3581043 h 6858000"/>
              <a:gd name="connsiteX656" fmla="*/ 1702258 w 7467663"/>
              <a:gd name="connsiteY656" fmla="*/ 3612286 h 6858000"/>
              <a:gd name="connsiteX657" fmla="*/ 1538370 w 7467663"/>
              <a:gd name="connsiteY657" fmla="*/ 3811804 h 6858000"/>
              <a:gd name="connsiteX658" fmla="*/ 542867 w 7467663"/>
              <a:gd name="connsiteY658" fmla="*/ 4944092 h 6858000"/>
              <a:gd name="connsiteX659" fmla="*/ 515800 w 7467663"/>
              <a:gd name="connsiteY659" fmla="*/ 4862180 h 6858000"/>
              <a:gd name="connsiteX660" fmla="*/ 909145 w 7467663"/>
              <a:gd name="connsiteY660" fmla="*/ 4199225 h 6858000"/>
              <a:gd name="connsiteX661" fmla="*/ 1214067 w 7467663"/>
              <a:gd name="connsiteY661" fmla="*/ 3908561 h 6858000"/>
              <a:gd name="connsiteX662" fmla="*/ 640967 w 7467663"/>
              <a:gd name="connsiteY662" fmla="*/ 4105601 h 6858000"/>
              <a:gd name="connsiteX663" fmla="*/ 112563 w 7467663"/>
              <a:gd name="connsiteY663" fmla="*/ 4396952 h 6858000"/>
              <a:gd name="connsiteX664" fmla="*/ 0 w 7467663"/>
              <a:gd name="connsiteY664" fmla="*/ 4466006 h 6858000"/>
              <a:gd name="connsiteX665" fmla="*/ 0 w 7467663"/>
              <a:gd name="connsiteY665" fmla="*/ 4233763 h 6858000"/>
              <a:gd name="connsiteX666" fmla="*/ 36881 w 7467663"/>
              <a:gd name="connsiteY666" fmla="*/ 4200118 h 6858000"/>
              <a:gd name="connsiteX667" fmla="*/ 910534 w 7467663"/>
              <a:gd name="connsiteY667" fmla="*/ 3629753 h 6858000"/>
              <a:gd name="connsiteX668" fmla="*/ 1578717 w 7467663"/>
              <a:gd name="connsiteY668" fmla="*/ 3575982 h 6858000"/>
              <a:gd name="connsiteX669" fmla="*/ 2338780 w 7467663"/>
              <a:gd name="connsiteY669" fmla="*/ 3033725 h 6858000"/>
              <a:gd name="connsiteX670" fmla="*/ 1807991 w 7467663"/>
              <a:gd name="connsiteY670" fmla="*/ 2807184 h 6858000"/>
              <a:gd name="connsiteX671" fmla="*/ 1416358 w 7467663"/>
              <a:gd name="connsiteY671" fmla="*/ 3112571 h 6858000"/>
              <a:gd name="connsiteX672" fmla="*/ 939066 w 7467663"/>
              <a:gd name="connsiteY672" fmla="*/ 3378798 h 6858000"/>
              <a:gd name="connsiteX673" fmla="*/ 115099 w 7467663"/>
              <a:gd name="connsiteY673" fmla="*/ 3607650 h 6858000"/>
              <a:gd name="connsiteX674" fmla="*/ 97284 w 7467663"/>
              <a:gd name="connsiteY674" fmla="*/ 3520393 h 6858000"/>
              <a:gd name="connsiteX675" fmla="*/ 922050 w 7467663"/>
              <a:gd name="connsiteY675" fmla="*/ 3074867 h 6858000"/>
              <a:gd name="connsiteX676" fmla="*/ 1405265 w 7467663"/>
              <a:gd name="connsiteY676" fmla="*/ 3016319 h 6858000"/>
              <a:gd name="connsiteX677" fmla="*/ 1407512 w 7467663"/>
              <a:gd name="connsiteY677" fmla="*/ 3018001 h 6858000"/>
              <a:gd name="connsiteX678" fmla="*/ 1726266 w 7467663"/>
              <a:gd name="connsiteY678" fmla="*/ 2777274 h 6858000"/>
              <a:gd name="connsiteX679" fmla="*/ 625390 w 7467663"/>
              <a:gd name="connsiteY679" fmla="*/ 2514541 h 6858000"/>
              <a:gd name="connsiteX680" fmla="*/ 619799 w 7467663"/>
              <a:gd name="connsiteY680" fmla="*/ 2527180 h 6858000"/>
              <a:gd name="connsiteX681" fmla="*/ 310030 w 7467663"/>
              <a:gd name="connsiteY681" fmla="*/ 2771818 h 6858000"/>
              <a:gd name="connsiteX682" fmla="*/ 173877 w 7467663"/>
              <a:gd name="connsiteY682" fmla="*/ 2937056 h 6858000"/>
              <a:gd name="connsiteX683" fmla="*/ 77889 w 7467663"/>
              <a:gd name="connsiteY683" fmla="*/ 3138440 h 6858000"/>
              <a:gd name="connsiteX684" fmla="*/ 0 w 7467663"/>
              <a:gd name="connsiteY684" fmla="*/ 3271395 h 6858000"/>
              <a:gd name="connsiteX685" fmla="*/ 0 w 7467663"/>
              <a:gd name="connsiteY685" fmla="*/ 3153002 h 6858000"/>
              <a:gd name="connsiteX686" fmla="*/ 2386 w 7467663"/>
              <a:gd name="connsiteY686" fmla="*/ 3149203 h 6858000"/>
              <a:gd name="connsiteX687" fmla="*/ 89753 w 7467663"/>
              <a:gd name="connsiteY687" fmla="*/ 2987702 h 6858000"/>
              <a:gd name="connsiteX688" fmla="*/ 76869 w 7467663"/>
              <a:gd name="connsiteY688" fmla="*/ 3005404 h 6858000"/>
              <a:gd name="connsiteX689" fmla="*/ 32049 w 7467663"/>
              <a:gd name="connsiteY689" fmla="*/ 3065814 h 6858000"/>
              <a:gd name="connsiteX690" fmla="*/ 0 w 7467663"/>
              <a:gd name="connsiteY690" fmla="*/ 3108744 h 6858000"/>
              <a:gd name="connsiteX691" fmla="*/ 0 w 7467663"/>
              <a:gd name="connsiteY691" fmla="*/ 3058059 h 6858000"/>
              <a:gd name="connsiteX692" fmla="*/ 7610 w 7467663"/>
              <a:gd name="connsiteY692" fmla="*/ 3047889 h 6858000"/>
              <a:gd name="connsiteX693" fmla="*/ 52419 w 7467663"/>
              <a:gd name="connsiteY693" fmla="*/ 2987479 h 6858000"/>
              <a:gd name="connsiteX694" fmla="*/ 59142 w 7467663"/>
              <a:gd name="connsiteY694" fmla="*/ 2978488 h 6858000"/>
              <a:gd name="connsiteX695" fmla="*/ 0 w 7467663"/>
              <a:gd name="connsiteY695" fmla="*/ 3015334 h 6858000"/>
              <a:gd name="connsiteX696" fmla="*/ 0 w 7467663"/>
              <a:gd name="connsiteY696" fmla="*/ 2914286 h 6858000"/>
              <a:gd name="connsiteX697" fmla="*/ 36383 w 7467663"/>
              <a:gd name="connsiteY697" fmla="*/ 2901128 h 6858000"/>
              <a:gd name="connsiteX698" fmla="*/ 156329 w 7467663"/>
              <a:gd name="connsiteY698" fmla="*/ 2840533 h 6858000"/>
              <a:gd name="connsiteX699" fmla="*/ 358355 w 7467663"/>
              <a:gd name="connsiteY699" fmla="*/ 2620471 h 6858000"/>
              <a:gd name="connsiteX700" fmla="*/ 510577 w 7467663"/>
              <a:gd name="connsiteY700" fmla="*/ 2501244 h 6858000"/>
              <a:gd name="connsiteX701" fmla="*/ 211967 w 7467663"/>
              <a:gd name="connsiteY701" fmla="*/ 2479171 h 6858000"/>
              <a:gd name="connsiteX702" fmla="*/ 0 w 7467663"/>
              <a:gd name="connsiteY702" fmla="*/ 2476398 h 6858000"/>
              <a:gd name="connsiteX703" fmla="*/ 0 w 7467663"/>
              <a:gd name="connsiteY703" fmla="*/ 2389189 h 6858000"/>
              <a:gd name="connsiteX704" fmla="*/ 103062 w 7467663"/>
              <a:gd name="connsiteY704" fmla="*/ 2389518 h 6858000"/>
              <a:gd name="connsiteX705" fmla="*/ 510734 w 7467663"/>
              <a:gd name="connsiteY705" fmla="*/ 2416201 h 6858000"/>
              <a:gd name="connsiteX706" fmla="*/ 279257 w 7467663"/>
              <a:gd name="connsiteY706" fmla="*/ 2092102 h 6858000"/>
              <a:gd name="connsiteX707" fmla="*/ 65265 w 7467663"/>
              <a:gd name="connsiteY707" fmla="*/ 2006049 h 6858000"/>
              <a:gd name="connsiteX708" fmla="*/ 0 w 7467663"/>
              <a:gd name="connsiteY708" fmla="*/ 1982532 h 6858000"/>
              <a:gd name="connsiteX709" fmla="*/ 0 w 7467663"/>
              <a:gd name="connsiteY709" fmla="*/ 1912789 h 6858000"/>
              <a:gd name="connsiteX710" fmla="*/ 97460 w 7467663"/>
              <a:gd name="connsiteY710" fmla="*/ 1953725 h 6858000"/>
              <a:gd name="connsiteX711" fmla="*/ 221272 w 7467663"/>
              <a:gd name="connsiteY711" fmla="*/ 1980766 h 6858000"/>
              <a:gd name="connsiteX712" fmla="*/ 116765 w 7467663"/>
              <a:gd name="connsiteY712" fmla="*/ 1911033 h 6858000"/>
              <a:gd name="connsiteX713" fmla="*/ 16405 w 7467663"/>
              <a:gd name="connsiteY713" fmla="*/ 1803412 h 6858000"/>
              <a:gd name="connsiteX714" fmla="*/ 0 w 7467663"/>
              <a:gd name="connsiteY714" fmla="*/ 1784777 h 6858000"/>
              <a:gd name="connsiteX715" fmla="*/ 0 w 7467663"/>
              <a:gd name="connsiteY715" fmla="*/ 1740082 h 6858000"/>
              <a:gd name="connsiteX716" fmla="*/ 39394 w 7467663"/>
              <a:gd name="connsiteY716" fmla="*/ 1784856 h 6858000"/>
              <a:gd name="connsiteX717" fmla="*/ 135813 w 7467663"/>
              <a:gd name="connsiteY717" fmla="*/ 1888838 h 6858000"/>
              <a:gd name="connsiteX718" fmla="*/ 242575 w 7467663"/>
              <a:gd name="connsiteY718" fmla="*/ 1958841 h 6858000"/>
              <a:gd name="connsiteX719" fmla="*/ 82197 w 7467663"/>
              <a:gd name="connsiteY719" fmla="*/ 1754826 h 6858000"/>
              <a:gd name="connsiteX720" fmla="*/ 0 w 7467663"/>
              <a:gd name="connsiteY720" fmla="*/ 1679650 h 6858000"/>
              <a:gd name="connsiteX721" fmla="*/ 0 w 7467663"/>
              <a:gd name="connsiteY721" fmla="*/ 1602463 h 6858000"/>
              <a:gd name="connsiteX722" fmla="*/ 84689 w 7467663"/>
              <a:gd name="connsiteY722" fmla="*/ 1677442 h 6858000"/>
              <a:gd name="connsiteX723" fmla="*/ 298437 w 7467663"/>
              <a:gd name="connsiteY723" fmla="*/ 1968019 h 6858000"/>
              <a:gd name="connsiteX724" fmla="*/ 227269 w 7467663"/>
              <a:gd name="connsiteY724" fmla="*/ 1114064 h 6858000"/>
              <a:gd name="connsiteX725" fmla="*/ 248003 w 7467663"/>
              <a:gd name="connsiteY725" fmla="*/ 1089613 h 6858000"/>
              <a:gd name="connsiteX726" fmla="*/ 427020 w 7467663"/>
              <a:gd name="connsiteY726" fmla="*/ 1619803 h 6858000"/>
              <a:gd name="connsiteX727" fmla="*/ 340345 w 7467663"/>
              <a:gd name="connsiteY727" fmla="*/ 2027739 h 6858000"/>
              <a:gd name="connsiteX728" fmla="*/ 360865 w 7467663"/>
              <a:gd name="connsiteY728" fmla="*/ 2044827 h 6858000"/>
              <a:gd name="connsiteX729" fmla="*/ 560414 w 7467663"/>
              <a:gd name="connsiteY729" fmla="*/ 2421457 h 6858000"/>
              <a:gd name="connsiteX730" fmla="*/ 1359703 w 7467663"/>
              <a:gd name="connsiteY730" fmla="*/ 2578554 h 6858000"/>
              <a:gd name="connsiteX731" fmla="*/ 1359422 w 7467663"/>
              <a:gd name="connsiteY731" fmla="*/ 2577994 h 6858000"/>
              <a:gd name="connsiteX732" fmla="*/ 828701 w 7467663"/>
              <a:gd name="connsiteY732" fmla="*/ 1839520 h 6858000"/>
              <a:gd name="connsiteX733" fmla="*/ 494427 w 7467663"/>
              <a:gd name="connsiteY733" fmla="*/ 1092333 h 6858000"/>
              <a:gd name="connsiteX734" fmla="*/ 506322 w 7467663"/>
              <a:gd name="connsiteY734" fmla="*/ 1020997 h 6858000"/>
              <a:gd name="connsiteX735" fmla="*/ 4570198 w 7467663"/>
              <a:gd name="connsiteY735" fmla="*/ 978081 h 6858000"/>
              <a:gd name="connsiteX736" fmla="*/ 4523691 w 7467663"/>
              <a:gd name="connsiteY736" fmla="*/ 1127776 h 6858000"/>
              <a:gd name="connsiteX737" fmla="*/ 4509875 w 7467663"/>
              <a:gd name="connsiteY737" fmla="*/ 1167552 h 6858000"/>
              <a:gd name="connsiteX738" fmla="*/ 4478168 w 7467663"/>
              <a:gd name="connsiteY738" fmla="*/ 1260735 h 6858000"/>
              <a:gd name="connsiteX739" fmla="*/ 4409309 w 7467663"/>
              <a:gd name="connsiteY739" fmla="*/ 1666996 h 6858000"/>
              <a:gd name="connsiteX740" fmla="*/ 4370031 w 7467663"/>
              <a:gd name="connsiteY740" fmla="*/ 1955666 h 6858000"/>
              <a:gd name="connsiteX741" fmla="*/ 4570198 w 7467663"/>
              <a:gd name="connsiteY741" fmla="*/ 978081 h 6858000"/>
              <a:gd name="connsiteX742" fmla="*/ 4557898 w 7467663"/>
              <a:gd name="connsiteY742" fmla="*/ 900011 h 6858000"/>
              <a:gd name="connsiteX743" fmla="*/ 4344840 w 7467663"/>
              <a:gd name="connsiteY743" fmla="*/ 1922038 h 6858000"/>
              <a:gd name="connsiteX744" fmla="*/ 4378710 w 7467663"/>
              <a:gd name="connsiteY744" fmla="*/ 1665516 h 6858000"/>
              <a:gd name="connsiteX745" fmla="*/ 4448798 w 7467663"/>
              <a:gd name="connsiteY745" fmla="*/ 1253024 h 6858000"/>
              <a:gd name="connsiteX746" fmla="*/ 4480315 w 7467663"/>
              <a:gd name="connsiteY746" fmla="*/ 1158454 h 6858000"/>
              <a:gd name="connsiteX747" fmla="*/ 4494133 w 7467663"/>
              <a:gd name="connsiteY747" fmla="*/ 1118676 h 6858000"/>
              <a:gd name="connsiteX748" fmla="*/ 4557898 w 7467663"/>
              <a:gd name="connsiteY748" fmla="*/ 900011 h 6858000"/>
              <a:gd name="connsiteX749" fmla="*/ 5870151 w 7467663"/>
              <a:gd name="connsiteY749" fmla="*/ 898890 h 6858000"/>
              <a:gd name="connsiteX750" fmla="*/ 5861335 w 7467663"/>
              <a:gd name="connsiteY750" fmla="*/ 899177 h 6858000"/>
              <a:gd name="connsiteX751" fmla="*/ 5843702 w 7467663"/>
              <a:gd name="connsiteY751" fmla="*/ 899748 h 6858000"/>
              <a:gd name="connsiteX752" fmla="*/ 5651107 w 7467663"/>
              <a:gd name="connsiteY752" fmla="*/ 920306 h 6858000"/>
              <a:gd name="connsiteX753" fmla="*/ 5459407 w 7467663"/>
              <a:gd name="connsiteY753" fmla="*/ 940975 h 6858000"/>
              <a:gd name="connsiteX754" fmla="*/ 5374846 w 7467663"/>
              <a:gd name="connsiteY754" fmla="*/ 941988 h 6858000"/>
              <a:gd name="connsiteX755" fmla="*/ 5256105 w 7467663"/>
              <a:gd name="connsiteY755" fmla="*/ 945632 h 6858000"/>
              <a:gd name="connsiteX756" fmla="*/ 5107071 w 7467663"/>
              <a:gd name="connsiteY756" fmla="*/ 969720 h 6858000"/>
              <a:gd name="connsiteX757" fmla="*/ 4998681 w 7467663"/>
              <a:gd name="connsiteY757" fmla="*/ 988771 h 6858000"/>
              <a:gd name="connsiteX758" fmla="*/ 5870151 w 7467663"/>
              <a:gd name="connsiteY758" fmla="*/ 898890 h 6858000"/>
              <a:gd name="connsiteX759" fmla="*/ 5504425 w 7467663"/>
              <a:gd name="connsiteY759" fmla="*/ 848067 h 6858000"/>
              <a:gd name="connsiteX760" fmla="*/ 4968849 w 7467663"/>
              <a:gd name="connsiteY760" fmla="*/ 962318 h 6858000"/>
              <a:gd name="connsiteX761" fmla="*/ 5104039 w 7467663"/>
              <a:gd name="connsiteY761" fmla="*/ 940634 h 6858000"/>
              <a:gd name="connsiteX762" fmla="*/ 5256311 w 7467663"/>
              <a:gd name="connsiteY762" fmla="*/ 916490 h 6858000"/>
              <a:gd name="connsiteX763" fmla="*/ 5377381 w 7467663"/>
              <a:gd name="connsiteY763" fmla="*/ 912671 h 6858000"/>
              <a:gd name="connsiteX764" fmla="*/ 5460148 w 7467663"/>
              <a:gd name="connsiteY764" fmla="*/ 911442 h 6858000"/>
              <a:gd name="connsiteX765" fmla="*/ 5648971 w 7467663"/>
              <a:gd name="connsiteY765" fmla="*/ 891331 h 6858000"/>
              <a:gd name="connsiteX766" fmla="*/ 5844807 w 7467663"/>
              <a:gd name="connsiteY766" fmla="*/ 870718 h 6858000"/>
              <a:gd name="connsiteX767" fmla="*/ 5862975 w 7467663"/>
              <a:gd name="connsiteY767" fmla="*/ 869756 h 6858000"/>
              <a:gd name="connsiteX768" fmla="*/ 5920887 w 7467663"/>
              <a:gd name="connsiteY768" fmla="*/ 865929 h 6858000"/>
              <a:gd name="connsiteX769" fmla="*/ 5504425 w 7467663"/>
              <a:gd name="connsiteY769" fmla="*/ 848067 h 6858000"/>
              <a:gd name="connsiteX770" fmla="*/ 3607114 w 7467663"/>
              <a:gd name="connsiteY770" fmla="*/ 467441 h 6858000"/>
              <a:gd name="connsiteX771" fmla="*/ 3296242 w 7467663"/>
              <a:gd name="connsiteY771" fmla="*/ 807991 h 6858000"/>
              <a:gd name="connsiteX772" fmla="*/ 3174674 w 7467663"/>
              <a:gd name="connsiteY772" fmla="*/ 919759 h 6858000"/>
              <a:gd name="connsiteX773" fmla="*/ 3042978 w 7467663"/>
              <a:gd name="connsiteY773" fmla="*/ 1054894 h 6858000"/>
              <a:gd name="connsiteX774" fmla="*/ 2968914 w 7467663"/>
              <a:gd name="connsiteY774" fmla="*/ 1133756 h 6858000"/>
              <a:gd name="connsiteX775" fmla="*/ 3103823 w 7467663"/>
              <a:gd name="connsiteY775" fmla="*/ 1026814 h 6858000"/>
              <a:gd name="connsiteX776" fmla="*/ 3607114 w 7467663"/>
              <a:gd name="connsiteY776" fmla="*/ 467441 h 6858000"/>
              <a:gd name="connsiteX777" fmla="*/ 3744487 w 7467663"/>
              <a:gd name="connsiteY777" fmla="*/ 383136 h 6858000"/>
              <a:gd name="connsiteX778" fmla="*/ 3970213 w 7467663"/>
              <a:gd name="connsiteY778" fmla="*/ 995559 h 6858000"/>
              <a:gd name="connsiteX779" fmla="*/ 3744487 w 7467663"/>
              <a:gd name="connsiteY779" fmla="*/ 383136 h 6858000"/>
              <a:gd name="connsiteX780" fmla="*/ 3624562 w 7467663"/>
              <a:gd name="connsiteY780" fmla="*/ 367041 h 6858000"/>
              <a:gd name="connsiteX781" fmla="*/ 3489712 w 7467663"/>
              <a:gd name="connsiteY781" fmla="*/ 485386 h 6858000"/>
              <a:gd name="connsiteX782" fmla="*/ 3182994 w 7467663"/>
              <a:gd name="connsiteY782" fmla="*/ 828265 h 6858000"/>
              <a:gd name="connsiteX783" fmla="*/ 2892114 w 7467663"/>
              <a:gd name="connsiteY783" fmla="*/ 1172635 h 6858000"/>
              <a:gd name="connsiteX784" fmla="*/ 3021459 w 7467663"/>
              <a:gd name="connsiteY784" fmla="*/ 1035385 h 6858000"/>
              <a:gd name="connsiteX785" fmla="*/ 3153873 w 7467663"/>
              <a:gd name="connsiteY785" fmla="*/ 898971 h 6858000"/>
              <a:gd name="connsiteX786" fmla="*/ 3276511 w 7467663"/>
              <a:gd name="connsiteY786" fmla="*/ 786423 h 6858000"/>
              <a:gd name="connsiteX787" fmla="*/ 3584154 w 7467663"/>
              <a:gd name="connsiteY787" fmla="*/ 448218 h 6858000"/>
              <a:gd name="connsiteX788" fmla="*/ 3624562 w 7467663"/>
              <a:gd name="connsiteY788" fmla="*/ 367041 h 6858000"/>
              <a:gd name="connsiteX789" fmla="*/ 3766672 w 7467663"/>
              <a:gd name="connsiteY789" fmla="*/ 359429 h 6858000"/>
              <a:gd name="connsiteX790" fmla="*/ 3996338 w 7467663"/>
              <a:gd name="connsiteY790" fmla="*/ 968237 h 6858000"/>
              <a:gd name="connsiteX791" fmla="*/ 3766672 w 7467663"/>
              <a:gd name="connsiteY791" fmla="*/ 359429 h 6858000"/>
              <a:gd name="connsiteX792" fmla="*/ 5805386 w 7467663"/>
              <a:gd name="connsiteY792" fmla="*/ 239240 h 6858000"/>
              <a:gd name="connsiteX793" fmla="*/ 5736947 w 7467663"/>
              <a:gd name="connsiteY793" fmla="*/ 261367 h 6858000"/>
              <a:gd name="connsiteX794" fmla="*/ 5427012 w 7467663"/>
              <a:gd name="connsiteY794" fmla="*/ 311272 h 6858000"/>
              <a:gd name="connsiteX795" fmla="*/ 5147818 w 7467663"/>
              <a:gd name="connsiteY795" fmla="*/ 322112 h 6858000"/>
              <a:gd name="connsiteX796" fmla="*/ 5060854 w 7467663"/>
              <a:gd name="connsiteY796" fmla="*/ 311882 h 6858000"/>
              <a:gd name="connsiteX797" fmla="*/ 4945989 w 7467663"/>
              <a:gd name="connsiteY797" fmla="*/ 300516 h 6858000"/>
              <a:gd name="connsiteX798" fmla="*/ 5410479 w 7467663"/>
              <a:gd name="connsiteY798" fmla="*/ 348434 h 6858000"/>
              <a:gd name="connsiteX799" fmla="*/ 5805386 w 7467663"/>
              <a:gd name="connsiteY799" fmla="*/ 239240 h 6858000"/>
              <a:gd name="connsiteX800" fmla="*/ 5905192 w 7467663"/>
              <a:gd name="connsiteY800" fmla="*/ 163079 h 6858000"/>
              <a:gd name="connsiteX801" fmla="*/ 5865655 w 7467663"/>
              <a:gd name="connsiteY801" fmla="*/ 171901 h 6858000"/>
              <a:gd name="connsiteX802" fmla="*/ 5259740 w 7467663"/>
              <a:gd name="connsiteY802" fmla="*/ 257013 h 6858000"/>
              <a:gd name="connsiteX803" fmla="*/ 5208466 w 7467663"/>
              <a:gd name="connsiteY803" fmla="*/ 257550 h 6858000"/>
              <a:gd name="connsiteX804" fmla="*/ 4980204 w 7467663"/>
              <a:gd name="connsiteY804" fmla="*/ 271903 h 6858000"/>
              <a:gd name="connsiteX805" fmla="*/ 5068068 w 7467663"/>
              <a:gd name="connsiteY805" fmla="*/ 282244 h 6858000"/>
              <a:gd name="connsiteX806" fmla="*/ 5153231 w 7467663"/>
              <a:gd name="connsiteY806" fmla="*/ 292240 h 6858000"/>
              <a:gd name="connsiteX807" fmla="*/ 5426491 w 7467663"/>
              <a:gd name="connsiteY807" fmla="*/ 281128 h 6858000"/>
              <a:gd name="connsiteX808" fmla="*/ 5731212 w 7467663"/>
              <a:gd name="connsiteY808" fmla="*/ 231951 h 6858000"/>
              <a:gd name="connsiteX809" fmla="*/ 5905192 w 7467663"/>
              <a:gd name="connsiteY809" fmla="*/ 163079 h 6858000"/>
              <a:gd name="connsiteX810" fmla="*/ 5944437 w 7467663"/>
              <a:gd name="connsiteY810" fmla="*/ 113829 h 6858000"/>
              <a:gd name="connsiteX811" fmla="*/ 5825032 w 7467663"/>
              <a:gd name="connsiteY811" fmla="*/ 146405 h 6858000"/>
              <a:gd name="connsiteX812" fmla="*/ 4955599 w 7467663"/>
              <a:gd name="connsiteY812" fmla="*/ 247008 h 6858000"/>
              <a:gd name="connsiteX813" fmla="*/ 5210104 w 7467663"/>
              <a:gd name="connsiteY813" fmla="*/ 228123 h 6858000"/>
              <a:gd name="connsiteX814" fmla="*/ 5261015 w 7467663"/>
              <a:gd name="connsiteY814" fmla="*/ 227087 h 6858000"/>
              <a:gd name="connsiteX815" fmla="*/ 5861181 w 7467663"/>
              <a:gd name="connsiteY815" fmla="*/ 143093 h 6858000"/>
              <a:gd name="connsiteX816" fmla="*/ 5961252 w 7467663"/>
              <a:gd name="connsiteY816" fmla="*/ 114820 h 6858000"/>
              <a:gd name="connsiteX817" fmla="*/ 5944437 w 7467663"/>
              <a:gd name="connsiteY817" fmla="*/ 113829 h 6858000"/>
              <a:gd name="connsiteX818" fmla="*/ 3882765 w 7467663"/>
              <a:gd name="connsiteY818" fmla="*/ 0 h 6858000"/>
              <a:gd name="connsiteX819" fmla="*/ 3995099 w 7467663"/>
              <a:gd name="connsiteY819" fmla="*/ 0 h 6858000"/>
              <a:gd name="connsiteX820" fmla="*/ 4163818 w 7467663"/>
              <a:gd name="connsiteY820" fmla="*/ 234104 h 6858000"/>
              <a:gd name="connsiteX821" fmla="*/ 4172099 w 7467663"/>
              <a:gd name="connsiteY821" fmla="*/ 234207 h 6858000"/>
              <a:gd name="connsiteX822" fmla="*/ 4784282 w 7467663"/>
              <a:gd name="connsiteY822" fmla="*/ 276561 h 6858000"/>
              <a:gd name="connsiteX823" fmla="*/ 4801687 w 7467663"/>
              <a:gd name="connsiteY823" fmla="*/ 267764 h 6858000"/>
              <a:gd name="connsiteX824" fmla="*/ 6082788 w 7467663"/>
              <a:gd name="connsiteY824" fmla="*/ 64119 h 6858000"/>
              <a:gd name="connsiteX825" fmla="*/ 6099442 w 7467663"/>
              <a:gd name="connsiteY825" fmla="*/ 82568 h 6858000"/>
              <a:gd name="connsiteX826" fmla="*/ 4804137 w 7467663"/>
              <a:gd name="connsiteY826" fmla="*/ 320931 h 6858000"/>
              <a:gd name="connsiteX827" fmla="*/ 4227047 w 7467663"/>
              <a:gd name="connsiteY827" fmla="*/ 313415 h 6858000"/>
              <a:gd name="connsiteX828" fmla="*/ 4346041 w 7467663"/>
              <a:gd name="connsiteY828" fmla="*/ 456086 h 6858000"/>
              <a:gd name="connsiteX829" fmla="*/ 4870967 w 7467663"/>
              <a:gd name="connsiteY829" fmla="*/ 963061 h 6858000"/>
              <a:gd name="connsiteX830" fmla="*/ 4889647 w 7467663"/>
              <a:gd name="connsiteY830" fmla="*/ 957147 h 6858000"/>
              <a:gd name="connsiteX831" fmla="*/ 5422504 w 7467663"/>
              <a:gd name="connsiteY831" fmla="*/ 805191 h 6858000"/>
              <a:gd name="connsiteX832" fmla="*/ 6087656 w 7467663"/>
              <a:gd name="connsiteY832" fmla="*/ 826703 h 6858000"/>
              <a:gd name="connsiteX833" fmla="*/ 6058717 w 7467663"/>
              <a:gd name="connsiteY833" fmla="*/ 865992 h 6858000"/>
              <a:gd name="connsiteX834" fmla="*/ 4974153 w 7467663"/>
              <a:gd name="connsiteY834" fmla="*/ 1045456 h 6858000"/>
              <a:gd name="connsiteX835" fmla="*/ 5627835 w 7467663"/>
              <a:gd name="connsiteY835" fmla="*/ 1472077 h 6858000"/>
              <a:gd name="connsiteX836" fmla="*/ 5629817 w 7467663"/>
              <a:gd name="connsiteY836" fmla="*/ 1471412 h 6858000"/>
              <a:gd name="connsiteX837" fmla="*/ 5634124 w 7467663"/>
              <a:gd name="connsiteY837" fmla="*/ 1470572 h 6858000"/>
              <a:gd name="connsiteX838" fmla="*/ 5755832 w 7467663"/>
              <a:gd name="connsiteY838" fmla="*/ 1383886 h 6858000"/>
              <a:gd name="connsiteX839" fmla="*/ 6014186 w 7467663"/>
              <a:gd name="connsiteY839" fmla="*/ 1279799 h 6858000"/>
              <a:gd name="connsiteX840" fmla="*/ 6901619 w 7467663"/>
              <a:gd name="connsiteY840" fmla="*/ 1047874 h 6858000"/>
              <a:gd name="connsiteX841" fmla="*/ 6931566 w 7467663"/>
              <a:gd name="connsiteY841" fmla="*/ 1062034 h 6858000"/>
              <a:gd name="connsiteX842" fmla="*/ 5790982 w 7467663"/>
              <a:gd name="connsiteY842" fmla="*/ 1561380 h 6858000"/>
              <a:gd name="connsiteX843" fmla="*/ 6188971 w 7467663"/>
              <a:gd name="connsiteY843" fmla="*/ 1755168 h 6858000"/>
              <a:gd name="connsiteX844" fmla="*/ 6202446 w 7467663"/>
              <a:gd name="connsiteY844" fmla="*/ 1752268 h 6858000"/>
              <a:gd name="connsiteX845" fmla="*/ 7179560 w 7467663"/>
              <a:gd name="connsiteY845" fmla="*/ 1467551 h 6858000"/>
              <a:gd name="connsiteX846" fmla="*/ 7158730 w 7467663"/>
              <a:gd name="connsiteY846" fmla="*/ 1507835 h 6858000"/>
              <a:gd name="connsiteX847" fmla="*/ 6326959 w 7467663"/>
              <a:gd name="connsiteY847" fmla="*/ 1817686 h 6858000"/>
              <a:gd name="connsiteX848" fmla="*/ 6537433 w 7467663"/>
              <a:gd name="connsiteY848" fmla="*/ 1907790 h 6858000"/>
              <a:gd name="connsiteX849" fmla="*/ 6550221 w 7467663"/>
              <a:gd name="connsiteY849" fmla="*/ 1910729 h 6858000"/>
              <a:gd name="connsiteX850" fmla="*/ 6964438 w 7467663"/>
              <a:gd name="connsiteY850" fmla="*/ 2209505 h 6858000"/>
              <a:gd name="connsiteX851" fmla="*/ 7367862 w 7467663"/>
              <a:gd name="connsiteY851" fmla="*/ 2806833 h 6858000"/>
              <a:gd name="connsiteX852" fmla="*/ 7364329 w 7467663"/>
              <a:gd name="connsiteY852" fmla="*/ 2826907 h 6858000"/>
              <a:gd name="connsiteX853" fmla="*/ 7290545 w 7467663"/>
              <a:gd name="connsiteY853" fmla="*/ 2850663 h 6858000"/>
              <a:gd name="connsiteX854" fmla="*/ 6472036 w 7467663"/>
              <a:gd name="connsiteY854" fmla="*/ 1959003 h 6858000"/>
              <a:gd name="connsiteX855" fmla="*/ 5792897 w 7467663"/>
              <a:gd name="connsiteY855" fmla="*/ 1647747 h 6858000"/>
              <a:gd name="connsiteX856" fmla="*/ 5842751 w 7467663"/>
              <a:gd name="connsiteY856" fmla="*/ 1816112 h 6858000"/>
              <a:gd name="connsiteX857" fmla="*/ 5847424 w 7467663"/>
              <a:gd name="connsiteY857" fmla="*/ 1815776 h 6858000"/>
              <a:gd name="connsiteX858" fmla="*/ 6399821 w 7467663"/>
              <a:gd name="connsiteY858" fmla="*/ 2344799 h 6858000"/>
              <a:gd name="connsiteX859" fmla="*/ 6323232 w 7467663"/>
              <a:gd name="connsiteY859" fmla="*/ 2389634 h 6858000"/>
              <a:gd name="connsiteX860" fmla="*/ 5942958 w 7467663"/>
              <a:gd name="connsiteY860" fmla="*/ 2077708 h 6858000"/>
              <a:gd name="connsiteX861" fmla="*/ 5921559 w 7467663"/>
              <a:gd name="connsiteY861" fmla="*/ 2378596 h 6858000"/>
              <a:gd name="connsiteX862" fmla="*/ 5817651 w 7467663"/>
              <a:gd name="connsiteY862" fmla="*/ 3023919 h 6858000"/>
              <a:gd name="connsiteX863" fmla="*/ 5729634 w 7467663"/>
              <a:gd name="connsiteY863" fmla="*/ 3051849 h 6858000"/>
              <a:gd name="connsiteX864" fmla="*/ 5611018 w 7467663"/>
              <a:gd name="connsiteY864" fmla="*/ 2316769 h 6858000"/>
              <a:gd name="connsiteX865" fmla="*/ 5687608 w 7467663"/>
              <a:gd name="connsiteY865" fmla="*/ 2039972 h 6858000"/>
              <a:gd name="connsiteX866" fmla="*/ 5657554 w 7467663"/>
              <a:gd name="connsiteY866" fmla="*/ 1576445 h 6858000"/>
              <a:gd name="connsiteX867" fmla="*/ 5150475 w 7467663"/>
              <a:gd name="connsiteY867" fmla="*/ 1274012 h 6858000"/>
              <a:gd name="connsiteX868" fmla="*/ 5349142 w 7467663"/>
              <a:gd name="connsiteY868" fmla="*/ 2204405 h 6858000"/>
              <a:gd name="connsiteX869" fmla="*/ 5262214 w 7467663"/>
              <a:gd name="connsiteY869" fmla="*/ 2233836 h 6858000"/>
              <a:gd name="connsiteX870" fmla="*/ 4981539 w 7467663"/>
              <a:gd name="connsiteY870" fmla="*/ 1542201 h 6858000"/>
              <a:gd name="connsiteX871" fmla="*/ 4958461 w 7467663"/>
              <a:gd name="connsiteY871" fmla="*/ 1136957 h 6858000"/>
              <a:gd name="connsiteX872" fmla="*/ 4655015 w 7467663"/>
              <a:gd name="connsiteY872" fmla="*/ 891426 h 6858000"/>
              <a:gd name="connsiteX873" fmla="*/ 4348002 w 7467663"/>
              <a:gd name="connsiteY873" fmla="*/ 2205895 h 6858000"/>
              <a:gd name="connsiteX874" fmla="*/ 4262250 w 7467663"/>
              <a:gd name="connsiteY874" fmla="*/ 2219972 h 6858000"/>
              <a:gd name="connsiteX875" fmla="*/ 4550611 w 7467663"/>
              <a:gd name="connsiteY875" fmla="*/ 817540 h 6858000"/>
              <a:gd name="connsiteX876" fmla="*/ 4564418 w 7467663"/>
              <a:gd name="connsiteY876" fmla="*/ 808293 h 6858000"/>
              <a:gd name="connsiteX877" fmla="*/ 4266388 w 7467663"/>
              <a:gd name="connsiteY877" fmla="*/ 500083 h 6858000"/>
              <a:gd name="connsiteX878" fmla="*/ 4032842 w 7467663"/>
              <a:gd name="connsiteY878" fmla="*/ 211809 h 6858000"/>
              <a:gd name="connsiteX879" fmla="*/ 3882765 w 7467663"/>
              <a:gd name="connsiteY879" fmla="*/ 0 h 6858000"/>
              <a:gd name="connsiteX880" fmla="*/ 3721337 w 7467663"/>
              <a:gd name="connsiteY880" fmla="*/ 0 h 6858000"/>
              <a:gd name="connsiteX881" fmla="*/ 3797544 w 7467663"/>
              <a:gd name="connsiteY881" fmla="*/ 0 h 6858000"/>
              <a:gd name="connsiteX882" fmla="*/ 3775734 w 7467663"/>
              <a:gd name="connsiteY882" fmla="*/ 95131 h 6858000"/>
              <a:gd name="connsiteX883" fmla="*/ 3724807 w 7467663"/>
              <a:gd name="connsiteY883" fmla="*/ 272257 h 6858000"/>
              <a:gd name="connsiteX884" fmla="*/ 3726844 w 7467663"/>
              <a:gd name="connsiteY884" fmla="*/ 282988 h 6858000"/>
              <a:gd name="connsiteX885" fmla="*/ 3742664 w 7467663"/>
              <a:gd name="connsiteY885" fmla="*/ 279918 h 6858000"/>
              <a:gd name="connsiteX886" fmla="*/ 4103910 w 7467663"/>
              <a:gd name="connsiteY886" fmla="*/ 1161917 h 6858000"/>
              <a:gd name="connsiteX887" fmla="*/ 4020269 w 7467663"/>
              <a:gd name="connsiteY887" fmla="*/ 1200406 h 6858000"/>
              <a:gd name="connsiteX888" fmla="*/ 3674882 w 7467663"/>
              <a:gd name="connsiteY888" fmla="*/ 488524 h 6858000"/>
              <a:gd name="connsiteX889" fmla="*/ 3132682 w 7467663"/>
              <a:gd name="connsiteY889" fmla="*/ 1072284 h 6858000"/>
              <a:gd name="connsiteX890" fmla="*/ 2716346 w 7467663"/>
              <a:gd name="connsiteY890" fmla="*/ 1276376 h 6858000"/>
              <a:gd name="connsiteX891" fmla="*/ 2716772 w 7467663"/>
              <a:gd name="connsiteY891" fmla="*/ 1255462 h 6858000"/>
              <a:gd name="connsiteX892" fmla="*/ 3471096 w 7467663"/>
              <a:gd name="connsiteY892" fmla="*/ 437072 h 6858000"/>
              <a:gd name="connsiteX893" fmla="*/ 3639057 w 7467663"/>
              <a:gd name="connsiteY893" fmla="*/ 286334 h 6858000"/>
              <a:gd name="connsiteX894" fmla="*/ 3640309 w 7467663"/>
              <a:gd name="connsiteY894" fmla="*/ 284664 h 6858000"/>
              <a:gd name="connsiteX895" fmla="*/ 3646022 w 7467663"/>
              <a:gd name="connsiteY895" fmla="*/ 276711 h 6858000"/>
              <a:gd name="connsiteX896" fmla="*/ 3707943 w 7467663"/>
              <a:gd name="connsiteY896" fmla="*/ 65958 h 6858000"/>
              <a:gd name="connsiteX897" fmla="*/ 3721337 w 7467663"/>
              <a:gd name="connsiteY897" fmla="*/ 0 h 6858000"/>
              <a:gd name="connsiteX898" fmla="*/ 2867960 w 7467663"/>
              <a:gd name="connsiteY898" fmla="*/ 0 h 6858000"/>
              <a:gd name="connsiteX899" fmla="*/ 2926351 w 7467663"/>
              <a:gd name="connsiteY899" fmla="*/ 0 h 6858000"/>
              <a:gd name="connsiteX900" fmla="*/ 2902823 w 7467663"/>
              <a:gd name="connsiteY900" fmla="*/ 262929 h 6858000"/>
              <a:gd name="connsiteX901" fmla="*/ 2940663 w 7467663"/>
              <a:gd name="connsiteY901" fmla="*/ 140884 h 6858000"/>
              <a:gd name="connsiteX902" fmla="*/ 2947039 w 7467663"/>
              <a:gd name="connsiteY902" fmla="*/ 122524 h 6858000"/>
              <a:gd name="connsiteX903" fmla="*/ 2984316 w 7467663"/>
              <a:gd name="connsiteY903" fmla="*/ 0 h 6858000"/>
              <a:gd name="connsiteX904" fmla="*/ 3016114 w 7467663"/>
              <a:gd name="connsiteY904" fmla="*/ 0 h 6858000"/>
              <a:gd name="connsiteX905" fmla="*/ 2979949 w 7467663"/>
              <a:gd name="connsiteY905" fmla="*/ 119274 h 6858000"/>
              <a:gd name="connsiteX906" fmla="*/ 3023879 w 7467663"/>
              <a:gd name="connsiteY906" fmla="*/ 0 h 6858000"/>
              <a:gd name="connsiteX907" fmla="*/ 3105400 w 7467663"/>
              <a:gd name="connsiteY907" fmla="*/ 0 h 6858000"/>
              <a:gd name="connsiteX908" fmla="*/ 3094669 w 7467663"/>
              <a:gd name="connsiteY908" fmla="*/ 30308 h 6858000"/>
              <a:gd name="connsiteX909" fmla="*/ 2901945 w 7467663"/>
              <a:gd name="connsiteY909" fmla="*/ 466538 h 6858000"/>
              <a:gd name="connsiteX910" fmla="*/ 2815209 w 7467663"/>
              <a:gd name="connsiteY910" fmla="*/ 497361 h 6858000"/>
              <a:gd name="connsiteX911" fmla="*/ 2844845 w 7467663"/>
              <a:gd name="connsiteY911" fmla="*/ 127638 h 6858000"/>
              <a:gd name="connsiteX912" fmla="*/ 2867960 w 7467663"/>
              <a:gd name="connsiteY912" fmla="*/ 0 h 6858000"/>
              <a:gd name="connsiteX913" fmla="*/ 1057230 w 7467663"/>
              <a:gd name="connsiteY913" fmla="*/ 0 h 6858000"/>
              <a:gd name="connsiteX914" fmla="*/ 1111003 w 7467663"/>
              <a:gd name="connsiteY914" fmla="*/ 0 h 6858000"/>
              <a:gd name="connsiteX915" fmla="*/ 1125553 w 7467663"/>
              <a:gd name="connsiteY915" fmla="*/ 52588 h 6858000"/>
              <a:gd name="connsiteX916" fmla="*/ 1304276 w 7467663"/>
              <a:gd name="connsiteY916" fmla="*/ 476275 h 6858000"/>
              <a:gd name="connsiteX917" fmla="*/ 1492066 w 7467663"/>
              <a:gd name="connsiteY917" fmla="*/ 886333 h 6858000"/>
              <a:gd name="connsiteX918" fmla="*/ 1423698 w 7467663"/>
              <a:gd name="connsiteY918" fmla="*/ 710817 h 6858000"/>
              <a:gd name="connsiteX919" fmla="*/ 1357609 w 7467663"/>
              <a:gd name="connsiteY919" fmla="*/ 532892 h 6858000"/>
              <a:gd name="connsiteX920" fmla="*/ 1309550 w 7467663"/>
              <a:gd name="connsiteY920" fmla="*/ 374031 h 6858000"/>
              <a:gd name="connsiteX921" fmla="*/ 1193673 w 7467663"/>
              <a:gd name="connsiteY921" fmla="*/ 49533 h 6858000"/>
              <a:gd name="connsiteX922" fmla="*/ 1164391 w 7467663"/>
              <a:gd name="connsiteY922" fmla="*/ 0 h 6858000"/>
              <a:gd name="connsiteX923" fmla="*/ 1200666 w 7467663"/>
              <a:gd name="connsiteY923" fmla="*/ 0 h 6858000"/>
              <a:gd name="connsiteX924" fmla="*/ 1223408 w 7467663"/>
              <a:gd name="connsiteY924" fmla="*/ 38996 h 6858000"/>
              <a:gd name="connsiteX925" fmla="*/ 1339635 w 7467663"/>
              <a:gd name="connsiteY925" fmla="*/ 365517 h 6858000"/>
              <a:gd name="connsiteX926" fmla="*/ 1387469 w 7467663"/>
              <a:gd name="connsiteY926" fmla="*/ 523079 h 6858000"/>
              <a:gd name="connsiteX927" fmla="*/ 1452685 w 7467663"/>
              <a:gd name="connsiteY927" fmla="*/ 699806 h 6858000"/>
              <a:gd name="connsiteX928" fmla="*/ 1492092 w 7467663"/>
              <a:gd name="connsiteY928" fmla="*/ 800424 h 6858000"/>
              <a:gd name="connsiteX929" fmla="*/ 1455302 w 7467663"/>
              <a:gd name="connsiteY929" fmla="*/ 632913 h 6858000"/>
              <a:gd name="connsiteX930" fmla="*/ 1222336 w 7467663"/>
              <a:gd name="connsiteY930" fmla="*/ 9480 h 6858000"/>
              <a:gd name="connsiteX931" fmla="*/ 1214634 w 7467663"/>
              <a:gd name="connsiteY931" fmla="*/ 0 h 6858000"/>
              <a:gd name="connsiteX932" fmla="*/ 1289827 w 7467663"/>
              <a:gd name="connsiteY932" fmla="*/ 0 h 6858000"/>
              <a:gd name="connsiteX933" fmla="*/ 1321076 w 7467663"/>
              <a:gd name="connsiteY933" fmla="*/ 59722 h 6858000"/>
              <a:gd name="connsiteX934" fmla="*/ 1512579 w 7467663"/>
              <a:gd name="connsiteY934" fmla="*/ 626441 h 6858000"/>
              <a:gd name="connsiteX935" fmla="*/ 1506076 w 7467663"/>
              <a:gd name="connsiteY935" fmla="*/ 1089289 h 6858000"/>
              <a:gd name="connsiteX936" fmla="*/ 1486346 w 7467663"/>
              <a:gd name="connsiteY936" fmla="*/ 1079919 h 6858000"/>
              <a:gd name="connsiteX937" fmla="*/ 1070511 w 7467663"/>
              <a:gd name="connsiteY937" fmla="*/ 48609 h 6858000"/>
              <a:gd name="connsiteX938" fmla="*/ 1057230 w 7467663"/>
              <a:gd name="connsiteY938" fmla="*/ 0 h 6858000"/>
              <a:gd name="connsiteX939" fmla="*/ 43151 w 7467663"/>
              <a:gd name="connsiteY939" fmla="*/ 0 h 6858000"/>
              <a:gd name="connsiteX940" fmla="*/ 95283 w 7467663"/>
              <a:gd name="connsiteY940" fmla="*/ 0 h 6858000"/>
              <a:gd name="connsiteX941" fmla="*/ 300708 w 7467663"/>
              <a:gd name="connsiteY941" fmla="*/ 154571 h 6858000"/>
              <a:gd name="connsiteX942" fmla="*/ 530414 w 7467663"/>
              <a:gd name="connsiteY942" fmla="*/ 354673 h 6858000"/>
              <a:gd name="connsiteX943" fmla="*/ 333785 w 7467663"/>
              <a:gd name="connsiteY943" fmla="*/ 161564 h 6858000"/>
              <a:gd name="connsiteX944" fmla="*/ 147005 w 7467663"/>
              <a:gd name="connsiteY944" fmla="*/ 0 h 6858000"/>
              <a:gd name="connsiteX945" fmla="*/ 272509 w 7467663"/>
              <a:gd name="connsiteY945" fmla="*/ 0 h 6858000"/>
              <a:gd name="connsiteX946" fmla="*/ 326276 w 7467663"/>
              <a:gd name="connsiteY946" fmla="*/ 45847 h 6858000"/>
              <a:gd name="connsiteX947" fmla="*/ 823759 w 7467663"/>
              <a:gd name="connsiteY947" fmla="*/ 574145 h 6858000"/>
              <a:gd name="connsiteX948" fmla="*/ 811254 w 7467663"/>
              <a:gd name="connsiteY948" fmla="*/ 665546 h 6858000"/>
              <a:gd name="connsiteX949" fmla="*/ 154042 w 7467663"/>
              <a:gd name="connsiteY949" fmla="*/ 261522 h 6858000"/>
              <a:gd name="connsiteX950" fmla="*/ 13550 w 7467663"/>
              <a:gd name="connsiteY950" fmla="*/ 158423 h 6858000"/>
              <a:gd name="connsiteX951" fmla="*/ 0 w 7467663"/>
              <a:gd name="connsiteY951" fmla="*/ 146618 h 6858000"/>
              <a:gd name="connsiteX952" fmla="*/ 0 w 7467663"/>
              <a:gd name="connsiteY952" fmla="*/ 59161 h 6858000"/>
              <a:gd name="connsiteX953" fmla="*/ 45427 w 7467663"/>
              <a:gd name="connsiteY953" fmla="*/ 101078 h 6858000"/>
              <a:gd name="connsiteX954" fmla="*/ 630103 w 7467663"/>
              <a:gd name="connsiteY954" fmla="*/ 485885 h 6858000"/>
              <a:gd name="connsiteX955" fmla="*/ 532040 w 7467663"/>
              <a:gd name="connsiteY955" fmla="*/ 399359 h 6858000"/>
              <a:gd name="connsiteX956" fmla="*/ 517618 w 7467663"/>
              <a:gd name="connsiteY956" fmla="*/ 385726 h 6858000"/>
              <a:gd name="connsiteX957" fmla="*/ 285074 w 7467663"/>
              <a:gd name="connsiteY957" fmla="*/ 182755 h 6858000"/>
              <a:gd name="connsiteX958" fmla="*/ 43151 w 7467663"/>
              <a:gd name="connsiteY958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334256 h 6858000"/>
              <a:gd name="connsiteX78" fmla="*/ 7454976 w 7467663"/>
              <a:gd name="connsiteY78" fmla="*/ 6318297 h 6858000"/>
              <a:gd name="connsiteX79" fmla="*/ 1456157 w 7467663"/>
              <a:gd name="connsiteY79" fmla="*/ 5371404 h 6858000"/>
              <a:gd name="connsiteX80" fmla="*/ 1244432 w 7467663"/>
              <a:gd name="connsiteY80" fmla="*/ 5385601 h 6858000"/>
              <a:gd name="connsiteX81" fmla="*/ 973990 w 7467663"/>
              <a:gd name="connsiteY81" fmla="*/ 5424940 h 6858000"/>
              <a:gd name="connsiteX82" fmla="*/ 1103809 w 7467663"/>
              <a:gd name="connsiteY82" fmla="*/ 5433720 h 6858000"/>
              <a:gd name="connsiteX83" fmla="*/ 1123454 w 7467663"/>
              <a:gd name="connsiteY83" fmla="*/ 5435727 h 6858000"/>
              <a:gd name="connsiteX84" fmla="*/ 1737017 w 7467663"/>
              <a:gd name="connsiteY84" fmla="*/ 5452183 h 6858000"/>
              <a:gd name="connsiteX85" fmla="*/ 1824397 w 7467663"/>
              <a:gd name="connsiteY85" fmla="*/ 5447757 h 6858000"/>
              <a:gd name="connsiteX86" fmla="*/ 2070059 w 7467663"/>
              <a:gd name="connsiteY86" fmla="*/ 5441660 h 6858000"/>
              <a:gd name="connsiteX87" fmla="*/ 1456157 w 7467663"/>
              <a:gd name="connsiteY87" fmla="*/ 5371404 h 6858000"/>
              <a:gd name="connsiteX88" fmla="*/ 4988186 w 7467663"/>
              <a:gd name="connsiteY88" fmla="*/ 5216467 h 6858000"/>
              <a:gd name="connsiteX89" fmla="*/ 4777334 w 7467663"/>
              <a:gd name="connsiteY89" fmla="*/ 5406072 h 6858000"/>
              <a:gd name="connsiteX90" fmla="*/ 4718341 w 7467663"/>
              <a:gd name="connsiteY90" fmla="*/ 5468043 h 6858000"/>
              <a:gd name="connsiteX91" fmla="*/ 4604655 w 7467663"/>
              <a:gd name="connsiteY91" fmla="*/ 5583434 h 6858000"/>
              <a:gd name="connsiteX92" fmla="*/ 4565074 w 7467663"/>
              <a:gd name="connsiteY92" fmla="*/ 5618550 h 6858000"/>
              <a:gd name="connsiteX93" fmla="*/ 4988186 w 7467663"/>
              <a:gd name="connsiteY93" fmla="*/ 5216467 h 6858000"/>
              <a:gd name="connsiteX94" fmla="*/ 4978032 w 7467663"/>
              <a:gd name="connsiteY94" fmla="*/ 5183809 h 6858000"/>
              <a:gd name="connsiteX95" fmla="*/ 4463413 w 7467663"/>
              <a:gd name="connsiteY95" fmla="*/ 5615162 h 6858000"/>
              <a:gd name="connsiteX96" fmla="*/ 4358134 w 7467663"/>
              <a:gd name="connsiteY96" fmla="*/ 5742791 h 6858000"/>
              <a:gd name="connsiteX97" fmla="*/ 4376219 w 7467663"/>
              <a:gd name="connsiteY97" fmla="*/ 5729027 h 6858000"/>
              <a:gd name="connsiteX98" fmla="*/ 4582340 w 7467663"/>
              <a:gd name="connsiteY98" fmla="*/ 5561037 h 6858000"/>
              <a:gd name="connsiteX99" fmla="*/ 4694684 w 7467663"/>
              <a:gd name="connsiteY99" fmla="*/ 5447098 h 6858000"/>
              <a:gd name="connsiteX100" fmla="*/ 4754123 w 7467663"/>
              <a:gd name="connsiteY100" fmla="*/ 5384643 h 6858000"/>
              <a:gd name="connsiteX101" fmla="*/ 4978032 w 7467663"/>
              <a:gd name="connsiteY101" fmla="*/ 5183809 h 6858000"/>
              <a:gd name="connsiteX102" fmla="*/ 1903353 w 7467663"/>
              <a:gd name="connsiteY102" fmla="*/ 5044827 h 6858000"/>
              <a:gd name="connsiteX103" fmla="*/ 1936931 w 7467663"/>
              <a:gd name="connsiteY103" fmla="*/ 5093954 h 6858000"/>
              <a:gd name="connsiteX104" fmla="*/ 2195868 w 7467663"/>
              <a:gd name="connsiteY104" fmla="*/ 5396574 h 6858000"/>
              <a:gd name="connsiteX105" fmla="*/ 2088852 w 7467663"/>
              <a:gd name="connsiteY105" fmla="*/ 5166123 h 6858000"/>
              <a:gd name="connsiteX106" fmla="*/ 1958241 w 7467663"/>
              <a:gd name="connsiteY106" fmla="*/ 5067955 h 6858000"/>
              <a:gd name="connsiteX107" fmla="*/ 1903353 w 7467663"/>
              <a:gd name="connsiteY107" fmla="*/ 5044827 h 6858000"/>
              <a:gd name="connsiteX108" fmla="*/ 1979378 w 7467663"/>
              <a:gd name="connsiteY108" fmla="*/ 4769504 h 6858000"/>
              <a:gd name="connsiteX109" fmla="*/ 2882120 w 7467663"/>
              <a:gd name="connsiteY109" fmla="*/ 5064547 h 6858000"/>
              <a:gd name="connsiteX110" fmla="*/ 2793103 w 7467663"/>
              <a:gd name="connsiteY110" fmla="*/ 5039699 h 6858000"/>
              <a:gd name="connsiteX111" fmla="*/ 2770041 w 7467663"/>
              <a:gd name="connsiteY111" fmla="*/ 5033634 h 6858000"/>
              <a:gd name="connsiteX112" fmla="*/ 1979378 w 7467663"/>
              <a:gd name="connsiteY112" fmla="*/ 4769504 h 6858000"/>
              <a:gd name="connsiteX113" fmla="*/ 1927410 w 7467663"/>
              <a:gd name="connsiteY113" fmla="*/ 4716164 h 6858000"/>
              <a:gd name="connsiteX114" fmla="*/ 1959587 w 7467663"/>
              <a:gd name="connsiteY114" fmla="*/ 4728849 h 6858000"/>
              <a:gd name="connsiteX115" fmla="*/ 2777707 w 7467663"/>
              <a:gd name="connsiteY115" fmla="*/ 5003991 h 6858000"/>
              <a:gd name="connsiteX116" fmla="*/ 2800768 w 7467663"/>
              <a:gd name="connsiteY116" fmla="*/ 5010056 h 6858000"/>
              <a:gd name="connsiteX117" fmla="*/ 2879408 w 7467663"/>
              <a:gd name="connsiteY117" fmla="*/ 5031590 h 6858000"/>
              <a:gd name="connsiteX118" fmla="*/ 2862295 w 7467663"/>
              <a:gd name="connsiteY118" fmla="*/ 5022958 h 6858000"/>
              <a:gd name="connsiteX119" fmla="*/ 2813343 w 7467663"/>
              <a:gd name="connsiteY119" fmla="*/ 4998369 h 6858000"/>
              <a:gd name="connsiteX120" fmla="*/ 2646245 w 7467663"/>
              <a:gd name="connsiteY120" fmla="*/ 4930999 h 6858000"/>
              <a:gd name="connsiteX121" fmla="*/ 1999243 w 7467663"/>
              <a:gd name="connsiteY121" fmla="*/ 4730524 h 6858000"/>
              <a:gd name="connsiteX122" fmla="*/ 1979527 w 7467663"/>
              <a:gd name="connsiteY122" fmla="*/ 4726651 h 6858000"/>
              <a:gd name="connsiteX123" fmla="*/ 1927410 w 7467663"/>
              <a:gd name="connsiteY123" fmla="*/ 4716164 h 6858000"/>
              <a:gd name="connsiteX124" fmla="*/ 1997014 w 7467663"/>
              <a:gd name="connsiteY124" fmla="*/ 4698007 h 6858000"/>
              <a:gd name="connsiteX125" fmla="*/ 2005458 w 7467663"/>
              <a:gd name="connsiteY125" fmla="*/ 4699540 h 6858000"/>
              <a:gd name="connsiteX126" fmla="*/ 2657186 w 7467663"/>
              <a:gd name="connsiteY126" fmla="*/ 4901687 h 6858000"/>
              <a:gd name="connsiteX127" fmla="*/ 2826662 w 7467663"/>
              <a:gd name="connsiteY127" fmla="*/ 4970362 h 6858000"/>
              <a:gd name="connsiteX128" fmla="*/ 2876100 w 7467663"/>
              <a:gd name="connsiteY128" fmla="*/ 4995397 h 6858000"/>
              <a:gd name="connsiteX129" fmla="*/ 3042600 w 7467663"/>
              <a:gd name="connsiteY129" fmla="*/ 5059532 h 6858000"/>
              <a:gd name="connsiteX130" fmla="*/ 1997014 w 7467663"/>
              <a:gd name="connsiteY130" fmla="*/ 4698007 h 6858000"/>
              <a:gd name="connsiteX131" fmla="*/ 2305292 w 7467663"/>
              <a:gd name="connsiteY131" fmla="*/ 4219492 h 6858000"/>
              <a:gd name="connsiteX132" fmla="*/ 3360922 w 7467663"/>
              <a:gd name="connsiteY132" fmla="*/ 4529373 h 6858000"/>
              <a:gd name="connsiteX133" fmla="*/ 3492420 w 7467663"/>
              <a:gd name="connsiteY133" fmla="*/ 4510145 h 6858000"/>
              <a:gd name="connsiteX134" fmla="*/ 3364086 w 7467663"/>
              <a:gd name="connsiteY134" fmla="*/ 4480340 h 6858000"/>
              <a:gd name="connsiteX135" fmla="*/ 3225818 w 7467663"/>
              <a:gd name="connsiteY135" fmla="*/ 4411822 h 6858000"/>
              <a:gd name="connsiteX136" fmla="*/ 3129696 w 7467663"/>
              <a:gd name="connsiteY136" fmla="*/ 4360704 h 6858000"/>
              <a:gd name="connsiteX137" fmla="*/ 2814545 w 7467663"/>
              <a:gd name="connsiteY137" fmla="*/ 4282955 h 6858000"/>
              <a:gd name="connsiteX138" fmla="*/ 2305292 w 7467663"/>
              <a:gd name="connsiteY138" fmla="*/ 4219492 h 6858000"/>
              <a:gd name="connsiteX139" fmla="*/ 2626982 w 7467663"/>
              <a:gd name="connsiteY139" fmla="*/ 4206450 h 6858000"/>
              <a:gd name="connsiteX140" fmla="*/ 2490617 w 7467663"/>
              <a:gd name="connsiteY140" fmla="*/ 4206951 h 6858000"/>
              <a:gd name="connsiteX141" fmla="*/ 2819869 w 7467663"/>
              <a:gd name="connsiteY141" fmla="*/ 4252936 h 6858000"/>
              <a:gd name="connsiteX142" fmla="*/ 3143018 w 7467663"/>
              <a:gd name="connsiteY142" fmla="*/ 4332698 h 6858000"/>
              <a:gd name="connsiteX143" fmla="*/ 3241520 w 7467663"/>
              <a:gd name="connsiteY143" fmla="*/ 4385112 h 6858000"/>
              <a:gd name="connsiteX144" fmla="*/ 3374575 w 7467663"/>
              <a:gd name="connsiteY144" fmla="*/ 4451517 h 6858000"/>
              <a:gd name="connsiteX145" fmla="*/ 3505221 w 7467663"/>
              <a:gd name="connsiteY145" fmla="*/ 4480757 h 6858000"/>
              <a:gd name="connsiteX146" fmla="*/ 2626982 w 7467663"/>
              <a:gd name="connsiteY146" fmla="*/ 4206450 h 6858000"/>
              <a:gd name="connsiteX147" fmla="*/ 1310106 w 7467663"/>
              <a:gd name="connsiteY147" fmla="*/ 3943217 h 6858000"/>
              <a:gd name="connsiteX148" fmla="*/ 854994 w 7467663"/>
              <a:gd name="connsiteY148" fmla="*/ 4399136 h 6858000"/>
              <a:gd name="connsiteX149" fmla="*/ 742462 w 7467663"/>
              <a:gd name="connsiteY149" fmla="*/ 4594648 h 6858000"/>
              <a:gd name="connsiteX150" fmla="*/ 820602 w 7467663"/>
              <a:gd name="connsiteY150" fmla="*/ 4485915 h 6858000"/>
              <a:gd name="connsiteX151" fmla="*/ 878295 w 7467663"/>
              <a:gd name="connsiteY151" fmla="*/ 4403594 h 6858000"/>
              <a:gd name="connsiteX152" fmla="*/ 1240607 w 7467663"/>
              <a:gd name="connsiteY152" fmla="*/ 4010401 h 6858000"/>
              <a:gd name="connsiteX153" fmla="*/ 1310106 w 7467663"/>
              <a:gd name="connsiteY153" fmla="*/ 3943217 h 6858000"/>
              <a:gd name="connsiteX154" fmla="*/ 1423113 w 7467663"/>
              <a:gd name="connsiteY154" fmla="*/ 3874565 h 6858000"/>
              <a:gd name="connsiteX155" fmla="*/ 1260565 w 7467663"/>
              <a:gd name="connsiteY155" fmla="*/ 4031982 h 6858000"/>
              <a:gd name="connsiteX156" fmla="*/ 901900 w 7467663"/>
              <a:gd name="connsiteY156" fmla="*/ 4421236 h 6858000"/>
              <a:gd name="connsiteX157" fmla="*/ 845044 w 7467663"/>
              <a:gd name="connsiteY157" fmla="*/ 4502436 h 6858000"/>
              <a:gd name="connsiteX158" fmla="*/ 685926 w 7467663"/>
              <a:gd name="connsiteY158" fmla="*/ 4703069 h 6858000"/>
              <a:gd name="connsiteX159" fmla="*/ 684248 w 7467663"/>
              <a:gd name="connsiteY159" fmla="*/ 4706721 h 6858000"/>
              <a:gd name="connsiteX160" fmla="*/ 1423113 w 7467663"/>
              <a:gd name="connsiteY160" fmla="*/ 3874565 h 6858000"/>
              <a:gd name="connsiteX161" fmla="*/ 3316479 w 7467663"/>
              <a:gd name="connsiteY161" fmla="*/ 3872136 h 6858000"/>
              <a:gd name="connsiteX162" fmla="*/ 3546806 w 7467663"/>
              <a:gd name="connsiteY162" fmla="*/ 4356139 h 6858000"/>
              <a:gd name="connsiteX163" fmla="*/ 3364433 w 7467663"/>
              <a:gd name="connsiteY163" fmla="*/ 3953121 h 6858000"/>
              <a:gd name="connsiteX164" fmla="*/ 3316479 w 7467663"/>
              <a:gd name="connsiteY164" fmla="*/ 3872136 h 6858000"/>
              <a:gd name="connsiteX165" fmla="*/ 3291335 w 7467663"/>
              <a:gd name="connsiteY165" fmla="*/ 3767420 h 6858000"/>
              <a:gd name="connsiteX166" fmla="*/ 3390805 w 7467663"/>
              <a:gd name="connsiteY166" fmla="*/ 3937163 h 6858000"/>
              <a:gd name="connsiteX167" fmla="*/ 3579062 w 7467663"/>
              <a:gd name="connsiteY167" fmla="*/ 4359040 h 6858000"/>
              <a:gd name="connsiteX168" fmla="*/ 3467355 w 7467663"/>
              <a:gd name="connsiteY168" fmla="*/ 3988130 h 6858000"/>
              <a:gd name="connsiteX169" fmla="*/ 3310753 w 7467663"/>
              <a:gd name="connsiteY169" fmla="*/ 3787140 h 6858000"/>
              <a:gd name="connsiteX170" fmla="*/ 3291335 w 7467663"/>
              <a:gd name="connsiteY170" fmla="*/ 3767420 h 6858000"/>
              <a:gd name="connsiteX171" fmla="*/ 1635889 w 7467663"/>
              <a:gd name="connsiteY171" fmla="*/ 3709494 h 6858000"/>
              <a:gd name="connsiteX172" fmla="*/ 1634800 w 7467663"/>
              <a:gd name="connsiteY172" fmla="*/ 3731111 h 6858000"/>
              <a:gd name="connsiteX173" fmla="*/ 1635889 w 7467663"/>
              <a:gd name="connsiteY173" fmla="*/ 3709494 h 6858000"/>
              <a:gd name="connsiteX174" fmla="*/ 1510397 w 7467663"/>
              <a:gd name="connsiteY174" fmla="*/ 3684705 h 6858000"/>
              <a:gd name="connsiteX175" fmla="*/ 1146550 w 7467663"/>
              <a:gd name="connsiteY175" fmla="*/ 3802012 h 6858000"/>
              <a:gd name="connsiteX176" fmla="*/ 698834 w 7467663"/>
              <a:gd name="connsiteY176" fmla="*/ 3952272 h 6858000"/>
              <a:gd name="connsiteX177" fmla="*/ 34256 w 7467663"/>
              <a:gd name="connsiteY177" fmla="*/ 4347603 h 6858000"/>
              <a:gd name="connsiteX178" fmla="*/ 527241 w 7467663"/>
              <a:gd name="connsiteY178" fmla="*/ 4065078 h 6858000"/>
              <a:gd name="connsiteX179" fmla="*/ 1510397 w 7467663"/>
              <a:gd name="connsiteY179" fmla="*/ 3684705 h 6858000"/>
              <a:gd name="connsiteX180" fmla="*/ 1313114 w 7467663"/>
              <a:gd name="connsiteY180" fmla="*/ 3655216 h 6858000"/>
              <a:gd name="connsiteX181" fmla="*/ 1109304 w 7467663"/>
              <a:gd name="connsiteY181" fmla="*/ 3669030 h 6858000"/>
              <a:gd name="connsiteX182" fmla="*/ 8129 w 7467663"/>
              <a:gd name="connsiteY182" fmla="*/ 4330519 h 6858000"/>
              <a:gd name="connsiteX183" fmla="*/ 687572 w 7467663"/>
              <a:gd name="connsiteY183" fmla="*/ 3925629 h 6858000"/>
              <a:gd name="connsiteX184" fmla="*/ 1138365 w 7467663"/>
              <a:gd name="connsiteY184" fmla="*/ 3774515 h 6858000"/>
              <a:gd name="connsiteX185" fmla="*/ 1505579 w 7467663"/>
              <a:gd name="connsiteY185" fmla="*/ 3655526 h 6858000"/>
              <a:gd name="connsiteX186" fmla="*/ 1313114 w 7467663"/>
              <a:gd name="connsiteY186" fmla="*/ 3655216 h 6858000"/>
              <a:gd name="connsiteX187" fmla="*/ 3655073 w 7467663"/>
              <a:gd name="connsiteY187" fmla="*/ 3650884 h 6858000"/>
              <a:gd name="connsiteX188" fmla="*/ 3989938 w 7467663"/>
              <a:gd name="connsiteY188" fmla="*/ 3991685 h 6858000"/>
              <a:gd name="connsiteX189" fmla="*/ 4393907 w 7467663"/>
              <a:gd name="connsiteY189" fmla="*/ 4261258 h 6858000"/>
              <a:gd name="connsiteX190" fmla="*/ 4648051 w 7467663"/>
              <a:gd name="connsiteY190" fmla="*/ 4374051 h 6858000"/>
              <a:gd name="connsiteX191" fmla="*/ 4383389 w 7467663"/>
              <a:gd name="connsiteY191" fmla="*/ 4184369 h 6858000"/>
              <a:gd name="connsiteX192" fmla="*/ 4165508 w 7467663"/>
              <a:gd name="connsiteY192" fmla="*/ 4035196 h 6858000"/>
              <a:gd name="connsiteX193" fmla="*/ 4068162 w 7467663"/>
              <a:gd name="connsiteY193" fmla="*/ 3953394 h 6858000"/>
              <a:gd name="connsiteX194" fmla="*/ 3981416 w 7467663"/>
              <a:gd name="connsiteY194" fmla="*/ 3880482 h 6858000"/>
              <a:gd name="connsiteX195" fmla="*/ 3800147 w 7467663"/>
              <a:gd name="connsiteY195" fmla="*/ 3749872 h 6858000"/>
              <a:gd name="connsiteX196" fmla="*/ 3655073 w 7467663"/>
              <a:gd name="connsiteY196" fmla="*/ 3650884 h 6858000"/>
              <a:gd name="connsiteX197" fmla="*/ 3670252 w 7467663"/>
              <a:gd name="connsiteY197" fmla="*/ 3622798 h 6858000"/>
              <a:gd name="connsiteX198" fmla="*/ 3817258 w 7467663"/>
              <a:gd name="connsiteY198" fmla="*/ 3723577 h 6858000"/>
              <a:gd name="connsiteX199" fmla="*/ 4000461 w 7467663"/>
              <a:gd name="connsiteY199" fmla="*/ 3855966 h 6858000"/>
              <a:gd name="connsiteX200" fmla="*/ 4088180 w 7467663"/>
              <a:gd name="connsiteY200" fmla="*/ 3929774 h 6858000"/>
              <a:gd name="connsiteX201" fmla="*/ 4184555 w 7467663"/>
              <a:gd name="connsiteY201" fmla="*/ 4010683 h 6858000"/>
              <a:gd name="connsiteX202" fmla="*/ 4399563 w 7467663"/>
              <a:gd name="connsiteY202" fmla="*/ 4158106 h 6858000"/>
              <a:gd name="connsiteX203" fmla="*/ 4684469 w 7467663"/>
              <a:gd name="connsiteY203" fmla="*/ 4364680 h 6858000"/>
              <a:gd name="connsiteX204" fmla="*/ 4690271 w 7467663"/>
              <a:gd name="connsiteY204" fmla="*/ 4370034 h 6858000"/>
              <a:gd name="connsiteX205" fmla="*/ 4136093 w 7467663"/>
              <a:gd name="connsiteY205" fmla="*/ 3858466 h 6858000"/>
              <a:gd name="connsiteX206" fmla="*/ 3670252 w 7467663"/>
              <a:gd name="connsiteY206" fmla="*/ 3622798 h 6858000"/>
              <a:gd name="connsiteX207" fmla="*/ 4440129 w 7467663"/>
              <a:gd name="connsiteY207" fmla="*/ 3448571 h 6858000"/>
              <a:gd name="connsiteX208" fmla="*/ 4856525 w 7467663"/>
              <a:gd name="connsiteY208" fmla="*/ 3915351 h 6858000"/>
              <a:gd name="connsiteX209" fmla="*/ 5059055 w 7467663"/>
              <a:gd name="connsiteY209" fmla="*/ 4108918 h 6858000"/>
              <a:gd name="connsiteX210" fmla="*/ 5290070 w 7467663"/>
              <a:gd name="connsiteY210" fmla="*/ 4263619 h 6858000"/>
              <a:gd name="connsiteX211" fmla="*/ 4834991 w 7467663"/>
              <a:gd name="connsiteY211" fmla="*/ 3830985 h 6858000"/>
              <a:gd name="connsiteX212" fmla="*/ 4440129 w 7467663"/>
              <a:gd name="connsiteY212" fmla="*/ 3448571 h 6858000"/>
              <a:gd name="connsiteX213" fmla="*/ 4441737 w 7467663"/>
              <a:gd name="connsiteY213" fmla="*/ 3399734 h 6858000"/>
              <a:gd name="connsiteX214" fmla="*/ 4431236 w 7467663"/>
              <a:gd name="connsiteY214" fmla="*/ 3400954 h 6858000"/>
              <a:gd name="connsiteX215" fmla="*/ 4557150 w 7467663"/>
              <a:gd name="connsiteY215" fmla="*/ 3510023 h 6858000"/>
              <a:gd name="connsiteX216" fmla="*/ 4856936 w 7467663"/>
              <a:gd name="connsiteY216" fmla="*/ 3809146 h 6858000"/>
              <a:gd name="connsiteX217" fmla="*/ 5111996 w 7467663"/>
              <a:gd name="connsiteY217" fmla="*/ 4065759 h 6858000"/>
              <a:gd name="connsiteX218" fmla="*/ 5388878 w 7467663"/>
              <a:gd name="connsiteY218" fmla="*/ 4300185 h 6858000"/>
              <a:gd name="connsiteX219" fmla="*/ 5425556 w 7467663"/>
              <a:gd name="connsiteY219" fmla="*/ 4308967 h 6858000"/>
              <a:gd name="connsiteX220" fmla="*/ 4943646 w 7467663"/>
              <a:gd name="connsiteY220" fmla="*/ 3822916 h 6858000"/>
              <a:gd name="connsiteX221" fmla="*/ 4594837 w 7467663"/>
              <a:gd name="connsiteY221" fmla="*/ 3532274 h 6858000"/>
              <a:gd name="connsiteX222" fmla="*/ 4441737 w 7467663"/>
              <a:gd name="connsiteY222" fmla="*/ 3399734 h 6858000"/>
              <a:gd name="connsiteX223" fmla="*/ 5425834 w 7467663"/>
              <a:gd name="connsiteY223" fmla="*/ 3162785 h 6858000"/>
              <a:gd name="connsiteX224" fmla="*/ 5401644 w 7467663"/>
              <a:gd name="connsiteY224" fmla="*/ 3617847 h 6858000"/>
              <a:gd name="connsiteX225" fmla="*/ 5467256 w 7467663"/>
              <a:gd name="connsiteY225" fmla="*/ 4175494 h 6858000"/>
              <a:gd name="connsiteX226" fmla="*/ 5448069 w 7467663"/>
              <a:gd name="connsiteY226" fmla="*/ 3567554 h 6858000"/>
              <a:gd name="connsiteX227" fmla="*/ 5425834 w 7467663"/>
              <a:gd name="connsiteY227" fmla="*/ 3162785 h 6858000"/>
              <a:gd name="connsiteX228" fmla="*/ 1318687 w 7467663"/>
              <a:gd name="connsiteY228" fmla="*/ 3113840 h 6858000"/>
              <a:gd name="connsiteX229" fmla="*/ 1066793 w 7467663"/>
              <a:gd name="connsiteY229" fmla="*/ 3212171 h 6858000"/>
              <a:gd name="connsiteX230" fmla="*/ 993319 w 7467663"/>
              <a:gd name="connsiteY230" fmla="*/ 3247648 h 6858000"/>
              <a:gd name="connsiteX231" fmla="*/ 853081 w 7467663"/>
              <a:gd name="connsiteY231" fmla="*/ 3312410 h 6858000"/>
              <a:gd name="connsiteX232" fmla="*/ 805957 w 7467663"/>
              <a:gd name="connsiteY232" fmla="*/ 3330443 h 6858000"/>
              <a:gd name="connsiteX233" fmla="*/ 1318687 w 7467663"/>
              <a:gd name="connsiteY233" fmla="*/ 3113840 h 6858000"/>
              <a:gd name="connsiteX234" fmla="*/ 5453702 w 7467663"/>
              <a:gd name="connsiteY234" fmla="*/ 3090882 h 6858000"/>
              <a:gd name="connsiteX235" fmla="*/ 5480135 w 7467663"/>
              <a:gd name="connsiteY235" fmla="*/ 3565802 h 6858000"/>
              <a:gd name="connsiteX236" fmla="*/ 5499023 w 7467663"/>
              <a:gd name="connsiteY236" fmla="*/ 4166310 h 6858000"/>
              <a:gd name="connsiteX237" fmla="*/ 5547022 w 7467663"/>
              <a:gd name="connsiteY237" fmla="*/ 3607838 h 6858000"/>
              <a:gd name="connsiteX238" fmla="*/ 5515964 w 7467663"/>
              <a:gd name="connsiteY238" fmla="*/ 3378541 h 6858000"/>
              <a:gd name="connsiteX239" fmla="*/ 5453702 w 7467663"/>
              <a:gd name="connsiteY239" fmla="*/ 3090882 h 6858000"/>
              <a:gd name="connsiteX240" fmla="*/ 1238695 w 7467663"/>
              <a:gd name="connsiteY240" fmla="*/ 3076820 h 6858000"/>
              <a:gd name="connsiteX241" fmla="*/ 716371 w 7467663"/>
              <a:gd name="connsiteY241" fmla="*/ 3293249 h 6858000"/>
              <a:gd name="connsiteX242" fmla="*/ 579522 w 7467663"/>
              <a:gd name="connsiteY242" fmla="*/ 3371759 h 6858000"/>
              <a:gd name="connsiteX243" fmla="*/ 600288 w 7467663"/>
              <a:gd name="connsiteY243" fmla="*/ 3365555 h 6858000"/>
              <a:gd name="connsiteX244" fmla="*/ 840692 w 7467663"/>
              <a:gd name="connsiteY244" fmla="*/ 3284921 h 6858000"/>
              <a:gd name="connsiteX245" fmla="*/ 979248 w 7467663"/>
              <a:gd name="connsiteY245" fmla="*/ 3221003 h 6858000"/>
              <a:gd name="connsiteX246" fmla="*/ 1053282 w 7467663"/>
              <a:gd name="connsiteY246" fmla="*/ 3185247 h 6858000"/>
              <a:gd name="connsiteX247" fmla="*/ 1320603 w 7467663"/>
              <a:gd name="connsiteY247" fmla="*/ 3081281 h 6858000"/>
              <a:gd name="connsiteX248" fmla="*/ 1238695 w 7467663"/>
              <a:gd name="connsiteY248" fmla="*/ 3076820 h 6858000"/>
              <a:gd name="connsiteX249" fmla="*/ 5425627 w 7467663"/>
              <a:gd name="connsiteY249" fmla="*/ 2954192 h 6858000"/>
              <a:gd name="connsiteX250" fmla="*/ 5470770 w 7467663"/>
              <a:gd name="connsiteY250" fmla="*/ 3005435 h 6858000"/>
              <a:gd name="connsiteX251" fmla="*/ 5519779 w 7467663"/>
              <a:gd name="connsiteY251" fmla="*/ 4359223 h 6858000"/>
              <a:gd name="connsiteX252" fmla="*/ 5520293 w 7467663"/>
              <a:gd name="connsiteY252" fmla="*/ 4360602 h 6858000"/>
              <a:gd name="connsiteX253" fmla="*/ 5767221 w 7467663"/>
              <a:gd name="connsiteY253" fmla="*/ 4665564 h 6858000"/>
              <a:gd name="connsiteX254" fmla="*/ 6937169 w 7467663"/>
              <a:gd name="connsiteY254" fmla="*/ 4815941 h 6858000"/>
              <a:gd name="connsiteX255" fmla="*/ 6953922 w 7467663"/>
              <a:gd name="connsiteY255" fmla="*/ 4890068 h 6858000"/>
              <a:gd name="connsiteX256" fmla="*/ 6071359 w 7467663"/>
              <a:gd name="connsiteY256" fmla="*/ 4770770 h 6858000"/>
              <a:gd name="connsiteX257" fmla="*/ 6038839 w 7467663"/>
              <a:gd name="connsiteY257" fmla="*/ 4764474 h 6858000"/>
              <a:gd name="connsiteX258" fmla="*/ 6038706 w 7467663"/>
              <a:gd name="connsiteY258" fmla="*/ 4763847 h 6858000"/>
              <a:gd name="connsiteX259" fmla="*/ 6037784 w 7467663"/>
              <a:gd name="connsiteY259" fmla="*/ 4764270 h 6858000"/>
              <a:gd name="connsiteX260" fmla="*/ 6038839 w 7467663"/>
              <a:gd name="connsiteY260" fmla="*/ 4764474 h 6858000"/>
              <a:gd name="connsiteX261" fmla="*/ 6040338 w 7467663"/>
              <a:gd name="connsiteY261" fmla="*/ 4771418 h 6858000"/>
              <a:gd name="connsiteX262" fmla="*/ 6024488 w 7467663"/>
              <a:gd name="connsiteY262" fmla="*/ 4809903 h 6858000"/>
              <a:gd name="connsiteX263" fmla="*/ 5599771 w 7467663"/>
              <a:gd name="connsiteY263" fmla="*/ 5509652 h 6858000"/>
              <a:gd name="connsiteX264" fmla="*/ 5548843 w 7467663"/>
              <a:gd name="connsiteY264" fmla="*/ 5563845 h 6858000"/>
              <a:gd name="connsiteX265" fmla="*/ 5940952 w 7467663"/>
              <a:gd name="connsiteY265" fmla="*/ 6250028 h 6858000"/>
              <a:gd name="connsiteX266" fmla="*/ 6043441 w 7467663"/>
              <a:gd name="connsiteY266" fmla="*/ 6665847 h 6858000"/>
              <a:gd name="connsiteX267" fmla="*/ 6093432 w 7467663"/>
              <a:gd name="connsiteY267" fmla="*/ 6858000 h 6858000"/>
              <a:gd name="connsiteX268" fmla="*/ 6034344 w 7467663"/>
              <a:gd name="connsiteY268" fmla="*/ 6858000 h 6858000"/>
              <a:gd name="connsiteX269" fmla="*/ 6026679 w 7467663"/>
              <a:gd name="connsiteY269" fmla="*/ 6836959 h 6858000"/>
              <a:gd name="connsiteX270" fmla="*/ 5800441 w 7467663"/>
              <a:gd name="connsiteY270" fmla="*/ 6335286 h 6858000"/>
              <a:gd name="connsiteX271" fmla="*/ 5526562 w 7467663"/>
              <a:gd name="connsiteY271" fmla="*/ 5705388 h 6858000"/>
              <a:gd name="connsiteX272" fmla="*/ 5519640 w 7467663"/>
              <a:gd name="connsiteY272" fmla="*/ 5683774 h 6858000"/>
              <a:gd name="connsiteX273" fmla="*/ 5844559 w 7467663"/>
              <a:gd name="connsiteY273" fmla="*/ 6553349 h 6858000"/>
              <a:gd name="connsiteX274" fmla="*/ 5975994 w 7467663"/>
              <a:gd name="connsiteY274" fmla="*/ 6858000 h 6858000"/>
              <a:gd name="connsiteX275" fmla="*/ 5898547 w 7467663"/>
              <a:gd name="connsiteY275" fmla="*/ 6858000 h 6858000"/>
              <a:gd name="connsiteX276" fmla="*/ 5682041 w 7467663"/>
              <a:gd name="connsiteY276" fmla="*/ 6355860 h 6858000"/>
              <a:gd name="connsiteX277" fmla="*/ 5461758 w 7467663"/>
              <a:gd name="connsiteY277" fmla="*/ 5820220 h 6858000"/>
              <a:gd name="connsiteX278" fmla="*/ 5237282 w 7467663"/>
              <a:gd name="connsiteY278" fmla="*/ 6579086 h 6858000"/>
              <a:gd name="connsiteX279" fmla="*/ 5115009 w 7467663"/>
              <a:gd name="connsiteY279" fmla="*/ 6858000 h 6858000"/>
              <a:gd name="connsiteX280" fmla="*/ 5028074 w 7467663"/>
              <a:gd name="connsiteY280" fmla="*/ 6858000 h 6858000"/>
              <a:gd name="connsiteX281" fmla="*/ 5079508 w 7467663"/>
              <a:gd name="connsiteY281" fmla="*/ 6749074 h 6858000"/>
              <a:gd name="connsiteX282" fmla="*/ 5371846 w 7467663"/>
              <a:gd name="connsiteY282" fmla="*/ 5924413 h 6858000"/>
              <a:gd name="connsiteX283" fmla="*/ 5270512 w 7467663"/>
              <a:gd name="connsiteY283" fmla="*/ 6138975 h 6858000"/>
              <a:gd name="connsiteX284" fmla="*/ 5062409 w 7467663"/>
              <a:gd name="connsiteY284" fmla="*/ 6653544 h 6858000"/>
              <a:gd name="connsiteX285" fmla="*/ 5036628 w 7467663"/>
              <a:gd name="connsiteY285" fmla="*/ 6754247 h 6858000"/>
              <a:gd name="connsiteX286" fmla="*/ 5009112 w 7467663"/>
              <a:gd name="connsiteY286" fmla="*/ 6858000 h 6858000"/>
              <a:gd name="connsiteX287" fmla="*/ 4976679 w 7467663"/>
              <a:gd name="connsiteY287" fmla="*/ 6858000 h 6858000"/>
              <a:gd name="connsiteX288" fmla="*/ 5006537 w 7467663"/>
              <a:gd name="connsiteY288" fmla="*/ 6747068 h 6858000"/>
              <a:gd name="connsiteX289" fmla="*/ 5032723 w 7467663"/>
              <a:gd name="connsiteY289" fmla="*/ 6644957 h 6858000"/>
              <a:gd name="connsiteX290" fmla="*/ 5242949 w 7467663"/>
              <a:gd name="connsiteY290" fmla="*/ 6125175 h 6858000"/>
              <a:gd name="connsiteX291" fmla="*/ 5286321 w 7467663"/>
              <a:gd name="connsiteY291" fmla="*/ 6033555 h 6858000"/>
              <a:gd name="connsiteX292" fmla="*/ 5008210 w 7467663"/>
              <a:gd name="connsiteY292" fmla="*/ 6649194 h 6858000"/>
              <a:gd name="connsiteX293" fmla="*/ 4986321 w 7467663"/>
              <a:gd name="connsiteY293" fmla="*/ 6765687 h 6858000"/>
              <a:gd name="connsiteX294" fmla="*/ 4973474 w 7467663"/>
              <a:gd name="connsiteY294" fmla="*/ 6858000 h 6858000"/>
              <a:gd name="connsiteX295" fmla="*/ 4907178 w 7467663"/>
              <a:gd name="connsiteY295" fmla="*/ 6858000 h 6858000"/>
              <a:gd name="connsiteX296" fmla="*/ 4910810 w 7467663"/>
              <a:gd name="connsiteY296" fmla="*/ 6829660 h 6858000"/>
              <a:gd name="connsiteX297" fmla="*/ 4987461 w 7467663"/>
              <a:gd name="connsiteY297" fmla="*/ 6432994 h 6858000"/>
              <a:gd name="connsiteX298" fmla="*/ 5179262 w 7467663"/>
              <a:gd name="connsiteY298" fmla="*/ 6035044 h 6858000"/>
              <a:gd name="connsiteX299" fmla="*/ 4689678 w 7467663"/>
              <a:gd name="connsiteY299" fmla="*/ 6440241 h 6858000"/>
              <a:gd name="connsiteX300" fmla="*/ 4477543 w 7467663"/>
              <a:gd name="connsiteY300" fmla="*/ 6674836 h 6858000"/>
              <a:gd name="connsiteX301" fmla="*/ 4329957 w 7467663"/>
              <a:gd name="connsiteY301" fmla="*/ 6858000 h 6858000"/>
              <a:gd name="connsiteX302" fmla="*/ 4218595 w 7467663"/>
              <a:gd name="connsiteY302" fmla="*/ 6858000 h 6858000"/>
              <a:gd name="connsiteX303" fmla="*/ 4368888 w 7467663"/>
              <a:gd name="connsiteY303" fmla="*/ 6668412 h 6858000"/>
              <a:gd name="connsiteX304" fmla="*/ 4563091 w 7467663"/>
              <a:gd name="connsiteY304" fmla="*/ 6442508 h 6858000"/>
              <a:gd name="connsiteX305" fmla="*/ 5387324 w 7467663"/>
              <a:gd name="connsiteY305" fmla="*/ 5705830 h 6858000"/>
              <a:gd name="connsiteX306" fmla="*/ 5073620 w 7467663"/>
              <a:gd name="connsiteY306" fmla="*/ 5955437 h 6858000"/>
              <a:gd name="connsiteX307" fmla="*/ 4689789 w 7467663"/>
              <a:gd name="connsiteY307" fmla="*/ 6268382 h 6858000"/>
              <a:gd name="connsiteX308" fmla="*/ 4418722 w 7467663"/>
              <a:gd name="connsiteY308" fmla="*/ 6570886 h 6858000"/>
              <a:gd name="connsiteX309" fmla="*/ 4214944 w 7467663"/>
              <a:gd name="connsiteY309" fmla="*/ 6858000 h 6858000"/>
              <a:gd name="connsiteX310" fmla="*/ 4177898 w 7467663"/>
              <a:gd name="connsiteY310" fmla="*/ 6858000 h 6858000"/>
              <a:gd name="connsiteX311" fmla="*/ 4391597 w 7467663"/>
              <a:gd name="connsiteY311" fmla="*/ 6556370 h 6858000"/>
              <a:gd name="connsiteX312" fmla="*/ 4668889 w 7467663"/>
              <a:gd name="connsiteY312" fmla="*/ 6246399 h 6858000"/>
              <a:gd name="connsiteX313" fmla="*/ 5055427 w 7467663"/>
              <a:gd name="connsiteY313" fmla="*/ 5931476 h 6858000"/>
              <a:gd name="connsiteX314" fmla="*/ 5371814 w 7467663"/>
              <a:gd name="connsiteY314" fmla="*/ 5678975 h 6858000"/>
              <a:gd name="connsiteX315" fmla="*/ 4987918 w 7467663"/>
              <a:gd name="connsiteY315" fmla="*/ 5838701 h 6858000"/>
              <a:gd name="connsiteX316" fmla="*/ 4317146 w 7467663"/>
              <a:gd name="connsiteY316" fmla="*/ 6587716 h 6858000"/>
              <a:gd name="connsiteX317" fmla="*/ 4171627 w 7467663"/>
              <a:gd name="connsiteY317" fmla="*/ 6858000 h 6858000"/>
              <a:gd name="connsiteX318" fmla="*/ 4081585 w 7467663"/>
              <a:gd name="connsiteY318" fmla="*/ 6858000 h 6858000"/>
              <a:gd name="connsiteX319" fmla="*/ 4238603 w 7467663"/>
              <a:gd name="connsiteY319" fmla="*/ 6559341 h 6858000"/>
              <a:gd name="connsiteX320" fmla="*/ 4778333 w 7467663"/>
              <a:gd name="connsiteY320" fmla="*/ 5873626 h 6858000"/>
              <a:gd name="connsiteX321" fmla="*/ 5414185 w 7467663"/>
              <a:gd name="connsiteY321" fmla="*/ 5573882 h 6858000"/>
              <a:gd name="connsiteX322" fmla="*/ 5959648 w 7467663"/>
              <a:gd name="connsiteY322" fmla="*/ 4760797 h 6858000"/>
              <a:gd name="connsiteX323" fmla="*/ 5355019 w 7467663"/>
              <a:gd name="connsiteY323" fmla="*/ 4734672 h 6858000"/>
              <a:gd name="connsiteX324" fmla="*/ 5083565 w 7467663"/>
              <a:gd name="connsiteY324" fmla="*/ 5179121 h 6858000"/>
              <a:gd name="connsiteX325" fmla="*/ 4713577 w 7467663"/>
              <a:gd name="connsiteY325" fmla="*/ 5616803 h 6858000"/>
              <a:gd name="connsiteX326" fmla="*/ 3989559 w 7467663"/>
              <a:gd name="connsiteY326" fmla="*/ 6145945 h 6858000"/>
              <a:gd name="connsiteX327" fmla="*/ 3939824 w 7467663"/>
              <a:gd name="connsiteY327" fmla="*/ 6066900 h 6858000"/>
              <a:gd name="connsiteX328" fmla="*/ 4584537 w 7467663"/>
              <a:gd name="connsiteY328" fmla="*/ 5324826 h 6858000"/>
              <a:gd name="connsiteX329" fmla="*/ 5037105 w 7467663"/>
              <a:gd name="connsiteY329" fmla="*/ 5088765 h 6858000"/>
              <a:gd name="connsiteX330" fmla="*/ 5039930 w 7467663"/>
              <a:gd name="connsiteY330" fmla="*/ 5089585 h 6858000"/>
              <a:gd name="connsiteX331" fmla="*/ 5263764 w 7467663"/>
              <a:gd name="connsiteY331" fmla="*/ 4735525 h 6858000"/>
              <a:gd name="connsiteX332" fmla="*/ 4086300 w 7467663"/>
              <a:gd name="connsiteY332" fmla="*/ 4884599 h 6858000"/>
              <a:gd name="connsiteX333" fmla="*/ 4085485 w 7467663"/>
              <a:gd name="connsiteY333" fmla="*/ 4899070 h 6858000"/>
              <a:gd name="connsiteX334" fmla="*/ 3871915 w 7467663"/>
              <a:gd name="connsiteY334" fmla="*/ 5253645 h 6858000"/>
              <a:gd name="connsiteX335" fmla="*/ 3799374 w 7467663"/>
              <a:gd name="connsiteY335" fmla="*/ 5466127 h 6858000"/>
              <a:gd name="connsiteX336" fmla="*/ 3498850 w 7467663"/>
              <a:gd name="connsiteY336" fmla="*/ 6661888 h 6858000"/>
              <a:gd name="connsiteX337" fmla="*/ 3399216 w 7467663"/>
              <a:gd name="connsiteY337" fmla="*/ 6858000 h 6858000"/>
              <a:gd name="connsiteX338" fmla="*/ 3303688 w 7467663"/>
              <a:gd name="connsiteY338" fmla="*/ 6858000 h 6858000"/>
              <a:gd name="connsiteX339" fmla="*/ 3391774 w 7467663"/>
              <a:gd name="connsiteY339" fmla="*/ 6697181 h 6858000"/>
              <a:gd name="connsiteX340" fmla="*/ 3735540 w 7467663"/>
              <a:gd name="connsiteY340" fmla="*/ 5546923 h 6858000"/>
              <a:gd name="connsiteX341" fmla="*/ 3729438 w 7467663"/>
              <a:gd name="connsiteY341" fmla="*/ 5569058 h 6858000"/>
              <a:gd name="connsiteX342" fmla="*/ 3707782 w 7467663"/>
              <a:gd name="connsiteY342" fmla="*/ 5644908 h 6858000"/>
              <a:gd name="connsiteX343" fmla="*/ 3583827 w 7467663"/>
              <a:gd name="connsiteY343" fmla="*/ 6039215 h 6858000"/>
              <a:gd name="connsiteX344" fmla="*/ 3547861 w 7467663"/>
              <a:gd name="connsiteY344" fmla="*/ 6129609 h 6858000"/>
              <a:gd name="connsiteX345" fmla="*/ 3490905 w 7467663"/>
              <a:gd name="connsiteY345" fmla="*/ 6277660 h 6858000"/>
              <a:gd name="connsiteX346" fmla="*/ 3455859 w 7467663"/>
              <a:gd name="connsiteY346" fmla="*/ 6391301 h 6858000"/>
              <a:gd name="connsiteX347" fmla="*/ 3429112 w 7467663"/>
              <a:gd name="connsiteY347" fmla="*/ 6479469 h 6858000"/>
              <a:gd name="connsiteX348" fmla="*/ 3304862 w 7467663"/>
              <a:gd name="connsiteY348" fmla="*/ 6796476 h 6858000"/>
              <a:gd name="connsiteX349" fmla="*/ 3276071 w 7467663"/>
              <a:gd name="connsiteY349" fmla="*/ 6858000 h 6858000"/>
              <a:gd name="connsiteX350" fmla="*/ 3240805 w 7467663"/>
              <a:gd name="connsiteY350" fmla="*/ 6858000 h 6858000"/>
              <a:gd name="connsiteX351" fmla="*/ 3275917 w 7467663"/>
              <a:gd name="connsiteY351" fmla="*/ 6783192 h 6858000"/>
              <a:gd name="connsiteX352" fmla="*/ 3399358 w 7467663"/>
              <a:gd name="connsiteY352" fmla="*/ 6469011 h 6858000"/>
              <a:gd name="connsiteX353" fmla="*/ 3425650 w 7467663"/>
              <a:gd name="connsiteY353" fmla="*/ 6381333 h 6858000"/>
              <a:gd name="connsiteX354" fmla="*/ 3460661 w 7467663"/>
              <a:gd name="connsiteY354" fmla="*/ 6266763 h 6858000"/>
              <a:gd name="connsiteX355" fmla="*/ 3518021 w 7467663"/>
              <a:gd name="connsiteY355" fmla="*/ 6117298 h 6858000"/>
              <a:gd name="connsiteX356" fmla="*/ 3554035 w 7467663"/>
              <a:gd name="connsiteY356" fmla="*/ 6027832 h 6858000"/>
              <a:gd name="connsiteX357" fmla="*/ 3677174 w 7467663"/>
              <a:gd name="connsiteY357" fmla="*/ 5636351 h 6858000"/>
              <a:gd name="connsiteX358" fmla="*/ 3698819 w 7467663"/>
              <a:gd name="connsiteY358" fmla="*/ 5560503 h 6858000"/>
              <a:gd name="connsiteX359" fmla="*/ 3702094 w 7467663"/>
              <a:gd name="connsiteY359" fmla="*/ 5549194 h 6858000"/>
              <a:gd name="connsiteX360" fmla="*/ 3398355 w 7467663"/>
              <a:gd name="connsiteY360" fmla="*/ 6094603 h 6858000"/>
              <a:gd name="connsiteX361" fmla="*/ 3193941 w 7467663"/>
              <a:gd name="connsiteY361" fmla="*/ 6798775 h 6858000"/>
              <a:gd name="connsiteX362" fmla="*/ 3184140 w 7467663"/>
              <a:gd name="connsiteY362" fmla="*/ 6858000 h 6858000"/>
              <a:gd name="connsiteX363" fmla="*/ 3099978 w 7467663"/>
              <a:gd name="connsiteY363" fmla="*/ 6858000 h 6858000"/>
              <a:gd name="connsiteX364" fmla="*/ 3101556 w 7467663"/>
              <a:gd name="connsiteY364" fmla="*/ 6843337 h 6858000"/>
              <a:gd name="connsiteX365" fmla="*/ 3370162 w 7467663"/>
              <a:gd name="connsiteY365" fmla="*/ 5785550 h 6858000"/>
              <a:gd name="connsiteX366" fmla="*/ 3746477 w 7467663"/>
              <a:gd name="connsiteY366" fmla="*/ 5377889 h 6858000"/>
              <a:gd name="connsiteX367" fmla="*/ 3863399 w 7467663"/>
              <a:gd name="connsiteY367" fmla="*/ 5087257 h 6858000"/>
              <a:gd name="connsiteX368" fmla="*/ 3968712 w 7467663"/>
              <a:gd name="connsiteY368" fmla="*/ 4913989 h 6858000"/>
              <a:gd name="connsiteX369" fmla="*/ 2792390 w 7467663"/>
              <a:gd name="connsiteY369" fmla="*/ 5382974 h 6858000"/>
              <a:gd name="connsiteX370" fmla="*/ 2714982 w 7467663"/>
              <a:gd name="connsiteY370" fmla="*/ 5427051 h 6858000"/>
              <a:gd name="connsiteX371" fmla="*/ 2813361 w 7467663"/>
              <a:gd name="connsiteY371" fmla="*/ 6023912 h 6858000"/>
              <a:gd name="connsiteX372" fmla="*/ 2688430 w 7467663"/>
              <a:gd name="connsiteY372" fmla="*/ 6801564 h 6858000"/>
              <a:gd name="connsiteX373" fmla="*/ 2629626 w 7467663"/>
              <a:gd name="connsiteY373" fmla="*/ 6763394 h 6858000"/>
              <a:gd name="connsiteX374" fmla="*/ 2565328 w 7467663"/>
              <a:gd name="connsiteY374" fmla="*/ 5516399 h 6858000"/>
              <a:gd name="connsiteX375" fmla="*/ 1922999 w 7467663"/>
              <a:gd name="connsiteY375" fmla="*/ 5980343 h 6858000"/>
              <a:gd name="connsiteX376" fmla="*/ 1950261 w 7467663"/>
              <a:gd name="connsiteY376" fmla="*/ 6405858 h 6858000"/>
              <a:gd name="connsiteX377" fmla="*/ 2365554 w 7467663"/>
              <a:gd name="connsiteY377" fmla="*/ 6759107 h 6858000"/>
              <a:gd name="connsiteX378" fmla="*/ 2424142 w 7467663"/>
              <a:gd name="connsiteY378" fmla="*/ 6858000 h 6858000"/>
              <a:gd name="connsiteX379" fmla="*/ 2395994 w 7467663"/>
              <a:gd name="connsiteY379" fmla="*/ 6858000 h 6858000"/>
              <a:gd name="connsiteX380" fmla="*/ 2392863 w 7467663"/>
              <a:gd name="connsiteY380" fmla="*/ 6852964 h 6858000"/>
              <a:gd name="connsiteX381" fmla="*/ 2017589 w 7467663"/>
              <a:gd name="connsiteY381" fmla="*/ 6493982 h 6858000"/>
              <a:gd name="connsiteX382" fmla="*/ 2147336 w 7467663"/>
              <a:gd name="connsiteY382" fmla="*/ 6594052 h 6858000"/>
              <a:gd name="connsiteX383" fmla="*/ 2207047 w 7467663"/>
              <a:gd name="connsiteY383" fmla="*/ 6654540 h 6858000"/>
              <a:gd name="connsiteX384" fmla="*/ 2299106 w 7467663"/>
              <a:gd name="connsiteY384" fmla="*/ 6778931 h 6858000"/>
              <a:gd name="connsiteX385" fmla="*/ 2314430 w 7467663"/>
              <a:gd name="connsiteY385" fmla="*/ 6801144 h 6858000"/>
              <a:gd name="connsiteX386" fmla="*/ 2352406 w 7467663"/>
              <a:gd name="connsiteY386" fmla="*/ 6858000 h 6858000"/>
              <a:gd name="connsiteX387" fmla="*/ 2314492 w 7467663"/>
              <a:gd name="connsiteY387" fmla="*/ 6858000 h 6858000"/>
              <a:gd name="connsiteX388" fmla="*/ 2288095 w 7467663"/>
              <a:gd name="connsiteY388" fmla="*/ 6818030 h 6858000"/>
              <a:gd name="connsiteX389" fmla="*/ 2272768 w 7467663"/>
              <a:gd name="connsiteY389" fmla="*/ 6795822 h 6858000"/>
              <a:gd name="connsiteX390" fmla="*/ 2182715 w 7467663"/>
              <a:gd name="connsiteY390" fmla="*/ 6675071 h 6858000"/>
              <a:gd name="connsiteX391" fmla="*/ 2032061 w 7467663"/>
              <a:gd name="connsiteY391" fmla="*/ 6541380 h 6858000"/>
              <a:gd name="connsiteX392" fmla="*/ 2257220 w 7467663"/>
              <a:gd name="connsiteY392" fmla="*/ 6826257 h 6858000"/>
              <a:gd name="connsiteX393" fmla="*/ 2281324 w 7467663"/>
              <a:gd name="connsiteY393" fmla="*/ 6858000 h 6858000"/>
              <a:gd name="connsiteX394" fmla="*/ 2242860 w 7467663"/>
              <a:gd name="connsiteY394" fmla="*/ 6858000 h 6858000"/>
              <a:gd name="connsiteX395" fmla="*/ 2232818 w 7467663"/>
              <a:gd name="connsiteY395" fmla="*/ 6844926 h 6858000"/>
              <a:gd name="connsiteX396" fmla="*/ 1990172 w 7467663"/>
              <a:gd name="connsiteY396" fmla="*/ 6542121 h 6858000"/>
              <a:gd name="connsiteX397" fmla="*/ 2124090 w 7467663"/>
              <a:gd name="connsiteY397" fmla="*/ 6761017 h 6858000"/>
              <a:gd name="connsiteX398" fmla="*/ 2200380 w 7467663"/>
              <a:gd name="connsiteY398" fmla="*/ 6858000 h 6858000"/>
              <a:gd name="connsiteX399" fmla="*/ 2147507 w 7467663"/>
              <a:gd name="connsiteY399" fmla="*/ 6858000 h 6858000"/>
              <a:gd name="connsiteX400" fmla="*/ 2070668 w 7467663"/>
              <a:gd name="connsiteY400" fmla="*/ 6761520 h 6858000"/>
              <a:gd name="connsiteX401" fmla="*/ 1975142 w 7467663"/>
              <a:gd name="connsiteY401" fmla="*/ 6585570 h 6858000"/>
              <a:gd name="connsiteX402" fmla="*/ 2050035 w 7467663"/>
              <a:gd name="connsiteY402" fmla="*/ 6813345 h 6858000"/>
              <a:gd name="connsiteX403" fmla="*/ 2063025 w 7467663"/>
              <a:gd name="connsiteY403" fmla="*/ 6858000 h 6858000"/>
              <a:gd name="connsiteX404" fmla="*/ 2021675 w 7467663"/>
              <a:gd name="connsiteY404" fmla="*/ 6858000 h 6858000"/>
              <a:gd name="connsiteX405" fmla="*/ 2019308 w 7467663"/>
              <a:gd name="connsiteY405" fmla="*/ 6847118 h 6858000"/>
              <a:gd name="connsiteX406" fmla="*/ 1938835 w 7467663"/>
              <a:gd name="connsiteY406" fmla="*/ 6551160 h 6858000"/>
              <a:gd name="connsiteX407" fmla="*/ 1953230 w 7467663"/>
              <a:gd name="connsiteY407" fmla="*/ 6759699 h 6858000"/>
              <a:gd name="connsiteX408" fmla="*/ 1956763 w 7467663"/>
              <a:gd name="connsiteY408" fmla="*/ 6778191 h 6858000"/>
              <a:gd name="connsiteX409" fmla="*/ 1967925 w 7467663"/>
              <a:gd name="connsiteY409" fmla="*/ 6858000 h 6858000"/>
              <a:gd name="connsiteX410" fmla="*/ 1936622 w 7467663"/>
              <a:gd name="connsiteY410" fmla="*/ 6858000 h 6858000"/>
              <a:gd name="connsiteX411" fmla="*/ 1926261 w 7467663"/>
              <a:gd name="connsiteY411" fmla="*/ 6784064 h 6858000"/>
              <a:gd name="connsiteX412" fmla="*/ 1922724 w 7467663"/>
              <a:gd name="connsiteY412" fmla="*/ 6765577 h 6858000"/>
              <a:gd name="connsiteX413" fmla="*/ 1904650 w 7467663"/>
              <a:gd name="connsiteY413" fmla="*/ 6639616 h 6858000"/>
              <a:gd name="connsiteX414" fmla="*/ 1885273 w 7467663"/>
              <a:gd name="connsiteY414" fmla="*/ 6858000 h 6858000"/>
              <a:gd name="connsiteX415" fmla="*/ 1854363 w 7467663"/>
              <a:gd name="connsiteY415" fmla="*/ 6858000 h 6858000"/>
              <a:gd name="connsiteX416" fmla="*/ 1880391 w 7467663"/>
              <a:gd name="connsiteY416" fmla="*/ 6603796 h 6858000"/>
              <a:gd name="connsiteX417" fmla="*/ 1818273 w 7467663"/>
              <a:gd name="connsiteY417" fmla="*/ 6715729 h 6858000"/>
              <a:gd name="connsiteX418" fmla="*/ 1794691 w 7467663"/>
              <a:gd name="connsiteY418" fmla="*/ 6843239 h 6858000"/>
              <a:gd name="connsiteX419" fmla="*/ 1794914 w 7467663"/>
              <a:gd name="connsiteY419" fmla="*/ 6858000 h 6858000"/>
              <a:gd name="connsiteX420" fmla="*/ 1746128 w 7467663"/>
              <a:gd name="connsiteY420" fmla="*/ 6858000 h 6858000"/>
              <a:gd name="connsiteX421" fmla="*/ 1753934 w 7467663"/>
              <a:gd name="connsiteY421" fmla="*/ 6724796 h 6858000"/>
              <a:gd name="connsiteX422" fmla="*/ 1792053 w 7467663"/>
              <a:gd name="connsiteY422" fmla="*/ 6572396 h 6858000"/>
              <a:gd name="connsiteX423" fmla="*/ 1862248 w 7467663"/>
              <a:gd name="connsiteY423" fmla="*/ 6266397 h 6858000"/>
              <a:gd name="connsiteX424" fmla="*/ 1862250 w 7467663"/>
              <a:gd name="connsiteY424" fmla="*/ 6033531 h 6858000"/>
              <a:gd name="connsiteX425" fmla="*/ 1211999 w 7467663"/>
              <a:gd name="connsiteY425" fmla="*/ 6683610 h 6858000"/>
              <a:gd name="connsiteX426" fmla="*/ 1213266 w 7467663"/>
              <a:gd name="connsiteY426" fmla="*/ 6691947 h 6858000"/>
              <a:gd name="connsiteX427" fmla="*/ 1203370 w 7467663"/>
              <a:gd name="connsiteY427" fmla="*/ 6850676 h 6858000"/>
              <a:gd name="connsiteX428" fmla="*/ 1203671 w 7467663"/>
              <a:gd name="connsiteY428" fmla="*/ 6858000 h 6858000"/>
              <a:gd name="connsiteX429" fmla="*/ 1143180 w 7467663"/>
              <a:gd name="connsiteY429" fmla="*/ 6858000 h 6858000"/>
              <a:gd name="connsiteX430" fmla="*/ 1142176 w 7467663"/>
              <a:gd name="connsiteY430" fmla="*/ 6766045 h 6858000"/>
              <a:gd name="connsiteX431" fmla="*/ 1067484 w 7467663"/>
              <a:gd name="connsiteY431" fmla="*/ 6858000 h 6858000"/>
              <a:gd name="connsiteX432" fmla="*/ 953928 w 7467663"/>
              <a:gd name="connsiteY432" fmla="*/ 6858000 h 6858000"/>
              <a:gd name="connsiteX433" fmla="*/ 959715 w 7467663"/>
              <a:gd name="connsiteY433" fmla="*/ 6850185 h 6858000"/>
              <a:gd name="connsiteX434" fmla="*/ 1483788 w 7467663"/>
              <a:gd name="connsiteY434" fmla="*/ 6259174 h 6858000"/>
              <a:gd name="connsiteX435" fmla="*/ 1100671 w 7467663"/>
              <a:gd name="connsiteY435" fmla="*/ 6252137 h 6858000"/>
              <a:gd name="connsiteX436" fmla="*/ 1090144 w 7467663"/>
              <a:gd name="connsiteY436" fmla="*/ 6256748 h 6858000"/>
              <a:gd name="connsiteX437" fmla="*/ 1095872 w 7467663"/>
              <a:gd name="connsiteY437" fmla="*/ 6271892 h 6858000"/>
              <a:gd name="connsiteX438" fmla="*/ 262785 w 7467663"/>
              <a:gd name="connsiteY438" fmla="*/ 6845450 h 6858000"/>
              <a:gd name="connsiteX439" fmla="*/ 209968 w 7467663"/>
              <a:gd name="connsiteY439" fmla="*/ 6770713 h 6858000"/>
              <a:gd name="connsiteX440" fmla="*/ 873460 w 7467663"/>
              <a:gd name="connsiteY440" fmla="*/ 6253768 h 6858000"/>
              <a:gd name="connsiteX441" fmla="*/ 192686 w 7467663"/>
              <a:gd name="connsiteY441" fmla="*/ 5849257 h 6858000"/>
              <a:gd name="connsiteX442" fmla="*/ 4696 w 7467663"/>
              <a:gd name="connsiteY442" fmla="*/ 5697668 h 6858000"/>
              <a:gd name="connsiteX443" fmla="*/ 0 w 7467663"/>
              <a:gd name="connsiteY443" fmla="*/ 5689984 h 6858000"/>
              <a:gd name="connsiteX444" fmla="*/ 0 w 7467663"/>
              <a:gd name="connsiteY444" fmla="*/ 5513472 h 6858000"/>
              <a:gd name="connsiteX445" fmla="*/ 174101 w 7467663"/>
              <a:gd name="connsiteY445" fmla="*/ 5620277 h 6858000"/>
              <a:gd name="connsiteX446" fmla="*/ 891800 w 7467663"/>
              <a:gd name="connsiteY446" fmla="*/ 6036935 h 6858000"/>
              <a:gd name="connsiteX447" fmla="*/ 1072219 w 7467663"/>
              <a:gd name="connsiteY447" fmla="*/ 6169443 h 6858000"/>
              <a:gd name="connsiteX448" fmla="*/ 1074117 w 7467663"/>
              <a:gd name="connsiteY448" fmla="*/ 6170301 h 6858000"/>
              <a:gd name="connsiteX449" fmla="*/ 1083114 w 7467663"/>
              <a:gd name="connsiteY449" fmla="*/ 6174131 h 6858000"/>
              <a:gd name="connsiteX450" fmla="*/ 1543010 w 7467663"/>
              <a:gd name="connsiteY450" fmla="*/ 6191140 h 6858000"/>
              <a:gd name="connsiteX451" fmla="*/ 1551080 w 7467663"/>
              <a:gd name="connsiteY451" fmla="*/ 6195006 h 6858000"/>
              <a:gd name="connsiteX452" fmla="*/ 2345443 w 7467663"/>
              <a:gd name="connsiteY452" fmla="*/ 5549882 h 6858000"/>
              <a:gd name="connsiteX453" fmla="*/ 1721499 w 7467663"/>
              <a:gd name="connsiteY453" fmla="*/ 5599969 h 6858000"/>
              <a:gd name="connsiteX454" fmla="*/ 767716 w 7467663"/>
              <a:gd name="connsiteY454" fmla="*/ 5472768 h 6858000"/>
              <a:gd name="connsiteX455" fmla="*/ 722147 w 7467663"/>
              <a:gd name="connsiteY455" fmla="*/ 5393091 h 6858000"/>
              <a:gd name="connsiteX456" fmla="*/ 1485552 w 7467663"/>
              <a:gd name="connsiteY456" fmla="*/ 5313202 h 6858000"/>
              <a:gd name="connsiteX457" fmla="*/ 2143004 w 7467663"/>
              <a:gd name="connsiteY457" fmla="*/ 5402420 h 6858000"/>
              <a:gd name="connsiteX458" fmla="*/ 1933391 w 7467663"/>
              <a:gd name="connsiteY458" fmla="*/ 5156971 h 6858000"/>
              <a:gd name="connsiteX459" fmla="*/ 1827118 w 7467663"/>
              <a:gd name="connsiteY459" fmla="*/ 4968410 h 6858000"/>
              <a:gd name="connsiteX460" fmla="*/ 1837349 w 7467663"/>
              <a:gd name="connsiteY460" fmla="*/ 4956357 h 6858000"/>
              <a:gd name="connsiteX461" fmla="*/ 2162835 w 7467663"/>
              <a:gd name="connsiteY461" fmla="*/ 5187853 h 6858000"/>
              <a:gd name="connsiteX462" fmla="*/ 2257167 w 7467663"/>
              <a:gd name="connsiteY462" fmla="*/ 5462123 h 6858000"/>
              <a:gd name="connsiteX463" fmla="*/ 2261598 w 7467663"/>
              <a:gd name="connsiteY463" fmla="*/ 5467998 h 6858000"/>
              <a:gd name="connsiteX464" fmla="*/ 2437177 w 7467663"/>
              <a:gd name="connsiteY464" fmla="*/ 5479608 h 6858000"/>
              <a:gd name="connsiteX465" fmla="*/ 2445247 w 7467663"/>
              <a:gd name="connsiteY465" fmla="*/ 5483476 h 6858000"/>
              <a:gd name="connsiteX466" fmla="*/ 2743626 w 7467663"/>
              <a:gd name="connsiteY466" fmla="*/ 5304819 h 6858000"/>
              <a:gd name="connsiteX467" fmla="*/ 3048102 w 7467663"/>
              <a:gd name="connsiteY467" fmla="*/ 5150595 h 6858000"/>
              <a:gd name="connsiteX468" fmla="*/ 1799414 w 7467663"/>
              <a:gd name="connsiteY468" fmla="*/ 4694732 h 6858000"/>
              <a:gd name="connsiteX469" fmla="*/ 1771735 w 7467663"/>
              <a:gd name="connsiteY469" fmla="*/ 4619929 h 6858000"/>
              <a:gd name="connsiteX470" fmla="*/ 3104273 w 7467663"/>
              <a:gd name="connsiteY470" fmla="*/ 5076159 h 6858000"/>
              <a:gd name="connsiteX471" fmla="*/ 3113245 w 7467663"/>
              <a:gd name="connsiteY471" fmla="*/ 5090705 h 6858000"/>
              <a:gd name="connsiteX472" fmla="*/ 3126294 w 7467663"/>
              <a:gd name="connsiteY472" fmla="*/ 5114400 h 6858000"/>
              <a:gd name="connsiteX473" fmla="*/ 3937433 w 7467663"/>
              <a:gd name="connsiteY473" fmla="*/ 4830473 h 6858000"/>
              <a:gd name="connsiteX474" fmla="*/ 3590475 w 7467663"/>
              <a:gd name="connsiteY474" fmla="*/ 4597974 h 6858000"/>
              <a:gd name="connsiteX475" fmla="*/ 3100264 w 7467663"/>
              <a:gd name="connsiteY475" fmla="*/ 4579845 h 6858000"/>
              <a:gd name="connsiteX476" fmla="*/ 2183576 w 7467663"/>
              <a:gd name="connsiteY476" fmla="*/ 4227150 h 6858000"/>
              <a:gd name="connsiteX477" fmla="*/ 2151029 w 7467663"/>
              <a:gd name="connsiteY477" fmla="*/ 4146947 h 6858000"/>
              <a:gd name="connsiteX478" fmla="*/ 3563434 w 7467663"/>
              <a:gd name="connsiteY478" fmla="*/ 4469115 h 6858000"/>
              <a:gd name="connsiteX479" fmla="*/ 3177952 w 7467663"/>
              <a:gd name="connsiteY479" fmla="*/ 3657386 h 6858000"/>
              <a:gd name="connsiteX480" fmla="*/ 3189263 w 7467663"/>
              <a:gd name="connsiteY480" fmla="*/ 3625726 h 6858000"/>
              <a:gd name="connsiteX481" fmla="*/ 3560912 w 7467663"/>
              <a:gd name="connsiteY481" fmla="*/ 4079863 h 6858000"/>
              <a:gd name="connsiteX482" fmla="*/ 3626636 w 7467663"/>
              <a:gd name="connsiteY482" fmla="*/ 4512230 h 6858000"/>
              <a:gd name="connsiteX483" fmla="*/ 3653088 w 7467663"/>
              <a:gd name="connsiteY483" fmla="*/ 4521417 h 6858000"/>
              <a:gd name="connsiteX484" fmla="*/ 3988128 w 7467663"/>
              <a:gd name="connsiteY484" fmla="*/ 4817267 h 6858000"/>
              <a:gd name="connsiteX485" fmla="*/ 4830582 w 7467663"/>
              <a:gd name="connsiteY485" fmla="*/ 4676000 h 6858000"/>
              <a:gd name="connsiteX486" fmla="*/ 4830100 w 7467663"/>
              <a:gd name="connsiteY486" fmla="*/ 4675554 h 6858000"/>
              <a:gd name="connsiteX487" fmla="*/ 4036318 w 7467663"/>
              <a:gd name="connsiteY487" fmla="*/ 4147013 h 6858000"/>
              <a:gd name="connsiteX488" fmla="*/ 3432098 w 7467663"/>
              <a:gd name="connsiteY488" fmla="*/ 3537312 h 6858000"/>
              <a:gd name="connsiteX489" fmla="*/ 3446761 w 7467663"/>
              <a:gd name="connsiteY489" fmla="*/ 3461278 h 6858000"/>
              <a:gd name="connsiteX490" fmla="*/ 4419733 w 7467663"/>
              <a:gd name="connsiteY490" fmla="*/ 3963555 h 6858000"/>
              <a:gd name="connsiteX491" fmla="*/ 4781371 w 7467663"/>
              <a:gd name="connsiteY491" fmla="*/ 4458604 h 6858000"/>
              <a:gd name="connsiteX492" fmla="*/ 4780440 w 7467663"/>
              <a:gd name="connsiteY492" fmla="*/ 4470290 h 6858000"/>
              <a:gd name="connsiteX493" fmla="*/ 4898954 w 7467663"/>
              <a:gd name="connsiteY493" fmla="*/ 4662092 h 6858000"/>
              <a:gd name="connsiteX494" fmla="*/ 4900699 w 7467663"/>
              <a:gd name="connsiteY494" fmla="*/ 4670867 h 6858000"/>
              <a:gd name="connsiteX495" fmla="*/ 5714511 w 7467663"/>
              <a:gd name="connsiteY495" fmla="*/ 4663483 h 6858000"/>
              <a:gd name="connsiteX496" fmla="*/ 5464793 w 7467663"/>
              <a:gd name="connsiteY496" fmla="*/ 4393556 h 6858000"/>
              <a:gd name="connsiteX497" fmla="*/ 5461897 w 7467663"/>
              <a:gd name="connsiteY497" fmla="*/ 4390879 h 6858000"/>
              <a:gd name="connsiteX498" fmla="*/ 4294126 w 7467663"/>
              <a:gd name="connsiteY498" fmla="*/ 3303048 h 6858000"/>
              <a:gd name="connsiteX499" fmla="*/ 4305321 w 7467663"/>
              <a:gd name="connsiteY499" fmla="*/ 3256953 h 6858000"/>
              <a:gd name="connsiteX500" fmla="*/ 4949299 w 7467663"/>
              <a:gd name="connsiteY500" fmla="*/ 3766336 h 6858000"/>
              <a:gd name="connsiteX501" fmla="*/ 5291452 w 7467663"/>
              <a:gd name="connsiteY501" fmla="*/ 4076801 h 6858000"/>
              <a:gd name="connsiteX502" fmla="*/ 5434998 w 7467663"/>
              <a:gd name="connsiteY502" fmla="*/ 4254100 h 6858000"/>
              <a:gd name="connsiteX503" fmla="*/ 5351015 w 7467663"/>
              <a:gd name="connsiteY503" fmla="*/ 3760989 h 6858000"/>
              <a:gd name="connsiteX504" fmla="*/ 5413780 w 7467663"/>
              <a:gd name="connsiteY504" fmla="*/ 2966265 h 6858000"/>
              <a:gd name="connsiteX505" fmla="*/ 5425627 w 7467663"/>
              <a:gd name="connsiteY505" fmla="*/ 2954192 h 6858000"/>
              <a:gd name="connsiteX506" fmla="*/ 6604735 w 7467663"/>
              <a:gd name="connsiteY506" fmla="*/ 2041381 h 6858000"/>
              <a:gd name="connsiteX507" fmla="*/ 7204487 w 7467663"/>
              <a:gd name="connsiteY507" fmla="*/ 2742112 h 6858000"/>
              <a:gd name="connsiteX508" fmla="*/ 7131592 w 7467663"/>
              <a:gd name="connsiteY508" fmla="*/ 2672096 h 6858000"/>
              <a:gd name="connsiteX509" fmla="*/ 6996344 w 7467663"/>
              <a:gd name="connsiteY509" fmla="*/ 2518310 h 6858000"/>
              <a:gd name="connsiteX510" fmla="*/ 6735495 w 7467663"/>
              <a:gd name="connsiteY510" fmla="*/ 2196890 h 6858000"/>
              <a:gd name="connsiteX511" fmla="*/ 6721901 w 7467663"/>
              <a:gd name="connsiteY511" fmla="*/ 2179274 h 6858000"/>
              <a:gd name="connsiteX512" fmla="*/ 6604735 w 7467663"/>
              <a:gd name="connsiteY512" fmla="*/ 2041381 h 6858000"/>
              <a:gd name="connsiteX513" fmla="*/ 6591670 w 7467663"/>
              <a:gd name="connsiteY513" fmla="*/ 1988277 h 6858000"/>
              <a:gd name="connsiteX514" fmla="*/ 6747349 w 7467663"/>
              <a:gd name="connsiteY514" fmla="*/ 2160069 h 6858000"/>
              <a:gd name="connsiteX515" fmla="*/ 6760943 w 7467663"/>
              <a:gd name="connsiteY515" fmla="*/ 2177686 h 6858000"/>
              <a:gd name="connsiteX516" fmla="*/ 7021065 w 7467663"/>
              <a:gd name="connsiteY516" fmla="*/ 2498102 h 6858000"/>
              <a:gd name="connsiteX517" fmla="*/ 7155223 w 7467663"/>
              <a:gd name="connsiteY517" fmla="*/ 2650386 h 6858000"/>
              <a:gd name="connsiteX518" fmla="*/ 7203167 w 7467663"/>
              <a:gd name="connsiteY518" fmla="*/ 2697288 h 6858000"/>
              <a:gd name="connsiteX519" fmla="*/ 6937703 w 7467663"/>
              <a:gd name="connsiteY519" fmla="*/ 2321981 h 6858000"/>
              <a:gd name="connsiteX520" fmla="*/ 6591670 w 7467663"/>
              <a:gd name="connsiteY520" fmla="*/ 1988277 h 6858000"/>
              <a:gd name="connsiteX521" fmla="*/ 5798671 w 7467663"/>
              <a:gd name="connsiteY521" fmla="*/ 1981601 h 6858000"/>
              <a:gd name="connsiteX522" fmla="*/ 5754709 w 7467663"/>
              <a:gd name="connsiteY522" fmla="*/ 2071454 h 6858000"/>
              <a:gd name="connsiteX523" fmla="*/ 5763044 w 7467663"/>
              <a:gd name="connsiteY523" fmla="*/ 2842206 h 6858000"/>
              <a:gd name="connsiteX524" fmla="*/ 5764974 w 7467663"/>
              <a:gd name="connsiteY524" fmla="*/ 2799609 h 6858000"/>
              <a:gd name="connsiteX525" fmla="*/ 5767665 w 7467663"/>
              <a:gd name="connsiteY525" fmla="*/ 2666409 h 6858000"/>
              <a:gd name="connsiteX526" fmla="*/ 5763055 w 7467663"/>
              <a:gd name="connsiteY526" fmla="*/ 2579705 h 6858000"/>
              <a:gd name="connsiteX527" fmla="*/ 5758079 w 7467663"/>
              <a:gd name="connsiteY527" fmla="*/ 2492508 h 6858000"/>
              <a:gd name="connsiteX528" fmla="*/ 5779325 w 7467663"/>
              <a:gd name="connsiteY528" fmla="*/ 2197069 h 6858000"/>
              <a:gd name="connsiteX529" fmla="*/ 5798671 w 7467663"/>
              <a:gd name="connsiteY529" fmla="*/ 1981601 h 6858000"/>
              <a:gd name="connsiteX530" fmla="*/ 5829202 w 7467663"/>
              <a:gd name="connsiteY530" fmla="*/ 1971679 h 6858000"/>
              <a:gd name="connsiteX531" fmla="*/ 5809558 w 7467663"/>
              <a:gd name="connsiteY531" fmla="*/ 2198043 h 6858000"/>
              <a:gd name="connsiteX532" fmla="*/ 5788653 w 7467663"/>
              <a:gd name="connsiteY532" fmla="*/ 2489430 h 6858000"/>
              <a:gd name="connsiteX533" fmla="*/ 5793439 w 7467663"/>
              <a:gd name="connsiteY533" fmla="*/ 2575235 h 6858000"/>
              <a:gd name="connsiteX534" fmla="*/ 5796837 w 7467663"/>
              <a:gd name="connsiteY534" fmla="*/ 2637633 h 6858000"/>
              <a:gd name="connsiteX535" fmla="*/ 5818614 w 7467663"/>
              <a:gd name="connsiteY535" fmla="*/ 2473055 h 6858000"/>
              <a:gd name="connsiteX536" fmla="*/ 5829202 w 7467663"/>
              <a:gd name="connsiteY536" fmla="*/ 1971679 h 6858000"/>
              <a:gd name="connsiteX537" fmla="*/ 5911389 w 7467663"/>
              <a:gd name="connsiteY537" fmla="*/ 1898371 h 6858000"/>
              <a:gd name="connsiteX538" fmla="*/ 6237627 w 7467663"/>
              <a:gd name="connsiteY538" fmla="*/ 2231921 h 6858000"/>
              <a:gd name="connsiteX539" fmla="*/ 5911389 w 7467663"/>
              <a:gd name="connsiteY539" fmla="*/ 1898371 h 6858000"/>
              <a:gd name="connsiteX540" fmla="*/ 6944437 w 7467663"/>
              <a:gd name="connsiteY540" fmla="*/ 1575402 h 6858000"/>
              <a:gd name="connsiteX541" fmla="*/ 6304730 w 7467663"/>
              <a:gd name="connsiteY541" fmla="*/ 1766654 h 6858000"/>
              <a:gd name="connsiteX542" fmla="*/ 6944437 w 7467663"/>
              <a:gd name="connsiteY542" fmla="*/ 1575402 h 6858000"/>
              <a:gd name="connsiteX543" fmla="*/ 7019523 w 7467663"/>
              <a:gd name="connsiteY543" fmla="*/ 1519450 h 6858000"/>
              <a:gd name="connsiteX544" fmla="*/ 6298091 w 7467663"/>
              <a:gd name="connsiteY544" fmla="*/ 1737122 h 6858000"/>
              <a:gd name="connsiteX545" fmla="*/ 7019523 w 7467663"/>
              <a:gd name="connsiteY545" fmla="*/ 1519450 h 6858000"/>
              <a:gd name="connsiteX546" fmla="*/ 2399523 w 7467663"/>
              <a:gd name="connsiteY546" fmla="*/ 1428234 h 6858000"/>
              <a:gd name="connsiteX547" fmla="*/ 2224982 w 7467663"/>
              <a:gd name="connsiteY547" fmla="*/ 1826201 h 6858000"/>
              <a:gd name="connsiteX548" fmla="*/ 2096099 w 7467663"/>
              <a:gd name="connsiteY548" fmla="*/ 2345900 h 6858000"/>
              <a:gd name="connsiteX549" fmla="*/ 2283317 w 7467663"/>
              <a:gd name="connsiteY549" fmla="*/ 1796925 h 6858000"/>
              <a:gd name="connsiteX550" fmla="*/ 2399523 w 7467663"/>
              <a:gd name="connsiteY550" fmla="*/ 1428234 h 6858000"/>
              <a:gd name="connsiteX551" fmla="*/ 2448558 w 7467663"/>
              <a:gd name="connsiteY551" fmla="*/ 1373435 h 6858000"/>
              <a:gd name="connsiteX552" fmla="*/ 2312521 w 7467663"/>
              <a:gd name="connsiteY552" fmla="*/ 1806140 h 6858000"/>
              <a:gd name="connsiteX553" fmla="*/ 2127533 w 7467663"/>
              <a:gd name="connsiteY553" fmla="*/ 2348380 h 6858000"/>
              <a:gd name="connsiteX554" fmla="*/ 2358080 w 7467663"/>
              <a:gd name="connsiteY554" fmla="*/ 1866134 h 6858000"/>
              <a:gd name="connsiteX555" fmla="*/ 2407436 w 7467663"/>
              <a:gd name="connsiteY555" fmla="*/ 1651070 h 6858000"/>
              <a:gd name="connsiteX556" fmla="*/ 2448558 w 7467663"/>
              <a:gd name="connsiteY556" fmla="*/ 1373435 h 6858000"/>
              <a:gd name="connsiteX557" fmla="*/ 278707 w 7467663"/>
              <a:gd name="connsiteY557" fmla="*/ 1352270 h 6858000"/>
              <a:gd name="connsiteX558" fmla="*/ 321570 w 7467663"/>
              <a:gd name="connsiteY558" fmla="*/ 1861610 h 6858000"/>
              <a:gd name="connsiteX559" fmla="*/ 294281 w 7467663"/>
              <a:gd name="connsiteY559" fmla="*/ 1440658 h 6858000"/>
              <a:gd name="connsiteX560" fmla="*/ 278707 w 7467663"/>
              <a:gd name="connsiteY560" fmla="*/ 1352270 h 6858000"/>
              <a:gd name="connsiteX561" fmla="*/ 1423821 w 7467663"/>
              <a:gd name="connsiteY561" fmla="*/ 1351958 h 6858000"/>
              <a:gd name="connsiteX562" fmla="*/ 1638521 w 7467663"/>
              <a:gd name="connsiteY562" fmla="*/ 1908470 h 6858000"/>
              <a:gd name="connsiteX563" fmla="*/ 1754199 w 7467663"/>
              <a:gd name="connsiteY563" fmla="*/ 2149284 h 6858000"/>
              <a:gd name="connsiteX564" fmla="*/ 1908359 w 7467663"/>
              <a:gd name="connsiteY564" fmla="*/ 2364988 h 6858000"/>
              <a:gd name="connsiteX565" fmla="*/ 1647661 w 7467663"/>
              <a:gd name="connsiteY565" fmla="*/ 1825945 h 6858000"/>
              <a:gd name="connsiteX566" fmla="*/ 1423821 w 7467663"/>
              <a:gd name="connsiteY566" fmla="*/ 1351958 h 6858000"/>
              <a:gd name="connsiteX567" fmla="*/ 1431890 w 7467663"/>
              <a:gd name="connsiteY567" fmla="*/ 1306475 h 6858000"/>
              <a:gd name="connsiteX568" fmla="*/ 1507597 w 7467663"/>
              <a:gd name="connsiteY568" fmla="*/ 1446132 h 6858000"/>
              <a:gd name="connsiteX569" fmla="*/ 1674586 w 7467663"/>
              <a:gd name="connsiteY569" fmla="*/ 1813832 h 6858000"/>
              <a:gd name="connsiteX570" fmla="*/ 1815950 w 7467663"/>
              <a:gd name="connsiteY570" fmla="*/ 2128564 h 6858000"/>
              <a:gd name="connsiteX571" fmla="*/ 1984242 w 7467663"/>
              <a:gd name="connsiteY571" fmla="*/ 2430829 h 6858000"/>
              <a:gd name="connsiteX572" fmla="*/ 2014023 w 7467663"/>
              <a:gd name="connsiteY572" fmla="*/ 2450995 h 6858000"/>
              <a:gd name="connsiteX573" fmla="*/ 1747337 w 7467663"/>
              <a:gd name="connsiteY573" fmla="*/ 1855264 h 6858000"/>
              <a:gd name="connsiteX574" fmla="*/ 1533749 w 7467663"/>
              <a:gd name="connsiteY574" fmla="*/ 1478656 h 6858000"/>
              <a:gd name="connsiteX575" fmla="*/ 1431890 w 7467663"/>
              <a:gd name="connsiteY575" fmla="*/ 1306475 h 6858000"/>
              <a:gd name="connsiteX576" fmla="*/ 5052692 w 7467663"/>
              <a:gd name="connsiteY576" fmla="*/ 1292994 h 6858000"/>
              <a:gd name="connsiteX577" fmla="*/ 5200661 w 7467663"/>
              <a:gd name="connsiteY577" fmla="*/ 1635186 h 6858000"/>
              <a:gd name="connsiteX578" fmla="*/ 5297138 w 7467663"/>
              <a:gd name="connsiteY578" fmla="*/ 1906351 h 6858000"/>
              <a:gd name="connsiteX579" fmla="*/ 5052692 w 7467663"/>
              <a:gd name="connsiteY579" fmla="*/ 1292994 h 6858000"/>
              <a:gd name="connsiteX580" fmla="*/ 5009948 w 7467663"/>
              <a:gd name="connsiteY580" fmla="*/ 1273619 h 6858000"/>
              <a:gd name="connsiteX581" fmla="*/ 5121777 w 7467663"/>
              <a:gd name="connsiteY581" fmla="*/ 1654213 h 6858000"/>
              <a:gd name="connsiteX582" fmla="*/ 5293545 w 7467663"/>
              <a:gd name="connsiteY582" fmla="*/ 2072247 h 6858000"/>
              <a:gd name="connsiteX583" fmla="*/ 5294042 w 7467663"/>
              <a:gd name="connsiteY583" fmla="*/ 2065019 h 6858000"/>
              <a:gd name="connsiteX584" fmla="*/ 5171936 w 7467663"/>
              <a:gd name="connsiteY584" fmla="*/ 1647613 h 6858000"/>
              <a:gd name="connsiteX585" fmla="*/ 5009948 w 7467663"/>
              <a:gd name="connsiteY585" fmla="*/ 1273619 h 6858000"/>
              <a:gd name="connsiteX586" fmla="*/ 655236 w 7467663"/>
              <a:gd name="connsiteY586" fmla="*/ 1268632 h 6858000"/>
              <a:gd name="connsiteX587" fmla="*/ 839521 w 7467663"/>
              <a:gd name="connsiteY587" fmla="*/ 1685315 h 6858000"/>
              <a:gd name="connsiteX588" fmla="*/ 1109416 w 7467663"/>
              <a:gd name="connsiteY588" fmla="*/ 2061663 h 6858000"/>
              <a:gd name="connsiteX589" fmla="*/ 1298300 w 7467663"/>
              <a:gd name="connsiteY589" fmla="*/ 2247742 h 6858000"/>
              <a:gd name="connsiteX590" fmla="*/ 1125871 w 7467663"/>
              <a:gd name="connsiteY590" fmla="*/ 1989513 h 6858000"/>
              <a:gd name="connsiteX591" fmla="*/ 981574 w 7467663"/>
              <a:gd name="connsiteY591" fmla="*/ 1783157 h 6858000"/>
              <a:gd name="connsiteX592" fmla="*/ 922198 w 7467663"/>
              <a:gd name="connsiteY592" fmla="*/ 1677437 h 6858000"/>
              <a:gd name="connsiteX593" fmla="*/ 869293 w 7467663"/>
              <a:gd name="connsiteY593" fmla="*/ 1583214 h 6858000"/>
              <a:gd name="connsiteX594" fmla="*/ 751431 w 7467663"/>
              <a:gd name="connsiteY594" fmla="*/ 1405731 h 6858000"/>
              <a:gd name="connsiteX595" fmla="*/ 655236 w 7467663"/>
              <a:gd name="connsiteY595" fmla="*/ 1268632 h 6858000"/>
              <a:gd name="connsiteX596" fmla="*/ 6516292 w 7467663"/>
              <a:gd name="connsiteY596" fmla="*/ 1263064 h 6858000"/>
              <a:gd name="connsiteX597" fmla="*/ 5736320 w 7467663"/>
              <a:gd name="connsiteY597" fmla="*/ 1501803 h 6858000"/>
              <a:gd name="connsiteX598" fmla="*/ 6516292 w 7467663"/>
              <a:gd name="connsiteY598" fmla="*/ 1263064 h 6858000"/>
              <a:gd name="connsiteX599" fmla="*/ 291466 w 7467663"/>
              <a:gd name="connsiteY599" fmla="*/ 1250369 h 6858000"/>
              <a:gd name="connsiteX600" fmla="*/ 323180 w 7467663"/>
              <a:gd name="connsiteY600" fmla="*/ 1435283 h 6858000"/>
              <a:gd name="connsiteX601" fmla="*/ 349381 w 7467663"/>
              <a:gd name="connsiteY601" fmla="*/ 1875041 h 6858000"/>
              <a:gd name="connsiteX602" fmla="*/ 374363 w 7467663"/>
              <a:gd name="connsiteY602" fmla="*/ 1506494 h 6858000"/>
              <a:gd name="connsiteX603" fmla="*/ 302168 w 7467663"/>
              <a:gd name="connsiteY603" fmla="*/ 1274495 h 6858000"/>
              <a:gd name="connsiteX604" fmla="*/ 291466 w 7467663"/>
              <a:gd name="connsiteY604" fmla="*/ 1250369 h 6858000"/>
              <a:gd name="connsiteX605" fmla="*/ 678222 w 7467663"/>
              <a:gd name="connsiteY605" fmla="*/ 1248670 h 6858000"/>
              <a:gd name="connsiteX606" fmla="*/ 775536 w 7467663"/>
              <a:gd name="connsiteY606" fmla="*/ 1388015 h 6858000"/>
              <a:gd name="connsiteX607" fmla="*/ 894529 w 7467663"/>
              <a:gd name="connsiteY607" fmla="*/ 1567739 h 6858000"/>
              <a:gd name="connsiteX608" fmla="*/ 948000 w 7467663"/>
              <a:gd name="connsiteY608" fmla="*/ 1663088 h 6858000"/>
              <a:gd name="connsiteX609" fmla="*/ 1006812 w 7467663"/>
              <a:gd name="connsiteY609" fmla="*/ 1767683 h 6858000"/>
              <a:gd name="connsiteX610" fmla="*/ 1149133 w 7467663"/>
              <a:gd name="connsiteY610" fmla="*/ 1971513 h 6858000"/>
              <a:gd name="connsiteX611" fmla="*/ 1333952 w 7467663"/>
              <a:gd name="connsiteY611" fmla="*/ 2251620 h 6858000"/>
              <a:gd name="connsiteX612" fmla="*/ 1337329 w 7467663"/>
              <a:gd name="connsiteY612" fmla="*/ 2258350 h 6858000"/>
              <a:gd name="connsiteX613" fmla="*/ 1014726 w 7467663"/>
              <a:gd name="connsiteY613" fmla="*/ 1615556 h 6858000"/>
              <a:gd name="connsiteX614" fmla="*/ 678222 w 7467663"/>
              <a:gd name="connsiteY614" fmla="*/ 1248670 h 6858000"/>
              <a:gd name="connsiteX615" fmla="*/ 6691602 w 7467663"/>
              <a:gd name="connsiteY615" fmla="*/ 1140573 h 6858000"/>
              <a:gd name="connsiteX616" fmla="*/ 6571100 w 7467663"/>
              <a:gd name="connsiteY616" fmla="*/ 1183662 h 6858000"/>
              <a:gd name="connsiteX617" fmla="*/ 6241687 w 7467663"/>
              <a:gd name="connsiteY617" fmla="*/ 1257600 h 6858000"/>
              <a:gd name="connsiteX618" fmla="*/ 5693009 w 7467663"/>
              <a:gd name="connsiteY618" fmla="*/ 1478256 h 6858000"/>
              <a:gd name="connsiteX619" fmla="*/ 6548420 w 7467663"/>
              <a:gd name="connsiteY619" fmla="*/ 1214599 h 6858000"/>
              <a:gd name="connsiteX620" fmla="*/ 6605473 w 7467663"/>
              <a:gd name="connsiteY620" fmla="*/ 1184686 h 6858000"/>
              <a:gd name="connsiteX621" fmla="*/ 6691602 w 7467663"/>
              <a:gd name="connsiteY621" fmla="*/ 1140573 h 6858000"/>
              <a:gd name="connsiteX622" fmla="*/ 4002475 w 7467663"/>
              <a:gd name="connsiteY622" fmla="*/ 1037802 h 6858000"/>
              <a:gd name="connsiteX623" fmla="*/ 4000324 w 7467663"/>
              <a:gd name="connsiteY623" fmla="*/ 1039362 h 6858000"/>
              <a:gd name="connsiteX624" fmla="*/ 4002862 w 7467663"/>
              <a:gd name="connsiteY624" fmla="*/ 1042866 h 6858000"/>
              <a:gd name="connsiteX625" fmla="*/ 4002475 w 7467663"/>
              <a:gd name="connsiteY625" fmla="*/ 1037802 h 6858000"/>
              <a:gd name="connsiteX626" fmla="*/ 506322 w 7467663"/>
              <a:gd name="connsiteY626" fmla="*/ 1020997 h 6858000"/>
              <a:gd name="connsiteX627" fmla="*/ 533068 w 7467663"/>
              <a:gd name="connsiteY627" fmla="*/ 1029409 h 6858000"/>
              <a:gd name="connsiteX628" fmla="*/ 1232525 w 7467663"/>
              <a:gd name="connsiteY628" fmla="*/ 1804675 h 6858000"/>
              <a:gd name="connsiteX629" fmla="*/ 1388858 w 7467663"/>
              <a:gd name="connsiteY629" fmla="*/ 2368011 h 6858000"/>
              <a:gd name="connsiteX630" fmla="*/ 1384098 w 7467663"/>
              <a:gd name="connsiteY630" fmla="*/ 2378125 h 6858000"/>
              <a:gd name="connsiteX631" fmla="*/ 1425393 w 7467663"/>
              <a:gd name="connsiteY631" fmla="*/ 2589124 h 6858000"/>
              <a:gd name="connsiteX632" fmla="*/ 1424001 w 7467663"/>
              <a:gd name="connsiteY632" fmla="*/ 2597541 h 6858000"/>
              <a:gd name="connsiteX633" fmla="*/ 2152729 w 7467663"/>
              <a:gd name="connsiteY633" fmla="*/ 2864487 h 6858000"/>
              <a:gd name="connsiteX634" fmla="*/ 2020609 w 7467663"/>
              <a:gd name="connsiteY634" fmla="*/ 2539671 h 6858000"/>
              <a:gd name="connsiteX635" fmla="*/ 2018920 w 7467663"/>
              <a:gd name="connsiteY635" fmla="*/ 2536309 h 6858000"/>
              <a:gd name="connsiteX636" fmla="*/ 1342441 w 7467663"/>
              <a:gd name="connsiteY636" fmla="*/ 1173017 h 6858000"/>
              <a:gd name="connsiteX637" fmla="*/ 1367925 w 7467663"/>
              <a:gd name="connsiteY637" fmla="*/ 1135648 h 6858000"/>
              <a:gd name="connsiteX638" fmla="*/ 1771401 w 7467663"/>
              <a:gd name="connsiteY638" fmla="*/ 1806673 h 6858000"/>
              <a:gd name="connsiteX639" fmla="*/ 1972385 w 7467663"/>
              <a:gd name="connsiteY639" fmla="*/ 2198735 h 6858000"/>
              <a:gd name="connsiteX640" fmla="*/ 2040892 w 7467663"/>
              <a:gd name="connsiteY640" fmla="*/ 2405205 h 6858000"/>
              <a:gd name="connsiteX641" fmla="*/ 2131689 w 7467663"/>
              <a:gd name="connsiteY641" fmla="*/ 1936926 h 6858000"/>
              <a:gd name="connsiteX642" fmla="*/ 2454820 w 7467663"/>
              <a:gd name="connsiteY642" fmla="*/ 1248808 h 6858000"/>
              <a:gd name="connsiteX643" fmla="*/ 2492512 w 7467663"/>
              <a:gd name="connsiteY643" fmla="*/ 1302920 h 6858000"/>
              <a:gd name="connsiteX644" fmla="*/ 2081216 w 7467663"/>
              <a:gd name="connsiteY644" fmla="*/ 2527513 h 6858000"/>
              <a:gd name="connsiteX645" fmla="*/ 2081211 w 7467663"/>
              <a:gd name="connsiteY645" fmla="*/ 2528916 h 6858000"/>
              <a:gd name="connsiteX646" fmla="*/ 2199067 w 7467663"/>
              <a:gd name="connsiteY646" fmla="*/ 2884061 h 6858000"/>
              <a:gd name="connsiteX647" fmla="*/ 3192586 w 7467663"/>
              <a:gd name="connsiteY647" fmla="*/ 3411496 h 6858000"/>
              <a:gd name="connsiteX648" fmla="*/ 3182620 w 7467663"/>
              <a:gd name="connsiteY648" fmla="*/ 3483279 h 6858000"/>
              <a:gd name="connsiteX649" fmla="*/ 2435119 w 7467663"/>
              <a:gd name="connsiteY649" fmla="*/ 3080173 h 6858000"/>
              <a:gd name="connsiteX650" fmla="*/ 2410152 w 7467663"/>
              <a:gd name="connsiteY650" fmla="*/ 3063751 h 6858000"/>
              <a:gd name="connsiteX651" fmla="*/ 2408099 w 7467663"/>
              <a:gd name="connsiteY651" fmla="*/ 3064403 h 6858000"/>
              <a:gd name="connsiteX652" fmla="*/ 2407218 w 7467663"/>
              <a:gd name="connsiteY652" fmla="*/ 3070324 h 6858000"/>
              <a:gd name="connsiteX653" fmla="*/ 2380138 w 7467663"/>
              <a:gd name="connsiteY653" fmla="*/ 3099341 h 6858000"/>
              <a:gd name="connsiteX654" fmla="*/ 1765923 w 7467663"/>
              <a:gd name="connsiteY654" fmla="*/ 3581043 h 6858000"/>
              <a:gd name="connsiteX655" fmla="*/ 1702258 w 7467663"/>
              <a:gd name="connsiteY655" fmla="*/ 3612286 h 6858000"/>
              <a:gd name="connsiteX656" fmla="*/ 1538370 w 7467663"/>
              <a:gd name="connsiteY656" fmla="*/ 3811804 h 6858000"/>
              <a:gd name="connsiteX657" fmla="*/ 542867 w 7467663"/>
              <a:gd name="connsiteY657" fmla="*/ 4944092 h 6858000"/>
              <a:gd name="connsiteX658" fmla="*/ 515800 w 7467663"/>
              <a:gd name="connsiteY658" fmla="*/ 4862180 h 6858000"/>
              <a:gd name="connsiteX659" fmla="*/ 909145 w 7467663"/>
              <a:gd name="connsiteY659" fmla="*/ 4199225 h 6858000"/>
              <a:gd name="connsiteX660" fmla="*/ 1214067 w 7467663"/>
              <a:gd name="connsiteY660" fmla="*/ 3908561 h 6858000"/>
              <a:gd name="connsiteX661" fmla="*/ 640967 w 7467663"/>
              <a:gd name="connsiteY661" fmla="*/ 4105601 h 6858000"/>
              <a:gd name="connsiteX662" fmla="*/ 112563 w 7467663"/>
              <a:gd name="connsiteY662" fmla="*/ 4396952 h 6858000"/>
              <a:gd name="connsiteX663" fmla="*/ 0 w 7467663"/>
              <a:gd name="connsiteY663" fmla="*/ 4466006 h 6858000"/>
              <a:gd name="connsiteX664" fmla="*/ 0 w 7467663"/>
              <a:gd name="connsiteY664" fmla="*/ 4233763 h 6858000"/>
              <a:gd name="connsiteX665" fmla="*/ 36881 w 7467663"/>
              <a:gd name="connsiteY665" fmla="*/ 4200118 h 6858000"/>
              <a:gd name="connsiteX666" fmla="*/ 910534 w 7467663"/>
              <a:gd name="connsiteY666" fmla="*/ 3629753 h 6858000"/>
              <a:gd name="connsiteX667" fmla="*/ 1578717 w 7467663"/>
              <a:gd name="connsiteY667" fmla="*/ 3575982 h 6858000"/>
              <a:gd name="connsiteX668" fmla="*/ 2338780 w 7467663"/>
              <a:gd name="connsiteY668" fmla="*/ 3033725 h 6858000"/>
              <a:gd name="connsiteX669" fmla="*/ 1807991 w 7467663"/>
              <a:gd name="connsiteY669" fmla="*/ 2807184 h 6858000"/>
              <a:gd name="connsiteX670" fmla="*/ 1416358 w 7467663"/>
              <a:gd name="connsiteY670" fmla="*/ 3112571 h 6858000"/>
              <a:gd name="connsiteX671" fmla="*/ 939066 w 7467663"/>
              <a:gd name="connsiteY671" fmla="*/ 3378798 h 6858000"/>
              <a:gd name="connsiteX672" fmla="*/ 115099 w 7467663"/>
              <a:gd name="connsiteY672" fmla="*/ 3607650 h 6858000"/>
              <a:gd name="connsiteX673" fmla="*/ 97284 w 7467663"/>
              <a:gd name="connsiteY673" fmla="*/ 3520393 h 6858000"/>
              <a:gd name="connsiteX674" fmla="*/ 922050 w 7467663"/>
              <a:gd name="connsiteY674" fmla="*/ 3074867 h 6858000"/>
              <a:gd name="connsiteX675" fmla="*/ 1405265 w 7467663"/>
              <a:gd name="connsiteY675" fmla="*/ 3016319 h 6858000"/>
              <a:gd name="connsiteX676" fmla="*/ 1407512 w 7467663"/>
              <a:gd name="connsiteY676" fmla="*/ 3018001 h 6858000"/>
              <a:gd name="connsiteX677" fmla="*/ 1726266 w 7467663"/>
              <a:gd name="connsiteY677" fmla="*/ 2777274 h 6858000"/>
              <a:gd name="connsiteX678" fmla="*/ 625390 w 7467663"/>
              <a:gd name="connsiteY678" fmla="*/ 2514541 h 6858000"/>
              <a:gd name="connsiteX679" fmla="*/ 619799 w 7467663"/>
              <a:gd name="connsiteY679" fmla="*/ 2527180 h 6858000"/>
              <a:gd name="connsiteX680" fmla="*/ 310030 w 7467663"/>
              <a:gd name="connsiteY680" fmla="*/ 2771818 h 6858000"/>
              <a:gd name="connsiteX681" fmla="*/ 173877 w 7467663"/>
              <a:gd name="connsiteY681" fmla="*/ 2937056 h 6858000"/>
              <a:gd name="connsiteX682" fmla="*/ 77889 w 7467663"/>
              <a:gd name="connsiteY682" fmla="*/ 3138440 h 6858000"/>
              <a:gd name="connsiteX683" fmla="*/ 0 w 7467663"/>
              <a:gd name="connsiteY683" fmla="*/ 3271395 h 6858000"/>
              <a:gd name="connsiteX684" fmla="*/ 0 w 7467663"/>
              <a:gd name="connsiteY684" fmla="*/ 3153002 h 6858000"/>
              <a:gd name="connsiteX685" fmla="*/ 2386 w 7467663"/>
              <a:gd name="connsiteY685" fmla="*/ 3149203 h 6858000"/>
              <a:gd name="connsiteX686" fmla="*/ 89753 w 7467663"/>
              <a:gd name="connsiteY686" fmla="*/ 2987702 h 6858000"/>
              <a:gd name="connsiteX687" fmla="*/ 76869 w 7467663"/>
              <a:gd name="connsiteY687" fmla="*/ 3005404 h 6858000"/>
              <a:gd name="connsiteX688" fmla="*/ 32049 w 7467663"/>
              <a:gd name="connsiteY688" fmla="*/ 3065814 h 6858000"/>
              <a:gd name="connsiteX689" fmla="*/ 0 w 7467663"/>
              <a:gd name="connsiteY689" fmla="*/ 3108744 h 6858000"/>
              <a:gd name="connsiteX690" fmla="*/ 0 w 7467663"/>
              <a:gd name="connsiteY690" fmla="*/ 3058059 h 6858000"/>
              <a:gd name="connsiteX691" fmla="*/ 7610 w 7467663"/>
              <a:gd name="connsiteY691" fmla="*/ 3047889 h 6858000"/>
              <a:gd name="connsiteX692" fmla="*/ 52419 w 7467663"/>
              <a:gd name="connsiteY692" fmla="*/ 2987479 h 6858000"/>
              <a:gd name="connsiteX693" fmla="*/ 59142 w 7467663"/>
              <a:gd name="connsiteY693" fmla="*/ 2978488 h 6858000"/>
              <a:gd name="connsiteX694" fmla="*/ 0 w 7467663"/>
              <a:gd name="connsiteY694" fmla="*/ 3015334 h 6858000"/>
              <a:gd name="connsiteX695" fmla="*/ 0 w 7467663"/>
              <a:gd name="connsiteY695" fmla="*/ 2914286 h 6858000"/>
              <a:gd name="connsiteX696" fmla="*/ 36383 w 7467663"/>
              <a:gd name="connsiteY696" fmla="*/ 2901128 h 6858000"/>
              <a:gd name="connsiteX697" fmla="*/ 156329 w 7467663"/>
              <a:gd name="connsiteY697" fmla="*/ 2840533 h 6858000"/>
              <a:gd name="connsiteX698" fmla="*/ 358355 w 7467663"/>
              <a:gd name="connsiteY698" fmla="*/ 2620471 h 6858000"/>
              <a:gd name="connsiteX699" fmla="*/ 510577 w 7467663"/>
              <a:gd name="connsiteY699" fmla="*/ 2501244 h 6858000"/>
              <a:gd name="connsiteX700" fmla="*/ 211967 w 7467663"/>
              <a:gd name="connsiteY700" fmla="*/ 2479171 h 6858000"/>
              <a:gd name="connsiteX701" fmla="*/ 0 w 7467663"/>
              <a:gd name="connsiteY701" fmla="*/ 2476398 h 6858000"/>
              <a:gd name="connsiteX702" fmla="*/ 0 w 7467663"/>
              <a:gd name="connsiteY702" fmla="*/ 2389189 h 6858000"/>
              <a:gd name="connsiteX703" fmla="*/ 103062 w 7467663"/>
              <a:gd name="connsiteY703" fmla="*/ 2389518 h 6858000"/>
              <a:gd name="connsiteX704" fmla="*/ 510734 w 7467663"/>
              <a:gd name="connsiteY704" fmla="*/ 2416201 h 6858000"/>
              <a:gd name="connsiteX705" fmla="*/ 279257 w 7467663"/>
              <a:gd name="connsiteY705" fmla="*/ 2092102 h 6858000"/>
              <a:gd name="connsiteX706" fmla="*/ 65265 w 7467663"/>
              <a:gd name="connsiteY706" fmla="*/ 2006049 h 6858000"/>
              <a:gd name="connsiteX707" fmla="*/ 0 w 7467663"/>
              <a:gd name="connsiteY707" fmla="*/ 1982532 h 6858000"/>
              <a:gd name="connsiteX708" fmla="*/ 0 w 7467663"/>
              <a:gd name="connsiteY708" fmla="*/ 1912789 h 6858000"/>
              <a:gd name="connsiteX709" fmla="*/ 97460 w 7467663"/>
              <a:gd name="connsiteY709" fmla="*/ 1953725 h 6858000"/>
              <a:gd name="connsiteX710" fmla="*/ 221272 w 7467663"/>
              <a:gd name="connsiteY710" fmla="*/ 1980766 h 6858000"/>
              <a:gd name="connsiteX711" fmla="*/ 116765 w 7467663"/>
              <a:gd name="connsiteY711" fmla="*/ 1911033 h 6858000"/>
              <a:gd name="connsiteX712" fmla="*/ 16405 w 7467663"/>
              <a:gd name="connsiteY712" fmla="*/ 1803412 h 6858000"/>
              <a:gd name="connsiteX713" fmla="*/ 0 w 7467663"/>
              <a:gd name="connsiteY713" fmla="*/ 1784777 h 6858000"/>
              <a:gd name="connsiteX714" fmla="*/ 0 w 7467663"/>
              <a:gd name="connsiteY714" fmla="*/ 1740082 h 6858000"/>
              <a:gd name="connsiteX715" fmla="*/ 39394 w 7467663"/>
              <a:gd name="connsiteY715" fmla="*/ 1784856 h 6858000"/>
              <a:gd name="connsiteX716" fmla="*/ 135813 w 7467663"/>
              <a:gd name="connsiteY716" fmla="*/ 1888838 h 6858000"/>
              <a:gd name="connsiteX717" fmla="*/ 242575 w 7467663"/>
              <a:gd name="connsiteY717" fmla="*/ 1958841 h 6858000"/>
              <a:gd name="connsiteX718" fmla="*/ 82197 w 7467663"/>
              <a:gd name="connsiteY718" fmla="*/ 1754826 h 6858000"/>
              <a:gd name="connsiteX719" fmla="*/ 0 w 7467663"/>
              <a:gd name="connsiteY719" fmla="*/ 1679650 h 6858000"/>
              <a:gd name="connsiteX720" fmla="*/ 0 w 7467663"/>
              <a:gd name="connsiteY720" fmla="*/ 1602463 h 6858000"/>
              <a:gd name="connsiteX721" fmla="*/ 84689 w 7467663"/>
              <a:gd name="connsiteY721" fmla="*/ 1677442 h 6858000"/>
              <a:gd name="connsiteX722" fmla="*/ 298437 w 7467663"/>
              <a:gd name="connsiteY722" fmla="*/ 1968019 h 6858000"/>
              <a:gd name="connsiteX723" fmla="*/ 227269 w 7467663"/>
              <a:gd name="connsiteY723" fmla="*/ 1114064 h 6858000"/>
              <a:gd name="connsiteX724" fmla="*/ 248003 w 7467663"/>
              <a:gd name="connsiteY724" fmla="*/ 1089613 h 6858000"/>
              <a:gd name="connsiteX725" fmla="*/ 427020 w 7467663"/>
              <a:gd name="connsiteY725" fmla="*/ 1619803 h 6858000"/>
              <a:gd name="connsiteX726" fmla="*/ 340345 w 7467663"/>
              <a:gd name="connsiteY726" fmla="*/ 2027739 h 6858000"/>
              <a:gd name="connsiteX727" fmla="*/ 360865 w 7467663"/>
              <a:gd name="connsiteY727" fmla="*/ 2044827 h 6858000"/>
              <a:gd name="connsiteX728" fmla="*/ 560414 w 7467663"/>
              <a:gd name="connsiteY728" fmla="*/ 2421457 h 6858000"/>
              <a:gd name="connsiteX729" fmla="*/ 1359703 w 7467663"/>
              <a:gd name="connsiteY729" fmla="*/ 2578554 h 6858000"/>
              <a:gd name="connsiteX730" fmla="*/ 1359422 w 7467663"/>
              <a:gd name="connsiteY730" fmla="*/ 2577994 h 6858000"/>
              <a:gd name="connsiteX731" fmla="*/ 828701 w 7467663"/>
              <a:gd name="connsiteY731" fmla="*/ 1839520 h 6858000"/>
              <a:gd name="connsiteX732" fmla="*/ 494427 w 7467663"/>
              <a:gd name="connsiteY732" fmla="*/ 1092333 h 6858000"/>
              <a:gd name="connsiteX733" fmla="*/ 506322 w 7467663"/>
              <a:gd name="connsiteY733" fmla="*/ 1020997 h 6858000"/>
              <a:gd name="connsiteX734" fmla="*/ 4570198 w 7467663"/>
              <a:gd name="connsiteY734" fmla="*/ 978081 h 6858000"/>
              <a:gd name="connsiteX735" fmla="*/ 4523691 w 7467663"/>
              <a:gd name="connsiteY735" fmla="*/ 1127776 h 6858000"/>
              <a:gd name="connsiteX736" fmla="*/ 4509875 w 7467663"/>
              <a:gd name="connsiteY736" fmla="*/ 1167552 h 6858000"/>
              <a:gd name="connsiteX737" fmla="*/ 4478168 w 7467663"/>
              <a:gd name="connsiteY737" fmla="*/ 1260735 h 6858000"/>
              <a:gd name="connsiteX738" fmla="*/ 4409309 w 7467663"/>
              <a:gd name="connsiteY738" fmla="*/ 1666996 h 6858000"/>
              <a:gd name="connsiteX739" fmla="*/ 4370031 w 7467663"/>
              <a:gd name="connsiteY739" fmla="*/ 1955666 h 6858000"/>
              <a:gd name="connsiteX740" fmla="*/ 4570198 w 7467663"/>
              <a:gd name="connsiteY740" fmla="*/ 978081 h 6858000"/>
              <a:gd name="connsiteX741" fmla="*/ 4557898 w 7467663"/>
              <a:gd name="connsiteY741" fmla="*/ 900011 h 6858000"/>
              <a:gd name="connsiteX742" fmla="*/ 4344840 w 7467663"/>
              <a:gd name="connsiteY742" fmla="*/ 1922038 h 6858000"/>
              <a:gd name="connsiteX743" fmla="*/ 4378710 w 7467663"/>
              <a:gd name="connsiteY743" fmla="*/ 1665516 h 6858000"/>
              <a:gd name="connsiteX744" fmla="*/ 4448798 w 7467663"/>
              <a:gd name="connsiteY744" fmla="*/ 1253024 h 6858000"/>
              <a:gd name="connsiteX745" fmla="*/ 4480315 w 7467663"/>
              <a:gd name="connsiteY745" fmla="*/ 1158454 h 6858000"/>
              <a:gd name="connsiteX746" fmla="*/ 4494133 w 7467663"/>
              <a:gd name="connsiteY746" fmla="*/ 1118676 h 6858000"/>
              <a:gd name="connsiteX747" fmla="*/ 4557898 w 7467663"/>
              <a:gd name="connsiteY747" fmla="*/ 900011 h 6858000"/>
              <a:gd name="connsiteX748" fmla="*/ 5870151 w 7467663"/>
              <a:gd name="connsiteY748" fmla="*/ 898890 h 6858000"/>
              <a:gd name="connsiteX749" fmla="*/ 5861335 w 7467663"/>
              <a:gd name="connsiteY749" fmla="*/ 899177 h 6858000"/>
              <a:gd name="connsiteX750" fmla="*/ 5843702 w 7467663"/>
              <a:gd name="connsiteY750" fmla="*/ 899748 h 6858000"/>
              <a:gd name="connsiteX751" fmla="*/ 5651107 w 7467663"/>
              <a:gd name="connsiteY751" fmla="*/ 920306 h 6858000"/>
              <a:gd name="connsiteX752" fmla="*/ 5459407 w 7467663"/>
              <a:gd name="connsiteY752" fmla="*/ 940975 h 6858000"/>
              <a:gd name="connsiteX753" fmla="*/ 5374846 w 7467663"/>
              <a:gd name="connsiteY753" fmla="*/ 941988 h 6858000"/>
              <a:gd name="connsiteX754" fmla="*/ 5256105 w 7467663"/>
              <a:gd name="connsiteY754" fmla="*/ 945632 h 6858000"/>
              <a:gd name="connsiteX755" fmla="*/ 5107071 w 7467663"/>
              <a:gd name="connsiteY755" fmla="*/ 969720 h 6858000"/>
              <a:gd name="connsiteX756" fmla="*/ 4998681 w 7467663"/>
              <a:gd name="connsiteY756" fmla="*/ 988771 h 6858000"/>
              <a:gd name="connsiteX757" fmla="*/ 5870151 w 7467663"/>
              <a:gd name="connsiteY757" fmla="*/ 898890 h 6858000"/>
              <a:gd name="connsiteX758" fmla="*/ 5504425 w 7467663"/>
              <a:gd name="connsiteY758" fmla="*/ 848067 h 6858000"/>
              <a:gd name="connsiteX759" fmla="*/ 4968849 w 7467663"/>
              <a:gd name="connsiteY759" fmla="*/ 962318 h 6858000"/>
              <a:gd name="connsiteX760" fmla="*/ 5104039 w 7467663"/>
              <a:gd name="connsiteY760" fmla="*/ 940634 h 6858000"/>
              <a:gd name="connsiteX761" fmla="*/ 5256311 w 7467663"/>
              <a:gd name="connsiteY761" fmla="*/ 916490 h 6858000"/>
              <a:gd name="connsiteX762" fmla="*/ 5377381 w 7467663"/>
              <a:gd name="connsiteY762" fmla="*/ 912671 h 6858000"/>
              <a:gd name="connsiteX763" fmla="*/ 5460148 w 7467663"/>
              <a:gd name="connsiteY763" fmla="*/ 911442 h 6858000"/>
              <a:gd name="connsiteX764" fmla="*/ 5648971 w 7467663"/>
              <a:gd name="connsiteY764" fmla="*/ 891331 h 6858000"/>
              <a:gd name="connsiteX765" fmla="*/ 5844807 w 7467663"/>
              <a:gd name="connsiteY765" fmla="*/ 870718 h 6858000"/>
              <a:gd name="connsiteX766" fmla="*/ 5862975 w 7467663"/>
              <a:gd name="connsiteY766" fmla="*/ 869756 h 6858000"/>
              <a:gd name="connsiteX767" fmla="*/ 5920887 w 7467663"/>
              <a:gd name="connsiteY767" fmla="*/ 865929 h 6858000"/>
              <a:gd name="connsiteX768" fmla="*/ 5504425 w 7467663"/>
              <a:gd name="connsiteY768" fmla="*/ 848067 h 6858000"/>
              <a:gd name="connsiteX769" fmla="*/ 3607114 w 7467663"/>
              <a:gd name="connsiteY769" fmla="*/ 467441 h 6858000"/>
              <a:gd name="connsiteX770" fmla="*/ 3296242 w 7467663"/>
              <a:gd name="connsiteY770" fmla="*/ 807991 h 6858000"/>
              <a:gd name="connsiteX771" fmla="*/ 3174674 w 7467663"/>
              <a:gd name="connsiteY771" fmla="*/ 919759 h 6858000"/>
              <a:gd name="connsiteX772" fmla="*/ 3042978 w 7467663"/>
              <a:gd name="connsiteY772" fmla="*/ 1054894 h 6858000"/>
              <a:gd name="connsiteX773" fmla="*/ 2968914 w 7467663"/>
              <a:gd name="connsiteY773" fmla="*/ 1133756 h 6858000"/>
              <a:gd name="connsiteX774" fmla="*/ 3103823 w 7467663"/>
              <a:gd name="connsiteY774" fmla="*/ 1026814 h 6858000"/>
              <a:gd name="connsiteX775" fmla="*/ 3607114 w 7467663"/>
              <a:gd name="connsiteY775" fmla="*/ 467441 h 6858000"/>
              <a:gd name="connsiteX776" fmla="*/ 3744487 w 7467663"/>
              <a:gd name="connsiteY776" fmla="*/ 383136 h 6858000"/>
              <a:gd name="connsiteX777" fmla="*/ 3970213 w 7467663"/>
              <a:gd name="connsiteY777" fmla="*/ 995559 h 6858000"/>
              <a:gd name="connsiteX778" fmla="*/ 3744487 w 7467663"/>
              <a:gd name="connsiteY778" fmla="*/ 383136 h 6858000"/>
              <a:gd name="connsiteX779" fmla="*/ 3624562 w 7467663"/>
              <a:gd name="connsiteY779" fmla="*/ 367041 h 6858000"/>
              <a:gd name="connsiteX780" fmla="*/ 3489712 w 7467663"/>
              <a:gd name="connsiteY780" fmla="*/ 485386 h 6858000"/>
              <a:gd name="connsiteX781" fmla="*/ 3182994 w 7467663"/>
              <a:gd name="connsiteY781" fmla="*/ 828265 h 6858000"/>
              <a:gd name="connsiteX782" fmla="*/ 2892114 w 7467663"/>
              <a:gd name="connsiteY782" fmla="*/ 1172635 h 6858000"/>
              <a:gd name="connsiteX783" fmla="*/ 3021459 w 7467663"/>
              <a:gd name="connsiteY783" fmla="*/ 1035385 h 6858000"/>
              <a:gd name="connsiteX784" fmla="*/ 3153873 w 7467663"/>
              <a:gd name="connsiteY784" fmla="*/ 898971 h 6858000"/>
              <a:gd name="connsiteX785" fmla="*/ 3276511 w 7467663"/>
              <a:gd name="connsiteY785" fmla="*/ 786423 h 6858000"/>
              <a:gd name="connsiteX786" fmla="*/ 3584154 w 7467663"/>
              <a:gd name="connsiteY786" fmla="*/ 448218 h 6858000"/>
              <a:gd name="connsiteX787" fmla="*/ 3624562 w 7467663"/>
              <a:gd name="connsiteY787" fmla="*/ 367041 h 6858000"/>
              <a:gd name="connsiteX788" fmla="*/ 3766672 w 7467663"/>
              <a:gd name="connsiteY788" fmla="*/ 359429 h 6858000"/>
              <a:gd name="connsiteX789" fmla="*/ 3996338 w 7467663"/>
              <a:gd name="connsiteY789" fmla="*/ 968237 h 6858000"/>
              <a:gd name="connsiteX790" fmla="*/ 3766672 w 7467663"/>
              <a:gd name="connsiteY790" fmla="*/ 359429 h 6858000"/>
              <a:gd name="connsiteX791" fmla="*/ 5805386 w 7467663"/>
              <a:gd name="connsiteY791" fmla="*/ 239240 h 6858000"/>
              <a:gd name="connsiteX792" fmla="*/ 5736947 w 7467663"/>
              <a:gd name="connsiteY792" fmla="*/ 261367 h 6858000"/>
              <a:gd name="connsiteX793" fmla="*/ 5427012 w 7467663"/>
              <a:gd name="connsiteY793" fmla="*/ 311272 h 6858000"/>
              <a:gd name="connsiteX794" fmla="*/ 5147818 w 7467663"/>
              <a:gd name="connsiteY794" fmla="*/ 322112 h 6858000"/>
              <a:gd name="connsiteX795" fmla="*/ 5060854 w 7467663"/>
              <a:gd name="connsiteY795" fmla="*/ 311882 h 6858000"/>
              <a:gd name="connsiteX796" fmla="*/ 4945989 w 7467663"/>
              <a:gd name="connsiteY796" fmla="*/ 300516 h 6858000"/>
              <a:gd name="connsiteX797" fmla="*/ 5410479 w 7467663"/>
              <a:gd name="connsiteY797" fmla="*/ 348434 h 6858000"/>
              <a:gd name="connsiteX798" fmla="*/ 5805386 w 7467663"/>
              <a:gd name="connsiteY798" fmla="*/ 239240 h 6858000"/>
              <a:gd name="connsiteX799" fmla="*/ 5905192 w 7467663"/>
              <a:gd name="connsiteY799" fmla="*/ 163079 h 6858000"/>
              <a:gd name="connsiteX800" fmla="*/ 5865655 w 7467663"/>
              <a:gd name="connsiteY800" fmla="*/ 171901 h 6858000"/>
              <a:gd name="connsiteX801" fmla="*/ 5259740 w 7467663"/>
              <a:gd name="connsiteY801" fmla="*/ 257013 h 6858000"/>
              <a:gd name="connsiteX802" fmla="*/ 5208466 w 7467663"/>
              <a:gd name="connsiteY802" fmla="*/ 257550 h 6858000"/>
              <a:gd name="connsiteX803" fmla="*/ 4980204 w 7467663"/>
              <a:gd name="connsiteY803" fmla="*/ 271903 h 6858000"/>
              <a:gd name="connsiteX804" fmla="*/ 5068068 w 7467663"/>
              <a:gd name="connsiteY804" fmla="*/ 282244 h 6858000"/>
              <a:gd name="connsiteX805" fmla="*/ 5153231 w 7467663"/>
              <a:gd name="connsiteY805" fmla="*/ 292240 h 6858000"/>
              <a:gd name="connsiteX806" fmla="*/ 5426491 w 7467663"/>
              <a:gd name="connsiteY806" fmla="*/ 281128 h 6858000"/>
              <a:gd name="connsiteX807" fmla="*/ 5731212 w 7467663"/>
              <a:gd name="connsiteY807" fmla="*/ 231951 h 6858000"/>
              <a:gd name="connsiteX808" fmla="*/ 5905192 w 7467663"/>
              <a:gd name="connsiteY808" fmla="*/ 163079 h 6858000"/>
              <a:gd name="connsiteX809" fmla="*/ 5944437 w 7467663"/>
              <a:gd name="connsiteY809" fmla="*/ 113829 h 6858000"/>
              <a:gd name="connsiteX810" fmla="*/ 5825032 w 7467663"/>
              <a:gd name="connsiteY810" fmla="*/ 146405 h 6858000"/>
              <a:gd name="connsiteX811" fmla="*/ 4955599 w 7467663"/>
              <a:gd name="connsiteY811" fmla="*/ 247008 h 6858000"/>
              <a:gd name="connsiteX812" fmla="*/ 5210104 w 7467663"/>
              <a:gd name="connsiteY812" fmla="*/ 228123 h 6858000"/>
              <a:gd name="connsiteX813" fmla="*/ 5261015 w 7467663"/>
              <a:gd name="connsiteY813" fmla="*/ 227087 h 6858000"/>
              <a:gd name="connsiteX814" fmla="*/ 5861181 w 7467663"/>
              <a:gd name="connsiteY814" fmla="*/ 143093 h 6858000"/>
              <a:gd name="connsiteX815" fmla="*/ 5961252 w 7467663"/>
              <a:gd name="connsiteY815" fmla="*/ 114820 h 6858000"/>
              <a:gd name="connsiteX816" fmla="*/ 5944437 w 7467663"/>
              <a:gd name="connsiteY816" fmla="*/ 113829 h 6858000"/>
              <a:gd name="connsiteX817" fmla="*/ 3882765 w 7467663"/>
              <a:gd name="connsiteY817" fmla="*/ 0 h 6858000"/>
              <a:gd name="connsiteX818" fmla="*/ 3995099 w 7467663"/>
              <a:gd name="connsiteY818" fmla="*/ 0 h 6858000"/>
              <a:gd name="connsiteX819" fmla="*/ 4163818 w 7467663"/>
              <a:gd name="connsiteY819" fmla="*/ 234104 h 6858000"/>
              <a:gd name="connsiteX820" fmla="*/ 4172099 w 7467663"/>
              <a:gd name="connsiteY820" fmla="*/ 234207 h 6858000"/>
              <a:gd name="connsiteX821" fmla="*/ 4784282 w 7467663"/>
              <a:gd name="connsiteY821" fmla="*/ 276561 h 6858000"/>
              <a:gd name="connsiteX822" fmla="*/ 4801687 w 7467663"/>
              <a:gd name="connsiteY822" fmla="*/ 267764 h 6858000"/>
              <a:gd name="connsiteX823" fmla="*/ 6082788 w 7467663"/>
              <a:gd name="connsiteY823" fmla="*/ 64119 h 6858000"/>
              <a:gd name="connsiteX824" fmla="*/ 6099442 w 7467663"/>
              <a:gd name="connsiteY824" fmla="*/ 82568 h 6858000"/>
              <a:gd name="connsiteX825" fmla="*/ 4804137 w 7467663"/>
              <a:gd name="connsiteY825" fmla="*/ 320931 h 6858000"/>
              <a:gd name="connsiteX826" fmla="*/ 4227047 w 7467663"/>
              <a:gd name="connsiteY826" fmla="*/ 313415 h 6858000"/>
              <a:gd name="connsiteX827" fmla="*/ 4346041 w 7467663"/>
              <a:gd name="connsiteY827" fmla="*/ 456086 h 6858000"/>
              <a:gd name="connsiteX828" fmla="*/ 4870967 w 7467663"/>
              <a:gd name="connsiteY828" fmla="*/ 963061 h 6858000"/>
              <a:gd name="connsiteX829" fmla="*/ 4889647 w 7467663"/>
              <a:gd name="connsiteY829" fmla="*/ 957147 h 6858000"/>
              <a:gd name="connsiteX830" fmla="*/ 5422504 w 7467663"/>
              <a:gd name="connsiteY830" fmla="*/ 805191 h 6858000"/>
              <a:gd name="connsiteX831" fmla="*/ 6087656 w 7467663"/>
              <a:gd name="connsiteY831" fmla="*/ 826703 h 6858000"/>
              <a:gd name="connsiteX832" fmla="*/ 6058717 w 7467663"/>
              <a:gd name="connsiteY832" fmla="*/ 865992 h 6858000"/>
              <a:gd name="connsiteX833" fmla="*/ 4974153 w 7467663"/>
              <a:gd name="connsiteY833" fmla="*/ 1045456 h 6858000"/>
              <a:gd name="connsiteX834" fmla="*/ 5627835 w 7467663"/>
              <a:gd name="connsiteY834" fmla="*/ 1472077 h 6858000"/>
              <a:gd name="connsiteX835" fmla="*/ 5629817 w 7467663"/>
              <a:gd name="connsiteY835" fmla="*/ 1471412 h 6858000"/>
              <a:gd name="connsiteX836" fmla="*/ 5634124 w 7467663"/>
              <a:gd name="connsiteY836" fmla="*/ 1470572 h 6858000"/>
              <a:gd name="connsiteX837" fmla="*/ 5755832 w 7467663"/>
              <a:gd name="connsiteY837" fmla="*/ 1383886 h 6858000"/>
              <a:gd name="connsiteX838" fmla="*/ 6014186 w 7467663"/>
              <a:gd name="connsiteY838" fmla="*/ 1279799 h 6858000"/>
              <a:gd name="connsiteX839" fmla="*/ 6901619 w 7467663"/>
              <a:gd name="connsiteY839" fmla="*/ 1047874 h 6858000"/>
              <a:gd name="connsiteX840" fmla="*/ 6931566 w 7467663"/>
              <a:gd name="connsiteY840" fmla="*/ 1062034 h 6858000"/>
              <a:gd name="connsiteX841" fmla="*/ 5790982 w 7467663"/>
              <a:gd name="connsiteY841" fmla="*/ 1561380 h 6858000"/>
              <a:gd name="connsiteX842" fmla="*/ 6188971 w 7467663"/>
              <a:gd name="connsiteY842" fmla="*/ 1755168 h 6858000"/>
              <a:gd name="connsiteX843" fmla="*/ 6202446 w 7467663"/>
              <a:gd name="connsiteY843" fmla="*/ 1752268 h 6858000"/>
              <a:gd name="connsiteX844" fmla="*/ 7179560 w 7467663"/>
              <a:gd name="connsiteY844" fmla="*/ 1467551 h 6858000"/>
              <a:gd name="connsiteX845" fmla="*/ 7158730 w 7467663"/>
              <a:gd name="connsiteY845" fmla="*/ 1507835 h 6858000"/>
              <a:gd name="connsiteX846" fmla="*/ 6326959 w 7467663"/>
              <a:gd name="connsiteY846" fmla="*/ 1817686 h 6858000"/>
              <a:gd name="connsiteX847" fmla="*/ 6537433 w 7467663"/>
              <a:gd name="connsiteY847" fmla="*/ 1907790 h 6858000"/>
              <a:gd name="connsiteX848" fmla="*/ 6550221 w 7467663"/>
              <a:gd name="connsiteY848" fmla="*/ 1910729 h 6858000"/>
              <a:gd name="connsiteX849" fmla="*/ 6964438 w 7467663"/>
              <a:gd name="connsiteY849" fmla="*/ 2209505 h 6858000"/>
              <a:gd name="connsiteX850" fmla="*/ 7367862 w 7467663"/>
              <a:gd name="connsiteY850" fmla="*/ 2806833 h 6858000"/>
              <a:gd name="connsiteX851" fmla="*/ 7364329 w 7467663"/>
              <a:gd name="connsiteY851" fmla="*/ 2826907 h 6858000"/>
              <a:gd name="connsiteX852" fmla="*/ 7290545 w 7467663"/>
              <a:gd name="connsiteY852" fmla="*/ 2850663 h 6858000"/>
              <a:gd name="connsiteX853" fmla="*/ 6472036 w 7467663"/>
              <a:gd name="connsiteY853" fmla="*/ 1959003 h 6858000"/>
              <a:gd name="connsiteX854" fmla="*/ 5792897 w 7467663"/>
              <a:gd name="connsiteY854" fmla="*/ 1647747 h 6858000"/>
              <a:gd name="connsiteX855" fmla="*/ 5842751 w 7467663"/>
              <a:gd name="connsiteY855" fmla="*/ 1816112 h 6858000"/>
              <a:gd name="connsiteX856" fmla="*/ 5847424 w 7467663"/>
              <a:gd name="connsiteY856" fmla="*/ 1815776 h 6858000"/>
              <a:gd name="connsiteX857" fmla="*/ 6399821 w 7467663"/>
              <a:gd name="connsiteY857" fmla="*/ 2344799 h 6858000"/>
              <a:gd name="connsiteX858" fmla="*/ 6323232 w 7467663"/>
              <a:gd name="connsiteY858" fmla="*/ 2389634 h 6858000"/>
              <a:gd name="connsiteX859" fmla="*/ 5942958 w 7467663"/>
              <a:gd name="connsiteY859" fmla="*/ 2077708 h 6858000"/>
              <a:gd name="connsiteX860" fmla="*/ 5921559 w 7467663"/>
              <a:gd name="connsiteY860" fmla="*/ 2378596 h 6858000"/>
              <a:gd name="connsiteX861" fmla="*/ 5817651 w 7467663"/>
              <a:gd name="connsiteY861" fmla="*/ 3023919 h 6858000"/>
              <a:gd name="connsiteX862" fmla="*/ 5729634 w 7467663"/>
              <a:gd name="connsiteY862" fmla="*/ 3051849 h 6858000"/>
              <a:gd name="connsiteX863" fmla="*/ 5611018 w 7467663"/>
              <a:gd name="connsiteY863" fmla="*/ 2316769 h 6858000"/>
              <a:gd name="connsiteX864" fmla="*/ 5687608 w 7467663"/>
              <a:gd name="connsiteY864" fmla="*/ 2039972 h 6858000"/>
              <a:gd name="connsiteX865" fmla="*/ 5657554 w 7467663"/>
              <a:gd name="connsiteY865" fmla="*/ 1576445 h 6858000"/>
              <a:gd name="connsiteX866" fmla="*/ 5150475 w 7467663"/>
              <a:gd name="connsiteY866" fmla="*/ 1274012 h 6858000"/>
              <a:gd name="connsiteX867" fmla="*/ 5349142 w 7467663"/>
              <a:gd name="connsiteY867" fmla="*/ 2204405 h 6858000"/>
              <a:gd name="connsiteX868" fmla="*/ 5262214 w 7467663"/>
              <a:gd name="connsiteY868" fmla="*/ 2233836 h 6858000"/>
              <a:gd name="connsiteX869" fmla="*/ 4981539 w 7467663"/>
              <a:gd name="connsiteY869" fmla="*/ 1542201 h 6858000"/>
              <a:gd name="connsiteX870" fmla="*/ 4958461 w 7467663"/>
              <a:gd name="connsiteY870" fmla="*/ 1136957 h 6858000"/>
              <a:gd name="connsiteX871" fmla="*/ 4655015 w 7467663"/>
              <a:gd name="connsiteY871" fmla="*/ 891426 h 6858000"/>
              <a:gd name="connsiteX872" fmla="*/ 4348002 w 7467663"/>
              <a:gd name="connsiteY872" fmla="*/ 2205895 h 6858000"/>
              <a:gd name="connsiteX873" fmla="*/ 4262250 w 7467663"/>
              <a:gd name="connsiteY873" fmla="*/ 2219972 h 6858000"/>
              <a:gd name="connsiteX874" fmla="*/ 4550611 w 7467663"/>
              <a:gd name="connsiteY874" fmla="*/ 817540 h 6858000"/>
              <a:gd name="connsiteX875" fmla="*/ 4564418 w 7467663"/>
              <a:gd name="connsiteY875" fmla="*/ 808293 h 6858000"/>
              <a:gd name="connsiteX876" fmla="*/ 4266388 w 7467663"/>
              <a:gd name="connsiteY876" fmla="*/ 500083 h 6858000"/>
              <a:gd name="connsiteX877" fmla="*/ 4032842 w 7467663"/>
              <a:gd name="connsiteY877" fmla="*/ 211809 h 6858000"/>
              <a:gd name="connsiteX878" fmla="*/ 3882765 w 7467663"/>
              <a:gd name="connsiteY878" fmla="*/ 0 h 6858000"/>
              <a:gd name="connsiteX879" fmla="*/ 3721337 w 7467663"/>
              <a:gd name="connsiteY879" fmla="*/ 0 h 6858000"/>
              <a:gd name="connsiteX880" fmla="*/ 3797544 w 7467663"/>
              <a:gd name="connsiteY880" fmla="*/ 0 h 6858000"/>
              <a:gd name="connsiteX881" fmla="*/ 3775734 w 7467663"/>
              <a:gd name="connsiteY881" fmla="*/ 95131 h 6858000"/>
              <a:gd name="connsiteX882" fmla="*/ 3724807 w 7467663"/>
              <a:gd name="connsiteY882" fmla="*/ 272257 h 6858000"/>
              <a:gd name="connsiteX883" fmla="*/ 3726844 w 7467663"/>
              <a:gd name="connsiteY883" fmla="*/ 282988 h 6858000"/>
              <a:gd name="connsiteX884" fmla="*/ 3742664 w 7467663"/>
              <a:gd name="connsiteY884" fmla="*/ 279918 h 6858000"/>
              <a:gd name="connsiteX885" fmla="*/ 4103910 w 7467663"/>
              <a:gd name="connsiteY885" fmla="*/ 1161917 h 6858000"/>
              <a:gd name="connsiteX886" fmla="*/ 4020269 w 7467663"/>
              <a:gd name="connsiteY886" fmla="*/ 1200406 h 6858000"/>
              <a:gd name="connsiteX887" fmla="*/ 3674882 w 7467663"/>
              <a:gd name="connsiteY887" fmla="*/ 488524 h 6858000"/>
              <a:gd name="connsiteX888" fmla="*/ 3132682 w 7467663"/>
              <a:gd name="connsiteY888" fmla="*/ 1072284 h 6858000"/>
              <a:gd name="connsiteX889" fmla="*/ 2716346 w 7467663"/>
              <a:gd name="connsiteY889" fmla="*/ 1276376 h 6858000"/>
              <a:gd name="connsiteX890" fmla="*/ 2716772 w 7467663"/>
              <a:gd name="connsiteY890" fmla="*/ 1255462 h 6858000"/>
              <a:gd name="connsiteX891" fmla="*/ 3471096 w 7467663"/>
              <a:gd name="connsiteY891" fmla="*/ 437072 h 6858000"/>
              <a:gd name="connsiteX892" fmla="*/ 3639057 w 7467663"/>
              <a:gd name="connsiteY892" fmla="*/ 286334 h 6858000"/>
              <a:gd name="connsiteX893" fmla="*/ 3640309 w 7467663"/>
              <a:gd name="connsiteY893" fmla="*/ 284664 h 6858000"/>
              <a:gd name="connsiteX894" fmla="*/ 3646022 w 7467663"/>
              <a:gd name="connsiteY894" fmla="*/ 276711 h 6858000"/>
              <a:gd name="connsiteX895" fmla="*/ 3707943 w 7467663"/>
              <a:gd name="connsiteY895" fmla="*/ 65958 h 6858000"/>
              <a:gd name="connsiteX896" fmla="*/ 3721337 w 7467663"/>
              <a:gd name="connsiteY896" fmla="*/ 0 h 6858000"/>
              <a:gd name="connsiteX897" fmla="*/ 2867960 w 7467663"/>
              <a:gd name="connsiteY897" fmla="*/ 0 h 6858000"/>
              <a:gd name="connsiteX898" fmla="*/ 2926351 w 7467663"/>
              <a:gd name="connsiteY898" fmla="*/ 0 h 6858000"/>
              <a:gd name="connsiteX899" fmla="*/ 2902823 w 7467663"/>
              <a:gd name="connsiteY899" fmla="*/ 262929 h 6858000"/>
              <a:gd name="connsiteX900" fmla="*/ 2940663 w 7467663"/>
              <a:gd name="connsiteY900" fmla="*/ 140884 h 6858000"/>
              <a:gd name="connsiteX901" fmla="*/ 2947039 w 7467663"/>
              <a:gd name="connsiteY901" fmla="*/ 122524 h 6858000"/>
              <a:gd name="connsiteX902" fmla="*/ 2984316 w 7467663"/>
              <a:gd name="connsiteY902" fmla="*/ 0 h 6858000"/>
              <a:gd name="connsiteX903" fmla="*/ 3016114 w 7467663"/>
              <a:gd name="connsiteY903" fmla="*/ 0 h 6858000"/>
              <a:gd name="connsiteX904" fmla="*/ 2979949 w 7467663"/>
              <a:gd name="connsiteY904" fmla="*/ 119274 h 6858000"/>
              <a:gd name="connsiteX905" fmla="*/ 3023879 w 7467663"/>
              <a:gd name="connsiteY905" fmla="*/ 0 h 6858000"/>
              <a:gd name="connsiteX906" fmla="*/ 3105400 w 7467663"/>
              <a:gd name="connsiteY906" fmla="*/ 0 h 6858000"/>
              <a:gd name="connsiteX907" fmla="*/ 3094669 w 7467663"/>
              <a:gd name="connsiteY907" fmla="*/ 30308 h 6858000"/>
              <a:gd name="connsiteX908" fmla="*/ 2901945 w 7467663"/>
              <a:gd name="connsiteY908" fmla="*/ 466538 h 6858000"/>
              <a:gd name="connsiteX909" fmla="*/ 2815209 w 7467663"/>
              <a:gd name="connsiteY909" fmla="*/ 497361 h 6858000"/>
              <a:gd name="connsiteX910" fmla="*/ 2844845 w 7467663"/>
              <a:gd name="connsiteY910" fmla="*/ 127638 h 6858000"/>
              <a:gd name="connsiteX911" fmla="*/ 2867960 w 7467663"/>
              <a:gd name="connsiteY911" fmla="*/ 0 h 6858000"/>
              <a:gd name="connsiteX912" fmla="*/ 1057230 w 7467663"/>
              <a:gd name="connsiteY912" fmla="*/ 0 h 6858000"/>
              <a:gd name="connsiteX913" fmla="*/ 1111003 w 7467663"/>
              <a:gd name="connsiteY913" fmla="*/ 0 h 6858000"/>
              <a:gd name="connsiteX914" fmla="*/ 1125553 w 7467663"/>
              <a:gd name="connsiteY914" fmla="*/ 52588 h 6858000"/>
              <a:gd name="connsiteX915" fmla="*/ 1304276 w 7467663"/>
              <a:gd name="connsiteY915" fmla="*/ 476275 h 6858000"/>
              <a:gd name="connsiteX916" fmla="*/ 1492066 w 7467663"/>
              <a:gd name="connsiteY916" fmla="*/ 886333 h 6858000"/>
              <a:gd name="connsiteX917" fmla="*/ 1423698 w 7467663"/>
              <a:gd name="connsiteY917" fmla="*/ 710817 h 6858000"/>
              <a:gd name="connsiteX918" fmla="*/ 1357609 w 7467663"/>
              <a:gd name="connsiteY918" fmla="*/ 532892 h 6858000"/>
              <a:gd name="connsiteX919" fmla="*/ 1309550 w 7467663"/>
              <a:gd name="connsiteY919" fmla="*/ 374031 h 6858000"/>
              <a:gd name="connsiteX920" fmla="*/ 1193673 w 7467663"/>
              <a:gd name="connsiteY920" fmla="*/ 49533 h 6858000"/>
              <a:gd name="connsiteX921" fmla="*/ 1164391 w 7467663"/>
              <a:gd name="connsiteY921" fmla="*/ 0 h 6858000"/>
              <a:gd name="connsiteX922" fmla="*/ 1200666 w 7467663"/>
              <a:gd name="connsiteY922" fmla="*/ 0 h 6858000"/>
              <a:gd name="connsiteX923" fmla="*/ 1223408 w 7467663"/>
              <a:gd name="connsiteY923" fmla="*/ 38996 h 6858000"/>
              <a:gd name="connsiteX924" fmla="*/ 1339635 w 7467663"/>
              <a:gd name="connsiteY924" fmla="*/ 365517 h 6858000"/>
              <a:gd name="connsiteX925" fmla="*/ 1387469 w 7467663"/>
              <a:gd name="connsiteY925" fmla="*/ 523079 h 6858000"/>
              <a:gd name="connsiteX926" fmla="*/ 1452685 w 7467663"/>
              <a:gd name="connsiteY926" fmla="*/ 699806 h 6858000"/>
              <a:gd name="connsiteX927" fmla="*/ 1492092 w 7467663"/>
              <a:gd name="connsiteY927" fmla="*/ 800424 h 6858000"/>
              <a:gd name="connsiteX928" fmla="*/ 1455302 w 7467663"/>
              <a:gd name="connsiteY928" fmla="*/ 632913 h 6858000"/>
              <a:gd name="connsiteX929" fmla="*/ 1222336 w 7467663"/>
              <a:gd name="connsiteY929" fmla="*/ 9480 h 6858000"/>
              <a:gd name="connsiteX930" fmla="*/ 1214634 w 7467663"/>
              <a:gd name="connsiteY930" fmla="*/ 0 h 6858000"/>
              <a:gd name="connsiteX931" fmla="*/ 1289827 w 7467663"/>
              <a:gd name="connsiteY931" fmla="*/ 0 h 6858000"/>
              <a:gd name="connsiteX932" fmla="*/ 1321076 w 7467663"/>
              <a:gd name="connsiteY932" fmla="*/ 59722 h 6858000"/>
              <a:gd name="connsiteX933" fmla="*/ 1512579 w 7467663"/>
              <a:gd name="connsiteY933" fmla="*/ 626441 h 6858000"/>
              <a:gd name="connsiteX934" fmla="*/ 1506076 w 7467663"/>
              <a:gd name="connsiteY934" fmla="*/ 1089289 h 6858000"/>
              <a:gd name="connsiteX935" fmla="*/ 1486346 w 7467663"/>
              <a:gd name="connsiteY935" fmla="*/ 1079919 h 6858000"/>
              <a:gd name="connsiteX936" fmla="*/ 1070511 w 7467663"/>
              <a:gd name="connsiteY936" fmla="*/ 48609 h 6858000"/>
              <a:gd name="connsiteX937" fmla="*/ 1057230 w 7467663"/>
              <a:gd name="connsiteY937" fmla="*/ 0 h 6858000"/>
              <a:gd name="connsiteX938" fmla="*/ 43151 w 7467663"/>
              <a:gd name="connsiteY938" fmla="*/ 0 h 6858000"/>
              <a:gd name="connsiteX939" fmla="*/ 95283 w 7467663"/>
              <a:gd name="connsiteY939" fmla="*/ 0 h 6858000"/>
              <a:gd name="connsiteX940" fmla="*/ 300708 w 7467663"/>
              <a:gd name="connsiteY940" fmla="*/ 154571 h 6858000"/>
              <a:gd name="connsiteX941" fmla="*/ 530414 w 7467663"/>
              <a:gd name="connsiteY941" fmla="*/ 354673 h 6858000"/>
              <a:gd name="connsiteX942" fmla="*/ 333785 w 7467663"/>
              <a:gd name="connsiteY942" fmla="*/ 161564 h 6858000"/>
              <a:gd name="connsiteX943" fmla="*/ 147005 w 7467663"/>
              <a:gd name="connsiteY943" fmla="*/ 0 h 6858000"/>
              <a:gd name="connsiteX944" fmla="*/ 272509 w 7467663"/>
              <a:gd name="connsiteY944" fmla="*/ 0 h 6858000"/>
              <a:gd name="connsiteX945" fmla="*/ 326276 w 7467663"/>
              <a:gd name="connsiteY945" fmla="*/ 45847 h 6858000"/>
              <a:gd name="connsiteX946" fmla="*/ 823759 w 7467663"/>
              <a:gd name="connsiteY946" fmla="*/ 574145 h 6858000"/>
              <a:gd name="connsiteX947" fmla="*/ 811254 w 7467663"/>
              <a:gd name="connsiteY947" fmla="*/ 665546 h 6858000"/>
              <a:gd name="connsiteX948" fmla="*/ 154042 w 7467663"/>
              <a:gd name="connsiteY948" fmla="*/ 261522 h 6858000"/>
              <a:gd name="connsiteX949" fmla="*/ 13550 w 7467663"/>
              <a:gd name="connsiteY949" fmla="*/ 158423 h 6858000"/>
              <a:gd name="connsiteX950" fmla="*/ 0 w 7467663"/>
              <a:gd name="connsiteY950" fmla="*/ 146618 h 6858000"/>
              <a:gd name="connsiteX951" fmla="*/ 0 w 7467663"/>
              <a:gd name="connsiteY951" fmla="*/ 59161 h 6858000"/>
              <a:gd name="connsiteX952" fmla="*/ 45427 w 7467663"/>
              <a:gd name="connsiteY952" fmla="*/ 101078 h 6858000"/>
              <a:gd name="connsiteX953" fmla="*/ 630103 w 7467663"/>
              <a:gd name="connsiteY953" fmla="*/ 485885 h 6858000"/>
              <a:gd name="connsiteX954" fmla="*/ 532040 w 7467663"/>
              <a:gd name="connsiteY954" fmla="*/ 399359 h 6858000"/>
              <a:gd name="connsiteX955" fmla="*/ 517618 w 7467663"/>
              <a:gd name="connsiteY955" fmla="*/ 385726 h 6858000"/>
              <a:gd name="connsiteX956" fmla="*/ 285074 w 7467663"/>
              <a:gd name="connsiteY956" fmla="*/ 182755 h 6858000"/>
              <a:gd name="connsiteX957" fmla="*/ 43151 w 7467663"/>
              <a:gd name="connsiteY957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67600 w 7467663"/>
              <a:gd name="connsiteY76" fmla="*/ 6334256 h 6858000"/>
              <a:gd name="connsiteX77" fmla="*/ 7454976 w 7467663"/>
              <a:gd name="connsiteY77" fmla="*/ 6318297 h 6858000"/>
              <a:gd name="connsiteX78" fmla="*/ 1456157 w 7467663"/>
              <a:gd name="connsiteY78" fmla="*/ 5371404 h 6858000"/>
              <a:gd name="connsiteX79" fmla="*/ 1244432 w 7467663"/>
              <a:gd name="connsiteY79" fmla="*/ 5385601 h 6858000"/>
              <a:gd name="connsiteX80" fmla="*/ 973990 w 7467663"/>
              <a:gd name="connsiteY80" fmla="*/ 5424940 h 6858000"/>
              <a:gd name="connsiteX81" fmla="*/ 1103809 w 7467663"/>
              <a:gd name="connsiteY81" fmla="*/ 5433720 h 6858000"/>
              <a:gd name="connsiteX82" fmla="*/ 1123454 w 7467663"/>
              <a:gd name="connsiteY82" fmla="*/ 5435727 h 6858000"/>
              <a:gd name="connsiteX83" fmla="*/ 1737017 w 7467663"/>
              <a:gd name="connsiteY83" fmla="*/ 5452183 h 6858000"/>
              <a:gd name="connsiteX84" fmla="*/ 1824397 w 7467663"/>
              <a:gd name="connsiteY84" fmla="*/ 5447757 h 6858000"/>
              <a:gd name="connsiteX85" fmla="*/ 2070059 w 7467663"/>
              <a:gd name="connsiteY85" fmla="*/ 5441660 h 6858000"/>
              <a:gd name="connsiteX86" fmla="*/ 1456157 w 7467663"/>
              <a:gd name="connsiteY86" fmla="*/ 5371404 h 6858000"/>
              <a:gd name="connsiteX87" fmla="*/ 4988186 w 7467663"/>
              <a:gd name="connsiteY87" fmla="*/ 5216467 h 6858000"/>
              <a:gd name="connsiteX88" fmla="*/ 4777334 w 7467663"/>
              <a:gd name="connsiteY88" fmla="*/ 5406072 h 6858000"/>
              <a:gd name="connsiteX89" fmla="*/ 4718341 w 7467663"/>
              <a:gd name="connsiteY89" fmla="*/ 5468043 h 6858000"/>
              <a:gd name="connsiteX90" fmla="*/ 4604655 w 7467663"/>
              <a:gd name="connsiteY90" fmla="*/ 5583434 h 6858000"/>
              <a:gd name="connsiteX91" fmla="*/ 4565074 w 7467663"/>
              <a:gd name="connsiteY91" fmla="*/ 5618550 h 6858000"/>
              <a:gd name="connsiteX92" fmla="*/ 4988186 w 7467663"/>
              <a:gd name="connsiteY92" fmla="*/ 5216467 h 6858000"/>
              <a:gd name="connsiteX93" fmla="*/ 4978032 w 7467663"/>
              <a:gd name="connsiteY93" fmla="*/ 5183809 h 6858000"/>
              <a:gd name="connsiteX94" fmla="*/ 4463413 w 7467663"/>
              <a:gd name="connsiteY94" fmla="*/ 5615162 h 6858000"/>
              <a:gd name="connsiteX95" fmla="*/ 4358134 w 7467663"/>
              <a:gd name="connsiteY95" fmla="*/ 5742791 h 6858000"/>
              <a:gd name="connsiteX96" fmla="*/ 4376219 w 7467663"/>
              <a:gd name="connsiteY96" fmla="*/ 5729027 h 6858000"/>
              <a:gd name="connsiteX97" fmla="*/ 4582340 w 7467663"/>
              <a:gd name="connsiteY97" fmla="*/ 5561037 h 6858000"/>
              <a:gd name="connsiteX98" fmla="*/ 4694684 w 7467663"/>
              <a:gd name="connsiteY98" fmla="*/ 5447098 h 6858000"/>
              <a:gd name="connsiteX99" fmla="*/ 4754123 w 7467663"/>
              <a:gd name="connsiteY99" fmla="*/ 5384643 h 6858000"/>
              <a:gd name="connsiteX100" fmla="*/ 4978032 w 7467663"/>
              <a:gd name="connsiteY100" fmla="*/ 5183809 h 6858000"/>
              <a:gd name="connsiteX101" fmla="*/ 1903353 w 7467663"/>
              <a:gd name="connsiteY101" fmla="*/ 5044827 h 6858000"/>
              <a:gd name="connsiteX102" fmla="*/ 1936931 w 7467663"/>
              <a:gd name="connsiteY102" fmla="*/ 5093954 h 6858000"/>
              <a:gd name="connsiteX103" fmla="*/ 2195868 w 7467663"/>
              <a:gd name="connsiteY103" fmla="*/ 5396574 h 6858000"/>
              <a:gd name="connsiteX104" fmla="*/ 2088852 w 7467663"/>
              <a:gd name="connsiteY104" fmla="*/ 5166123 h 6858000"/>
              <a:gd name="connsiteX105" fmla="*/ 1958241 w 7467663"/>
              <a:gd name="connsiteY105" fmla="*/ 5067955 h 6858000"/>
              <a:gd name="connsiteX106" fmla="*/ 1903353 w 7467663"/>
              <a:gd name="connsiteY106" fmla="*/ 5044827 h 6858000"/>
              <a:gd name="connsiteX107" fmla="*/ 1979378 w 7467663"/>
              <a:gd name="connsiteY107" fmla="*/ 4769504 h 6858000"/>
              <a:gd name="connsiteX108" fmla="*/ 2882120 w 7467663"/>
              <a:gd name="connsiteY108" fmla="*/ 5064547 h 6858000"/>
              <a:gd name="connsiteX109" fmla="*/ 2793103 w 7467663"/>
              <a:gd name="connsiteY109" fmla="*/ 5039699 h 6858000"/>
              <a:gd name="connsiteX110" fmla="*/ 2770041 w 7467663"/>
              <a:gd name="connsiteY110" fmla="*/ 5033634 h 6858000"/>
              <a:gd name="connsiteX111" fmla="*/ 1979378 w 7467663"/>
              <a:gd name="connsiteY111" fmla="*/ 4769504 h 6858000"/>
              <a:gd name="connsiteX112" fmla="*/ 1927410 w 7467663"/>
              <a:gd name="connsiteY112" fmla="*/ 4716164 h 6858000"/>
              <a:gd name="connsiteX113" fmla="*/ 1959587 w 7467663"/>
              <a:gd name="connsiteY113" fmla="*/ 4728849 h 6858000"/>
              <a:gd name="connsiteX114" fmla="*/ 2777707 w 7467663"/>
              <a:gd name="connsiteY114" fmla="*/ 5003991 h 6858000"/>
              <a:gd name="connsiteX115" fmla="*/ 2800768 w 7467663"/>
              <a:gd name="connsiteY115" fmla="*/ 5010056 h 6858000"/>
              <a:gd name="connsiteX116" fmla="*/ 2879408 w 7467663"/>
              <a:gd name="connsiteY116" fmla="*/ 5031590 h 6858000"/>
              <a:gd name="connsiteX117" fmla="*/ 2862295 w 7467663"/>
              <a:gd name="connsiteY117" fmla="*/ 5022958 h 6858000"/>
              <a:gd name="connsiteX118" fmla="*/ 2813343 w 7467663"/>
              <a:gd name="connsiteY118" fmla="*/ 4998369 h 6858000"/>
              <a:gd name="connsiteX119" fmla="*/ 2646245 w 7467663"/>
              <a:gd name="connsiteY119" fmla="*/ 4930999 h 6858000"/>
              <a:gd name="connsiteX120" fmla="*/ 1999243 w 7467663"/>
              <a:gd name="connsiteY120" fmla="*/ 4730524 h 6858000"/>
              <a:gd name="connsiteX121" fmla="*/ 1979527 w 7467663"/>
              <a:gd name="connsiteY121" fmla="*/ 4726651 h 6858000"/>
              <a:gd name="connsiteX122" fmla="*/ 1927410 w 7467663"/>
              <a:gd name="connsiteY122" fmla="*/ 4716164 h 6858000"/>
              <a:gd name="connsiteX123" fmla="*/ 1997014 w 7467663"/>
              <a:gd name="connsiteY123" fmla="*/ 4698007 h 6858000"/>
              <a:gd name="connsiteX124" fmla="*/ 2005458 w 7467663"/>
              <a:gd name="connsiteY124" fmla="*/ 4699540 h 6858000"/>
              <a:gd name="connsiteX125" fmla="*/ 2657186 w 7467663"/>
              <a:gd name="connsiteY125" fmla="*/ 4901687 h 6858000"/>
              <a:gd name="connsiteX126" fmla="*/ 2826662 w 7467663"/>
              <a:gd name="connsiteY126" fmla="*/ 4970362 h 6858000"/>
              <a:gd name="connsiteX127" fmla="*/ 2876100 w 7467663"/>
              <a:gd name="connsiteY127" fmla="*/ 4995397 h 6858000"/>
              <a:gd name="connsiteX128" fmla="*/ 3042600 w 7467663"/>
              <a:gd name="connsiteY128" fmla="*/ 5059532 h 6858000"/>
              <a:gd name="connsiteX129" fmla="*/ 1997014 w 7467663"/>
              <a:gd name="connsiteY129" fmla="*/ 4698007 h 6858000"/>
              <a:gd name="connsiteX130" fmla="*/ 2305292 w 7467663"/>
              <a:gd name="connsiteY130" fmla="*/ 4219492 h 6858000"/>
              <a:gd name="connsiteX131" fmla="*/ 3360922 w 7467663"/>
              <a:gd name="connsiteY131" fmla="*/ 4529373 h 6858000"/>
              <a:gd name="connsiteX132" fmla="*/ 3492420 w 7467663"/>
              <a:gd name="connsiteY132" fmla="*/ 4510145 h 6858000"/>
              <a:gd name="connsiteX133" fmla="*/ 3364086 w 7467663"/>
              <a:gd name="connsiteY133" fmla="*/ 4480340 h 6858000"/>
              <a:gd name="connsiteX134" fmla="*/ 3225818 w 7467663"/>
              <a:gd name="connsiteY134" fmla="*/ 4411822 h 6858000"/>
              <a:gd name="connsiteX135" fmla="*/ 3129696 w 7467663"/>
              <a:gd name="connsiteY135" fmla="*/ 4360704 h 6858000"/>
              <a:gd name="connsiteX136" fmla="*/ 2814545 w 7467663"/>
              <a:gd name="connsiteY136" fmla="*/ 4282955 h 6858000"/>
              <a:gd name="connsiteX137" fmla="*/ 2305292 w 7467663"/>
              <a:gd name="connsiteY137" fmla="*/ 4219492 h 6858000"/>
              <a:gd name="connsiteX138" fmla="*/ 2626982 w 7467663"/>
              <a:gd name="connsiteY138" fmla="*/ 4206450 h 6858000"/>
              <a:gd name="connsiteX139" fmla="*/ 2490617 w 7467663"/>
              <a:gd name="connsiteY139" fmla="*/ 4206951 h 6858000"/>
              <a:gd name="connsiteX140" fmla="*/ 2819869 w 7467663"/>
              <a:gd name="connsiteY140" fmla="*/ 4252936 h 6858000"/>
              <a:gd name="connsiteX141" fmla="*/ 3143018 w 7467663"/>
              <a:gd name="connsiteY141" fmla="*/ 4332698 h 6858000"/>
              <a:gd name="connsiteX142" fmla="*/ 3241520 w 7467663"/>
              <a:gd name="connsiteY142" fmla="*/ 4385112 h 6858000"/>
              <a:gd name="connsiteX143" fmla="*/ 3374575 w 7467663"/>
              <a:gd name="connsiteY143" fmla="*/ 4451517 h 6858000"/>
              <a:gd name="connsiteX144" fmla="*/ 3505221 w 7467663"/>
              <a:gd name="connsiteY144" fmla="*/ 4480757 h 6858000"/>
              <a:gd name="connsiteX145" fmla="*/ 2626982 w 7467663"/>
              <a:gd name="connsiteY145" fmla="*/ 4206450 h 6858000"/>
              <a:gd name="connsiteX146" fmla="*/ 1310106 w 7467663"/>
              <a:gd name="connsiteY146" fmla="*/ 3943217 h 6858000"/>
              <a:gd name="connsiteX147" fmla="*/ 854994 w 7467663"/>
              <a:gd name="connsiteY147" fmla="*/ 4399136 h 6858000"/>
              <a:gd name="connsiteX148" fmla="*/ 742462 w 7467663"/>
              <a:gd name="connsiteY148" fmla="*/ 4594648 h 6858000"/>
              <a:gd name="connsiteX149" fmla="*/ 820602 w 7467663"/>
              <a:gd name="connsiteY149" fmla="*/ 4485915 h 6858000"/>
              <a:gd name="connsiteX150" fmla="*/ 878295 w 7467663"/>
              <a:gd name="connsiteY150" fmla="*/ 4403594 h 6858000"/>
              <a:gd name="connsiteX151" fmla="*/ 1240607 w 7467663"/>
              <a:gd name="connsiteY151" fmla="*/ 4010401 h 6858000"/>
              <a:gd name="connsiteX152" fmla="*/ 1310106 w 7467663"/>
              <a:gd name="connsiteY152" fmla="*/ 3943217 h 6858000"/>
              <a:gd name="connsiteX153" fmla="*/ 1423113 w 7467663"/>
              <a:gd name="connsiteY153" fmla="*/ 3874565 h 6858000"/>
              <a:gd name="connsiteX154" fmla="*/ 1260565 w 7467663"/>
              <a:gd name="connsiteY154" fmla="*/ 4031982 h 6858000"/>
              <a:gd name="connsiteX155" fmla="*/ 901900 w 7467663"/>
              <a:gd name="connsiteY155" fmla="*/ 4421236 h 6858000"/>
              <a:gd name="connsiteX156" fmla="*/ 845044 w 7467663"/>
              <a:gd name="connsiteY156" fmla="*/ 4502436 h 6858000"/>
              <a:gd name="connsiteX157" fmla="*/ 685926 w 7467663"/>
              <a:gd name="connsiteY157" fmla="*/ 4703069 h 6858000"/>
              <a:gd name="connsiteX158" fmla="*/ 684248 w 7467663"/>
              <a:gd name="connsiteY158" fmla="*/ 4706721 h 6858000"/>
              <a:gd name="connsiteX159" fmla="*/ 1423113 w 7467663"/>
              <a:gd name="connsiteY159" fmla="*/ 3874565 h 6858000"/>
              <a:gd name="connsiteX160" fmla="*/ 3316479 w 7467663"/>
              <a:gd name="connsiteY160" fmla="*/ 3872136 h 6858000"/>
              <a:gd name="connsiteX161" fmla="*/ 3546806 w 7467663"/>
              <a:gd name="connsiteY161" fmla="*/ 4356139 h 6858000"/>
              <a:gd name="connsiteX162" fmla="*/ 3364433 w 7467663"/>
              <a:gd name="connsiteY162" fmla="*/ 3953121 h 6858000"/>
              <a:gd name="connsiteX163" fmla="*/ 3316479 w 7467663"/>
              <a:gd name="connsiteY163" fmla="*/ 3872136 h 6858000"/>
              <a:gd name="connsiteX164" fmla="*/ 3291335 w 7467663"/>
              <a:gd name="connsiteY164" fmla="*/ 3767420 h 6858000"/>
              <a:gd name="connsiteX165" fmla="*/ 3390805 w 7467663"/>
              <a:gd name="connsiteY165" fmla="*/ 3937163 h 6858000"/>
              <a:gd name="connsiteX166" fmla="*/ 3579062 w 7467663"/>
              <a:gd name="connsiteY166" fmla="*/ 4359040 h 6858000"/>
              <a:gd name="connsiteX167" fmla="*/ 3467355 w 7467663"/>
              <a:gd name="connsiteY167" fmla="*/ 3988130 h 6858000"/>
              <a:gd name="connsiteX168" fmla="*/ 3310753 w 7467663"/>
              <a:gd name="connsiteY168" fmla="*/ 3787140 h 6858000"/>
              <a:gd name="connsiteX169" fmla="*/ 3291335 w 7467663"/>
              <a:gd name="connsiteY169" fmla="*/ 3767420 h 6858000"/>
              <a:gd name="connsiteX170" fmla="*/ 1635889 w 7467663"/>
              <a:gd name="connsiteY170" fmla="*/ 3709494 h 6858000"/>
              <a:gd name="connsiteX171" fmla="*/ 1634800 w 7467663"/>
              <a:gd name="connsiteY171" fmla="*/ 3731111 h 6858000"/>
              <a:gd name="connsiteX172" fmla="*/ 1635889 w 7467663"/>
              <a:gd name="connsiteY172" fmla="*/ 3709494 h 6858000"/>
              <a:gd name="connsiteX173" fmla="*/ 1510397 w 7467663"/>
              <a:gd name="connsiteY173" fmla="*/ 3684705 h 6858000"/>
              <a:gd name="connsiteX174" fmla="*/ 1146550 w 7467663"/>
              <a:gd name="connsiteY174" fmla="*/ 3802012 h 6858000"/>
              <a:gd name="connsiteX175" fmla="*/ 698834 w 7467663"/>
              <a:gd name="connsiteY175" fmla="*/ 3952272 h 6858000"/>
              <a:gd name="connsiteX176" fmla="*/ 34256 w 7467663"/>
              <a:gd name="connsiteY176" fmla="*/ 4347603 h 6858000"/>
              <a:gd name="connsiteX177" fmla="*/ 527241 w 7467663"/>
              <a:gd name="connsiteY177" fmla="*/ 4065078 h 6858000"/>
              <a:gd name="connsiteX178" fmla="*/ 1510397 w 7467663"/>
              <a:gd name="connsiteY178" fmla="*/ 3684705 h 6858000"/>
              <a:gd name="connsiteX179" fmla="*/ 1313114 w 7467663"/>
              <a:gd name="connsiteY179" fmla="*/ 3655216 h 6858000"/>
              <a:gd name="connsiteX180" fmla="*/ 1109304 w 7467663"/>
              <a:gd name="connsiteY180" fmla="*/ 3669030 h 6858000"/>
              <a:gd name="connsiteX181" fmla="*/ 8129 w 7467663"/>
              <a:gd name="connsiteY181" fmla="*/ 4330519 h 6858000"/>
              <a:gd name="connsiteX182" fmla="*/ 687572 w 7467663"/>
              <a:gd name="connsiteY182" fmla="*/ 3925629 h 6858000"/>
              <a:gd name="connsiteX183" fmla="*/ 1138365 w 7467663"/>
              <a:gd name="connsiteY183" fmla="*/ 3774515 h 6858000"/>
              <a:gd name="connsiteX184" fmla="*/ 1505579 w 7467663"/>
              <a:gd name="connsiteY184" fmla="*/ 3655526 h 6858000"/>
              <a:gd name="connsiteX185" fmla="*/ 1313114 w 7467663"/>
              <a:gd name="connsiteY185" fmla="*/ 3655216 h 6858000"/>
              <a:gd name="connsiteX186" fmla="*/ 3655073 w 7467663"/>
              <a:gd name="connsiteY186" fmla="*/ 3650884 h 6858000"/>
              <a:gd name="connsiteX187" fmla="*/ 3989938 w 7467663"/>
              <a:gd name="connsiteY187" fmla="*/ 3991685 h 6858000"/>
              <a:gd name="connsiteX188" fmla="*/ 4393907 w 7467663"/>
              <a:gd name="connsiteY188" fmla="*/ 4261258 h 6858000"/>
              <a:gd name="connsiteX189" fmla="*/ 4648051 w 7467663"/>
              <a:gd name="connsiteY189" fmla="*/ 4374051 h 6858000"/>
              <a:gd name="connsiteX190" fmla="*/ 4383389 w 7467663"/>
              <a:gd name="connsiteY190" fmla="*/ 4184369 h 6858000"/>
              <a:gd name="connsiteX191" fmla="*/ 4165508 w 7467663"/>
              <a:gd name="connsiteY191" fmla="*/ 4035196 h 6858000"/>
              <a:gd name="connsiteX192" fmla="*/ 4068162 w 7467663"/>
              <a:gd name="connsiteY192" fmla="*/ 3953394 h 6858000"/>
              <a:gd name="connsiteX193" fmla="*/ 3981416 w 7467663"/>
              <a:gd name="connsiteY193" fmla="*/ 3880482 h 6858000"/>
              <a:gd name="connsiteX194" fmla="*/ 3800147 w 7467663"/>
              <a:gd name="connsiteY194" fmla="*/ 3749872 h 6858000"/>
              <a:gd name="connsiteX195" fmla="*/ 3655073 w 7467663"/>
              <a:gd name="connsiteY195" fmla="*/ 3650884 h 6858000"/>
              <a:gd name="connsiteX196" fmla="*/ 3670252 w 7467663"/>
              <a:gd name="connsiteY196" fmla="*/ 3622798 h 6858000"/>
              <a:gd name="connsiteX197" fmla="*/ 3817258 w 7467663"/>
              <a:gd name="connsiteY197" fmla="*/ 3723577 h 6858000"/>
              <a:gd name="connsiteX198" fmla="*/ 4000461 w 7467663"/>
              <a:gd name="connsiteY198" fmla="*/ 3855966 h 6858000"/>
              <a:gd name="connsiteX199" fmla="*/ 4088180 w 7467663"/>
              <a:gd name="connsiteY199" fmla="*/ 3929774 h 6858000"/>
              <a:gd name="connsiteX200" fmla="*/ 4184555 w 7467663"/>
              <a:gd name="connsiteY200" fmla="*/ 4010683 h 6858000"/>
              <a:gd name="connsiteX201" fmla="*/ 4399563 w 7467663"/>
              <a:gd name="connsiteY201" fmla="*/ 4158106 h 6858000"/>
              <a:gd name="connsiteX202" fmla="*/ 4684469 w 7467663"/>
              <a:gd name="connsiteY202" fmla="*/ 4364680 h 6858000"/>
              <a:gd name="connsiteX203" fmla="*/ 4690271 w 7467663"/>
              <a:gd name="connsiteY203" fmla="*/ 4370034 h 6858000"/>
              <a:gd name="connsiteX204" fmla="*/ 4136093 w 7467663"/>
              <a:gd name="connsiteY204" fmla="*/ 3858466 h 6858000"/>
              <a:gd name="connsiteX205" fmla="*/ 3670252 w 7467663"/>
              <a:gd name="connsiteY205" fmla="*/ 3622798 h 6858000"/>
              <a:gd name="connsiteX206" fmla="*/ 4440129 w 7467663"/>
              <a:gd name="connsiteY206" fmla="*/ 3448571 h 6858000"/>
              <a:gd name="connsiteX207" fmla="*/ 4856525 w 7467663"/>
              <a:gd name="connsiteY207" fmla="*/ 3915351 h 6858000"/>
              <a:gd name="connsiteX208" fmla="*/ 5059055 w 7467663"/>
              <a:gd name="connsiteY208" fmla="*/ 4108918 h 6858000"/>
              <a:gd name="connsiteX209" fmla="*/ 5290070 w 7467663"/>
              <a:gd name="connsiteY209" fmla="*/ 4263619 h 6858000"/>
              <a:gd name="connsiteX210" fmla="*/ 4834991 w 7467663"/>
              <a:gd name="connsiteY210" fmla="*/ 3830985 h 6858000"/>
              <a:gd name="connsiteX211" fmla="*/ 4440129 w 7467663"/>
              <a:gd name="connsiteY211" fmla="*/ 3448571 h 6858000"/>
              <a:gd name="connsiteX212" fmla="*/ 4441737 w 7467663"/>
              <a:gd name="connsiteY212" fmla="*/ 3399734 h 6858000"/>
              <a:gd name="connsiteX213" fmla="*/ 4431236 w 7467663"/>
              <a:gd name="connsiteY213" fmla="*/ 3400954 h 6858000"/>
              <a:gd name="connsiteX214" fmla="*/ 4557150 w 7467663"/>
              <a:gd name="connsiteY214" fmla="*/ 3510023 h 6858000"/>
              <a:gd name="connsiteX215" fmla="*/ 4856936 w 7467663"/>
              <a:gd name="connsiteY215" fmla="*/ 3809146 h 6858000"/>
              <a:gd name="connsiteX216" fmla="*/ 5111996 w 7467663"/>
              <a:gd name="connsiteY216" fmla="*/ 4065759 h 6858000"/>
              <a:gd name="connsiteX217" fmla="*/ 5388878 w 7467663"/>
              <a:gd name="connsiteY217" fmla="*/ 4300185 h 6858000"/>
              <a:gd name="connsiteX218" fmla="*/ 5425556 w 7467663"/>
              <a:gd name="connsiteY218" fmla="*/ 4308967 h 6858000"/>
              <a:gd name="connsiteX219" fmla="*/ 4943646 w 7467663"/>
              <a:gd name="connsiteY219" fmla="*/ 3822916 h 6858000"/>
              <a:gd name="connsiteX220" fmla="*/ 4594837 w 7467663"/>
              <a:gd name="connsiteY220" fmla="*/ 3532274 h 6858000"/>
              <a:gd name="connsiteX221" fmla="*/ 4441737 w 7467663"/>
              <a:gd name="connsiteY221" fmla="*/ 3399734 h 6858000"/>
              <a:gd name="connsiteX222" fmla="*/ 5425834 w 7467663"/>
              <a:gd name="connsiteY222" fmla="*/ 3162785 h 6858000"/>
              <a:gd name="connsiteX223" fmla="*/ 5401644 w 7467663"/>
              <a:gd name="connsiteY223" fmla="*/ 3617847 h 6858000"/>
              <a:gd name="connsiteX224" fmla="*/ 5467256 w 7467663"/>
              <a:gd name="connsiteY224" fmla="*/ 4175494 h 6858000"/>
              <a:gd name="connsiteX225" fmla="*/ 5448069 w 7467663"/>
              <a:gd name="connsiteY225" fmla="*/ 3567554 h 6858000"/>
              <a:gd name="connsiteX226" fmla="*/ 5425834 w 7467663"/>
              <a:gd name="connsiteY226" fmla="*/ 3162785 h 6858000"/>
              <a:gd name="connsiteX227" fmla="*/ 1318687 w 7467663"/>
              <a:gd name="connsiteY227" fmla="*/ 3113840 h 6858000"/>
              <a:gd name="connsiteX228" fmla="*/ 1066793 w 7467663"/>
              <a:gd name="connsiteY228" fmla="*/ 3212171 h 6858000"/>
              <a:gd name="connsiteX229" fmla="*/ 993319 w 7467663"/>
              <a:gd name="connsiteY229" fmla="*/ 3247648 h 6858000"/>
              <a:gd name="connsiteX230" fmla="*/ 853081 w 7467663"/>
              <a:gd name="connsiteY230" fmla="*/ 3312410 h 6858000"/>
              <a:gd name="connsiteX231" fmla="*/ 805957 w 7467663"/>
              <a:gd name="connsiteY231" fmla="*/ 3330443 h 6858000"/>
              <a:gd name="connsiteX232" fmla="*/ 1318687 w 7467663"/>
              <a:gd name="connsiteY232" fmla="*/ 3113840 h 6858000"/>
              <a:gd name="connsiteX233" fmla="*/ 5453702 w 7467663"/>
              <a:gd name="connsiteY233" fmla="*/ 3090882 h 6858000"/>
              <a:gd name="connsiteX234" fmla="*/ 5480135 w 7467663"/>
              <a:gd name="connsiteY234" fmla="*/ 3565802 h 6858000"/>
              <a:gd name="connsiteX235" fmla="*/ 5499023 w 7467663"/>
              <a:gd name="connsiteY235" fmla="*/ 4166310 h 6858000"/>
              <a:gd name="connsiteX236" fmla="*/ 5547022 w 7467663"/>
              <a:gd name="connsiteY236" fmla="*/ 3607838 h 6858000"/>
              <a:gd name="connsiteX237" fmla="*/ 5515964 w 7467663"/>
              <a:gd name="connsiteY237" fmla="*/ 3378541 h 6858000"/>
              <a:gd name="connsiteX238" fmla="*/ 5453702 w 7467663"/>
              <a:gd name="connsiteY238" fmla="*/ 3090882 h 6858000"/>
              <a:gd name="connsiteX239" fmla="*/ 1238695 w 7467663"/>
              <a:gd name="connsiteY239" fmla="*/ 3076820 h 6858000"/>
              <a:gd name="connsiteX240" fmla="*/ 716371 w 7467663"/>
              <a:gd name="connsiteY240" fmla="*/ 3293249 h 6858000"/>
              <a:gd name="connsiteX241" fmla="*/ 579522 w 7467663"/>
              <a:gd name="connsiteY241" fmla="*/ 3371759 h 6858000"/>
              <a:gd name="connsiteX242" fmla="*/ 600288 w 7467663"/>
              <a:gd name="connsiteY242" fmla="*/ 3365555 h 6858000"/>
              <a:gd name="connsiteX243" fmla="*/ 840692 w 7467663"/>
              <a:gd name="connsiteY243" fmla="*/ 3284921 h 6858000"/>
              <a:gd name="connsiteX244" fmla="*/ 979248 w 7467663"/>
              <a:gd name="connsiteY244" fmla="*/ 3221003 h 6858000"/>
              <a:gd name="connsiteX245" fmla="*/ 1053282 w 7467663"/>
              <a:gd name="connsiteY245" fmla="*/ 3185247 h 6858000"/>
              <a:gd name="connsiteX246" fmla="*/ 1320603 w 7467663"/>
              <a:gd name="connsiteY246" fmla="*/ 3081281 h 6858000"/>
              <a:gd name="connsiteX247" fmla="*/ 1238695 w 7467663"/>
              <a:gd name="connsiteY247" fmla="*/ 3076820 h 6858000"/>
              <a:gd name="connsiteX248" fmla="*/ 5425627 w 7467663"/>
              <a:gd name="connsiteY248" fmla="*/ 2954192 h 6858000"/>
              <a:gd name="connsiteX249" fmla="*/ 5470770 w 7467663"/>
              <a:gd name="connsiteY249" fmla="*/ 3005435 h 6858000"/>
              <a:gd name="connsiteX250" fmla="*/ 5519779 w 7467663"/>
              <a:gd name="connsiteY250" fmla="*/ 4359223 h 6858000"/>
              <a:gd name="connsiteX251" fmla="*/ 5520293 w 7467663"/>
              <a:gd name="connsiteY251" fmla="*/ 4360602 h 6858000"/>
              <a:gd name="connsiteX252" fmla="*/ 5767221 w 7467663"/>
              <a:gd name="connsiteY252" fmla="*/ 4665564 h 6858000"/>
              <a:gd name="connsiteX253" fmla="*/ 6937169 w 7467663"/>
              <a:gd name="connsiteY253" fmla="*/ 4815941 h 6858000"/>
              <a:gd name="connsiteX254" fmla="*/ 6953922 w 7467663"/>
              <a:gd name="connsiteY254" fmla="*/ 4890068 h 6858000"/>
              <a:gd name="connsiteX255" fmla="*/ 6071359 w 7467663"/>
              <a:gd name="connsiteY255" fmla="*/ 4770770 h 6858000"/>
              <a:gd name="connsiteX256" fmla="*/ 6038839 w 7467663"/>
              <a:gd name="connsiteY256" fmla="*/ 4764474 h 6858000"/>
              <a:gd name="connsiteX257" fmla="*/ 6038706 w 7467663"/>
              <a:gd name="connsiteY257" fmla="*/ 4763847 h 6858000"/>
              <a:gd name="connsiteX258" fmla="*/ 6037784 w 7467663"/>
              <a:gd name="connsiteY258" fmla="*/ 4764270 h 6858000"/>
              <a:gd name="connsiteX259" fmla="*/ 6038839 w 7467663"/>
              <a:gd name="connsiteY259" fmla="*/ 4764474 h 6858000"/>
              <a:gd name="connsiteX260" fmla="*/ 6040338 w 7467663"/>
              <a:gd name="connsiteY260" fmla="*/ 4771418 h 6858000"/>
              <a:gd name="connsiteX261" fmla="*/ 6024488 w 7467663"/>
              <a:gd name="connsiteY261" fmla="*/ 4809903 h 6858000"/>
              <a:gd name="connsiteX262" fmla="*/ 5599771 w 7467663"/>
              <a:gd name="connsiteY262" fmla="*/ 5509652 h 6858000"/>
              <a:gd name="connsiteX263" fmla="*/ 5548843 w 7467663"/>
              <a:gd name="connsiteY263" fmla="*/ 5563845 h 6858000"/>
              <a:gd name="connsiteX264" fmla="*/ 5940952 w 7467663"/>
              <a:gd name="connsiteY264" fmla="*/ 6250028 h 6858000"/>
              <a:gd name="connsiteX265" fmla="*/ 6043441 w 7467663"/>
              <a:gd name="connsiteY265" fmla="*/ 6665847 h 6858000"/>
              <a:gd name="connsiteX266" fmla="*/ 6093432 w 7467663"/>
              <a:gd name="connsiteY266" fmla="*/ 6858000 h 6858000"/>
              <a:gd name="connsiteX267" fmla="*/ 6034344 w 7467663"/>
              <a:gd name="connsiteY267" fmla="*/ 6858000 h 6858000"/>
              <a:gd name="connsiteX268" fmla="*/ 6026679 w 7467663"/>
              <a:gd name="connsiteY268" fmla="*/ 6836959 h 6858000"/>
              <a:gd name="connsiteX269" fmla="*/ 5800441 w 7467663"/>
              <a:gd name="connsiteY269" fmla="*/ 6335286 h 6858000"/>
              <a:gd name="connsiteX270" fmla="*/ 5526562 w 7467663"/>
              <a:gd name="connsiteY270" fmla="*/ 5705388 h 6858000"/>
              <a:gd name="connsiteX271" fmla="*/ 5519640 w 7467663"/>
              <a:gd name="connsiteY271" fmla="*/ 5683774 h 6858000"/>
              <a:gd name="connsiteX272" fmla="*/ 5844559 w 7467663"/>
              <a:gd name="connsiteY272" fmla="*/ 6553349 h 6858000"/>
              <a:gd name="connsiteX273" fmla="*/ 5975994 w 7467663"/>
              <a:gd name="connsiteY273" fmla="*/ 6858000 h 6858000"/>
              <a:gd name="connsiteX274" fmla="*/ 5898547 w 7467663"/>
              <a:gd name="connsiteY274" fmla="*/ 6858000 h 6858000"/>
              <a:gd name="connsiteX275" fmla="*/ 5682041 w 7467663"/>
              <a:gd name="connsiteY275" fmla="*/ 6355860 h 6858000"/>
              <a:gd name="connsiteX276" fmla="*/ 5461758 w 7467663"/>
              <a:gd name="connsiteY276" fmla="*/ 5820220 h 6858000"/>
              <a:gd name="connsiteX277" fmla="*/ 5237282 w 7467663"/>
              <a:gd name="connsiteY277" fmla="*/ 6579086 h 6858000"/>
              <a:gd name="connsiteX278" fmla="*/ 5115009 w 7467663"/>
              <a:gd name="connsiteY278" fmla="*/ 6858000 h 6858000"/>
              <a:gd name="connsiteX279" fmla="*/ 5028074 w 7467663"/>
              <a:gd name="connsiteY279" fmla="*/ 6858000 h 6858000"/>
              <a:gd name="connsiteX280" fmla="*/ 5079508 w 7467663"/>
              <a:gd name="connsiteY280" fmla="*/ 6749074 h 6858000"/>
              <a:gd name="connsiteX281" fmla="*/ 5371846 w 7467663"/>
              <a:gd name="connsiteY281" fmla="*/ 5924413 h 6858000"/>
              <a:gd name="connsiteX282" fmla="*/ 5270512 w 7467663"/>
              <a:gd name="connsiteY282" fmla="*/ 6138975 h 6858000"/>
              <a:gd name="connsiteX283" fmla="*/ 5062409 w 7467663"/>
              <a:gd name="connsiteY283" fmla="*/ 6653544 h 6858000"/>
              <a:gd name="connsiteX284" fmla="*/ 5036628 w 7467663"/>
              <a:gd name="connsiteY284" fmla="*/ 6754247 h 6858000"/>
              <a:gd name="connsiteX285" fmla="*/ 5009112 w 7467663"/>
              <a:gd name="connsiteY285" fmla="*/ 6858000 h 6858000"/>
              <a:gd name="connsiteX286" fmla="*/ 4976679 w 7467663"/>
              <a:gd name="connsiteY286" fmla="*/ 6858000 h 6858000"/>
              <a:gd name="connsiteX287" fmla="*/ 5006537 w 7467663"/>
              <a:gd name="connsiteY287" fmla="*/ 6747068 h 6858000"/>
              <a:gd name="connsiteX288" fmla="*/ 5032723 w 7467663"/>
              <a:gd name="connsiteY288" fmla="*/ 6644957 h 6858000"/>
              <a:gd name="connsiteX289" fmla="*/ 5242949 w 7467663"/>
              <a:gd name="connsiteY289" fmla="*/ 6125175 h 6858000"/>
              <a:gd name="connsiteX290" fmla="*/ 5286321 w 7467663"/>
              <a:gd name="connsiteY290" fmla="*/ 6033555 h 6858000"/>
              <a:gd name="connsiteX291" fmla="*/ 5008210 w 7467663"/>
              <a:gd name="connsiteY291" fmla="*/ 6649194 h 6858000"/>
              <a:gd name="connsiteX292" fmla="*/ 4986321 w 7467663"/>
              <a:gd name="connsiteY292" fmla="*/ 6765687 h 6858000"/>
              <a:gd name="connsiteX293" fmla="*/ 4973474 w 7467663"/>
              <a:gd name="connsiteY293" fmla="*/ 6858000 h 6858000"/>
              <a:gd name="connsiteX294" fmla="*/ 4907178 w 7467663"/>
              <a:gd name="connsiteY294" fmla="*/ 6858000 h 6858000"/>
              <a:gd name="connsiteX295" fmla="*/ 4910810 w 7467663"/>
              <a:gd name="connsiteY295" fmla="*/ 6829660 h 6858000"/>
              <a:gd name="connsiteX296" fmla="*/ 4987461 w 7467663"/>
              <a:gd name="connsiteY296" fmla="*/ 6432994 h 6858000"/>
              <a:gd name="connsiteX297" fmla="*/ 5179262 w 7467663"/>
              <a:gd name="connsiteY297" fmla="*/ 6035044 h 6858000"/>
              <a:gd name="connsiteX298" fmla="*/ 4689678 w 7467663"/>
              <a:gd name="connsiteY298" fmla="*/ 6440241 h 6858000"/>
              <a:gd name="connsiteX299" fmla="*/ 4477543 w 7467663"/>
              <a:gd name="connsiteY299" fmla="*/ 6674836 h 6858000"/>
              <a:gd name="connsiteX300" fmla="*/ 4329957 w 7467663"/>
              <a:gd name="connsiteY300" fmla="*/ 6858000 h 6858000"/>
              <a:gd name="connsiteX301" fmla="*/ 4218595 w 7467663"/>
              <a:gd name="connsiteY301" fmla="*/ 6858000 h 6858000"/>
              <a:gd name="connsiteX302" fmla="*/ 4368888 w 7467663"/>
              <a:gd name="connsiteY302" fmla="*/ 6668412 h 6858000"/>
              <a:gd name="connsiteX303" fmla="*/ 4563091 w 7467663"/>
              <a:gd name="connsiteY303" fmla="*/ 6442508 h 6858000"/>
              <a:gd name="connsiteX304" fmla="*/ 5387324 w 7467663"/>
              <a:gd name="connsiteY304" fmla="*/ 5705830 h 6858000"/>
              <a:gd name="connsiteX305" fmla="*/ 5073620 w 7467663"/>
              <a:gd name="connsiteY305" fmla="*/ 5955437 h 6858000"/>
              <a:gd name="connsiteX306" fmla="*/ 4689789 w 7467663"/>
              <a:gd name="connsiteY306" fmla="*/ 6268382 h 6858000"/>
              <a:gd name="connsiteX307" fmla="*/ 4418722 w 7467663"/>
              <a:gd name="connsiteY307" fmla="*/ 6570886 h 6858000"/>
              <a:gd name="connsiteX308" fmla="*/ 4214944 w 7467663"/>
              <a:gd name="connsiteY308" fmla="*/ 6858000 h 6858000"/>
              <a:gd name="connsiteX309" fmla="*/ 4177898 w 7467663"/>
              <a:gd name="connsiteY309" fmla="*/ 6858000 h 6858000"/>
              <a:gd name="connsiteX310" fmla="*/ 4391597 w 7467663"/>
              <a:gd name="connsiteY310" fmla="*/ 6556370 h 6858000"/>
              <a:gd name="connsiteX311" fmla="*/ 4668889 w 7467663"/>
              <a:gd name="connsiteY311" fmla="*/ 6246399 h 6858000"/>
              <a:gd name="connsiteX312" fmla="*/ 5055427 w 7467663"/>
              <a:gd name="connsiteY312" fmla="*/ 5931476 h 6858000"/>
              <a:gd name="connsiteX313" fmla="*/ 5371814 w 7467663"/>
              <a:gd name="connsiteY313" fmla="*/ 5678975 h 6858000"/>
              <a:gd name="connsiteX314" fmla="*/ 4987918 w 7467663"/>
              <a:gd name="connsiteY314" fmla="*/ 5838701 h 6858000"/>
              <a:gd name="connsiteX315" fmla="*/ 4317146 w 7467663"/>
              <a:gd name="connsiteY315" fmla="*/ 6587716 h 6858000"/>
              <a:gd name="connsiteX316" fmla="*/ 4171627 w 7467663"/>
              <a:gd name="connsiteY316" fmla="*/ 6858000 h 6858000"/>
              <a:gd name="connsiteX317" fmla="*/ 4081585 w 7467663"/>
              <a:gd name="connsiteY317" fmla="*/ 6858000 h 6858000"/>
              <a:gd name="connsiteX318" fmla="*/ 4238603 w 7467663"/>
              <a:gd name="connsiteY318" fmla="*/ 6559341 h 6858000"/>
              <a:gd name="connsiteX319" fmla="*/ 4778333 w 7467663"/>
              <a:gd name="connsiteY319" fmla="*/ 5873626 h 6858000"/>
              <a:gd name="connsiteX320" fmla="*/ 5414185 w 7467663"/>
              <a:gd name="connsiteY320" fmla="*/ 5573882 h 6858000"/>
              <a:gd name="connsiteX321" fmla="*/ 5959648 w 7467663"/>
              <a:gd name="connsiteY321" fmla="*/ 4760797 h 6858000"/>
              <a:gd name="connsiteX322" fmla="*/ 5355019 w 7467663"/>
              <a:gd name="connsiteY322" fmla="*/ 4734672 h 6858000"/>
              <a:gd name="connsiteX323" fmla="*/ 5083565 w 7467663"/>
              <a:gd name="connsiteY323" fmla="*/ 5179121 h 6858000"/>
              <a:gd name="connsiteX324" fmla="*/ 4713577 w 7467663"/>
              <a:gd name="connsiteY324" fmla="*/ 5616803 h 6858000"/>
              <a:gd name="connsiteX325" fmla="*/ 3989559 w 7467663"/>
              <a:gd name="connsiteY325" fmla="*/ 6145945 h 6858000"/>
              <a:gd name="connsiteX326" fmla="*/ 3939824 w 7467663"/>
              <a:gd name="connsiteY326" fmla="*/ 6066900 h 6858000"/>
              <a:gd name="connsiteX327" fmla="*/ 4584537 w 7467663"/>
              <a:gd name="connsiteY327" fmla="*/ 5324826 h 6858000"/>
              <a:gd name="connsiteX328" fmla="*/ 5037105 w 7467663"/>
              <a:gd name="connsiteY328" fmla="*/ 5088765 h 6858000"/>
              <a:gd name="connsiteX329" fmla="*/ 5039930 w 7467663"/>
              <a:gd name="connsiteY329" fmla="*/ 5089585 h 6858000"/>
              <a:gd name="connsiteX330" fmla="*/ 5263764 w 7467663"/>
              <a:gd name="connsiteY330" fmla="*/ 4735525 h 6858000"/>
              <a:gd name="connsiteX331" fmla="*/ 4086300 w 7467663"/>
              <a:gd name="connsiteY331" fmla="*/ 4884599 h 6858000"/>
              <a:gd name="connsiteX332" fmla="*/ 4085485 w 7467663"/>
              <a:gd name="connsiteY332" fmla="*/ 4899070 h 6858000"/>
              <a:gd name="connsiteX333" fmla="*/ 3871915 w 7467663"/>
              <a:gd name="connsiteY333" fmla="*/ 5253645 h 6858000"/>
              <a:gd name="connsiteX334" fmla="*/ 3799374 w 7467663"/>
              <a:gd name="connsiteY334" fmla="*/ 5466127 h 6858000"/>
              <a:gd name="connsiteX335" fmla="*/ 3498850 w 7467663"/>
              <a:gd name="connsiteY335" fmla="*/ 6661888 h 6858000"/>
              <a:gd name="connsiteX336" fmla="*/ 3399216 w 7467663"/>
              <a:gd name="connsiteY336" fmla="*/ 6858000 h 6858000"/>
              <a:gd name="connsiteX337" fmla="*/ 3303688 w 7467663"/>
              <a:gd name="connsiteY337" fmla="*/ 6858000 h 6858000"/>
              <a:gd name="connsiteX338" fmla="*/ 3391774 w 7467663"/>
              <a:gd name="connsiteY338" fmla="*/ 6697181 h 6858000"/>
              <a:gd name="connsiteX339" fmla="*/ 3735540 w 7467663"/>
              <a:gd name="connsiteY339" fmla="*/ 5546923 h 6858000"/>
              <a:gd name="connsiteX340" fmla="*/ 3729438 w 7467663"/>
              <a:gd name="connsiteY340" fmla="*/ 5569058 h 6858000"/>
              <a:gd name="connsiteX341" fmla="*/ 3707782 w 7467663"/>
              <a:gd name="connsiteY341" fmla="*/ 5644908 h 6858000"/>
              <a:gd name="connsiteX342" fmla="*/ 3583827 w 7467663"/>
              <a:gd name="connsiteY342" fmla="*/ 6039215 h 6858000"/>
              <a:gd name="connsiteX343" fmla="*/ 3547861 w 7467663"/>
              <a:gd name="connsiteY343" fmla="*/ 6129609 h 6858000"/>
              <a:gd name="connsiteX344" fmla="*/ 3490905 w 7467663"/>
              <a:gd name="connsiteY344" fmla="*/ 6277660 h 6858000"/>
              <a:gd name="connsiteX345" fmla="*/ 3455859 w 7467663"/>
              <a:gd name="connsiteY345" fmla="*/ 6391301 h 6858000"/>
              <a:gd name="connsiteX346" fmla="*/ 3429112 w 7467663"/>
              <a:gd name="connsiteY346" fmla="*/ 6479469 h 6858000"/>
              <a:gd name="connsiteX347" fmla="*/ 3304862 w 7467663"/>
              <a:gd name="connsiteY347" fmla="*/ 6796476 h 6858000"/>
              <a:gd name="connsiteX348" fmla="*/ 3276071 w 7467663"/>
              <a:gd name="connsiteY348" fmla="*/ 6858000 h 6858000"/>
              <a:gd name="connsiteX349" fmla="*/ 3240805 w 7467663"/>
              <a:gd name="connsiteY349" fmla="*/ 6858000 h 6858000"/>
              <a:gd name="connsiteX350" fmla="*/ 3275917 w 7467663"/>
              <a:gd name="connsiteY350" fmla="*/ 6783192 h 6858000"/>
              <a:gd name="connsiteX351" fmla="*/ 3399358 w 7467663"/>
              <a:gd name="connsiteY351" fmla="*/ 6469011 h 6858000"/>
              <a:gd name="connsiteX352" fmla="*/ 3425650 w 7467663"/>
              <a:gd name="connsiteY352" fmla="*/ 6381333 h 6858000"/>
              <a:gd name="connsiteX353" fmla="*/ 3460661 w 7467663"/>
              <a:gd name="connsiteY353" fmla="*/ 6266763 h 6858000"/>
              <a:gd name="connsiteX354" fmla="*/ 3518021 w 7467663"/>
              <a:gd name="connsiteY354" fmla="*/ 6117298 h 6858000"/>
              <a:gd name="connsiteX355" fmla="*/ 3554035 w 7467663"/>
              <a:gd name="connsiteY355" fmla="*/ 6027832 h 6858000"/>
              <a:gd name="connsiteX356" fmla="*/ 3677174 w 7467663"/>
              <a:gd name="connsiteY356" fmla="*/ 5636351 h 6858000"/>
              <a:gd name="connsiteX357" fmla="*/ 3698819 w 7467663"/>
              <a:gd name="connsiteY357" fmla="*/ 5560503 h 6858000"/>
              <a:gd name="connsiteX358" fmla="*/ 3702094 w 7467663"/>
              <a:gd name="connsiteY358" fmla="*/ 5549194 h 6858000"/>
              <a:gd name="connsiteX359" fmla="*/ 3398355 w 7467663"/>
              <a:gd name="connsiteY359" fmla="*/ 6094603 h 6858000"/>
              <a:gd name="connsiteX360" fmla="*/ 3193941 w 7467663"/>
              <a:gd name="connsiteY360" fmla="*/ 6798775 h 6858000"/>
              <a:gd name="connsiteX361" fmla="*/ 3184140 w 7467663"/>
              <a:gd name="connsiteY361" fmla="*/ 6858000 h 6858000"/>
              <a:gd name="connsiteX362" fmla="*/ 3099978 w 7467663"/>
              <a:gd name="connsiteY362" fmla="*/ 6858000 h 6858000"/>
              <a:gd name="connsiteX363" fmla="*/ 3101556 w 7467663"/>
              <a:gd name="connsiteY363" fmla="*/ 6843337 h 6858000"/>
              <a:gd name="connsiteX364" fmla="*/ 3370162 w 7467663"/>
              <a:gd name="connsiteY364" fmla="*/ 5785550 h 6858000"/>
              <a:gd name="connsiteX365" fmla="*/ 3746477 w 7467663"/>
              <a:gd name="connsiteY365" fmla="*/ 5377889 h 6858000"/>
              <a:gd name="connsiteX366" fmla="*/ 3863399 w 7467663"/>
              <a:gd name="connsiteY366" fmla="*/ 5087257 h 6858000"/>
              <a:gd name="connsiteX367" fmla="*/ 3968712 w 7467663"/>
              <a:gd name="connsiteY367" fmla="*/ 4913989 h 6858000"/>
              <a:gd name="connsiteX368" fmla="*/ 2792390 w 7467663"/>
              <a:gd name="connsiteY368" fmla="*/ 5382974 h 6858000"/>
              <a:gd name="connsiteX369" fmla="*/ 2714982 w 7467663"/>
              <a:gd name="connsiteY369" fmla="*/ 5427051 h 6858000"/>
              <a:gd name="connsiteX370" fmla="*/ 2813361 w 7467663"/>
              <a:gd name="connsiteY370" fmla="*/ 6023912 h 6858000"/>
              <a:gd name="connsiteX371" fmla="*/ 2688430 w 7467663"/>
              <a:gd name="connsiteY371" fmla="*/ 6801564 h 6858000"/>
              <a:gd name="connsiteX372" fmla="*/ 2629626 w 7467663"/>
              <a:gd name="connsiteY372" fmla="*/ 6763394 h 6858000"/>
              <a:gd name="connsiteX373" fmla="*/ 2565328 w 7467663"/>
              <a:gd name="connsiteY373" fmla="*/ 5516399 h 6858000"/>
              <a:gd name="connsiteX374" fmla="*/ 1922999 w 7467663"/>
              <a:gd name="connsiteY374" fmla="*/ 5980343 h 6858000"/>
              <a:gd name="connsiteX375" fmla="*/ 1950261 w 7467663"/>
              <a:gd name="connsiteY375" fmla="*/ 6405858 h 6858000"/>
              <a:gd name="connsiteX376" fmla="*/ 2365554 w 7467663"/>
              <a:gd name="connsiteY376" fmla="*/ 6759107 h 6858000"/>
              <a:gd name="connsiteX377" fmla="*/ 2424142 w 7467663"/>
              <a:gd name="connsiteY377" fmla="*/ 6858000 h 6858000"/>
              <a:gd name="connsiteX378" fmla="*/ 2395994 w 7467663"/>
              <a:gd name="connsiteY378" fmla="*/ 6858000 h 6858000"/>
              <a:gd name="connsiteX379" fmla="*/ 2392863 w 7467663"/>
              <a:gd name="connsiteY379" fmla="*/ 6852964 h 6858000"/>
              <a:gd name="connsiteX380" fmla="*/ 2017589 w 7467663"/>
              <a:gd name="connsiteY380" fmla="*/ 6493982 h 6858000"/>
              <a:gd name="connsiteX381" fmla="*/ 2147336 w 7467663"/>
              <a:gd name="connsiteY381" fmla="*/ 6594052 h 6858000"/>
              <a:gd name="connsiteX382" fmla="*/ 2207047 w 7467663"/>
              <a:gd name="connsiteY382" fmla="*/ 6654540 h 6858000"/>
              <a:gd name="connsiteX383" fmla="*/ 2299106 w 7467663"/>
              <a:gd name="connsiteY383" fmla="*/ 6778931 h 6858000"/>
              <a:gd name="connsiteX384" fmla="*/ 2314430 w 7467663"/>
              <a:gd name="connsiteY384" fmla="*/ 6801144 h 6858000"/>
              <a:gd name="connsiteX385" fmla="*/ 2352406 w 7467663"/>
              <a:gd name="connsiteY385" fmla="*/ 6858000 h 6858000"/>
              <a:gd name="connsiteX386" fmla="*/ 2314492 w 7467663"/>
              <a:gd name="connsiteY386" fmla="*/ 6858000 h 6858000"/>
              <a:gd name="connsiteX387" fmla="*/ 2288095 w 7467663"/>
              <a:gd name="connsiteY387" fmla="*/ 6818030 h 6858000"/>
              <a:gd name="connsiteX388" fmla="*/ 2272768 w 7467663"/>
              <a:gd name="connsiteY388" fmla="*/ 6795822 h 6858000"/>
              <a:gd name="connsiteX389" fmla="*/ 2182715 w 7467663"/>
              <a:gd name="connsiteY389" fmla="*/ 6675071 h 6858000"/>
              <a:gd name="connsiteX390" fmla="*/ 2032061 w 7467663"/>
              <a:gd name="connsiteY390" fmla="*/ 6541380 h 6858000"/>
              <a:gd name="connsiteX391" fmla="*/ 2257220 w 7467663"/>
              <a:gd name="connsiteY391" fmla="*/ 6826257 h 6858000"/>
              <a:gd name="connsiteX392" fmla="*/ 2281324 w 7467663"/>
              <a:gd name="connsiteY392" fmla="*/ 6858000 h 6858000"/>
              <a:gd name="connsiteX393" fmla="*/ 2242860 w 7467663"/>
              <a:gd name="connsiteY393" fmla="*/ 6858000 h 6858000"/>
              <a:gd name="connsiteX394" fmla="*/ 2232818 w 7467663"/>
              <a:gd name="connsiteY394" fmla="*/ 6844926 h 6858000"/>
              <a:gd name="connsiteX395" fmla="*/ 1990172 w 7467663"/>
              <a:gd name="connsiteY395" fmla="*/ 6542121 h 6858000"/>
              <a:gd name="connsiteX396" fmla="*/ 2124090 w 7467663"/>
              <a:gd name="connsiteY396" fmla="*/ 6761017 h 6858000"/>
              <a:gd name="connsiteX397" fmla="*/ 2200380 w 7467663"/>
              <a:gd name="connsiteY397" fmla="*/ 6858000 h 6858000"/>
              <a:gd name="connsiteX398" fmla="*/ 2147507 w 7467663"/>
              <a:gd name="connsiteY398" fmla="*/ 6858000 h 6858000"/>
              <a:gd name="connsiteX399" fmla="*/ 2070668 w 7467663"/>
              <a:gd name="connsiteY399" fmla="*/ 6761520 h 6858000"/>
              <a:gd name="connsiteX400" fmla="*/ 1975142 w 7467663"/>
              <a:gd name="connsiteY400" fmla="*/ 6585570 h 6858000"/>
              <a:gd name="connsiteX401" fmla="*/ 2050035 w 7467663"/>
              <a:gd name="connsiteY401" fmla="*/ 6813345 h 6858000"/>
              <a:gd name="connsiteX402" fmla="*/ 2063025 w 7467663"/>
              <a:gd name="connsiteY402" fmla="*/ 6858000 h 6858000"/>
              <a:gd name="connsiteX403" fmla="*/ 2021675 w 7467663"/>
              <a:gd name="connsiteY403" fmla="*/ 6858000 h 6858000"/>
              <a:gd name="connsiteX404" fmla="*/ 2019308 w 7467663"/>
              <a:gd name="connsiteY404" fmla="*/ 6847118 h 6858000"/>
              <a:gd name="connsiteX405" fmla="*/ 1938835 w 7467663"/>
              <a:gd name="connsiteY405" fmla="*/ 6551160 h 6858000"/>
              <a:gd name="connsiteX406" fmla="*/ 1953230 w 7467663"/>
              <a:gd name="connsiteY406" fmla="*/ 6759699 h 6858000"/>
              <a:gd name="connsiteX407" fmla="*/ 1956763 w 7467663"/>
              <a:gd name="connsiteY407" fmla="*/ 6778191 h 6858000"/>
              <a:gd name="connsiteX408" fmla="*/ 1967925 w 7467663"/>
              <a:gd name="connsiteY408" fmla="*/ 6858000 h 6858000"/>
              <a:gd name="connsiteX409" fmla="*/ 1936622 w 7467663"/>
              <a:gd name="connsiteY409" fmla="*/ 6858000 h 6858000"/>
              <a:gd name="connsiteX410" fmla="*/ 1926261 w 7467663"/>
              <a:gd name="connsiteY410" fmla="*/ 6784064 h 6858000"/>
              <a:gd name="connsiteX411" fmla="*/ 1922724 w 7467663"/>
              <a:gd name="connsiteY411" fmla="*/ 6765577 h 6858000"/>
              <a:gd name="connsiteX412" fmla="*/ 1904650 w 7467663"/>
              <a:gd name="connsiteY412" fmla="*/ 6639616 h 6858000"/>
              <a:gd name="connsiteX413" fmla="*/ 1885273 w 7467663"/>
              <a:gd name="connsiteY413" fmla="*/ 6858000 h 6858000"/>
              <a:gd name="connsiteX414" fmla="*/ 1854363 w 7467663"/>
              <a:gd name="connsiteY414" fmla="*/ 6858000 h 6858000"/>
              <a:gd name="connsiteX415" fmla="*/ 1880391 w 7467663"/>
              <a:gd name="connsiteY415" fmla="*/ 6603796 h 6858000"/>
              <a:gd name="connsiteX416" fmla="*/ 1818273 w 7467663"/>
              <a:gd name="connsiteY416" fmla="*/ 6715729 h 6858000"/>
              <a:gd name="connsiteX417" fmla="*/ 1794691 w 7467663"/>
              <a:gd name="connsiteY417" fmla="*/ 6843239 h 6858000"/>
              <a:gd name="connsiteX418" fmla="*/ 1794914 w 7467663"/>
              <a:gd name="connsiteY418" fmla="*/ 6858000 h 6858000"/>
              <a:gd name="connsiteX419" fmla="*/ 1746128 w 7467663"/>
              <a:gd name="connsiteY419" fmla="*/ 6858000 h 6858000"/>
              <a:gd name="connsiteX420" fmla="*/ 1753934 w 7467663"/>
              <a:gd name="connsiteY420" fmla="*/ 6724796 h 6858000"/>
              <a:gd name="connsiteX421" fmla="*/ 1792053 w 7467663"/>
              <a:gd name="connsiteY421" fmla="*/ 6572396 h 6858000"/>
              <a:gd name="connsiteX422" fmla="*/ 1862248 w 7467663"/>
              <a:gd name="connsiteY422" fmla="*/ 6266397 h 6858000"/>
              <a:gd name="connsiteX423" fmla="*/ 1862250 w 7467663"/>
              <a:gd name="connsiteY423" fmla="*/ 6033531 h 6858000"/>
              <a:gd name="connsiteX424" fmla="*/ 1211999 w 7467663"/>
              <a:gd name="connsiteY424" fmla="*/ 6683610 h 6858000"/>
              <a:gd name="connsiteX425" fmla="*/ 1213266 w 7467663"/>
              <a:gd name="connsiteY425" fmla="*/ 6691947 h 6858000"/>
              <a:gd name="connsiteX426" fmla="*/ 1203370 w 7467663"/>
              <a:gd name="connsiteY426" fmla="*/ 6850676 h 6858000"/>
              <a:gd name="connsiteX427" fmla="*/ 1203671 w 7467663"/>
              <a:gd name="connsiteY427" fmla="*/ 6858000 h 6858000"/>
              <a:gd name="connsiteX428" fmla="*/ 1143180 w 7467663"/>
              <a:gd name="connsiteY428" fmla="*/ 6858000 h 6858000"/>
              <a:gd name="connsiteX429" fmla="*/ 1142176 w 7467663"/>
              <a:gd name="connsiteY429" fmla="*/ 6766045 h 6858000"/>
              <a:gd name="connsiteX430" fmla="*/ 1067484 w 7467663"/>
              <a:gd name="connsiteY430" fmla="*/ 6858000 h 6858000"/>
              <a:gd name="connsiteX431" fmla="*/ 953928 w 7467663"/>
              <a:gd name="connsiteY431" fmla="*/ 6858000 h 6858000"/>
              <a:gd name="connsiteX432" fmla="*/ 959715 w 7467663"/>
              <a:gd name="connsiteY432" fmla="*/ 6850185 h 6858000"/>
              <a:gd name="connsiteX433" fmla="*/ 1483788 w 7467663"/>
              <a:gd name="connsiteY433" fmla="*/ 6259174 h 6858000"/>
              <a:gd name="connsiteX434" fmla="*/ 1100671 w 7467663"/>
              <a:gd name="connsiteY434" fmla="*/ 6252137 h 6858000"/>
              <a:gd name="connsiteX435" fmla="*/ 1090144 w 7467663"/>
              <a:gd name="connsiteY435" fmla="*/ 6256748 h 6858000"/>
              <a:gd name="connsiteX436" fmla="*/ 1095872 w 7467663"/>
              <a:gd name="connsiteY436" fmla="*/ 6271892 h 6858000"/>
              <a:gd name="connsiteX437" fmla="*/ 262785 w 7467663"/>
              <a:gd name="connsiteY437" fmla="*/ 6845450 h 6858000"/>
              <a:gd name="connsiteX438" fmla="*/ 209968 w 7467663"/>
              <a:gd name="connsiteY438" fmla="*/ 6770713 h 6858000"/>
              <a:gd name="connsiteX439" fmla="*/ 873460 w 7467663"/>
              <a:gd name="connsiteY439" fmla="*/ 6253768 h 6858000"/>
              <a:gd name="connsiteX440" fmla="*/ 192686 w 7467663"/>
              <a:gd name="connsiteY440" fmla="*/ 5849257 h 6858000"/>
              <a:gd name="connsiteX441" fmla="*/ 4696 w 7467663"/>
              <a:gd name="connsiteY441" fmla="*/ 5697668 h 6858000"/>
              <a:gd name="connsiteX442" fmla="*/ 0 w 7467663"/>
              <a:gd name="connsiteY442" fmla="*/ 5689984 h 6858000"/>
              <a:gd name="connsiteX443" fmla="*/ 0 w 7467663"/>
              <a:gd name="connsiteY443" fmla="*/ 5513472 h 6858000"/>
              <a:gd name="connsiteX444" fmla="*/ 174101 w 7467663"/>
              <a:gd name="connsiteY444" fmla="*/ 5620277 h 6858000"/>
              <a:gd name="connsiteX445" fmla="*/ 891800 w 7467663"/>
              <a:gd name="connsiteY445" fmla="*/ 6036935 h 6858000"/>
              <a:gd name="connsiteX446" fmla="*/ 1072219 w 7467663"/>
              <a:gd name="connsiteY446" fmla="*/ 6169443 h 6858000"/>
              <a:gd name="connsiteX447" fmla="*/ 1074117 w 7467663"/>
              <a:gd name="connsiteY447" fmla="*/ 6170301 h 6858000"/>
              <a:gd name="connsiteX448" fmla="*/ 1083114 w 7467663"/>
              <a:gd name="connsiteY448" fmla="*/ 6174131 h 6858000"/>
              <a:gd name="connsiteX449" fmla="*/ 1543010 w 7467663"/>
              <a:gd name="connsiteY449" fmla="*/ 6191140 h 6858000"/>
              <a:gd name="connsiteX450" fmla="*/ 1551080 w 7467663"/>
              <a:gd name="connsiteY450" fmla="*/ 6195006 h 6858000"/>
              <a:gd name="connsiteX451" fmla="*/ 2345443 w 7467663"/>
              <a:gd name="connsiteY451" fmla="*/ 5549882 h 6858000"/>
              <a:gd name="connsiteX452" fmla="*/ 1721499 w 7467663"/>
              <a:gd name="connsiteY452" fmla="*/ 5599969 h 6858000"/>
              <a:gd name="connsiteX453" fmla="*/ 767716 w 7467663"/>
              <a:gd name="connsiteY453" fmla="*/ 5472768 h 6858000"/>
              <a:gd name="connsiteX454" fmla="*/ 722147 w 7467663"/>
              <a:gd name="connsiteY454" fmla="*/ 5393091 h 6858000"/>
              <a:gd name="connsiteX455" fmla="*/ 1485552 w 7467663"/>
              <a:gd name="connsiteY455" fmla="*/ 5313202 h 6858000"/>
              <a:gd name="connsiteX456" fmla="*/ 2143004 w 7467663"/>
              <a:gd name="connsiteY456" fmla="*/ 5402420 h 6858000"/>
              <a:gd name="connsiteX457" fmla="*/ 1933391 w 7467663"/>
              <a:gd name="connsiteY457" fmla="*/ 5156971 h 6858000"/>
              <a:gd name="connsiteX458" fmla="*/ 1827118 w 7467663"/>
              <a:gd name="connsiteY458" fmla="*/ 4968410 h 6858000"/>
              <a:gd name="connsiteX459" fmla="*/ 1837349 w 7467663"/>
              <a:gd name="connsiteY459" fmla="*/ 4956357 h 6858000"/>
              <a:gd name="connsiteX460" fmla="*/ 2162835 w 7467663"/>
              <a:gd name="connsiteY460" fmla="*/ 5187853 h 6858000"/>
              <a:gd name="connsiteX461" fmla="*/ 2257167 w 7467663"/>
              <a:gd name="connsiteY461" fmla="*/ 5462123 h 6858000"/>
              <a:gd name="connsiteX462" fmla="*/ 2261598 w 7467663"/>
              <a:gd name="connsiteY462" fmla="*/ 5467998 h 6858000"/>
              <a:gd name="connsiteX463" fmla="*/ 2437177 w 7467663"/>
              <a:gd name="connsiteY463" fmla="*/ 5479608 h 6858000"/>
              <a:gd name="connsiteX464" fmla="*/ 2445247 w 7467663"/>
              <a:gd name="connsiteY464" fmla="*/ 5483476 h 6858000"/>
              <a:gd name="connsiteX465" fmla="*/ 2743626 w 7467663"/>
              <a:gd name="connsiteY465" fmla="*/ 5304819 h 6858000"/>
              <a:gd name="connsiteX466" fmla="*/ 3048102 w 7467663"/>
              <a:gd name="connsiteY466" fmla="*/ 5150595 h 6858000"/>
              <a:gd name="connsiteX467" fmla="*/ 1799414 w 7467663"/>
              <a:gd name="connsiteY467" fmla="*/ 4694732 h 6858000"/>
              <a:gd name="connsiteX468" fmla="*/ 1771735 w 7467663"/>
              <a:gd name="connsiteY468" fmla="*/ 4619929 h 6858000"/>
              <a:gd name="connsiteX469" fmla="*/ 3104273 w 7467663"/>
              <a:gd name="connsiteY469" fmla="*/ 5076159 h 6858000"/>
              <a:gd name="connsiteX470" fmla="*/ 3113245 w 7467663"/>
              <a:gd name="connsiteY470" fmla="*/ 5090705 h 6858000"/>
              <a:gd name="connsiteX471" fmla="*/ 3126294 w 7467663"/>
              <a:gd name="connsiteY471" fmla="*/ 5114400 h 6858000"/>
              <a:gd name="connsiteX472" fmla="*/ 3937433 w 7467663"/>
              <a:gd name="connsiteY472" fmla="*/ 4830473 h 6858000"/>
              <a:gd name="connsiteX473" fmla="*/ 3590475 w 7467663"/>
              <a:gd name="connsiteY473" fmla="*/ 4597974 h 6858000"/>
              <a:gd name="connsiteX474" fmla="*/ 3100264 w 7467663"/>
              <a:gd name="connsiteY474" fmla="*/ 4579845 h 6858000"/>
              <a:gd name="connsiteX475" fmla="*/ 2183576 w 7467663"/>
              <a:gd name="connsiteY475" fmla="*/ 4227150 h 6858000"/>
              <a:gd name="connsiteX476" fmla="*/ 2151029 w 7467663"/>
              <a:gd name="connsiteY476" fmla="*/ 4146947 h 6858000"/>
              <a:gd name="connsiteX477" fmla="*/ 3563434 w 7467663"/>
              <a:gd name="connsiteY477" fmla="*/ 4469115 h 6858000"/>
              <a:gd name="connsiteX478" fmla="*/ 3177952 w 7467663"/>
              <a:gd name="connsiteY478" fmla="*/ 3657386 h 6858000"/>
              <a:gd name="connsiteX479" fmla="*/ 3189263 w 7467663"/>
              <a:gd name="connsiteY479" fmla="*/ 3625726 h 6858000"/>
              <a:gd name="connsiteX480" fmla="*/ 3560912 w 7467663"/>
              <a:gd name="connsiteY480" fmla="*/ 4079863 h 6858000"/>
              <a:gd name="connsiteX481" fmla="*/ 3626636 w 7467663"/>
              <a:gd name="connsiteY481" fmla="*/ 4512230 h 6858000"/>
              <a:gd name="connsiteX482" fmla="*/ 3653088 w 7467663"/>
              <a:gd name="connsiteY482" fmla="*/ 4521417 h 6858000"/>
              <a:gd name="connsiteX483" fmla="*/ 3988128 w 7467663"/>
              <a:gd name="connsiteY483" fmla="*/ 4817267 h 6858000"/>
              <a:gd name="connsiteX484" fmla="*/ 4830582 w 7467663"/>
              <a:gd name="connsiteY484" fmla="*/ 4676000 h 6858000"/>
              <a:gd name="connsiteX485" fmla="*/ 4830100 w 7467663"/>
              <a:gd name="connsiteY485" fmla="*/ 4675554 h 6858000"/>
              <a:gd name="connsiteX486" fmla="*/ 4036318 w 7467663"/>
              <a:gd name="connsiteY486" fmla="*/ 4147013 h 6858000"/>
              <a:gd name="connsiteX487" fmla="*/ 3432098 w 7467663"/>
              <a:gd name="connsiteY487" fmla="*/ 3537312 h 6858000"/>
              <a:gd name="connsiteX488" fmla="*/ 3446761 w 7467663"/>
              <a:gd name="connsiteY488" fmla="*/ 3461278 h 6858000"/>
              <a:gd name="connsiteX489" fmla="*/ 4419733 w 7467663"/>
              <a:gd name="connsiteY489" fmla="*/ 3963555 h 6858000"/>
              <a:gd name="connsiteX490" fmla="*/ 4781371 w 7467663"/>
              <a:gd name="connsiteY490" fmla="*/ 4458604 h 6858000"/>
              <a:gd name="connsiteX491" fmla="*/ 4780440 w 7467663"/>
              <a:gd name="connsiteY491" fmla="*/ 4470290 h 6858000"/>
              <a:gd name="connsiteX492" fmla="*/ 4898954 w 7467663"/>
              <a:gd name="connsiteY492" fmla="*/ 4662092 h 6858000"/>
              <a:gd name="connsiteX493" fmla="*/ 4900699 w 7467663"/>
              <a:gd name="connsiteY493" fmla="*/ 4670867 h 6858000"/>
              <a:gd name="connsiteX494" fmla="*/ 5714511 w 7467663"/>
              <a:gd name="connsiteY494" fmla="*/ 4663483 h 6858000"/>
              <a:gd name="connsiteX495" fmla="*/ 5464793 w 7467663"/>
              <a:gd name="connsiteY495" fmla="*/ 4393556 h 6858000"/>
              <a:gd name="connsiteX496" fmla="*/ 5461897 w 7467663"/>
              <a:gd name="connsiteY496" fmla="*/ 4390879 h 6858000"/>
              <a:gd name="connsiteX497" fmla="*/ 4294126 w 7467663"/>
              <a:gd name="connsiteY497" fmla="*/ 3303048 h 6858000"/>
              <a:gd name="connsiteX498" fmla="*/ 4305321 w 7467663"/>
              <a:gd name="connsiteY498" fmla="*/ 3256953 h 6858000"/>
              <a:gd name="connsiteX499" fmla="*/ 4949299 w 7467663"/>
              <a:gd name="connsiteY499" fmla="*/ 3766336 h 6858000"/>
              <a:gd name="connsiteX500" fmla="*/ 5291452 w 7467663"/>
              <a:gd name="connsiteY500" fmla="*/ 4076801 h 6858000"/>
              <a:gd name="connsiteX501" fmla="*/ 5434998 w 7467663"/>
              <a:gd name="connsiteY501" fmla="*/ 4254100 h 6858000"/>
              <a:gd name="connsiteX502" fmla="*/ 5351015 w 7467663"/>
              <a:gd name="connsiteY502" fmla="*/ 3760989 h 6858000"/>
              <a:gd name="connsiteX503" fmla="*/ 5413780 w 7467663"/>
              <a:gd name="connsiteY503" fmla="*/ 2966265 h 6858000"/>
              <a:gd name="connsiteX504" fmla="*/ 5425627 w 7467663"/>
              <a:gd name="connsiteY504" fmla="*/ 2954192 h 6858000"/>
              <a:gd name="connsiteX505" fmla="*/ 6604735 w 7467663"/>
              <a:gd name="connsiteY505" fmla="*/ 2041381 h 6858000"/>
              <a:gd name="connsiteX506" fmla="*/ 7204487 w 7467663"/>
              <a:gd name="connsiteY506" fmla="*/ 2742112 h 6858000"/>
              <a:gd name="connsiteX507" fmla="*/ 7131592 w 7467663"/>
              <a:gd name="connsiteY507" fmla="*/ 2672096 h 6858000"/>
              <a:gd name="connsiteX508" fmla="*/ 6996344 w 7467663"/>
              <a:gd name="connsiteY508" fmla="*/ 2518310 h 6858000"/>
              <a:gd name="connsiteX509" fmla="*/ 6735495 w 7467663"/>
              <a:gd name="connsiteY509" fmla="*/ 2196890 h 6858000"/>
              <a:gd name="connsiteX510" fmla="*/ 6721901 w 7467663"/>
              <a:gd name="connsiteY510" fmla="*/ 2179274 h 6858000"/>
              <a:gd name="connsiteX511" fmla="*/ 6604735 w 7467663"/>
              <a:gd name="connsiteY511" fmla="*/ 2041381 h 6858000"/>
              <a:gd name="connsiteX512" fmla="*/ 6591670 w 7467663"/>
              <a:gd name="connsiteY512" fmla="*/ 1988277 h 6858000"/>
              <a:gd name="connsiteX513" fmla="*/ 6747349 w 7467663"/>
              <a:gd name="connsiteY513" fmla="*/ 2160069 h 6858000"/>
              <a:gd name="connsiteX514" fmla="*/ 6760943 w 7467663"/>
              <a:gd name="connsiteY514" fmla="*/ 2177686 h 6858000"/>
              <a:gd name="connsiteX515" fmla="*/ 7021065 w 7467663"/>
              <a:gd name="connsiteY515" fmla="*/ 2498102 h 6858000"/>
              <a:gd name="connsiteX516" fmla="*/ 7155223 w 7467663"/>
              <a:gd name="connsiteY516" fmla="*/ 2650386 h 6858000"/>
              <a:gd name="connsiteX517" fmla="*/ 7203167 w 7467663"/>
              <a:gd name="connsiteY517" fmla="*/ 2697288 h 6858000"/>
              <a:gd name="connsiteX518" fmla="*/ 6937703 w 7467663"/>
              <a:gd name="connsiteY518" fmla="*/ 2321981 h 6858000"/>
              <a:gd name="connsiteX519" fmla="*/ 6591670 w 7467663"/>
              <a:gd name="connsiteY519" fmla="*/ 1988277 h 6858000"/>
              <a:gd name="connsiteX520" fmla="*/ 5798671 w 7467663"/>
              <a:gd name="connsiteY520" fmla="*/ 1981601 h 6858000"/>
              <a:gd name="connsiteX521" fmla="*/ 5754709 w 7467663"/>
              <a:gd name="connsiteY521" fmla="*/ 2071454 h 6858000"/>
              <a:gd name="connsiteX522" fmla="*/ 5763044 w 7467663"/>
              <a:gd name="connsiteY522" fmla="*/ 2842206 h 6858000"/>
              <a:gd name="connsiteX523" fmla="*/ 5764974 w 7467663"/>
              <a:gd name="connsiteY523" fmla="*/ 2799609 h 6858000"/>
              <a:gd name="connsiteX524" fmla="*/ 5767665 w 7467663"/>
              <a:gd name="connsiteY524" fmla="*/ 2666409 h 6858000"/>
              <a:gd name="connsiteX525" fmla="*/ 5763055 w 7467663"/>
              <a:gd name="connsiteY525" fmla="*/ 2579705 h 6858000"/>
              <a:gd name="connsiteX526" fmla="*/ 5758079 w 7467663"/>
              <a:gd name="connsiteY526" fmla="*/ 2492508 h 6858000"/>
              <a:gd name="connsiteX527" fmla="*/ 5779325 w 7467663"/>
              <a:gd name="connsiteY527" fmla="*/ 2197069 h 6858000"/>
              <a:gd name="connsiteX528" fmla="*/ 5798671 w 7467663"/>
              <a:gd name="connsiteY528" fmla="*/ 1981601 h 6858000"/>
              <a:gd name="connsiteX529" fmla="*/ 5829202 w 7467663"/>
              <a:gd name="connsiteY529" fmla="*/ 1971679 h 6858000"/>
              <a:gd name="connsiteX530" fmla="*/ 5809558 w 7467663"/>
              <a:gd name="connsiteY530" fmla="*/ 2198043 h 6858000"/>
              <a:gd name="connsiteX531" fmla="*/ 5788653 w 7467663"/>
              <a:gd name="connsiteY531" fmla="*/ 2489430 h 6858000"/>
              <a:gd name="connsiteX532" fmla="*/ 5793439 w 7467663"/>
              <a:gd name="connsiteY532" fmla="*/ 2575235 h 6858000"/>
              <a:gd name="connsiteX533" fmla="*/ 5796837 w 7467663"/>
              <a:gd name="connsiteY533" fmla="*/ 2637633 h 6858000"/>
              <a:gd name="connsiteX534" fmla="*/ 5818614 w 7467663"/>
              <a:gd name="connsiteY534" fmla="*/ 2473055 h 6858000"/>
              <a:gd name="connsiteX535" fmla="*/ 5829202 w 7467663"/>
              <a:gd name="connsiteY535" fmla="*/ 1971679 h 6858000"/>
              <a:gd name="connsiteX536" fmla="*/ 5911389 w 7467663"/>
              <a:gd name="connsiteY536" fmla="*/ 1898371 h 6858000"/>
              <a:gd name="connsiteX537" fmla="*/ 6237627 w 7467663"/>
              <a:gd name="connsiteY537" fmla="*/ 2231921 h 6858000"/>
              <a:gd name="connsiteX538" fmla="*/ 5911389 w 7467663"/>
              <a:gd name="connsiteY538" fmla="*/ 1898371 h 6858000"/>
              <a:gd name="connsiteX539" fmla="*/ 6944437 w 7467663"/>
              <a:gd name="connsiteY539" fmla="*/ 1575402 h 6858000"/>
              <a:gd name="connsiteX540" fmla="*/ 6304730 w 7467663"/>
              <a:gd name="connsiteY540" fmla="*/ 1766654 h 6858000"/>
              <a:gd name="connsiteX541" fmla="*/ 6944437 w 7467663"/>
              <a:gd name="connsiteY541" fmla="*/ 1575402 h 6858000"/>
              <a:gd name="connsiteX542" fmla="*/ 7019523 w 7467663"/>
              <a:gd name="connsiteY542" fmla="*/ 1519450 h 6858000"/>
              <a:gd name="connsiteX543" fmla="*/ 6298091 w 7467663"/>
              <a:gd name="connsiteY543" fmla="*/ 1737122 h 6858000"/>
              <a:gd name="connsiteX544" fmla="*/ 7019523 w 7467663"/>
              <a:gd name="connsiteY544" fmla="*/ 1519450 h 6858000"/>
              <a:gd name="connsiteX545" fmla="*/ 2399523 w 7467663"/>
              <a:gd name="connsiteY545" fmla="*/ 1428234 h 6858000"/>
              <a:gd name="connsiteX546" fmla="*/ 2224982 w 7467663"/>
              <a:gd name="connsiteY546" fmla="*/ 1826201 h 6858000"/>
              <a:gd name="connsiteX547" fmla="*/ 2096099 w 7467663"/>
              <a:gd name="connsiteY547" fmla="*/ 2345900 h 6858000"/>
              <a:gd name="connsiteX548" fmla="*/ 2283317 w 7467663"/>
              <a:gd name="connsiteY548" fmla="*/ 1796925 h 6858000"/>
              <a:gd name="connsiteX549" fmla="*/ 2399523 w 7467663"/>
              <a:gd name="connsiteY549" fmla="*/ 1428234 h 6858000"/>
              <a:gd name="connsiteX550" fmla="*/ 2448558 w 7467663"/>
              <a:gd name="connsiteY550" fmla="*/ 1373435 h 6858000"/>
              <a:gd name="connsiteX551" fmla="*/ 2312521 w 7467663"/>
              <a:gd name="connsiteY551" fmla="*/ 1806140 h 6858000"/>
              <a:gd name="connsiteX552" fmla="*/ 2127533 w 7467663"/>
              <a:gd name="connsiteY552" fmla="*/ 2348380 h 6858000"/>
              <a:gd name="connsiteX553" fmla="*/ 2358080 w 7467663"/>
              <a:gd name="connsiteY553" fmla="*/ 1866134 h 6858000"/>
              <a:gd name="connsiteX554" fmla="*/ 2407436 w 7467663"/>
              <a:gd name="connsiteY554" fmla="*/ 1651070 h 6858000"/>
              <a:gd name="connsiteX555" fmla="*/ 2448558 w 7467663"/>
              <a:gd name="connsiteY555" fmla="*/ 1373435 h 6858000"/>
              <a:gd name="connsiteX556" fmla="*/ 278707 w 7467663"/>
              <a:gd name="connsiteY556" fmla="*/ 1352270 h 6858000"/>
              <a:gd name="connsiteX557" fmla="*/ 321570 w 7467663"/>
              <a:gd name="connsiteY557" fmla="*/ 1861610 h 6858000"/>
              <a:gd name="connsiteX558" fmla="*/ 294281 w 7467663"/>
              <a:gd name="connsiteY558" fmla="*/ 1440658 h 6858000"/>
              <a:gd name="connsiteX559" fmla="*/ 278707 w 7467663"/>
              <a:gd name="connsiteY559" fmla="*/ 1352270 h 6858000"/>
              <a:gd name="connsiteX560" fmla="*/ 1423821 w 7467663"/>
              <a:gd name="connsiteY560" fmla="*/ 1351958 h 6858000"/>
              <a:gd name="connsiteX561" fmla="*/ 1638521 w 7467663"/>
              <a:gd name="connsiteY561" fmla="*/ 1908470 h 6858000"/>
              <a:gd name="connsiteX562" fmla="*/ 1754199 w 7467663"/>
              <a:gd name="connsiteY562" fmla="*/ 2149284 h 6858000"/>
              <a:gd name="connsiteX563" fmla="*/ 1908359 w 7467663"/>
              <a:gd name="connsiteY563" fmla="*/ 2364988 h 6858000"/>
              <a:gd name="connsiteX564" fmla="*/ 1647661 w 7467663"/>
              <a:gd name="connsiteY564" fmla="*/ 1825945 h 6858000"/>
              <a:gd name="connsiteX565" fmla="*/ 1423821 w 7467663"/>
              <a:gd name="connsiteY565" fmla="*/ 1351958 h 6858000"/>
              <a:gd name="connsiteX566" fmla="*/ 1431890 w 7467663"/>
              <a:gd name="connsiteY566" fmla="*/ 1306475 h 6858000"/>
              <a:gd name="connsiteX567" fmla="*/ 1507597 w 7467663"/>
              <a:gd name="connsiteY567" fmla="*/ 1446132 h 6858000"/>
              <a:gd name="connsiteX568" fmla="*/ 1674586 w 7467663"/>
              <a:gd name="connsiteY568" fmla="*/ 1813832 h 6858000"/>
              <a:gd name="connsiteX569" fmla="*/ 1815950 w 7467663"/>
              <a:gd name="connsiteY569" fmla="*/ 2128564 h 6858000"/>
              <a:gd name="connsiteX570" fmla="*/ 1984242 w 7467663"/>
              <a:gd name="connsiteY570" fmla="*/ 2430829 h 6858000"/>
              <a:gd name="connsiteX571" fmla="*/ 2014023 w 7467663"/>
              <a:gd name="connsiteY571" fmla="*/ 2450995 h 6858000"/>
              <a:gd name="connsiteX572" fmla="*/ 1747337 w 7467663"/>
              <a:gd name="connsiteY572" fmla="*/ 1855264 h 6858000"/>
              <a:gd name="connsiteX573" fmla="*/ 1533749 w 7467663"/>
              <a:gd name="connsiteY573" fmla="*/ 1478656 h 6858000"/>
              <a:gd name="connsiteX574" fmla="*/ 1431890 w 7467663"/>
              <a:gd name="connsiteY574" fmla="*/ 1306475 h 6858000"/>
              <a:gd name="connsiteX575" fmla="*/ 5052692 w 7467663"/>
              <a:gd name="connsiteY575" fmla="*/ 1292994 h 6858000"/>
              <a:gd name="connsiteX576" fmla="*/ 5200661 w 7467663"/>
              <a:gd name="connsiteY576" fmla="*/ 1635186 h 6858000"/>
              <a:gd name="connsiteX577" fmla="*/ 5297138 w 7467663"/>
              <a:gd name="connsiteY577" fmla="*/ 1906351 h 6858000"/>
              <a:gd name="connsiteX578" fmla="*/ 5052692 w 7467663"/>
              <a:gd name="connsiteY578" fmla="*/ 1292994 h 6858000"/>
              <a:gd name="connsiteX579" fmla="*/ 5009948 w 7467663"/>
              <a:gd name="connsiteY579" fmla="*/ 1273619 h 6858000"/>
              <a:gd name="connsiteX580" fmla="*/ 5121777 w 7467663"/>
              <a:gd name="connsiteY580" fmla="*/ 1654213 h 6858000"/>
              <a:gd name="connsiteX581" fmla="*/ 5293545 w 7467663"/>
              <a:gd name="connsiteY581" fmla="*/ 2072247 h 6858000"/>
              <a:gd name="connsiteX582" fmla="*/ 5294042 w 7467663"/>
              <a:gd name="connsiteY582" fmla="*/ 2065019 h 6858000"/>
              <a:gd name="connsiteX583" fmla="*/ 5171936 w 7467663"/>
              <a:gd name="connsiteY583" fmla="*/ 1647613 h 6858000"/>
              <a:gd name="connsiteX584" fmla="*/ 5009948 w 7467663"/>
              <a:gd name="connsiteY584" fmla="*/ 1273619 h 6858000"/>
              <a:gd name="connsiteX585" fmla="*/ 655236 w 7467663"/>
              <a:gd name="connsiteY585" fmla="*/ 1268632 h 6858000"/>
              <a:gd name="connsiteX586" fmla="*/ 839521 w 7467663"/>
              <a:gd name="connsiteY586" fmla="*/ 1685315 h 6858000"/>
              <a:gd name="connsiteX587" fmla="*/ 1109416 w 7467663"/>
              <a:gd name="connsiteY587" fmla="*/ 2061663 h 6858000"/>
              <a:gd name="connsiteX588" fmla="*/ 1298300 w 7467663"/>
              <a:gd name="connsiteY588" fmla="*/ 2247742 h 6858000"/>
              <a:gd name="connsiteX589" fmla="*/ 1125871 w 7467663"/>
              <a:gd name="connsiteY589" fmla="*/ 1989513 h 6858000"/>
              <a:gd name="connsiteX590" fmla="*/ 981574 w 7467663"/>
              <a:gd name="connsiteY590" fmla="*/ 1783157 h 6858000"/>
              <a:gd name="connsiteX591" fmla="*/ 922198 w 7467663"/>
              <a:gd name="connsiteY591" fmla="*/ 1677437 h 6858000"/>
              <a:gd name="connsiteX592" fmla="*/ 869293 w 7467663"/>
              <a:gd name="connsiteY592" fmla="*/ 1583214 h 6858000"/>
              <a:gd name="connsiteX593" fmla="*/ 751431 w 7467663"/>
              <a:gd name="connsiteY593" fmla="*/ 1405731 h 6858000"/>
              <a:gd name="connsiteX594" fmla="*/ 655236 w 7467663"/>
              <a:gd name="connsiteY594" fmla="*/ 1268632 h 6858000"/>
              <a:gd name="connsiteX595" fmla="*/ 6516292 w 7467663"/>
              <a:gd name="connsiteY595" fmla="*/ 1263064 h 6858000"/>
              <a:gd name="connsiteX596" fmla="*/ 5736320 w 7467663"/>
              <a:gd name="connsiteY596" fmla="*/ 1501803 h 6858000"/>
              <a:gd name="connsiteX597" fmla="*/ 6516292 w 7467663"/>
              <a:gd name="connsiteY597" fmla="*/ 1263064 h 6858000"/>
              <a:gd name="connsiteX598" fmla="*/ 291466 w 7467663"/>
              <a:gd name="connsiteY598" fmla="*/ 1250369 h 6858000"/>
              <a:gd name="connsiteX599" fmla="*/ 323180 w 7467663"/>
              <a:gd name="connsiteY599" fmla="*/ 1435283 h 6858000"/>
              <a:gd name="connsiteX600" fmla="*/ 349381 w 7467663"/>
              <a:gd name="connsiteY600" fmla="*/ 1875041 h 6858000"/>
              <a:gd name="connsiteX601" fmla="*/ 374363 w 7467663"/>
              <a:gd name="connsiteY601" fmla="*/ 1506494 h 6858000"/>
              <a:gd name="connsiteX602" fmla="*/ 302168 w 7467663"/>
              <a:gd name="connsiteY602" fmla="*/ 1274495 h 6858000"/>
              <a:gd name="connsiteX603" fmla="*/ 291466 w 7467663"/>
              <a:gd name="connsiteY603" fmla="*/ 1250369 h 6858000"/>
              <a:gd name="connsiteX604" fmla="*/ 678222 w 7467663"/>
              <a:gd name="connsiteY604" fmla="*/ 1248670 h 6858000"/>
              <a:gd name="connsiteX605" fmla="*/ 775536 w 7467663"/>
              <a:gd name="connsiteY605" fmla="*/ 1388015 h 6858000"/>
              <a:gd name="connsiteX606" fmla="*/ 894529 w 7467663"/>
              <a:gd name="connsiteY606" fmla="*/ 1567739 h 6858000"/>
              <a:gd name="connsiteX607" fmla="*/ 948000 w 7467663"/>
              <a:gd name="connsiteY607" fmla="*/ 1663088 h 6858000"/>
              <a:gd name="connsiteX608" fmla="*/ 1006812 w 7467663"/>
              <a:gd name="connsiteY608" fmla="*/ 1767683 h 6858000"/>
              <a:gd name="connsiteX609" fmla="*/ 1149133 w 7467663"/>
              <a:gd name="connsiteY609" fmla="*/ 1971513 h 6858000"/>
              <a:gd name="connsiteX610" fmla="*/ 1333952 w 7467663"/>
              <a:gd name="connsiteY610" fmla="*/ 2251620 h 6858000"/>
              <a:gd name="connsiteX611" fmla="*/ 1337329 w 7467663"/>
              <a:gd name="connsiteY611" fmla="*/ 2258350 h 6858000"/>
              <a:gd name="connsiteX612" fmla="*/ 1014726 w 7467663"/>
              <a:gd name="connsiteY612" fmla="*/ 1615556 h 6858000"/>
              <a:gd name="connsiteX613" fmla="*/ 678222 w 7467663"/>
              <a:gd name="connsiteY613" fmla="*/ 1248670 h 6858000"/>
              <a:gd name="connsiteX614" fmla="*/ 6691602 w 7467663"/>
              <a:gd name="connsiteY614" fmla="*/ 1140573 h 6858000"/>
              <a:gd name="connsiteX615" fmla="*/ 6571100 w 7467663"/>
              <a:gd name="connsiteY615" fmla="*/ 1183662 h 6858000"/>
              <a:gd name="connsiteX616" fmla="*/ 6241687 w 7467663"/>
              <a:gd name="connsiteY616" fmla="*/ 1257600 h 6858000"/>
              <a:gd name="connsiteX617" fmla="*/ 5693009 w 7467663"/>
              <a:gd name="connsiteY617" fmla="*/ 1478256 h 6858000"/>
              <a:gd name="connsiteX618" fmla="*/ 6548420 w 7467663"/>
              <a:gd name="connsiteY618" fmla="*/ 1214599 h 6858000"/>
              <a:gd name="connsiteX619" fmla="*/ 6605473 w 7467663"/>
              <a:gd name="connsiteY619" fmla="*/ 1184686 h 6858000"/>
              <a:gd name="connsiteX620" fmla="*/ 6691602 w 7467663"/>
              <a:gd name="connsiteY620" fmla="*/ 1140573 h 6858000"/>
              <a:gd name="connsiteX621" fmla="*/ 4002475 w 7467663"/>
              <a:gd name="connsiteY621" fmla="*/ 1037802 h 6858000"/>
              <a:gd name="connsiteX622" fmla="*/ 4000324 w 7467663"/>
              <a:gd name="connsiteY622" fmla="*/ 1039362 h 6858000"/>
              <a:gd name="connsiteX623" fmla="*/ 4002862 w 7467663"/>
              <a:gd name="connsiteY623" fmla="*/ 1042866 h 6858000"/>
              <a:gd name="connsiteX624" fmla="*/ 4002475 w 7467663"/>
              <a:gd name="connsiteY624" fmla="*/ 1037802 h 6858000"/>
              <a:gd name="connsiteX625" fmla="*/ 506322 w 7467663"/>
              <a:gd name="connsiteY625" fmla="*/ 1020997 h 6858000"/>
              <a:gd name="connsiteX626" fmla="*/ 533068 w 7467663"/>
              <a:gd name="connsiteY626" fmla="*/ 1029409 h 6858000"/>
              <a:gd name="connsiteX627" fmla="*/ 1232525 w 7467663"/>
              <a:gd name="connsiteY627" fmla="*/ 1804675 h 6858000"/>
              <a:gd name="connsiteX628" fmla="*/ 1388858 w 7467663"/>
              <a:gd name="connsiteY628" fmla="*/ 2368011 h 6858000"/>
              <a:gd name="connsiteX629" fmla="*/ 1384098 w 7467663"/>
              <a:gd name="connsiteY629" fmla="*/ 2378125 h 6858000"/>
              <a:gd name="connsiteX630" fmla="*/ 1425393 w 7467663"/>
              <a:gd name="connsiteY630" fmla="*/ 2589124 h 6858000"/>
              <a:gd name="connsiteX631" fmla="*/ 1424001 w 7467663"/>
              <a:gd name="connsiteY631" fmla="*/ 2597541 h 6858000"/>
              <a:gd name="connsiteX632" fmla="*/ 2152729 w 7467663"/>
              <a:gd name="connsiteY632" fmla="*/ 2864487 h 6858000"/>
              <a:gd name="connsiteX633" fmla="*/ 2020609 w 7467663"/>
              <a:gd name="connsiteY633" fmla="*/ 2539671 h 6858000"/>
              <a:gd name="connsiteX634" fmla="*/ 2018920 w 7467663"/>
              <a:gd name="connsiteY634" fmla="*/ 2536309 h 6858000"/>
              <a:gd name="connsiteX635" fmla="*/ 1342441 w 7467663"/>
              <a:gd name="connsiteY635" fmla="*/ 1173017 h 6858000"/>
              <a:gd name="connsiteX636" fmla="*/ 1367925 w 7467663"/>
              <a:gd name="connsiteY636" fmla="*/ 1135648 h 6858000"/>
              <a:gd name="connsiteX637" fmla="*/ 1771401 w 7467663"/>
              <a:gd name="connsiteY637" fmla="*/ 1806673 h 6858000"/>
              <a:gd name="connsiteX638" fmla="*/ 1972385 w 7467663"/>
              <a:gd name="connsiteY638" fmla="*/ 2198735 h 6858000"/>
              <a:gd name="connsiteX639" fmla="*/ 2040892 w 7467663"/>
              <a:gd name="connsiteY639" fmla="*/ 2405205 h 6858000"/>
              <a:gd name="connsiteX640" fmla="*/ 2131689 w 7467663"/>
              <a:gd name="connsiteY640" fmla="*/ 1936926 h 6858000"/>
              <a:gd name="connsiteX641" fmla="*/ 2454820 w 7467663"/>
              <a:gd name="connsiteY641" fmla="*/ 1248808 h 6858000"/>
              <a:gd name="connsiteX642" fmla="*/ 2492512 w 7467663"/>
              <a:gd name="connsiteY642" fmla="*/ 1302920 h 6858000"/>
              <a:gd name="connsiteX643" fmla="*/ 2081216 w 7467663"/>
              <a:gd name="connsiteY643" fmla="*/ 2527513 h 6858000"/>
              <a:gd name="connsiteX644" fmla="*/ 2081211 w 7467663"/>
              <a:gd name="connsiteY644" fmla="*/ 2528916 h 6858000"/>
              <a:gd name="connsiteX645" fmla="*/ 2199067 w 7467663"/>
              <a:gd name="connsiteY645" fmla="*/ 2884061 h 6858000"/>
              <a:gd name="connsiteX646" fmla="*/ 3192586 w 7467663"/>
              <a:gd name="connsiteY646" fmla="*/ 3411496 h 6858000"/>
              <a:gd name="connsiteX647" fmla="*/ 3182620 w 7467663"/>
              <a:gd name="connsiteY647" fmla="*/ 3483279 h 6858000"/>
              <a:gd name="connsiteX648" fmla="*/ 2435119 w 7467663"/>
              <a:gd name="connsiteY648" fmla="*/ 3080173 h 6858000"/>
              <a:gd name="connsiteX649" fmla="*/ 2410152 w 7467663"/>
              <a:gd name="connsiteY649" fmla="*/ 3063751 h 6858000"/>
              <a:gd name="connsiteX650" fmla="*/ 2408099 w 7467663"/>
              <a:gd name="connsiteY650" fmla="*/ 3064403 h 6858000"/>
              <a:gd name="connsiteX651" fmla="*/ 2407218 w 7467663"/>
              <a:gd name="connsiteY651" fmla="*/ 3070324 h 6858000"/>
              <a:gd name="connsiteX652" fmla="*/ 2380138 w 7467663"/>
              <a:gd name="connsiteY652" fmla="*/ 3099341 h 6858000"/>
              <a:gd name="connsiteX653" fmla="*/ 1765923 w 7467663"/>
              <a:gd name="connsiteY653" fmla="*/ 3581043 h 6858000"/>
              <a:gd name="connsiteX654" fmla="*/ 1702258 w 7467663"/>
              <a:gd name="connsiteY654" fmla="*/ 3612286 h 6858000"/>
              <a:gd name="connsiteX655" fmla="*/ 1538370 w 7467663"/>
              <a:gd name="connsiteY655" fmla="*/ 3811804 h 6858000"/>
              <a:gd name="connsiteX656" fmla="*/ 542867 w 7467663"/>
              <a:gd name="connsiteY656" fmla="*/ 4944092 h 6858000"/>
              <a:gd name="connsiteX657" fmla="*/ 515800 w 7467663"/>
              <a:gd name="connsiteY657" fmla="*/ 4862180 h 6858000"/>
              <a:gd name="connsiteX658" fmla="*/ 909145 w 7467663"/>
              <a:gd name="connsiteY658" fmla="*/ 4199225 h 6858000"/>
              <a:gd name="connsiteX659" fmla="*/ 1214067 w 7467663"/>
              <a:gd name="connsiteY659" fmla="*/ 3908561 h 6858000"/>
              <a:gd name="connsiteX660" fmla="*/ 640967 w 7467663"/>
              <a:gd name="connsiteY660" fmla="*/ 4105601 h 6858000"/>
              <a:gd name="connsiteX661" fmla="*/ 112563 w 7467663"/>
              <a:gd name="connsiteY661" fmla="*/ 4396952 h 6858000"/>
              <a:gd name="connsiteX662" fmla="*/ 0 w 7467663"/>
              <a:gd name="connsiteY662" fmla="*/ 4466006 h 6858000"/>
              <a:gd name="connsiteX663" fmla="*/ 0 w 7467663"/>
              <a:gd name="connsiteY663" fmla="*/ 4233763 h 6858000"/>
              <a:gd name="connsiteX664" fmla="*/ 36881 w 7467663"/>
              <a:gd name="connsiteY664" fmla="*/ 4200118 h 6858000"/>
              <a:gd name="connsiteX665" fmla="*/ 910534 w 7467663"/>
              <a:gd name="connsiteY665" fmla="*/ 3629753 h 6858000"/>
              <a:gd name="connsiteX666" fmla="*/ 1578717 w 7467663"/>
              <a:gd name="connsiteY666" fmla="*/ 3575982 h 6858000"/>
              <a:gd name="connsiteX667" fmla="*/ 2338780 w 7467663"/>
              <a:gd name="connsiteY667" fmla="*/ 3033725 h 6858000"/>
              <a:gd name="connsiteX668" fmla="*/ 1807991 w 7467663"/>
              <a:gd name="connsiteY668" fmla="*/ 2807184 h 6858000"/>
              <a:gd name="connsiteX669" fmla="*/ 1416358 w 7467663"/>
              <a:gd name="connsiteY669" fmla="*/ 3112571 h 6858000"/>
              <a:gd name="connsiteX670" fmla="*/ 939066 w 7467663"/>
              <a:gd name="connsiteY670" fmla="*/ 3378798 h 6858000"/>
              <a:gd name="connsiteX671" fmla="*/ 115099 w 7467663"/>
              <a:gd name="connsiteY671" fmla="*/ 3607650 h 6858000"/>
              <a:gd name="connsiteX672" fmla="*/ 97284 w 7467663"/>
              <a:gd name="connsiteY672" fmla="*/ 3520393 h 6858000"/>
              <a:gd name="connsiteX673" fmla="*/ 922050 w 7467663"/>
              <a:gd name="connsiteY673" fmla="*/ 3074867 h 6858000"/>
              <a:gd name="connsiteX674" fmla="*/ 1405265 w 7467663"/>
              <a:gd name="connsiteY674" fmla="*/ 3016319 h 6858000"/>
              <a:gd name="connsiteX675" fmla="*/ 1407512 w 7467663"/>
              <a:gd name="connsiteY675" fmla="*/ 3018001 h 6858000"/>
              <a:gd name="connsiteX676" fmla="*/ 1726266 w 7467663"/>
              <a:gd name="connsiteY676" fmla="*/ 2777274 h 6858000"/>
              <a:gd name="connsiteX677" fmla="*/ 625390 w 7467663"/>
              <a:gd name="connsiteY677" fmla="*/ 2514541 h 6858000"/>
              <a:gd name="connsiteX678" fmla="*/ 619799 w 7467663"/>
              <a:gd name="connsiteY678" fmla="*/ 2527180 h 6858000"/>
              <a:gd name="connsiteX679" fmla="*/ 310030 w 7467663"/>
              <a:gd name="connsiteY679" fmla="*/ 2771818 h 6858000"/>
              <a:gd name="connsiteX680" fmla="*/ 173877 w 7467663"/>
              <a:gd name="connsiteY680" fmla="*/ 2937056 h 6858000"/>
              <a:gd name="connsiteX681" fmla="*/ 77889 w 7467663"/>
              <a:gd name="connsiteY681" fmla="*/ 3138440 h 6858000"/>
              <a:gd name="connsiteX682" fmla="*/ 0 w 7467663"/>
              <a:gd name="connsiteY682" fmla="*/ 3271395 h 6858000"/>
              <a:gd name="connsiteX683" fmla="*/ 0 w 7467663"/>
              <a:gd name="connsiteY683" fmla="*/ 3153002 h 6858000"/>
              <a:gd name="connsiteX684" fmla="*/ 2386 w 7467663"/>
              <a:gd name="connsiteY684" fmla="*/ 3149203 h 6858000"/>
              <a:gd name="connsiteX685" fmla="*/ 89753 w 7467663"/>
              <a:gd name="connsiteY685" fmla="*/ 2987702 h 6858000"/>
              <a:gd name="connsiteX686" fmla="*/ 76869 w 7467663"/>
              <a:gd name="connsiteY686" fmla="*/ 3005404 h 6858000"/>
              <a:gd name="connsiteX687" fmla="*/ 32049 w 7467663"/>
              <a:gd name="connsiteY687" fmla="*/ 3065814 h 6858000"/>
              <a:gd name="connsiteX688" fmla="*/ 0 w 7467663"/>
              <a:gd name="connsiteY688" fmla="*/ 3108744 h 6858000"/>
              <a:gd name="connsiteX689" fmla="*/ 0 w 7467663"/>
              <a:gd name="connsiteY689" fmla="*/ 3058059 h 6858000"/>
              <a:gd name="connsiteX690" fmla="*/ 7610 w 7467663"/>
              <a:gd name="connsiteY690" fmla="*/ 3047889 h 6858000"/>
              <a:gd name="connsiteX691" fmla="*/ 52419 w 7467663"/>
              <a:gd name="connsiteY691" fmla="*/ 2987479 h 6858000"/>
              <a:gd name="connsiteX692" fmla="*/ 59142 w 7467663"/>
              <a:gd name="connsiteY692" fmla="*/ 2978488 h 6858000"/>
              <a:gd name="connsiteX693" fmla="*/ 0 w 7467663"/>
              <a:gd name="connsiteY693" fmla="*/ 3015334 h 6858000"/>
              <a:gd name="connsiteX694" fmla="*/ 0 w 7467663"/>
              <a:gd name="connsiteY694" fmla="*/ 2914286 h 6858000"/>
              <a:gd name="connsiteX695" fmla="*/ 36383 w 7467663"/>
              <a:gd name="connsiteY695" fmla="*/ 2901128 h 6858000"/>
              <a:gd name="connsiteX696" fmla="*/ 156329 w 7467663"/>
              <a:gd name="connsiteY696" fmla="*/ 2840533 h 6858000"/>
              <a:gd name="connsiteX697" fmla="*/ 358355 w 7467663"/>
              <a:gd name="connsiteY697" fmla="*/ 2620471 h 6858000"/>
              <a:gd name="connsiteX698" fmla="*/ 510577 w 7467663"/>
              <a:gd name="connsiteY698" fmla="*/ 2501244 h 6858000"/>
              <a:gd name="connsiteX699" fmla="*/ 211967 w 7467663"/>
              <a:gd name="connsiteY699" fmla="*/ 2479171 h 6858000"/>
              <a:gd name="connsiteX700" fmla="*/ 0 w 7467663"/>
              <a:gd name="connsiteY700" fmla="*/ 2476398 h 6858000"/>
              <a:gd name="connsiteX701" fmla="*/ 0 w 7467663"/>
              <a:gd name="connsiteY701" fmla="*/ 2389189 h 6858000"/>
              <a:gd name="connsiteX702" fmla="*/ 103062 w 7467663"/>
              <a:gd name="connsiteY702" fmla="*/ 2389518 h 6858000"/>
              <a:gd name="connsiteX703" fmla="*/ 510734 w 7467663"/>
              <a:gd name="connsiteY703" fmla="*/ 2416201 h 6858000"/>
              <a:gd name="connsiteX704" fmla="*/ 279257 w 7467663"/>
              <a:gd name="connsiteY704" fmla="*/ 2092102 h 6858000"/>
              <a:gd name="connsiteX705" fmla="*/ 65265 w 7467663"/>
              <a:gd name="connsiteY705" fmla="*/ 2006049 h 6858000"/>
              <a:gd name="connsiteX706" fmla="*/ 0 w 7467663"/>
              <a:gd name="connsiteY706" fmla="*/ 1982532 h 6858000"/>
              <a:gd name="connsiteX707" fmla="*/ 0 w 7467663"/>
              <a:gd name="connsiteY707" fmla="*/ 1912789 h 6858000"/>
              <a:gd name="connsiteX708" fmla="*/ 97460 w 7467663"/>
              <a:gd name="connsiteY708" fmla="*/ 1953725 h 6858000"/>
              <a:gd name="connsiteX709" fmla="*/ 221272 w 7467663"/>
              <a:gd name="connsiteY709" fmla="*/ 1980766 h 6858000"/>
              <a:gd name="connsiteX710" fmla="*/ 116765 w 7467663"/>
              <a:gd name="connsiteY710" fmla="*/ 1911033 h 6858000"/>
              <a:gd name="connsiteX711" fmla="*/ 16405 w 7467663"/>
              <a:gd name="connsiteY711" fmla="*/ 1803412 h 6858000"/>
              <a:gd name="connsiteX712" fmla="*/ 0 w 7467663"/>
              <a:gd name="connsiteY712" fmla="*/ 1784777 h 6858000"/>
              <a:gd name="connsiteX713" fmla="*/ 0 w 7467663"/>
              <a:gd name="connsiteY713" fmla="*/ 1740082 h 6858000"/>
              <a:gd name="connsiteX714" fmla="*/ 39394 w 7467663"/>
              <a:gd name="connsiteY714" fmla="*/ 1784856 h 6858000"/>
              <a:gd name="connsiteX715" fmla="*/ 135813 w 7467663"/>
              <a:gd name="connsiteY715" fmla="*/ 1888838 h 6858000"/>
              <a:gd name="connsiteX716" fmla="*/ 242575 w 7467663"/>
              <a:gd name="connsiteY716" fmla="*/ 1958841 h 6858000"/>
              <a:gd name="connsiteX717" fmla="*/ 82197 w 7467663"/>
              <a:gd name="connsiteY717" fmla="*/ 1754826 h 6858000"/>
              <a:gd name="connsiteX718" fmla="*/ 0 w 7467663"/>
              <a:gd name="connsiteY718" fmla="*/ 1679650 h 6858000"/>
              <a:gd name="connsiteX719" fmla="*/ 0 w 7467663"/>
              <a:gd name="connsiteY719" fmla="*/ 1602463 h 6858000"/>
              <a:gd name="connsiteX720" fmla="*/ 84689 w 7467663"/>
              <a:gd name="connsiteY720" fmla="*/ 1677442 h 6858000"/>
              <a:gd name="connsiteX721" fmla="*/ 298437 w 7467663"/>
              <a:gd name="connsiteY721" fmla="*/ 1968019 h 6858000"/>
              <a:gd name="connsiteX722" fmla="*/ 227269 w 7467663"/>
              <a:gd name="connsiteY722" fmla="*/ 1114064 h 6858000"/>
              <a:gd name="connsiteX723" fmla="*/ 248003 w 7467663"/>
              <a:gd name="connsiteY723" fmla="*/ 1089613 h 6858000"/>
              <a:gd name="connsiteX724" fmla="*/ 427020 w 7467663"/>
              <a:gd name="connsiteY724" fmla="*/ 1619803 h 6858000"/>
              <a:gd name="connsiteX725" fmla="*/ 340345 w 7467663"/>
              <a:gd name="connsiteY725" fmla="*/ 2027739 h 6858000"/>
              <a:gd name="connsiteX726" fmla="*/ 360865 w 7467663"/>
              <a:gd name="connsiteY726" fmla="*/ 2044827 h 6858000"/>
              <a:gd name="connsiteX727" fmla="*/ 560414 w 7467663"/>
              <a:gd name="connsiteY727" fmla="*/ 2421457 h 6858000"/>
              <a:gd name="connsiteX728" fmla="*/ 1359703 w 7467663"/>
              <a:gd name="connsiteY728" fmla="*/ 2578554 h 6858000"/>
              <a:gd name="connsiteX729" fmla="*/ 1359422 w 7467663"/>
              <a:gd name="connsiteY729" fmla="*/ 2577994 h 6858000"/>
              <a:gd name="connsiteX730" fmla="*/ 828701 w 7467663"/>
              <a:gd name="connsiteY730" fmla="*/ 1839520 h 6858000"/>
              <a:gd name="connsiteX731" fmla="*/ 494427 w 7467663"/>
              <a:gd name="connsiteY731" fmla="*/ 1092333 h 6858000"/>
              <a:gd name="connsiteX732" fmla="*/ 506322 w 7467663"/>
              <a:gd name="connsiteY732" fmla="*/ 1020997 h 6858000"/>
              <a:gd name="connsiteX733" fmla="*/ 4570198 w 7467663"/>
              <a:gd name="connsiteY733" fmla="*/ 978081 h 6858000"/>
              <a:gd name="connsiteX734" fmla="*/ 4523691 w 7467663"/>
              <a:gd name="connsiteY734" fmla="*/ 1127776 h 6858000"/>
              <a:gd name="connsiteX735" fmla="*/ 4509875 w 7467663"/>
              <a:gd name="connsiteY735" fmla="*/ 1167552 h 6858000"/>
              <a:gd name="connsiteX736" fmla="*/ 4478168 w 7467663"/>
              <a:gd name="connsiteY736" fmla="*/ 1260735 h 6858000"/>
              <a:gd name="connsiteX737" fmla="*/ 4409309 w 7467663"/>
              <a:gd name="connsiteY737" fmla="*/ 1666996 h 6858000"/>
              <a:gd name="connsiteX738" fmla="*/ 4370031 w 7467663"/>
              <a:gd name="connsiteY738" fmla="*/ 1955666 h 6858000"/>
              <a:gd name="connsiteX739" fmla="*/ 4570198 w 7467663"/>
              <a:gd name="connsiteY739" fmla="*/ 978081 h 6858000"/>
              <a:gd name="connsiteX740" fmla="*/ 4557898 w 7467663"/>
              <a:gd name="connsiteY740" fmla="*/ 900011 h 6858000"/>
              <a:gd name="connsiteX741" fmla="*/ 4344840 w 7467663"/>
              <a:gd name="connsiteY741" fmla="*/ 1922038 h 6858000"/>
              <a:gd name="connsiteX742" fmla="*/ 4378710 w 7467663"/>
              <a:gd name="connsiteY742" fmla="*/ 1665516 h 6858000"/>
              <a:gd name="connsiteX743" fmla="*/ 4448798 w 7467663"/>
              <a:gd name="connsiteY743" fmla="*/ 1253024 h 6858000"/>
              <a:gd name="connsiteX744" fmla="*/ 4480315 w 7467663"/>
              <a:gd name="connsiteY744" fmla="*/ 1158454 h 6858000"/>
              <a:gd name="connsiteX745" fmla="*/ 4494133 w 7467663"/>
              <a:gd name="connsiteY745" fmla="*/ 1118676 h 6858000"/>
              <a:gd name="connsiteX746" fmla="*/ 4557898 w 7467663"/>
              <a:gd name="connsiteY746" fmla="*/ 900011 h 6858000"/>
              <a:gd name="connsiteX747" fmla="*/ 5870151 w 7467663"/>
              <a:gd name="connsiteY747" fmla="*/ 898890 h 6858000"/>
              <a:gd name="connsiteX748" fmla="*/ 5861335 w 7467663"/>
              <a:gd name="connsiteY748" fmla="*/ 899177 h 6858000"/>
              <a:gd name="connsiteX749" fmla="*/ 5843702 w 7467663"/>
              <a:gd name="connsiteY749" fmla="*/ 899748 h 6858000"/>
              <a:gd name="connsiteX750" fmla="*/ 5651107 w 7467663"/>
              <a:gd name="connsiteY750" fmla="*/ 920306 h 6858000"/>
              <a:gd name="connsiteX751" fmla="*/ 5459407 w 7467663"/>
              <a:gd name="connsiteY751" fmla="*/ 940975 h 6858000"/>
              <a:gd name="connsiteX752" fmla="*/ 5374846 w 7467663"/>
              <a:gd name="connsiteY752" fmla="*/ 941988 h 6858000"/>
              <a:gd name="connsiteX753" fmla="*/ 5256105 w 7467663"/>
              <a:gd name="connsiteY753" fmla="*/ 945632 h 6858000"/>
              <a:gd name="connsiteX754" fmla="*/ 5107071 w 7467663"/>
              <a:gd name="connsiteY754" fmla="*/ 969720 h 6858000"/>
              <a:gd name="connsiteX755" fmla="*/ 4998681 w 7467663"/>
              <a:gd name="connsiteY755" fmla="*/ 988771 h 6858000"/>
              <a:gd name="connsiteX756" fmla="*/ 5870151 w 7467663"/>
              <a:gd name="connsiteY756" fmla="*/ 898890 h 6858000"/>
              <a:gd name="connsiteX757" fmla="*/ 5504425 w 7467663"/>
              <a:gd name="connsiteY757" fmla="*/ 848067 h 6858000"/>
              <a:gd name="connsiteX758" fmla="*/ 4968849 w 7467663"/>
              <a:gd name="connsiteY758" fmla="*/ 962318 h 6858000"/>
              <a:gd name="connsiteX759" fmla="*/ 5104039 w 7467663"/>
              <a:gd name="connsiteY759" fmla="*/ 940634 h 6858000"/>
              <a:gd name="connsiteX760" fmla="*/ 5256311 w 7467663"/>
              <a:gd name="connsiteY760" fmla="*/ 916490 h 6858000"/>
              <a:gd name="connsiteX761" fmla="*/ 5377381 w 7467663"/>
              <a:gd name="connsiteY761" fmla="*/ 912671 h 6858000"/>
              <a:gd name="connsiteX762" fmla="*/ 5460148 w 7467663"/>
              <a:gd name="connsiteY762" fmla="*/ 911442 h 6858000"/>
              <a:gd name="connsiteX763" fmla="*/ 5648971 w 7467663"/>
              <a:gd name="connsiteY763" fmla="*/ 891331 h 6858000"/>
              <a:gd name="connsiteX764" fmla="*/ 5844807 w 7467663"/>
              <a:gd name="connsiteY764" fmla="*/ 870718 h 6858000"/>
              <a:gd name="connsiteX765" fmla="*/ 5862975 w 7467663"/>
              <a:gd name="connsiteY765" fmla="*/ 869756 h 6858000"/>
              <a:gd name="connsiteX766" fmla="*/ 5920887 w 7467663"/>
              <a:gd name="connsiteY766" fmla="*/ 865929 h 6858000"/>
              <a:gd name="connsiteX767" fmla="*/ 5504425 w 7467663"/>
              <a:gd name="connsiteY767" fmla="*/ 848067 h 6858000"/>
              <a:gd name="connsiteX768" fmla="*/ 3607114 w 7467663"/>
              <a:gd name="connsiteY768" fmla="*/ 467441 h 6858000"/>
              <a:gd name="connsiteX769" fmla="*/ 3296242 w 7467663"/>
              <a:gd name="connsiteY769" fmla="*/ 807991 h 6858000"/>
              <a:gd name="connsiteX770" fmla="*/ 3174674 w 7467663"/>
              <a:gd name="connsiteY770" fmla="*/ 919759 h 6858000"/>
              <a:gd name="connsiteX771" fmla="*/ 3042978 w 7467663"/>
              <a:gd name="connsiteY771" fmla="*/ 1054894 h 6858000"/>
              <a:gd name="connsiteX772" fmla="*/ 2968914 w 7467663"/>
              <a:gd name="connsiteY772" fmla="*/ 1133756 h 6858000"/>
              <a:gd name="connsiteX773" fmla="*/ 3103823 w 7467663"/>
              <a:gd name="connsiteY773" fmla="*/ 1026814 h 6858000"/>
              <a:gd name="connsiteX774" fmla="*/ 3607114 w 7467663"/>
              <a:gd name="connsiteY774" fmla="*/ 467441 h 6858000"/>
              <a:gd name="connsiteX775" fmla="*/ 3744487 w 7467663"/>
              <a:gd name="connsiteY775" fmla="*/ 383136 h 6858000"/>
              <a:gd name="connsiteX776" fmla="*/ 3970213 w 7467663"/>
              <a:gd name="connsiteY776" fmla="*/ 995559 h 6858000"/>
              <a:gd name="connsiteX777" fmla="*/ 3744487 w 7467663"/>
              <a:gd name="connsiteY777" fmla="*/ 383136 h 6858000"/>
              <a:gd name="connsiteX778" fmla="*/ 3624562 w 7467663"/>
              <a:gd name="connsiteY778" fmla="*/ 367041 h 6858000"/>
              <a:gd name="connsiteX779" fmla="*/ 3489712 w 7467663"/>
              <a:gd name="connsiteY779" fmla="*/ 485386 h 6858000"/>
              <a:gd name="connsiteX780" fmla="*/ 3182994 w 7467663"/>
              <a:gd name="connsiteY780" fmla="*/ 828265 h 6858000"/>
              <a:gd name="connsiteX781" fmla="*/ 2892114 w 7467663"/>
              <a:gd name="connsiteY781" fmla="*/ 1172635 h 6858000"/>
              <a:gd name="connsiteX782" fmla="*/ 3021459 w 7467663"/>
              <a:gd name="connsiteY782" fmla="*/ 1035385 h 6858000"/>
              <a:gd name="connsiteX783" fmla="*/ 3153873 w 7467663"/>
              <a:gd name="connsiteY783" fmla="*/ 898971 h 6858000"/>
              <a:gd name="connsiteX784" fmla="*/ 3276511 w 7467663"/>
              <a:gd name="connsiteY784" fmla="*/ 786423 h 6858000"/>
              <a:gd name="connsiteX785" fmla="*/ 3584154 w 7467663"/>
              <a:gd name="connsiteY785" fmla="*/ 448218 h 6858000"/>
              <a:gd name="connsiteX786" fmla="*/ 3624562 w 7467663"/>
              <a:gd name="connsiteY786" fmla="*/ 367041 h 6858000"/>
              <a:gd name="connsiteX787" fmla="*/ 3766672 w 7467663"/>
              <a:gd name="connsiteY787" fmla="*/ 359429 h 6858000"/>
              <a:gd name="connsiteX788" fmla="*/ 3996338 w 7467663"/>
              <a:gd name="connsiteY788" fmla="*/ 968237 h 6858000"/>
              <a:gd name="connsiteX789" fmla="*/ 3766672 w 7467663"/>
              <a:gd name="connsiteY789" fmla="*/ 359429 h 6858000"/>
              <a:gd name="connsiteX790" fmla="*/ 5805386 w 7467663"/>
              <a:gd name="connsiteY790" fmla="*/ 239240 h 6858000"/>
              <a:gd name="connsiteX791" fmla="*/ 5736947 w 7467663"/>
              <a:gd name="connsiteY791" fmla="*/ 261367 h 6858000"/>
              <a:gd name="connsiteX792" fmla="*/ 5427012 w 7467663"/>
              <a:gd name="connsiteY792" fmla="*/ 311272 h 6858000"/>
              <a:gd name="connsiteX793" fmla="*/ 5147818 w 7467663"/>
              <a:gd name="connsiteY793" fmla="*/ 322112 h 6858000"/>
              <a:gd name="connsiteX794" fmla="*/ 5060854 w 7467663"/>
              <a:gd name="connsiteY794" fmla="*/ 311882 h 6858000"/>
              <a:gd name="connsiteX795" fmla="*/ 4945989 w 7467663"/>
              <a:gd name="connsiteY795" fmla="*/ 300516 h 6858000"/>
              <a:gd name="connsiteX796" fmla="*/ 5410479 w 7467663"/>
              <a:gd name="connsiteY796" fmla="*/ 348434 h 6858000"/>
              <a:gd name="connsiteX797" fmla="*/ 5805386 w 7467663"/>
              <a:gd name="connsiteY797" fmla="*/ 239240 h 6858000"/>
              <a:gd name="connsiteX798" fmla="*/ 5905192 w 7467663"/>
              <a:gd name="connsiteY798" fmla="*/ 163079 h 6858000"/>
              <a:gd name="connsiteX799" fmla="*/ 5865655 w 7467663"/>
              <a:gd name="connsiteY799" fmla="*/ 171901 h 6858000"/>
              <a:gd name="connsiteX800" fmla="*/ 5259740 w 7467663"/>
              <a:gd name="connsiteY800" fmla="*/ 257013 h 6858000"/>
              <a:gd name="connsiteX801" fmla="*/ 5208466 w 7467663"/>
              <a:gd name="connsiteY801" fmla="*/ 257550 h 6858000"/>
              <a:gd name="connsiteX802" fmla="*/ 4980204 w 7467663"/>
              <a:gd name="connsiteY802" fmla="*/ 271903 h 6858000"/>
              <a:gd name="connsiteX803" fmla="*/ 5068068 w 7467663"/>
              <a:gd name="connsiteY803" fmla="*/ 282244 h 6858000"/>
              <a:gd name="connsiteX804" fmla="*/ 5153231 w 7467663"/>
              <a:gd name="connsiteY804" fmla="*/ 292240 h 6858000"/>
              <a:gd name="connsiteX805" fmla="*/ 5426491 w 7467663"/>
              <a:gd name="connsiteY805" fmla="*/ 281128 h 6858000"/>
              <a:gd name="connsiteX806" fmla="*/ 5731212 w 7467663"/>
              <a:gd name="connsiteY806" fmla="*/ 231951 h 6858000"/>
              <a:gd name="connsiteX807" fmla="*/ 5905192 w 7467663"/>
              <a:gd name="connsiteY807" fmla="*/ 163079 h 6858000"/>
              <a:gd name="connsiteX808" fmla="*/ 5944437 w 7467663"/>
              <a:gd name="connsiteY808" fmla="*/ 113829 h 6858000"/>
              <a:gd name="connsiteX809" fmla="*/ 5825032 w 7467663"/>
              <a:gd name="connsiteY809" fmla="*/ 146405 h 6858000"/>
              <a:gd name="connsiteX810" fmla="*/ 4955599 w 7467663"/>
              <a:gd name="connsiteY810" fmla="*/ 247008 h 6858000"/>
              <a:gd name="connsiteX811" fmla="*/ 5210104 w 7467663"/>
              <a:gd name="connsiteY811" fmla="*/ 228123 h 6858000"/>
              <a:gd name="connsiteX812" fmla="*/ 5261015 w 7467663"/>
              <a:gd name="connsiteY812" fmla="*/ 227087 h 6858000"/>
              <a:gd name="connsiteX813" fmla="*/ 5861181 w 7467663"/>
              <a:gd name="connsiteY813" fmla="*/ 143093 h 6858000"/>
              <a:gd name="connsiteX814" fmla="*/ 5961252 w 7467663"/>
              <a:gd name="connsiteY814" fmla="*/ 114820 h 6858000"/>
              <a:gd name="connsiteX815" fmla="*/ 5944437 w 7467663"/>
              <a:gd name="connsiteY815" fmla="*/ 113829 h 6858000"/>
              <a:gd name="connsiteX816" fmla="*/ 3882765 w 7467663"/>
              <a:gd name="connsiteY816" fmla="*/ 0 h 6858000"/>
              <a:gd name="connsiteX817" fmla="*/ 3995099 w 7467663"/>
              <a:gd name="connsiteY817" fmla="*/ 0 h 6858000"/>
              <a:gd name="connsiteX818" fmla="*/ 4163818 w 7467663"/>
              <a:gd name="connsiteY818" fmla="*/ 234104 h 6858000"/>
              <a:gd name="connsiteX819" fmla="*/ 4172099 w 7467663"/>
              <a:gd name="connsiteY819" fmla="*/ 234207 h 6858000"/>
              <a:gd name="connsiteX820" fmla="*/ 4784282 w 7467663"/>
              <a:gd name="connsiteY820" fmla="*/ 276561 h 6858000"/>
              <a:gd name="connsiteX821" fmla="*/ 4801687 w 7467663"/>
              <a:gd name="connsiteY821" fmla="*/ 267764 h 6858000"/>
              <a:gd name="connsiteX822" fmla="*/ 6082788 w 7467663"/>
              <a:gd name="connsiteY822" fmla="*/ 64119 h 6858000"/>
              <a:gd name="connsiteX823" fmla="*/ 6099442 w 7467663"/>
              <a:gd name="connsiteY823" fmla="*/ 82568 h 6858000"/>
              <a:gd name="connsiteX824" fmla="*/ 4804137 w 7467663"/>
              <a:gd name="connsiteY824" fmla="*/ 320931 h 6858000"/>
              <a:gd name="connsiteX825" fmla="*/ 4227047 w 7467663"/>
              <a:gd name="connsiteY825" fmla="*/ 313415 h 6858000"/>
              <a:gd name="connsiteX826" fmla="*/ 4346041 w 7467663"/>
              <a:gd name="connsiteY826" fmla="*/ 456086 h 6858000"/>
              <a:gd name="connsiteX827" fmla="*/ 4870967 w 7467663"/>
              <a:gd name="connsiteY827" fmla="*/ 963061 h 6858000"/>
              <a:gd name="connsiteX828" fmla="*/ 4889647 w 7467663"/>
              <a:gd name="connsiteY828" fmla="*/ 957147 h 6858000"/>
              <a:gd name="connsiteX829" fmla="*/ 5422504 w 7467663"/>
              <a:gd name="connsiteY829" fmla="*/ 805191 h 6858000"/>
              <a:gd name="connsiteX830" fmla="*/ 6087656 w 7467663"/>
              <a:gd name="connsiteY830" fmla="*/ 826703 h 6858000"/>
              <a:gd name="connsiteX831" fmla="*/ 6058717 w 7467663"/>
              <a:gd name="connsiteY831" fmla="*/ 865992 h 6858000"/>
              <a:gd name="connsiteX832" fmla="*/ 4974153 w 7467663"/>
              <a:gd name="connsiteY832" fmla="*/ 1045456 h 6858000"/>
              <a:gd name="connsiteX833" fmla="*/ 5627835 w 7467663"/>
              <a:gd name="connsiteY833" fmla="*/ 1472077 h 6858000"/>
              <a:gd name="connsiteX834" fmla="*/ 5629817 w 7467663"/>
              <a:gd name="connsiteY834" fmla="*/ 1471412 h 6858000"/>
              <a:gd name="connsiteX835" fmla="*/ 5634124 w 7467663"/>
              <a:gd name="connsiteY835" fmla="*/ 1470572 h 6858000"/>
              <a:gd name="connsiteX836" fmla="*/ 5755832 w 7467663"/>
              <a:gd name="connsiteY836" fmla="*/ 1383886 h 6858000"/>
              <a:gd name="connsiteX837" fmla="*/ 6014186 w 7467663"/>
              <a:gd name="connsiteY837" fmla="*/ 1279799 h 6858000"/>
              <a:gd name="connsiteX838" fmla="*/ 6901619 w 7467663"/>
              <a:gd name="connsiteY838" fmla="*/ 1047874 h 6858000"/>
              <a:gd name="connsiteX839" fmla="*/ 6931566 w 7467663"/>
              <a:gd name="connsiteY839" fmla="*/ 1062034 h 6858000"/>
              <a:gd name="connsiteX840" fmla="*/ 5790982 w 7467663"/>
              <a:gd name="connsiteY840" fmla="*/ 1561380 h 6858000"/>
              <a:gd name="connsiteX841" fmla="*/ 6188971 w 7467663"/>
              <a:gd name="connsiteY841" fmla="*/ 1755168 h 6858000"/>
              <a:gd name="connsiteX842" fmla="*/ 6202446 w 7467663"/>
              <a:gd name="connsiteY842" fmla="*/ 1752268 h 6858000"/>
              <a:gd name="connsiteX843" fmla="*/ 7179560 w 7467663"/>
              <a:gd name="connsiteY843" fmla="*/ 1467551 h 6858000"/>
              <a:gd name="connsiteX844" fmla="*/ 7158730 w 7467663"/>
              <a:gd name="connsiteY844" fmla="*/ 1507835 h 6858000"/>
              <a:gd name="connsiteX845" fmla="*/ 6326959 w 7467663"/>
              <a:gd name="connsiteY845" fmla="*/ 1817686 h 6858000"/>
              <a:gd name="connsiteX846" fmla="*/ 6537433 w 7467663"/>
              <a:gd name="connsiteY846" fmla="*/ 1907790 h 6858000"/>
              <a:gd name="connsiteX847" fmla="*/ 6550221 w 7467663"/>
              <a:gd name="connsiteY847" fmla="*/ 1910729 h 6858000"/>
              <a:gd name="connsiteX848" fmla="*/ 6964438 w 7467663"/>
              <a:gd name="connsiteY848" fmla="*/ 2209505 h 6858000"/>
              <a:gd name="connsiteX849" fmla="*/ 7367862 w 7467663"/>
              <a:gd name="connsiteY849" fmla="*/ 2806833 h 6858000"/>
              <a:gd name="connsiteX850" fmla="*/ 7364329 w 7467663"/>
              <a:gd name="connsiteY850" fmla="*/ 2826907 h 6858000"/>
              <a:gd name="connsiteX851" fmla="*/ 7290545 w 7467663"/>
              <a:gd name="connsiteY851" fmla="*/ 2850663 h 6858000"/>
              <a:gd name="connsiteX852" fmla="*/ 6472036 w 7467663"/>
              <a:gd name="connsiteY852" fmla="*/ 1959003 h 6858000"/>
              <a:gd name="connsiteX853" fmla="*/ 5792897 w 7467663"/>
              <a:gd name="connsiteY853" fmla="*/ 1647747 h 6858000"/>
              <a:gd name="connsiteX854" fmla="*/ 5842751 w 7467663"/>
              <a:gd name="connsiteY854" fmla="*/ 1816112 h 6858000"/>
              <a:gd name="connsiteX855" fmla="*/ 5847424 w 7467663"/>
              <a:gd name="connsiteY855" fmla="*/ 1815776 h 6858000"/>
              <a:gd name="connsiteX856" fmla="*/ 6399821 w 7467663"/>
              <a:gd name="connsiteY856" fmla="*/ 2344799 h 6858000"/>
              <a:gd name="connsiteX857" fmla="*/ 6323232 w 7467663"/>
              <a:gd name="connsiteY857" fmla="*/ 2389634 h 6858000"/>
              <a:gd name="connsiteX858" fmla="*/ 5942958 w 7467663"/>
              <a:gd name="connsiteY858" fmla="*/ 2077708 h 6858000"/>
              <a:gd name="connsiteX859" fmla="*/ 5921559 w 7467663"/>
              <a:gd name="connsiteY859" fmla="*/ 2378596 h 6858000"/>
              <a:gd name="connsiteX860" fmla="*/ 5817651 w 7467663"/>
              <a:gd name="connsiteY860" fmla="*/ 3023919 h 6858000"/>
              <a:gd name="connsiteX861" fmla="*/ 5729634 w 7467663"/>
              <a:gd name="connsiteY861" fmla="*/ 3051849 h 6858000"/>
              <a:gd name="connsiteX862" fmla="*/ 5611018 w 7467663"/>
              <a:gd name="connsiteY862" fmla="*/ 2316769 h 6858000"/>
              <a:gd name="connsiteX863" fmla="*/ 5687608 w 7467663"/>
              <a:gd name="connsiteY863" fmla="*/ 2039972 h 6858000"/>
              <a:gd name="connsiteX864" fmla="*/ 5657554 w 7467663"/>
              <a:gd name="connsiteY864" fmla="*/ 1576445 h 6858000"/>
              <a:gd name="connsiteX865" fmla="*/ 5150475 w 7467663"/>
              <a:gd name="connsiteY865" fmla="*/ 1274012 h 6858000"/>
              <a:gd name="connsiteX866" fmla="*/ 5349142 w 7467663"/>
              <a:gd name="connsiteY866" fmla="*/ 2204405 h 6858000"/>
              <a:gd name="connsiteX867" fmla="*/ 5262214 w 7467663"/>
              <a:gd name="connsiteY867" fmla="*/ 2233836 h 6858000"/>
              <a:gd name="connsiteX868" fmla="*/ 4981539 w 7467663"/>
              <a:gd name="connsiteY868" fmla="*/ 1542201 h 6858000"/>
              <a:gd name="connsiteX869" fmla="*/ 4958461 w 7467663"/>
              <a:gd name="connsiteY869" fmla="*/ 1136957 h 6858000"/>
              <a:gd name="connsiteX870" fmla="*/ 4655015 w 7467663"/>
              <a:gd name="connsiteY870" fmla="*/ 891426 h 6858000"/>
              <a:gd name="connsiteX871" fmla="*/ 4348002 w 7467663"/>
              <a:gd name="connsiteY871" fmla="*/ 2205895 h 6858000"/>
              <a:gd name="connsiteX872" fmla="*/ 4262250 w 7467663"/>
              <a:gd name="connsiteY872" fmla="*/ 2219972 h 6858000"/>
              <a:gd name="connsiteX873" fmla="*/ 4550611 w 7467663"/>
              <a:gd name="connsiteY873" fmla="*/ 817540 h 6858000"/>
              <a:gd name="connsiteX874" fmla="*/ 4564418 w 7467663"/>
              <a:gd name="connsiteY874" fmla="*/ 808293 h 6858000"/>
              <a:gd name="connsiteX875" fmla="*/ 4266388 w 7467663"/>
              <a:gd name="connsiteY875" fmla="*/ 500083 h 6858000"/>
              <a:gd name="connsiteX876" fmla="*/ 4032842 w 7467663"/>
              <a:gd name="connsiteY876" fmla="*/ 211809 h 6858000"/>
              <a:gd name="connsiteX877" fmla="*/ 3882765 w 7467663"/>
              <a:gd name="connsiteY877" fmla="*/ 0 h 6858000"/>
              <a:gd name="connsiteX878" fmla="*/ 3721337 w 7467663"/>
              <a:gd name="connsiteY878" fmla="*/ 0 h 6858000"/>
              <a:gd name="connsiteX879" fmla="*/ 3797544 w 7467663"/>
              <a:gd name="connsiteY879" fmla="*/ 0 h 6858000"/>
              <a:gd name="connsiteX880" fmla="*/ 3775734 w 7467663"/>
              <a:gd name="connsiteY880" fmla="*/ 95131 h 6858000"/>
              <a:gd name="connsiteX881" fmla="*/ 3724807 w 7467663"/>
              <a:gd name="connsiteY881" fmla="*/ 272257 h 6858000"/>
              <a:gd name="connsiteX882" fmla="*/ 3726844 w 7467663"/>
              <a:gd name="connsiteY882" fmla="*/ 282988 h 6858000"/>
              <a:gd name="connsiteX883" fmla="*/ 3742664 w 7467663"/>
              <a:gd name="connsiteY883" fmla="*/ 279918 h 6858000"/>
              <a:gd name="connsiteX884" fmla="*/ 4103910 w 7467663"/>
              <a:gd name="connsiteY884" fmla="*/ 1161917 h 6858000"/>
              <a:gd name="connsiteX885" fmla="*/ 4020269 w 7467663"/>
              <a:gd name="connsiteY885" fmla="*/ 1200406 h 6858000"/>
              <a:gd name="connsiteX886" fmla="*/ 3674882 w 7467663"/>
              <a:gd name="connsiteY886" fmla="*/ 488524 h 6858000"/>
              <a:gd name="connsiteX887" fmla="*/ 3132682 w 7467663"/>
              <a:gd name="connsiteY887" fmla="*/ 1072284 h 6858000"/>
              <a:gd name="connsiteX888" fmla="*/ 2716346 w 7467663"/>
              <a:gd name="connsiteY888" fmla="*/ 1276376 h 6858000"/>
              <a:gd name="connsiteX889" fmla="*/ 2716772 w 7467663"/>
              <a:gd name="connsiteY889" fmla="*/ 1255462 h 6858000"/>
              <a:gd name="connsiteX890" fmla="*/ 3471096 w 7467663"/>
              <a:gd name="connsiteY890" fmla="*/ 437072 h 6858000"/>
              <a:gd name="connsiteX891" fmla="*/ 3639057 w 7467663"/>
              <a:gd name="connsiteY891" fmla="*/ 286334 h 6858000"/>
              <a:gd name="connsiteX892" fmla="*/ 3640309 w 7467663"/>
              <a:gd name="connsiteY892" fmla="*/ 284664 h 6858000"/>
              <a:gd name="connsiteX893" fmla="*/ 3646022 w 7467663"/>
              <a:gd name="connsiteY893" fmla="*/ 276711 h 6858000"/>
              <a:gd name="connsiteX894" fmla="*/ 3707943 w 7467663"/>
              <a:gd name="connsiteY894" fmla="*/ 65958 h 6858000"/>
              <a:gd name="connsiteX895" fmla="*/ 3721337 w 7467663"/>
              <a:gd name="connsiteY895" fmla="*/ 0 h 6858000"/>
              <a:gd name="connsiteX896" fmla="*/ 2867960 w 7467663"/>
              <a:gd name="connsiteY896" fmla="*/ 0 h 6858000"/>
              <a:gd name="connsiteX897" fmla="*/ 2926351 w 7467663"/>
              <a:gd name="connsiteY897" fmla="*/ 0 h 6858000"/>
              <a:gd name="connsiteX898" fmla="*/ 2902823 w 7467663"/>
              <a:gd name="connsiteY898" fmla="*/ 262929 h 6858000"/>
              <a:gd name="connsiteX899" fmla="*/ 2940663 w 7467663"/>
              <a:gd name="connsiteY899" fmla="*/ 140884 h 6858000"/>
              <a:gd name="connsiteX900" fmla="*/ 2947039 w 7467663"/>
              <a:gd name="connsiteY900" fmla="*/ 122524 h 6858000"/>
              <a:gd name="connsiteX901" fmla="*/ 2984316 w 7467663"/>
              <a:gd name="connsiteY901" fmla="*/ 0 h 6858000"/>
              <a:gd name="connsiteX902" fmla="*/ 3016114 w 7467663"/>
              <a:gd name="connsiteY902" fmla="*/ 0 h 6858000"/>
              <a:gd name="connsiteX903" fmla="*/ 2979949 w 7467663"/>
              <a:gd name="connsiteY903" fmla="*/ 119274 h 6858000"/>
              <a:gd name="connsiteX904" fmla="*/ 3023879 w 7467663"/>
              <a:gd name="connsiteY904" fmla="*/ 0 h 6858000"/>
              <a:gd name="connsiteX905" fmla="*/ 3105400 w 7467663"/>
              <a:gd name="connsiteY905" fmla="*/ 0 h 6858000"/>
              <a:gd name="connsiteX906" fmla="*/ 3094669 w 7467663"/>
              <a:gd name="connsiteY906" fmla="*/ 30308 h 6858000"/>
              <a:gd name="connsiteX907" fmla="*/ 2901945 w 7467663"/>
              <a:gd name="connsiteY907" fmla="*/ 466538 h 6858000"/>
              <a:gd name="connsiteX908" fmla="*/ 2815209 w 7467663"/>
              <a:gd name="connsiteY908" fmla="*/ 497361 h 6858000"/>
              <a:gd name="connsiteX909" fmla="*/ 2844845 w 7467663"/>
              <a:gd name="connsiteY909" fmla="*/ 127638 h 6858000"/>
              <a:gd name="connsiteX910" fmla="*/ 2867960 w 7467663"/>
              <a:gd name="connsiteY910" fmla="*/ 0 h 6858000"/>
              <a:gd name="connsiteX911" fmla="*/ 1057230 w 7467663"/>
              <a:gd name="connsiteY911" fmla="*/ 0 h 6858000"/>
              <a:gd name="connsiteX912" fmla="*/ 1111003 w 7467663"/>
              <a:gd name="connsiteY912" fmla="*/ 0 h 6858000"/>
              <a:gd name="connsiteX913" fmla="*/ 1125553 w 7467663"/>
              <a:gd name="connsiteY913" fmla="*/ 52588 h 6858000"/>
              <a:gd name="connsiteX914" fmla="*/ 1304276 w 7467663"/>
              <a:gd name="connsiteY914" fmla="*/ 476275 h 6858000"/>
              <a:gd name="connsiteX915" fmla="*/ 1492066 w 7467663"/>
              <a:gd name="connsiteY915" fmla="*/ 886333 h 6858000"/>
              <a:gd name="connsiteX916" fmla="*/ 1423698 w 7467663"/>
              <a:gd name="connsiteY916" fmla="*/ 710817 h 6858000"/>
              <a:gd name="connsiteX917" fmla="*/ 1357609 w 7467663"/>
              <a:gd name="connsiteY917" fmla="*/ 532892 h 6858000"/>
              <a:gd name="connsiteX918" fmla="*/ 1309550 w 7467663"/>
              <a:gd name="connsiteY918" fmla="*/ 374031 h 6858000"/>
              <a:gd name="connsiteX919" fmla="*/ 1193673 w 7467663"/>
              <a:gd name="connsiteY919" fmla="*/ 49533 h 6858000"/>
              <a:gd name="connsiteX920" fmla="*/ 1164391 w 7467663"/>
              <a:gd name="connsiteY920" fmla="*/ 0 h 6858000"/>
              <a:gd name="connsiteX921" fmla="*/ 1200666 w 7467663"/>
              <a:gd name="connsiteY921" fmla="*/ 0 h 6858000"/>
              <a:gd name="connsiteX922" fmla="*/ 1223408 w 7467663"/>
              <a:gd name="connsiteY922" fmla="*/ 38996 h 6858000"/>
              <a:gd name="connsiteX923" fmla="*/ 1339635 w 7467663"/>
              <a:gd name="connsiteY923" fmla="*/ 365517 h 6858000"/>
              <a:gd name="connsiteX924" fmla="*/ 1387469 w 7467663"/>
              <a:gd name="connsiteY924" fmla="*/ 523079 h 6858000"/>
              <a:gd name="connsiteX925" fmla="*/ 1452685 w 7467663"/>
              <a:gd name="connsiteY925" fmla="*/ 699806 h 6858000"/>
              <a:gd name="connsiteX926" fmla="*/ 1492092 w 7467663"/>
              <a:gd name="connsiteY926" fmla="*/ 800424 h 6858000"/>
              <a:gd name="connsiteX927" fmla="*/ 1455302 w 7467663"/>
              <a:gd name="connsiteY927" fmla="*/ 632913 h 6858000"/>
              <a:gd name="connsiteX928" fmla="*/ 1222336 w 7467663"/>
              <a:gd name="connsiteY928" fmla="*/ 9480 h 6858000"/>
              <a:gd name="connsiteX929" fmla="*/ 1214634 w 7467663"/>
              <a:gd name="connsiteY929" fmla="*/ 0 h 6858000"/>
              <a:gd name="connsiteX930" fmla="*/ 1289827 w 7467663"/>
              <a:gd name="connsiteY930" fmla="*/ 0 h 6858000"/>
              <a:gd name="connsiteX931" fmla="*/ 1321076 w 7467663"/>
              <a:gd name="connsiteY931" fmla="*/ 59722 h 6858000"/>
              <a:gd name="connsiteX932" fmla="*/ 1512579 w 7467663"/>
              <a:gd name="connsiteY932" fmla="*/ 626441 h 6858000"/>
              <a:gd name="connsiteX933" fmla="*/ 1506076 w 7467663"/>
              <a:gd name="connsiteY933" fmla="*/ 1089289 h 6858000"/>
              <a:gd name="connsiteX934" fmla="*/ 1486346 w 7467663"/>
              <a:gd name="connsiteY934" fmla="*/ 1079919 h 6858000"/>
              <a:gd name="connsiteX935" fmla="*/ 1070511 w 7467663"/>
              <a:gd name="connsiteY935" fmla="*/ 48609 h 6858000"/>
              <a:gd name="connsiteX936" fmla="*/ 1057230 w 7467663"/>
              <a:gd name="connsiteY936" fmla="*/ 0 h 6858000"/>
              <a:gd name="connsiteX937" fmla="*/ 43151 w 7467663"/>
              <a:gd name="connsiteY937" fmla="*/ 0 h 6858000"/>
              <a:gd name="connsiteX938" fmla="*/ 95283 w 7467663"/>
              <a:gd name="connsiteY938" fmla="*/ 0 h 6858000"/>
              <a:gd name="connsiteX939" fmla="*/ 300708 w 7467663"/>
              <a:gd name="connsiteY939" fmla="*/ 154571 h 6858000"/>
              <a:gd name="connsiteX940" fmla="*/ 530414 w 7467663"/>
              <a:gd name="connsiteY940" fmla="*/ 354673 h 6858000"/>
              <a:gd name="connsiteX941" fmla="*/ 333785 w 7467663"/>
              <a:gd name="connsiteY941" fmla="*/ 161564 h 6858000"/>
              <a:gd name="connsiteX942" fmla="*/ 147005 w 7467663"/>
              <a:gd name="connsiteY942" fmla="*/ 0 h 6858000"/>
              <a:gd name="connsiteX943" fmla="*/ 272509 w 7467663"/>
              <a:gd name="connsiteY943" fmla="*/ 0 h 6858000"/>
              <a:gd name="connsiteX944" fmla="*/ 326276 w 7467663"/>
              <a:gd name="connsiteY944" fmla="*/ 45847 h 6858000"/>
              <a:gd name="connsiteX945" fmla="*/ 823759 w 7467663"/>
              <a:gd name="connsiteY945" fmla="*/ 574145 h 6858000"/>
              <a:gd name="connsiteX946" fmla="*/ 811254 w 7467663"/>
              <a:gd name="connsiteY946" fmla="*/ 665546 h 6858000"/>
              <a:gd name="connsiteX947" fmla="*/ 154042 w 7467663"/>
              <a:gd name="connsiteY947" fmla="*/ 261522 h 6858000"/>
              <a:gd name="connsiteX948" fmla="*/ 13550 w 7467663"/>
              <a:gd name="connsiteY948" fmla="*/ 158423 h 6858000"/>
              <a:gd name="connsiteX949" fmla="*/ 0 w 7467663"/>
              <a:gd name="connsiteY949" fmla="*/ 146618 h 6858000"/>
              <a:gd name="connsiteX950" fmla="*/ 0 w 7467663"/>
              <a:gd name="connsiteY950" fmla="*/ 59161 h 6858000"/>
              <a:gd name="connsiteX951" fmla="*/ 45427 w 7467663"/>
              <a:gd name="connsiteY951" fmla="*/ 101078 h 6858000"/>
              <a:gd name="connsiteX952" fmla="*/ 630103 w 7467663"/>
              <a:gd name="connsiteY952" fmla="*/ 485885 h 6858000"/>
              <a:gd name="connsiteX953" fmla="*/ 532040 w 7467663"/>
              <a:gd name="connsiteY953" fmla="*/ 399359 h 6858000"/>
              <a:gd name="connsiteX954" fmla="*/ 517618 w 7467663"/>
              <a:gd name="connsiteY954" fmla="*/ 385726 h 6858000"/>
              <a:gd name="connsiteX955" fmla="*/ 285074 w 7467663"/>
              <a:gd name="connsiteY955" fmla="*/ 182755 h 6858000"/>
              <a:gd name="connsiteX956" fmla="*/ 43151 w 7467663"/>
              <a:gd name="connsiteY95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467600 w 7467600"/>
              <a:gd name="connsiteY75" fmla="*/ 6334256 h 6858000"/>
              <a:gd name="connsiteX76" fmla="*/ 7454976 w 7467600"/>
              <a:gd name="connsiteY76" fmla="*/ 6318297 h 6858000"/>
              <a:gd name="connsiteX77" fmla="*/ 1456157 w 7467600"/>
              <a:gd name="connsiteY77" fmla="*/ 5371404 h 6858000"/>
              <a:gd name="connsiteX78" fmla="*/ 1244432 w 7467600"/>
              <a:gd name="connsiteY78" fmla="*/ 5385601 h 6858000"/>
              <a:gd name="connsiteX79" fmla="*/ 973990 w 7467600"/>
              <a:gd name="connsiteY79" fmla="*/ 5424940 h 6858000"/>
              <a:gd name="connsiteX80" fmla="*/ 1103809 w 7467600"/>
              <a:gd name="connsiteY80" fmla="*/ 5433720 h 6858000"/>
              <a:gd name="connsiteX81" fmla="*/ 1123454 w 7467600"/>
              <a:gd name="connsiteY81" fmla="*/ 5435727 h 6858000"/>
              <a:gd name="connsiteX82" fmla="*/ 1737017 w 7467600"/>
              <a:gd name="connsiteY82" fmla="*/ 5452183 h 6858000"/>
              <a:gd name="connsiteX83" fmla="*/ 1824397 w 7467600"/>
              <a:gd name="connsiteY83" fmla="*/ 5447757 h 6858000"/>
              <a:gd name="connsiteX84" fmla="*/ 2070059 w 7467600"/>
              <a:gd name="connsiteY84" fmla="*/ 5441660 h 6858000"/>
              <a:gd name="connsiteX85" fmla="*/ 1456157 w 7467600"/>
              <a:gd name="connsiteY85" fmla="*/ 5371404 h 6858000"/>
              <a:gd name="connsiteX86" fmla="*/ 4988186 w 7467600"/>
              <a:gd name="connsiteY86" fmla="*/ 5216467 h 6858000"/>
              <a:gd name="connsiteX87" fmla="*/ 4777334 w 7467600"/>
              <a:gd name="connsiteY87" fmla="*/ 5406072 h 6858000"/>
              <a:gd name="connsiteX88" fmla="*/ 4718341 w 7467600"/>
              <a:gd name="connsiteY88" fmla="*/ 5468043 h 6858000"/>
              <a:gd name="connsiteX89" fmla="*/ 4604655 w 7467600"/>
              <a:gd name="connsiteY89" fmla="*/ 5583434 h 6858000"/>
              <a:gd name="connsiteX90" fmla="*/ 4565074 w 7467600"/>
              <a:gd name="connsiteY90" fmla="*/ 5618550 h 6858000"/>
              <a:gd name="connsiteX91" fmla="*/ 4988186 w 7467600"/>
              <a:gd name="connsiteY91" fmla="*/ 5216467 h 6858000"/>
              <a:gd name="connsiteX92" fmla="*/ 4978032 w 7467600"/>
              <a:gd name="connsiteY92" fmla="*/ 5183809 h 6858000"/>
              <a:gd name="connsiteX93" fmla="*/ 4463413 w 7467600"/>
              <a:gd name="connsiteY93" fmla="*/ 5615162 h 6858000"/>
              <a:gd name="connsiteX94" fmla="*/ 4358134 w 7467600"/>
              <a:gd name="connsiteY94" fmla="*/ 5742791 h 6858000"/>
              <a:gd name="connsiteX95" fmla="*/ 4376219 w 7467600"/>
              <a:gd name="connsiteY95" fmla="*/ 5729027 h 6858000"/>
              <a:gd name="connsiteX96" fmla="*/ 4582340 w 7467600"/>
              <a:gd name="connsiteY96" fmla="*/ 5561037 h 6858000"/>
              <a:gd name="connsiteX97" fmla="*/ 4694684 w 7467600"/>
              <a:gd name="connsiteY97" fmla="*/ 5447098 h 6858000"/>
              <a:gd name="connsiteX98" fmla="*/ 4754123 w 7467600"/>
              <a:gd name="connsiteY98" fmla="*/ 5384643 h 6858000"/>
              <a:gd name="connsiteX99" fmla="*/ 4978032 w 7467600"/>
              <a:gd name="connsiteY99" fmla="*/ 5183809 h 6858000"/>
              <a:gd name="connsiteX100" fmla="*/ 1903353 w 7467600"/>
              <a:gd name="connsiteY100" fmla="*/ 5044827 h 6858000"/>
              <a:gd name="connsiteX101" fmla="*/ 1936931 w 7467600"/>
              <a:gd name="connsiteY101" fmla="*/ 5093954 h 6858000"/>
              <a:gd name="connsiteX102" fmla="*/ 2195868 w 7467600"/>
              <a:gd name="connsiteY102" fmla="*/ 5396574 h 6858000"/>
              <a:gd name="connsiteX103" fmla="*/ 2088852 w 7467600"/>
              <a:gd name="connsiteY103" fmla="*/ 5166123 h 6858000"/>
              <a:gd name="connsiteX104" fmla="*/ 1958241 w 7467600"/>
              <a:gd name="connsiteY104" fmla="*/ 5067955 h 6858000"/>
              <a:gd name="connsiteX105" fmla="*/ 1903353 w 7467600"/>
              <a:gd name="connsiteY105" fmla="*/ 5044827 h 6858000"/>
              <a:gd name="connsiteX106" fmla="*/ 1979378 w 7467600"/>
              <a:gd name="connsiteY106" fmla="*/ 4769504 h 6858000"/>
              <a:gd name="connsiteX107" fmla="*/ 2882120 w 7467600"/>
              <a:gd name="connsiteY107" fmla="*/ 5064547 h 6858000"/>
              <a:gd name="connsiteX108" fmla="*/ 2793103 w 7467600"/>
              <a:gd name="connsiteY108" fmla="*/ 5039699 h 6858000"/>
              <a:gd name="connsiteX109" fmla="*/ 2770041 w 7467600"/>
              <a:gd name="connsiteY109" fmla="*/ 5033634 h 6858000"/>
              <a:gd name="connsiteX110" fmla="*/ 1979378 w 7467600"/>
              <a:gd name="connsiteY110" fmla="*/ 4769504 h 6858000"/>
              <a:gd name="connsiteX111" fmla="*/ 1927410 w 7467600"/>
              <a:gd name="connsiteY111" fmla="*/ 4716164 h 6858000"/>
              <a:gd name="connsiteX112" fmla="*/ 1959587 w 7467600"/>
              <a:gd name="connsiteY112" fmla="*/ 4728849 h 6858000"/>
              <a:gd name="connsiteX113" fmla="*/ 2777707 w 7467600"/>
              <a:gd name="connsiteY113" fmla="*/ 5003991 h 6858000"/>
              <a:gd name="connsiteX114" fmla="*/ 2800768 w 7467600"/>
              <a:gd name="connsiteY114" fmla="*/ 5010056 h 6858000"/>
              <a:gd name="connsiteX115" fmla="*/ 2879408 w 7467600"/>
              <a:gd name="connsiteY115" fmla="*/ 5031590 h 6858000"/>
              <a:gd name="connsiteX116" fmla="*/ 2862295 w 7467600"/>
              <a:gd name="connsiteY116" fmla="*/ 5022958 h 6858000"/>
              <a:gd name="connsiteX117" fmla="*/ 2813343 w 7467600"/>
              <a:gd name="connsiteY117" fmla="*/ 4998369 h 6858000"/>
              <a:gd name="connsiteX118" fmla="*/ 2646245 w 7467600"/>
              <a:gd name="connsiteY118" fmla="*/ 4930999 h 6858000"/>
              <a:gd name="connsiteX119" fmla="*/ 1999243 w 7467600"/>
              <a:gd name="connsiteY119" fmla="*/ 4730524 h 6858000"/>
              <a:gd name="connsiteX120" fmla="*/ 1979527 w 7467600"/>
              <a:gd name="connsiteY120" fmla="*/ 4726651 h 6858000"/>
              <a:gd name="connsiteX121" fmla="*/ 1927410 w 7467600"/>
              <a:gd name="connsiteY121" fmla="*/ 4716164 h 6858000"/>
              <a:gd name="connsiteX122" fmla="*/ 1997014 w 7467600"/>
              <a:gd name="connsiteY122" fmla="*/ 4698007 h 6858000"/>
              <a:gd name="connsiteX123" fmla="*/ 2005458 w 7467600"/>
              <a:gd name="connsiteY123" fmla="*/ 4699540 h 6858000"/>
              <a:gd name="connsiteX124" fmla="*/ 2657186 w 7467600"/>
              <a:gd name="connsiteY124" fmla="*/ 4901687 h 6858000"/>
              <a:gd name="connsiteX125" fmla="*/ 2826662 w 7467600"/>
              <a:gd name="connsiteY125" fmla="*/ 4970362 h 6858000"/>
              <a:gd name="connsiteX126" fmla="*/ 2876100 w 7467600"/>
              <a:gd name="connsiteY126" fmla="*/ 4995397 h 6858000"/>
              <a:gd name="connsiteX127" fmla="*/ 3042600 w 7467600"/>
              <a:gd name="connsiteY127" fmla="*/ 5059532 h 6858000"/>
              <a:gd name="connsiteX128" fmla="*/ 1997014 w 7467600"/>
              <a:gd name="connsiteY128" fmla="*/ 4698007 h 6858000"/>
              <a:gd name="connsiteX129" fmla="*/ 2305292 w 7467600"/>
              <a:gd name="connsiteY129" fmla="*/ 4219492 h 6858000"/>
              <a:gd name="connsiteX130" fmla="*/ 3360922 w 7467600"/>
              <a:gd name="connsiteY130" fmla="*/ 4529373 h 6858000"/>
              <a:gd name="connsiteX131" fmla="*/ 3492420 w 7467600"/>
              <a:gd name="connsiteY131" fmla="*/ 4510145 h 6858000"/>
              <a:gd name="connsiteX132" fmla="*/ 3364086 w 7467600"/>
              <a:gd name="connsiteY132" fmla="*/ 4480340 h 6858000"/>
              <a:gd name="connsiteX133" fmla="*/ 3225818 w 7467600"/>
              <a:gd name="connsiteY133" fmla="*/ 4411822 h 6858000"/>
              <a:gd name="connsiteX134" fmla="*/ 3129696 w 7467600"/>
              <a:gd name="connsiteY134" fmla="*/ 4360704 h 6858000"/>
              <a:gd name="connsiteX135" fmla="*/ 2814545 w 7467600"/>
              <a:gd name="connsiteY135" fmla="*/ 4282955 h 6858000"/>
              <a:gd name="connsiteX136" fmla="*/ 2305292 w 7467600"/>
              <a:gd name="connsiteY136" fmla="*/ 4219492 h 6858000"/>
              <a:gd name="connsiteX137" fmla="*/ 2626982 w 7467600"/>
              <a:gd name="connsiteY137" fmla="*/ 4206450 h 6858000"/>
              <a:gd name="connsiteX138" fmla="*/ 2490617 w 7467600"/>
              <a:gd name="connsiteY138" fmla="*/ 4206951 h 6858000"/>
              <a:gd name="connsiteX139" fmla="*/ 2819869 w 7467600"/>
              <a:gd name="connsiteY139" fmla="*/ 4252936 h 6858000"/>
              <a:gd name="connsiteX140" fmla="*/ 3143018 w 7467600"/>
              <a:gd name="connsiteY140" fmla="*/ 4332698 h 6858000"/>
              <a:gd name="connsiteX141" fmla="*/ 3241520 w 7467600"/>
              <a:gd name="connsiteY141" fmla="*/ 4385112 h 6858000"/>
              <a:gd name="connsiteX142" fmla="*/ 3374575 w 7467600"/>
              <a:gd name="connsiteY142" fmla="*/ 4451517 h 6858000"/>
              <a:gd name="connsiteX143" fmla="*/ 3505221 w 7467600"/>
              <a:gd name="connsiteY143" fmla="*/ 4480757 h 6858000"/>
              <a:gd name="connsiteX144" fmla="*/ 2626982 w 7467600"/>
              <a:gd name="connsiteY144" fmla="*/ 4206450 h 6858000"/>
              <a:gd name="connsiteX145" fmla="*/ 1310106 w 7467600"/>
              <a:gd name="connsiteY145" fmla="*/ 3943217 h 6858000"/>
              <a:gd name="connsiteX146" fmla="*/ 854994 w 7467600"/>
              <a:gd name="connsiteY146" fmla="*/ 4399136 h 6858000"/>
              <a:gd name="connsiteX147" fmla="*/ 742462 w 7467600"/>
              <a:gd name="connsiteY147" fmla="*/ 4594648 h 6858000"/>
              <a:gd name="connsiteX148" fmla="*/ 820602 w 7467600"/>
              <a:gd name="connsiteY148" fmla="*/ 4485915 h 6858000"/>
              <a:gd name="connsiteX149" fmla="*/ 878295 w 7467600"/>
              <a:gd name="connsiteY149" fmla="*/ 4403594 h 6858000"/>
              <a:gd name="connsiteX150" fmla="*/ 1240607 w 7467600"/>
              <a:gd name="connsiteY150" fmla="*/ 4010401 h 6858000"/>
              <a:gd name="connsiteX151" fmla="*/ 1310106 w 7467600"/>
              <a:gd name="connsiteY151" fmla="*/ 3943217 h 6858000"/>
              <a:gd name="connsiteX152" fmla="*/ 1423113 w 7467600"/>
              <a:gd name="connsiteY152" fmla="*/ 3874565 h 6858000"/>
              <a:gd name="connsiteX153" fmla="*/ 1260565 w 7467600"/>
              <a:gd name="connsiteY153" fmla="*/ 4031982 h 6858000"/>
              <a:gd name="connsiteX154" fmla="*/ 901900 w 7467600"/>
              <a:gd name="connsiteY154" fmla="*/ 4421236 h 6858000"/>
              <a:gd name="connsiteX155" fmla="*/ 845044 w 7467600"/>
              <a:gd name="connsiteY155" fmla="*/ 4502436 h 6858000"/>
              <a:gd name="connsiteX156" fmla="*/ 685926 w 7467600"/>
              <a:gd name="connsiteY156" fmla="*/ 4703069 h 6858000"/>
              <a:gd name="connsiteX157" fmla="*/ 684248 w 7467600"/>
              <a:gd name="connsiteY157" fmla="*/ 4706721 h 6858000"/>
              <a:gd name="connsiteX158" fmla="*/ 1423113 w 7467600"/>
              <a:gd name="connsiteY158" fmla="*/ 3874565 h 6858000"/>
              <a:gd name="connsiteX159" fmla="*/ 3316479 w 7467600"/>
              <a:gd name="connsiteY159" fmla="*/ 3872136 h 6858000"/>
              <a:gd name="connsiteX160" fmla="*/ 3546806 w 7467600"/>
              <a:gd name="connsiteY160" fmla="*/ 4356139 h 6858000"/>
              <a:gd name="connsiteX161" fmla="*/ 3364433 w 7467600"/>
              <a:gd name="connsiteY161" fmla="*/ 3953121 h 6858000"/>
              <a:gd name="connsiteX162" fmla="*/ 3316479 w 7467600"/>
              <a:gd name="connsiteY162" fmla="*/ 3872136 h 6858000"/>
              <a:gd name="connsiteX163" fmla="*/ 3291335 w 7467600"/>
              <a:gd name="connsiteY163" fmla="*/ 3767420 h 6858000"/>
              <a:gd name="connsiteX164" fmla="*/ 3390805 w 7467600"/>
              <a:gd name="connsiteY164" fmla="*/ 3937163 h 6858000"/>
              <a:gd name="connsiteX165" fmla="*/ 3579062 w 7467600"/>
              <a:gd name="connsiteY165" fmla="*/ 4359040 h 6858000"/>
              <a:gd name="connsiteX166" fmla="*/ 3467355 w 7467600"/>
              <a:gd name="connsiteY166" fmla="*/ 3988130 h 6858000"/>
              <a:gd name="connsiteX167" fmla="*/ 3310753 w 7467600"/>
              <a:gd name="connsiteY167" fmla="*/ 3787140 h 6858000"/>
              <a:gd name="connsiteX168" fmla="*/ 3291335 w 7467600"/>
              <a:gd name="connsiteY168" fmla="*/ 3767420 h 6858000"/>
              <a:gd name="connsiteX169" fmla="*/ 1635889 w 7467600"/>
              <a:gd name="connsiteY169" fmla="*/ 3709494 h 6858000"/>
              <a:gd name="connsiteX170" fmla="*/ 1634800 w 7467600"/>
              <a:gd name="connsiteY170" fmla="*/ 3731111 h 6858000"/>
              <a:gd name="connsiteX171" fmla="*/ 1635889 w 7467600"/>
              <a:gd name="connsiteY171" fmla="*/ 3709494 h 6858000"/>
              <a:gd name="connsiteX172" fmla="*/ 1510397 w 7467600"/>
              <a:gd name="connsiteY172" fmla="*/ 3684705 h 6858000"/>
              <a:gd name="connsiteX173" fmla="*/ 1146550 w 7467600"/>
              <a:gd name="connsiteY173" fmla="*/ 3802012 h 6858000"/>
              <a:gd name="connsiteX174" fmla="*/ 698834 w 7467600"/>
              <a:gd name="connsiteY174" fmla="*/ 3952272 h 6858000"/>
              <a:gd name="connsiteX175" fmla="*/ 34256 w 7467600"/>
              <a:gd name="connsiteY175" fmla="*/ 4347603 h 6858000"/>
              <a:gd name="connsiteX176" fmla="*/ 527241 w 7467600"/>
              <a:gd name="connsiteY176" fmla="*/ 4065078 h 6858000"/>
              <a:gd name="connsiteX177" fmla="*/ 1510397 w 7467600"/>
              <a:gd name="connsiteY177" fmla="*/ 3684705 h 6858000"/>
              <a:gd name="connsiteX178" fmla="*/ 1313114 w 7467600"/>
              <a:gd name="connsiteY178" fmla="*/ 3655216 h 6858000"/>
              <a:gd name="connsiteX179" fmla="*/ 1109304 w 7467600"/>
              <a:gd name="connsiteY179" fmla="*/ 3669030 h 6858000"/>
              <a:gd name="connsiteX180" fmla="*/ 8129 w 7467600"/>
              <a:gd name="connsiteY180" fmla="*/ 4330519 h 6858000"/>
              <a:gd name="connsiteX181" fmla="*/ 687572 w 7467600"/>
              <a:gd name="connsiteY181" fmla="*/ 3925629 h 6858000"/>
              <a:gd name="connsiteX182" fmla="*/ 1138365 w 7467600"/>
              <a:gd name="connsiteY182" fmla="*/ 3774515 h 6858000"/>
              <a:gd name="connsiteX183" fmla="*/ 1505579 w 7467600"/>
              <a:gd name="connsiteY183" fmla="*/ 3655526 h 6858000"/>
              <a:gd name="connsiteX184" fmla="*/ 1313114 w 7467600"/>
              <a:gd name="connsiteY184" fmla="*/ 3655216 h 6858000"/>
              <a:gd name="connsiteX185" fmla="*/ 3655073 w 7467600"/>
              <a:gd name="connsiteY185" fmla="*/ 3650884 h 6858000"/>
              <a:gd name="connsiteX186" fmla="*/ 3989938 w 7467600"/>
              <a:gd name="connsiteY186" fmla="*/ 3991685 h 6858000"/>
              <a:gd name="connsiteX187" fmla="*/ 4393907 w 7467600"/>
              <a:gd name="connsiteY187" fmla="*/ 4261258 h 6858000"/>
              <a:gd name="connsiteX188" fmla="*/ 4648051 w 7467600"/>
              <a:gd name="connsiteY188" fmla="*/ 4374051 h 6858000"/>
              <a:gd name="connsiteX189" fmla="*/ 4383389 w 7467600"/>
              <a:gd name="connsiteY189" fmla="*/ 4184369 h 6858000"/>
              <a:gd name="connsiteX190" fmla="*/ 4165508 w 7467600"/>
              <a:gd name="connsiteY190" fmla="*/ 4035196 h 6858000"/>
              <a:gd name="connsiteX191" fmla="*/ 4068162 w 7467600"/>
              <a:gd name="connsiteY191" fmla="*/ 3953394 h 6858000"/>
              <a:gd name="connsiteX192" fmla="*/ 3981416 w 7467600"/>
              <a:gd name="connsiteY192" fmla="*/ 3880482 h 6858000"/>
              <a:gd name="connsiteX193" fmla="*/ 3800147 w 7467600"/>
              <a:gd name="connsiteY193" fmla="*/ 3749872 h 6858000"/>
              <a:gd name="connsiteX194" fmla="*/ 3655073 w 7467600"/>
              <a:gd name="connsiteY194" fmla="*/ 3650884 h 6858000"/>
              <a:gd name="connsiteX195" fmla="*/ 3670252 w 7467600"/>
              <a:gd name="connsiteY195" fmla="*/ 3622798 h 6858000"/>
              <a:gd name="connsiteX196" fmla="*/ 3817258 w 7467600"/>
              <a:gd name="connsiteY196" fmla="*/ 3723577 h 6858000"/>
              <a:gd name="connsiteX197" fmla="*/ 4000461 w 7467600"/>
              <a:gd name="connsiteY197" fmla="*/ 3855966 h 6858000"/>
              <a:gd name="connsiteX198" fmla="*/ 4088180 w 7467600"/>
              <a:gd name="connsiteY198" fmla="*/ 3929774 h 6858000"/>
              <a:gd name="connsiteX199" fmla="*/ 4184555 w 7467600"/>
              <a:gd name="connsiteY199" fmla="*/ 4010683 h 6858000"/>
              <a:gd name="connsiteX200" fmla="*/ 4399563 w 7467600"/>
              <a:gd name="connsiteY200" fmla="*/ 4158106 h 6858000"/>
              <a:gd name="connsiteX201" fmla="*/ 4684469 w 7467600"/>
              <a:gd name="connsiteY201" fmla="*/ 4364680 h 6858000"/>
              <a:gd name="connsiteX202" fmla="*/ 4690271 w 7467600"/>
              <a:gd name="connsiteY202" fmla="*/ 4370034 h 6858000"/>
              <a:gd name="connsiteX203" fmla="*/ 4136093 w 7467600"/>
              <a:gd name="connsiteY203" fmla="*/ 3858466 h 6858000"/>
              <a:gd name="connsiteX204" fmla="*/ 3670252 w 7467600"/>
              <a:gd name="connsiteY204" fmla="*/ 3622798 h 6858000"/>
              <a:gd name="connsiteX205" fmla="*/ 4440129 w 7467600"/>
              <a:gd name="connsiteY205" fmla="*/ 3448571 h 6858000"/>
              <a:gd name="connsiteX206" fmla="*/ 4856525 w 7467600"/>
              <a:gd name="connsiteY206" fmla="*/ 3915351 h 6858000"/>
              <a:gd name="connsiteX207" fmla="*/ 5059055 w 7467600"/>
              <a:gd name="connsiteY207" fmla="*/ 4108918 h 6858000"/>
              <a:gd name="connsiteX208" fmla="*/ 5290070 w 7467600"/>
              <a:gd name="connsiteY208" fmla="*/ 4263619 h 6858000"/>
              <a:gd name="connsiteX209" fmla="*/ 4834991 w 7467600"/>
              <a:gd name="connsiteY209" fmla="*/ 3830985 h 6858000"/>
              <a:gd name="connsiteX210" fmla="*/ 4440129 w 7467600"/>
              <a:gd name="connsiteY210" fmla="*/ 3448571 h 6858000"/>
              <a:gd name="connsiteX211" fmla="*/ 4441737 w 7467600"/>
              <a:gd name="connsiteY211" fmla="*/ 3399734 h 6858000"/>
              <a:gd name="connsiteX212" fmla="*/ 4431236 w 7467600"/>
              <a:gd name="connsiteY212" fmla="*/ 3400954 h 6858000"/>
              <a:gd name="connsiteX213" fmla="*/ 4557150 w 7467600"/>
              <a:gd name="connsiteY213" fmla="*/ 3510023 h 6858000"/>
              <a:gd name="connsiteX214" fmla="*/ 4856936 w 7467600"/>
              <a:gd name="connsiteY214" fmla="*/ 3809146 h 6858000"/>
              <a:gd name="connsiteX215" fmla="*/ 5111996 w 7467600"/>
              <a:gd name="connsiteY215" fmla="*/ 4065759 h 6858000"/>
              <a:gd name="connsiteX216" fmla="*/ 5388878 w 7467600"/>
              <a:gd name="connsiteY216" fmla="*/ 4300185 h 6858000"/>
              <a:gd name="connsiteX217" fmla="*/ 5425556 w 7467600"/>
              <a:gd name="connsiteY217" fmla="*/ 4308967 h 6858000"/>
              <a:gd name="connsiteX218" fmla="*/ 4943646 w 7467600"/>
              <a:gd name="connsiteY218" fmla="*/ 3822916 h 6858000"/>
              <a:gd name="connsiteX219" fmla="*/ 4594837 w 7467600"/>
              <a:gd name="connsiteY219" fmla="*/ 3532274 h 6858000"/>
              <a:gd name="connsiteX220" fmla="*/ 4441737 w 7467600"/>
              <a:gd name="connsiteY220" fmla="*/ 3399734 h 6858000"/>
              <a:gd name="connsiteX221" fmla="*/ 5425834 w 7467600"/>
              <a:gd name="connsiteY221" fmla="*/ 3162785 h 6858000"/>
              <a:gd name="connsiteX222" fmla="*/ 5401644 w 7467600"/>
              <a:gd name="connsiteY222" fmla="*/ 3617847 h 6858000"/>
              <a:gd name="connsiteX223" fmla="*/ 5467256 w 7467600"/>
              <a:gd name="connsiteY223" fmla="*/ 4175494 h 6858000"/>
              <a:gd name="connsiteX224" fmla="*/ 5448069 w 7467600"/>
              <a:gd name="connsiteY224" fmla="*/ 3567554 h 6858000"/>
              <a:gd name="connsiteX225" fmla="*/ 5425834 w 7467600"/>
              <a:gd name="connsiteY225" fmla="*/ 3162785 h 6858000"/>
              <a:gd name="connsiteX226" fmla="*/ 1318687 w 7467600"/>
              <a:gd name="connsiteY226" fmla="*/ 3113840 h 6858000"/>
              <a:gd name="connsiteX227" fmla="*/ 1066793 w 7467600"/>
              <a:gd name="connsiteY227" fmla="*/ 3212171 h 6858000"/>
              <a:gd name="connsiteX228" fmla="*/ 993319 w 7467600"/>
              <a:gd name="connsiteY228" fmla="*/ 3247648 h 6858000"/>
              <a:gd name="connsiteX229" fmla="*/ 853081 w 7467600"/>
              <a:gd name="connsiteY229" fmla="*/ 3312410 h 6858000"/>
              <a:gd name="connsiteX230" fmla="*/ 805957 w 7467600"/>
              <a:gd name="connsiteY230" fmla="*/ 3330443 h 6858000"/>
              <a:gd name="connsiteX231" fmla="*/ 1318687 w 7467600"/>
              <a:gd name="connsiteY231" fmla="*/ 3113840 h 6858000"/>
              <a:gd name="connsiteX232" fmla="*/ 5453702 w 7467600"/>
              <a:gd name="connsiteY232" fmla="*/ 3090882 h 6858000"/>
              <a:gd name="connsiteX233" fmla="*/ 5480135 w 7467600"/>
              <a:gd name="connsiteY233" fmla="*/ 3565802 h 6858000"/>
              <a:gd name="connsiteX234" fmla="*/ 5499023 w 7467600"/>
              <a:gd name="connsiteY234" fmla="*/ 4166310 h 6858000"/>
              <a:gd name="connsiteX235" fmla="*/ 5547022 w 7467600"/>
              <a:gd name="connsiteY235" fmla="*/ 3607838 h 6858000"/>
              <a:gd name="connsiteX236" fmla="*/ 5515964 w 7467600"/>
              <a:gd name="connsiteY236" fmla="*/ 3378541 h 6858000"/>
              <a:gd name="connsiteX237" fmla="*/ 5453702 w 7467600"/>
              <a:gd name="connsiteY237" fmla="*/ 3090882 h 6858000"/>
              <a:gd name="connsiteX238" fmla="*/ 1238695 w 7467600"/>
              <a:gd name="connsiteY238" fmla="*/ 3076820 h 6858000"/>
              <a:gd name="connsiteX239" fmla="*/ 716371 w 7467600"/>
              <a:gd name="connsiteY239" fmla="*/ 3293249 h 6858000"/>
              <a:gd name="connsiteX240" fmla="*/ 579522 w 7467600"/>
              <a:gd name="connsiteY240" fmla="*/ 3371759 h 6858000"/>
              <a:gd name="connsiteX241" fmla="*/ 600288 w 7467600"/>
              <a:gd name="connsiteY241" fmla="*/ 3365555 h 6858000"/>
              <a:gd name="connsiteX242" fmla="*/ 840692 w 7467600"/>
              <a:gd name="connsiteY242" fmla="*/ 3284921 h 6858000"/>
              <a:gd name="connsiteX243" fmla="*/ 979248 w 7467600"/>
              <a:gd name="connsiteY243" fmla="*/ 3221003 h 6858000"/>
              <a:gd name="connsiteX244" fmla="*/ 1053282 w 7467600"/>
              <a:gd name="connsiteY244" fmla="*/ 3185247 h 6858000"/>
              <a:gd name="connsiteX245" fmla="*/ 1320603 w 7467600"/>
              <a:gd name="connsiteY245" fmla="*/ 3081281 h 6858000"/>
              <a:gd name="connsiteX246" fmla="*/ 1238695 w 7467600"/>
              <a:gd name="connsiteY246" fmla="*/ 3076820 h 6858000"/>
              <a:gd name="connsiteX247" fmla="*/ 5425627 w 7467600"/>
              <a:gd name="connsiteY247" fmla="*/ 2954192 h 6858000"/>
              <a:gd name="connsiteX248" fmla="*/ 5470770 w 7467600"/>
              <a:gd name="connsiteY248" fmla="*/ 3005435 h 6858000"/>
              <a:gd name="connsiteX249" fmla="*/ 5519779 w 7467600"/>
              <a:gd name="connsiteY249" fmla="*/ 4359223 h 6858000"/>
              <a:gd name="connsiteX250" fmla="*/ 5520293 w 7467600"/>
              <a:gd name="connsiteY250" fmla="*/ 4360602 h 6858000"/>
              <a:gd name="connsiteX251" fmla="*/ 5767221 w 7467600"/>
              <a:gd name="connsiteY251" fmla="*/ 4665564 h 6858000"/>
              <a:gd name="connsiteX252" fmla="*/ 6937169 w 7467600"/>
              <a:gd name="connsiteY252" fmla="*/ 4815941 h 6858000"/>
              <a:gd name="connsiteX253" fmla="*/ 6953922 w 7467600"/>
              <a:gd name="connsiteY253" fmla="*/ 4890068 h 6858000"/>
              <a:gd name="connsiteX254" fmla="*/ 6071359 w 7467600"/>
              <a:gd name="connsiteY254" fmla="*/ 4770770 h 6858000"/>
              <a:gd name="connsiteX255" fmla="*/ 6038839 w 7467600"/>
              <a:gd name="connsiteY255" fmla="*/ 4764474 h 6858000"/>
              <a:gd name="connsiteX256" fmla="*/ 6038706 w 7467600"/>
              <a:gd name="connsiteY256" fmla="*/ 4763847 h 6858000"/>
              <a:gd name="connsiteX257" fmla="*/ 6037784 w 7467600"/>
              <a:gd name="connsiteY257" fmla="*/ 4764270 h 6858000"/>
              <a:gd name="connsiteX258" fmla="*/ 6038839 w 7467600"/>
              <a:gd name="connsiteY258" fmla="*/ 4764474 h 6858000"/>
              <a:gd name="connsiteX259" fmla="*/ 6040338 w 7467600"/>
              <a:gd name="connsiteY259" fmla="*/ 4771418 h 6858000"/>
              <a:gd name="connsiteX260" fmla="*/ 6024488 w 7467600"/>
              <a:gd name="connsiteY260" fmla="*/ 4809903 h 6858000"/>
              <a:gd name="connsiteX261" fmla="*/ 5599771 w 7467600"/>
              <a:gd name="connsiteY261" fmla="*/ 5509652 h 6858000"/>
              <a:gd name="connsiteX262" fmla="*/ 5548843 w 7467600"/>
              <a:gd name="connsiteY262" fmla="*/ 5563845 h 6858000"/>
              <a:gd name="connsiteX263" fmla="*/ 5940952 w 7467600"/>
              <a:gd name="connsiteY263" fmla="*/ 6250028 h 6858000"/>
              <a:gd name="connsiteX264" fmla="*/ 6043441 w 7467600"/>
              <a:gd name="connsiteY264" fmla="*/ 6665847 h 6858000"/>
              <a:gd name="connsiteX265" fmla="*/ 6093432 w 7467600"/>
              <a:gd name="connsiteY265" fmla="*/ 6858000 h 6858000"/>
              <a:gd name="connsiteX266" fmla="*/ 6034344 w 7467600"/>
              <a:gd name="connsiteY266" fmla="*/ 6858000 h 6858000"/>
              <a:gd name="connsiteX267" fmla="*/ 6026679 w 7467600"/>
              <a:gd name="connsiteY267" fmla="*/ 6836959 h 6858000"/>
              <a:gd name="connsiteX268" fmla="*/ 5800441 w 7467600"/>
              <a:gd name="connsiteY268" fmla="*/ 6335286 h 6858000"/>
              <a:gd name="connsiteX269" fmla="*/ 5526562 w 7467600"/>
              <a:gd name="connsiteY269" fmla="*/ 5705388 h 6858000"/>
              <a:gd name="connsiteX270" fmla="*/ 5519640 w 7467600"/>
              <a:gd name="connsiteY270" fmla="*/ 5683774 h 6858000"/>
              <a:gd name="connsiteX271" fmla="*/ 5844559 w 7467600"/>
              <a:gd name="connsiteY271" fmla="*/ 6553349 h 6858000"/>
              <a:gd name="connsiteX272" fmla="*/ 5975994 w 7467600"/>
              <a:gd name="connsiteY272" fmla="*/ 6858000 h 6858000"/>
              <a:gd name="connsiteX273" fmla="*/ 5898547 w 7467600"/>
              <a:gd name="connsiteY273" fmla="*/ 6858000 h 6858000"/>
              <a:gd name="connsiteX274" fmla="*/ 5682041 w 7467600"/>
              <a:gd name="connsiteY274" fmla="*/ 6355860 h 6858000"/>
              <a:gd name="connsiteX275" fmla="*/ 5461758 w 7467600"/>
              <a:gd name="connsiteY275" fmla="*/ 5820220 h 6858000"/>
              <a:gd name="connsiteX276" fmla="*/ 5237282 w 7467600"/>
              <a:gd name="connsiteY276" fmla="*/ 6579086 h 6858000"/>
              <a:gd name="connsiteX277" fmla="*/ 5115009 w 7467600"/>
              <a:gd name="connsiteY277" fmla="*/ 6858000 h 6858000"/>
              <a:gd name="connsiteX278" fmla="*/ 5028074 w 7467600"/>
              <a:gd name="connsiteY278" fmla="*/ 6858000 h 6858000"/>
              <a:gd name="connsiteX279" fmla="*/ 5079508 w 7467600"/>
              <a:gd name="connsiteY279" fmla="*/ 6749074 h 6858000"/>
              <a:gd name="connsiteX280" fmla="*/ 5371846 w 7467600"/>
              <a:gd name="connsiteY280" fmla="*/ 5924413 h 6858000"/>
              <a:gd name="connsiteX281" fmla="*/ 5270512 w 7467600"/>
              <a:gd name="connsiteY281" fmla="*/ 6138975 h 6858000"/>
              <a:gd name="connsiteX282" fmla="*/ 5062409 w 7467600"/>
              <a:gd name="connsiteY282" fmla="*/ 6653544 h 6858000"/>
              <a:gd name="connsiteX283" fmla="*/ 5036628 w 7467600"/>
              <a:gd name="connsiteY283" fmla="*/ 6754247 h 6858000"/>
              <a:gd name="connsiteX284" fmla="*/ 5009112 w 7467600"/>
              <a:gd name="connsiteY284" fmla="*/ 6858000 h 6858000"/>
              <a:gd name="connsiteX285" fmla="*/ 4976679 w 7467600"/>
              <a:gd name="connsiteY285" fmla="*/ 6858000 h 6858000"/>
              <a:gd name="connsiteX286" fmla="*/ 5006537 w 7467600"/>
              <a:gd name="connsiteY286" fmla="*/ 6747068 h 6858000"/>
              <a:gd name="connsiteX287" fmla="*/ 5032723 w 7467600"/>
              <a:gd name="connsiteY287" fmla="*/ 6644957 h 6858000"/>
              <a:gd name="connsiteX288" fmla="*/ 5242949 w 7467600"/>
              <a:gd name="connsiteY288" fmla="*/ 6125175 h 6858000"/>
              <a:gd name="connsiteX289" fmla="*/ 5286321 w 7467600"/>
              <a:gd name="connsiteY289" fmla="*/ 6033555 h 6858000"/>
              <a:gd name="connsiteX290" fmla="*/ 5008210 w 7467600"/>
              <a:gd name="connsiteY290" fmla="*/ 6649194 h 6858000"/>
              <a:gd name="connsiteX291" fmla="*/ 4986321 w 7467600"/>
              <a:gd name="connsiteY291" fmla="*/ 6765687 h 6858000"/>
              <a:gd name="connsiteX292" fmla="*/ 4973474 w 7467600"/>
              <a:gd name="connsiteY292" fmla="*/ 6858000 h 6858000"/>
              <a:gd name="connsiteX293" fmla="*/ 4907178 w 7467600"/>
              <a:gd name="connsiteY293" fmla="*/ 6858000 h 6858000"/>
              <a:gd name="connsiteX294" fmla="*/ 4910810 w 7467600"/>
              <a:gd name="connsiteY294" fmla="*/ 6829660 h 6858000"/>
              <a:gd name="connsiteX295" fmla="*/ 4987461 w 7467600"/>
              <a:gd name="connsiteY295" fmla="*/ 6432994 h 6858000"/>
              <a:gd name="connsiteX296" fmla="*/ 5179262 w 7467600"/>
              <a:gd name="connsiteY296" fmla="*/ 6035044 h 6858000"/>
              <a:gd name="connsiteX297" fmla="*/ 4689678 w 7467600"/>
              <a:gd name="connsiteY297" fmla="*/ 6440241 h 6858000"/>
              <a:gd name="connsiteX298" fmla="*/ 4477543 w 7467600"/>
              <a:gd name="connsiteY298" fmla="*/ 6674836 h 6858000"/>
              <a:gd name="connsiteX299" fmla="*/ 4329957 w 7467600"/>
              <a:gd name="connsiteY299" fmla="*/ 6858000 h 6858000"/>
              <a:gd name="connsiteX300" fmla="*/ 4218595 w 7467600"/>
              <a:gd name="connsiteY300" fmla="*/ 6858000 h 6858000"/>
              <a:gd name="connsiteX301" fmla="*/ 4368888 w 7467600"/>
              <a:gd name="connsiteY301" fmla="*/ 6668412 h 6858000"/>
              <a:gd name="connsiteX302" fmla="*/ 4563091 w 7467600"/>
              <a:gd name="connsiteY302" fmla="*/ 6442508 h 6858000"/>
              <a:gd name="connsiteX303" fmla="*/ 5387324 w 7467600"/>
              <a:gd name="connsiteY303" fmla="*/ 5705830 h 6858000"/>
              <a:gd name="connsiteX304" fmla="*/ 5073620 w 7467600"/>
              <a:gd name="connsiteY304" fmla="*/ 5955437 h 6858000"/>
              <a:gd name="connsiteX305" fmla="*/ 4689789 w 7467600"/>
              <a:gd name="connsiteY305" fmla="*/ 6268382 h 6858000"/>
              <a:gd name="connsiteX306" fmla="*/ 4418722 w 7467600"/>
              <a:gd name="connsiteY306" fmla="*/ 6570886 h 6858000"/>
              <a:gd name="connsiteX307" fmla="*/ 4214944 w 7467600"/>
              <a:gd name="connsiteY307" fmla="*/ 6858000 h 6858000"/>
              <a:gd name="connsiteX308" fmla="*/ 4177898 w 7467600"/>
              <a:gd name="connsiteY308" fmla="*/ 6858000 h 6858000"/>
              <a:gd name="connsiteX309" fmla="*/ 4391597 w 7467600"/>
              <a:gd name="connsiteY309" fmla="*/ 6556370 h 6858000"/>
              <a:gd name="connsiteX310" fmla="*/ 4668889 w 7467600"/>
              <a:gd name="connsiteY310" fmla="*/ 6246399 h 6858000"/>
              <a:gd name="connsiteX311" fmla="*/ 5055427 w 7467600"/>
              <a:gd name="connsiteY311" fmla="*/ 5931476 h 6858000"/>
              <a:gd name="connsiteX312" fmla="*/ 5371814 w 7467600"/>
              <a:gd name="connsiteY312" fmla="*/ 5678975 h 6858000"/>
              <a:gd name="connsiteX313" fmla="*/ 4987918 w 7467600"/>
              <a:gd name="connsiteY313" fmla="*/ 5838701 h 6858000"/>
              <a:gd name="connsiteX314" fmla="*/ 4317146 w 7467600"/>
              <a:gd name="connsiteY314" fmla="*/ 6587716 h 6858000"/>
              <a:gd name="connsiteX315" fmla="*/ 4171627 w 7467600"/>
              <a:gd name="connsiteY315" fmla="*/ 6858000 h 6858000"/>
              <a:gd name="connsiteX316" fmla="*/ 4081585 w 7467600"/>
              <a:gd name="connsiteY316" fmla="*/ 6858000 h 6858000"/>
              <a:gd name="connsiteX317" fmla="*/ 4238603 w 7467600"/>
              <a:gd name="connsiteY317" fmla="*/ 6559341 h 6858000"/>
              <a:gd name="connsiteX318" fmla="*/ 4778333 w 7467600"/>
              <a:gd name="connsiteY318" fmla="*/ 5873626 h 6858000"/>
              <a:gd name="connsiteX319" fmla="*/ 5414185 w 7467600"/>
              <a:gd name="connsiteY319" fmla="*/ 5573882 h 6858000"/>
              <a:gd name="connsiteX320" fmla="*/ 5959648 w 7467600"/>
              <a:gd name="connsiteY320" fmla="*/ 4760797 h 6858000"/>
              <a:gd name="connsiteX321" fmla="*/ 5355019 w 7467600"/>
              <a:gd name="connsiteY321" fmla="*/ 4734672 h 6858000"/>
              <a:gd name="connsiteX322" fmla="*/ 5083565 w 7467600"/>
              <a:gd name="connsiteY322" fmla="*/ 5179121 h 6858000"/>
              <a:gd name="connsiteX323" fmla="*/ 4713577 w 7467600"/>
              <a:gd name="connsiteY323" fmla="*/ 5616803 h 6858000"/>
              <a:gd name="connsiteX324" fmla="*/ 3989559 w 7467600"/>
              <a:gd name="connsiteY324" fmla="*/ 6145945 h 6858000"/>
              <a:gd name="connsiteX325" fmla="*/ 3939824 w 7467600"/>
              <a:gd name="connsiteY325" fmla="*/ 6066900 h 6858000"/>
              <a:gd name="connsiteX326" fmla="*/ 4584537 w 7467600"/>
              <a:gd name="connsiteY326" fmla="*/ 5324826 h 6858000"/>
              <a:gd name="connsiteX327" fmla="*/ 5037105 w 7467600"/>
              <a:gd name="connsiteY327" fmla="*/ 5088765 h 6858000"/>
              <a:gd name="connsiteX328" fmla="*/ 5039930 w 7467600"/>
              <a:gd name="connsiteY328" fmla="*/ 5089585 h 6858000"/>
              <a:gd name="connsiteX329" fmla="*/ 5263764 w 7467600"/>
              <a:gd name="connsiteY329" fmla="*/ 4735525 h 6858000"/>
              <a:gd name="connsiteX330" fmla="*/ 4086300 w 7467600"/>
              <a:gd name="connsiteY330" fmla="*/ 4884599 h 6858000"/>
              <a:gd name="connsiteX331" fmla="*/ 4085485 w 7467600"/>
              <a:gd name="connsiteY331" fmla="*/ 4899070 h 6858000"/>
              <a:gd name="connsiteX332" fmla="*/ 3871915 w 7467600"/>
              <a:gd name="connsiteY332" fmla="*/ 5253645 h 6858000"/>
              <a:gd name="connsiteX333" fmla="*/ 3799374 w 7467600"/>
              <a:gd name="connsiteY333" fmla="*/ 5466127 h 6858000"/>
              <a:gd name="connsiteX334" fmla="*/ 3498850 w 7467600"/>
              <a:gd name="connsiteY334" fmla="*/ 6661888 h 6858000"/>
              <a:gd name="connsiteX335" fmla="*/ 3399216 w 7467600"/>
              <a:gd name="connsiteY335" fmla="*/ 6858000 h 6858000"/>
              <a:gd name="connsiteX336" fmla="*/ 3303688 w 7467600"/>
              <a:gd name="connsiteY336" fmla="*/ 6858000 h 6858000"/>
              <a:gd name="connsiteX337" fmla="*/ 3391774 w 7467600"/>
              <a:gd name="connsiteY337" fmla="*/ 6697181 h 6858000"/>
              <a:gd name="connsiteX338" fmla="*/ 3735540 w 7467600"/>
              <a:gd name="connsiteY338" fmla="*/ 5546923 h 6858000"/>
              <a:gd name="connsiteX339" fmla="*/ 3729438 w 7467600"/>
              <a:gd name="connsiteY339" fmla="*/ 5569058 h 6858000"/>
              <a:gd name="connsiteX340" fmla="*/ 3707782 w 7467600"/>
              <a:gd name="connsiteY340" fmla="*/ 5644908 h 6858000"/>
              <a:gd name="connsiteX341" fmla="*/ 3583827 w 7467600"/>
              <a:gd name="connsiteY341" fmla="*/ 6039215 h 6858000"/>
              <a:gd name="connsiteX342" fmla="*/ 3547861 w 7467600"/>
              <a:gd name="connsiteY342" fmla="*/ 6129609 h 6858000"/>
              <a:gd name="connsiteX343" fmla="*/ 3490905 w 7467600"/>
              <a:gd name="connsiteY343" fmla="*/ 6277660 h 6858000"/>
              <a:gd name="connsiteX344" fmla="*/ 3455859 w 7467600"/>
              <a:gd name="connsiteY344" fmla="*/ 6391301 h 6858000"/>
              <a:gd name="connsiteX345" fmla="*/ 3429112 w 7467600"/>
              <a:gd name="connsiteY345" fmla="*/ 6479469 h 6858000"/>
              <a:gd name="connsiteX346" fmla="*/ 3304862 w 7467600"/>
              <a:gd name="connsiteY346" fmla="*/ 6796476 h 6858000"/>
              <a:gd name="connsiteX347" fmla="*/ 3276071 w 7467600"/>
              <a:gd name="connsiteY347" fmla="*/ 6858000 h 6858000"/>
              <a:gd name="connsiteX348" fmla="*/ 3240805 w 7467600"/>
              <a:gd name="connsiteY348" fmla="*/ 6858000 h 6858000"/>
              <a:gd name="connsiteX349" fmla="*/ 3275917 w 7467600"/>
              <a:gd name="connsiteY349" fmla="*/ 6783192 h 6858000"/>
              <a:gd name="connsiteX350" fmla="*/ 3399358 w 7467600"/>
              <a:gd name="connsiteY350" fmla="*/ 6469011 h 6858000"/>
              <a:gd name="connsiteX351" fmla="*/ 3425650 w 7467600"/>
              <a:gd name="connsiteY351" fmla="*/ 6381333 h 6858000"/>
              <a:gd name="connsiteX352" fmla="*/ 3460661 w 7467600"/>
              <a:gd name="connsiteY352" fmla="*/ 6266763 h 6858000"/>
              <a:gd name="connsiteX353" fmla="*/ 3518021 w 7467600"/>
              <a:gd name="connsiteY353" fmla="*/ 6117298 h 6858000"/>
              <a:gd name="connsiteX354" fmla="*/ 3554035 w 7467600"/>
              <a:gd name="connsiteY354" fmla="*/ 6027832 h 6858000"/>
              <a:gd name="connsiteX355" fmla="*/ 3677174 w 7467600"/>
              <a:gd name="connsiteY355" fmla="*/ 5636351 h 6858000"/>
              <a:gd name="connsiteX356" fmla="*/ 3698819 w 7467600"/>
              <a:gd name="connsiteY356" fmla="*/ 5560503 h 6858000"/>
              <a:gd name="connsiteX357" fmla="*/ 3702094 w 7467600"/>
              <a:gd name="connsiteY357" fmla="*/ 5549194 h 6858000"/>
              <a:gd name="connsiteX358" fmla="*/ 3398355 w 7467600"/>
              <a:gd name="connsiteY358" fmla="*/ 6094603 h 6858000"/>
              <a:gd name="connsiteX359" fmla="*/ 3193941 w 7467600"/>
              <a:gd name="connsiteY359" fmla="*/ 6798775 h 6858000"/>
              <a:gd name="connsiteX360" fmla="*/ 3184140 w 7467600"/>
              <a:gd name="connsiteY360" fmla="*/ 6858000 h 6858000"/>
              <a:gd name="connsiteX361" fmla="*/ 3099978 w 7467600"/>
              <a:gd name="connsiteY361" fmla="*/ 6858000 h 6858000"/>
              <a:gd name="connsiteX362" fmla="*/ 3101556 w 7467600"/>
              <a:gd name="connsiteY362" fmla="*/ 6843337 h 6858000"/>
              <a:gd name="connsiteX363" fmla="*/ 3370162 w 7467600"/>
              <a:gd name="connsiteY363" fmla="*/ 5785550 h 6858000"/>
              <a:gd name="connsiteX364" fmla="*/ 3746477 w 7467600"/>
              <a:gd name="connsiteY364" fmla="*/ 5377889 h 6858000"/>
              <a:gd name="connsiteX365" fmla="*/ 3863399 w 7467600"/>
              <a:gd name="connsiteY365" fmla="*/ 5087257 h 6858000"/>
              <a:gd name="connsiteX366" fmla="*/ 3968712 w 7467600"/>
              <a:gd name="connsiteY366" fmla="*/ 4913989 h 6858000"/>
              <a:gd name="connsiteX367" fmla="*/ 2792390 w 7467600"/>
              <a:gd name="connsiteY367" fmla="*/ 5382974 h 6858000"/>
              <a:gd name="connsiteX368" fmla="*/ 2714982 w 7467600"/>
              <a:gd name="connsiteY368" fmla="*/ 5427051 h 6858000"/>
              <a:gd name="connsiteX369" fmla="*/ 2813361 w 7467600"/>
              <a:gd name="connsiteY369" fmla="*/ 6023912 h 6858000"/>
              <a:gd name="connsiteX370" fmla="*/ 2688430 w 7467600"/>
              <a:gd name="connsiteY370" fmla="*/ 6801564 h 6858000"/>
              <a:gd name="connsiteX371" fmla="*/ 2629626 w 7467600"/>
              <a:gd name="connsiteY371" fmla="*/ 6763394 h 6858000"/>
              <a:gd name="connsiteX372" fmla="*/ 2565328 w 7467600"/>
              <a:gd name="connsiteY372" fmla="*/ 5516399 h 6858000"/>
              <a:gd name="connsiteX373" fmla="*/ 1922999 w 7467600"/>
              <a:gd name="connsiteY373" fmla="*/ 5980343 h 6858000"/>
              <a:gd name="connsiteX374" fmla="*/ 1950261 w 7467600"/>
              <a:gd name="connsiteY374" fmla="*/ 6405858 h 6858000"/>
              <a:gd name="connsiteX375" fmla="*/ 2365554 w 7467600"/>
              <a:gd name="connsiteY375" fmla="*/ 6759107 h 6858000"/>
              <a:gd name="connsiteX376" fmla="*/ 2424142 w 7467600"/>
              <a:gd name="connsiteY376" fmla="*/ 6858000 h 6858000"/>
              <a:gd name="connsiteX377" fmla="*/ 2395994 w 7467600"/>
              <a:gd name="connsiteY377" fmla="*/ 6858000 h 6858000"/>
              <a:gd name="connsiteX378" fmla="*/ 2392863 w 7467600"/>
              <a:gd name="connsiteY378" fmla="*/ 6852964 h 6858000"/>
              <a:gd name="connsiteX379" fmla="*/ 2017589 w 7467600"/>
              <a:gd name="connsiteY379" fmla="*/ 6493982 h 6858000"/>
              <a:gd name="connsiteX380" fmla="*/ 2147336 w 7467600"/>
              <a:gd name="connsiteY380" fmla="*/ 6594052 h 6858000"/>
              <a:gd name="connsiteX381" fmla="*/ 2207047 w 7467600"/>
              <a:gd name="connsiteY381" fmla="*/ 6654540 h 6858000"/>
              <a:gd name="connsiteX382" fmla="*/ 2299106 w 7467600"/>
              <a:gd name="connsiteY382" fmla="*/ 6778931 h 6858000"/>
              <a:gd name="connsiteX383" fmla="*/ 2314430 w 7467600"/>
              <a:gd name="connsiteY383" fmla="*/ 6801144 h 6858000"/>
              <a:gd name="connsiteX384" fmla="*/ 2352406 w 7467600"/>
              <a:gd name="connsiteY384" fmla="*/ 6858000 h 6858000"/>
              <a:gd name="connsiteX385" fmla="*/ 2314492 w 7467600"/>
              <a:gd name="connsiteY385" fmla="*/ 6858000 h 6858000"/>
              <a:gd name="connsiteX386" fmla="*/ 2288095 w 7467600"/>
              <a:gd name="connsiteY386" fmla="*/ 6818030 h 6858000"/>
              <a:gd name="connsiteX387" fmla="*/ 2272768 w 7467600"/>
              <a:gd name="connsiteY387" fmla="*/ 6795822 h 6858000"/>
              <a:gd name="connsiteX388" fmla="*/ 2182715 w 7467600"/>
              <a:gd name="connsiteY388" fmla="*/ 6675071 h 6858000"/>
              <a:gd name="connsiteX389" fmla="*/ 2032061 w 7467600"/>
              <a:gd name="connsiteY389" fmla="*/ 6541380 h 6858000"/>
              <a:gd name="connsiteX390" fmla="*/ 2257220 w 7467600"/>
              <a:gd name="connsiteY390" fmla="*/ 6826257 h 6858000"/>
              <a:gd name="connsiteX391" fmla="*/ 2281324 w 7467600"/>
              <a:gd name="connsiteY391" fmla="*/ 6858000 h 6858000"/>
              <a:gd name="connsiteX392" fmla="*/ 2242860 w 7467600"/>
              <a:gd name="connsiteY392" fmla="*/ 6858000 h 6858000"/>
              <a:gd name="connsiteX393" fmla="*/ 2232818 w 7467600"/>
              <a:gd name="connsiteY393" fmla="*/ 6844926 h 6858000"/>
              <a:gd name="connsiteX394" fmla="*/ 1990172 w 7467600"/>
              <a:gd name="connsiteY394" fmla="*/ 6542121 h 6858000"/>
              <a:gd name="connsiteX395" fmla="*/ 2124090 w 7467600"/>
              <a:gd name="connsiteY395" fmla="*/ 6761017 h 6858000"/>
              <a:gd name="connsiteX396" fmla="*/ 2200380 w 7467600"/>
              <a:gd name="connsiteY396" fmla="*/ 6858000 h 6858000"/>
              <a:gd name="connsiteX397" fmla="*/ 2147507 w 7467600"/>
              <a:gd name="connsiteY397" fmla="*/ 6858000 h 6858000"/>
              <a:gd name="connsiteX398" fmla="*/ 2070668 w 7467600"/>
              <a:gd name="connsiteY398" fmla="*/ 6761520 h 6858000"/>
              <a:gd name="connsiteX399" fmla="*/ 1975142 w 7467600"/>
              <a:gd name="connsiteY399" fmla="*/ 6585570 h 6858000"/>
              <a:gd name="connsiteX400" fmla="*/ 2050035 w 7467600"/>
              <a:gd name="connsiteY400" fmla="*/ 6813345 h 6858000"/>
              <a:gd name="connsiteX401" fmla="*/ 2063025 w 7467600"/>
              <a:gd name="connsiteY401" fmla="*/ 6858000 h 6858000"/>
              <a:gd name="connsiteX402" fmla="*/ 2021675 w 7467600"/>
              <a:gd name="connsiteY402" fmla="*/ 6858000 h 6858000"/>
              <a:gd name="connsiteX403" fmla="*/ 2019308 w 7467600"/>
              <a:gd name="connsiteY403" fmla="*/ 6847118 h 6858000"/>
              <a:gd name="connsiteX404" fmla="*/ 1938835 w 7467600"/>
              <a:gd name="connsiteY404" fmla="*/ 6551160 h 6858000"/>
              <a:gd name="connsiteX405" fmla="*/ 1953230 w 7467600"/>
              <a:gd name="connsiteY405" fmla="*/ 6759699 h 6858000"/>
              <a:gd name="connsiteX406" fmla="*/ 1956763 w 7467600"/>
              <a:gd name="connsiteY406" fmla="*/ 6778191 h 6858000"/>
              <a:gd name="connsiteX407" fmla="*/ 1967925 w 7467600"/>
              <a:gd name="connsiteY407" fmla="*/ 6858000 h 6858000"/>
              <a:gd name="connsiteX408" fmla="*/ 1936622 w 7467600"/>
              <a:gd name="connsiteY408" fmla="*/ 6858000 h 6858000"/>
              <a:gd name="connsiteX409" fmla="*/ 1926261 w 7467600"/>
              <a:gd name="connsiteY409" fmla="*/ 6784064 h 6858000"/>
              <a:gd name="connsiteX410" fmla="*/ 1922724 w 7467600"/>
              <a:gd name="connsiteY410" fmla="*/ 6765577 h 6858000"/>
              <a:gd name="connsiteX411" fmla="*/ 1904650 w 7467600"/>
              <a:gd name="connsiteY411" fmla="*/ 6639616 h 6858000"/>
              <a:gd name="connsiteX412" fmla="*/ 1885273 w 7467600"/>
              <a:gd name="connsiteY412" fmla="*/ 6858000 h 6858000"/>
              <a:gd name="connsiteX413" fmla="*/ 1854363 w 7467600"/>
              <a:gd name="connsiteY413" fmla="*/ 6858000 h 6858000"/>
              <a:gd name="connsiteX414" fmla="*/ 1880391 w 7467600"/>
              <a:gd name="connsiteY414" fmla="*/ 6603796 h 6858000"/>
              <a:gd name="connsiteX415" fmla="*/ 1818273 w 7467600"/>
              <a:gd name="connsiteY415" fmla="*/ 6715729 h 6858000"/>
              <a:gd name="connsiteX416" fmla="*/ 1794691 w 7467600"/>
              <a:gd name="connsiteY416" fmla="*/ 6843239 h 6858000"/>
              <a:gd name="connsiteX417" fmla="*/ 1794914 w 7467600"/>
              <a:gd name="connsiteY417" fmla="*/ 6858000 h 6858000"/>
              <a:gd name="connsiteX418" fmla="*/ 1746128 w 7467600"/>
              <a:gd name="connsiteY418" fmla="*/ 6858000 h 6858000"/>
              <a:gd name="connsiteX419" fmla="*/ 1753934 w 7467600"/>
              <a:gd name="connsiteY419" fmla="*/ 6724796 h 6858000"/>
              <a:gd name="connsiteX420" fmla="*/ 1792053 w 7467600"/>
              <a:gd name="connsiteY420" fmla="*/ 6572396 h 6858000"/>
              <a:gd name="connsiteX421" fmla="*/ 1862248 w 7467600"/>
              <a:gd name="connsiteY421" fmla="*/ 6266397 h 6858000"/>
              <a:gd name="connsiteX422" fmla="*/ 1862250 w 7467600"/>
              <a:gd name="connsiteY422" fmla="*/ 6033531 h 6858000"/>
              <a:gd name="connsiteX423" fmla="*/ 1211999 w 7467600"/>
              <a:gd name="connsiteY423" fmla="*/ 6683610 h 6858000"/>
              <a:gd name="connsiteX424" fmla="*/ 1213266 w 7467600"/>
              <a:gd name="connsiteY424" fmla="*/ 6691947 h 6858000"/>
              <a:gd name="connsiteX425" fmla="*/ 1203370 w 7467600"/>
              <a:gd name="connsiteY425" fmla="*/ 6850676 h 6858000"/>
              <a:gd name="connsiteX426" fmla="*/ 1203671 w 7467600"/>
              <a:gd name="connsiteY426" fmla="*/ 6858000 h 6858000"/>
              <a:gd name="connsiteX427" fmla="*/ 1143180 w 7467600"/>
              <a:gd name="connsiteY427" fmla="*/ 6858000 h 6858000"/>
              <a:gd name="connsiteX428" fmla="*/ 1142176 w 7467600"/>
              <a:gd name="connsiteY428" fmla="*/ 6766045 h 6858000"/>
              <a:gd name="connsiteX429" fmla="*/ 1067484 w 7467600"/>
              <a:gd name="connsiteY429" fmla="*/ 6858000 h 6858000"/>
              <a:gd name="connsiteX430" fmla="*/ 953928 w 7467600"/>
              <a:gd name="connsiteY430" fmla="*/ 6858000 h 6858000"/>
              <a:gd name="connsiteX431" fmla="*/ 959715 w 7467600"/>
              <a:gd name="connsiteY431" fmla="*/ 6850185 h 6858000"/>
              <a:gd name="connsiteX432" fmla="*/ 1483788 w 7467600"/>
              <a:gd name="connsiteY432" fmla="*/ 6259174 h 6858000"/>
              <a:gd name="connsiteX433" fmla="*/ 1100671 w 7467600"/>
              <a:gd name="connsiteY433" fmla="*/ 6252137 h 6858000"/>
              <a:gd name="connsiteX434" fmla="*/ 1090144 w 7467600"/>
              <a:gd name="connsiteY434" fmla="*/ 6256748 h 6858000"/>
              <a:gd name="connsiteX435" fmla="*/ 1095872 w 7467600"/>
              <a:gd name="connsiteY435" fmla="*/ 6271892 h 6858000"/>
              <a:gd name="connsiteX436" fmla="*/ 262785 w 7467600"/>
              <a:gd name="connsiteY436" fmla="*/ 6845450 h 6858000"/>
              <a:gd name="connsiteX437" fmla="*/ 209968 w 7467600"/>
              <a:gd name="connsiteY437" fmla="*/ 6770713 h 6858000"/>
              <a:gd name="connsiteX438" fmla="*/ 873460 w 7467600"/>
              <a:gd name="connsiteY438" fmla="*/ 6253768 h 6858000"/>
              <a:gd name="connsiteX439" fmla="*/ 192686 w 7467600"/>
              <a:gd name="connsiteY439" fmla="*/ 5849257 h 6858000"/>
              <a:gd name="connsiteX440" fmla="*/ 4696 w 7467600"/>
              <a:gd name="connsiteY440" fmla="*/ 5697668 h 6858000"/>
              <a:gd name="connsiteX441" fmla="*/ 0 w 7467600"/>
              <a:gd name="connsiteY441" fmla="*/ 5689984 h 6858000"/>
              <a:gd name="connsiteX442" fmla="*/ 0 w 7467600"/>
              <a:gd name="connsiteY442" fmla="*/ 5513472 h 6858000"/>
              <a:gd name="connsiteX443" fmla="*/ 174101 w 7467600"/>
              <a:gd name="connsiteY443" fmla="*/ 5620277 h 6858000"/>
              <a:gd name="connsiteX444" fmla="*/ 891800 w 7467600"/>
              <a:gd name="connsiteY444" fmla="*/ 6036935 h 6858000"/>
              <a:gd name="connsiteX445" fmla="*/ 1072219 w 7467600"/>
              <a:gd name="connsiteY445" fmla="*/ 6169443 h 6858000"/>
              <a:gd name="connsiteX446" fmla="*/ 1074117 w 7467600"/>
              <a:gd name="connsiteY446" fmla="*/ 6170301 h 6858000"/>
              <a:gd name="connsiteX447" fmla="*/ 1083114 w 7467600"/>
              <a:gd name="connsiteY447" fmla="*/ 6174131 h 6858000"/>
              <a:gd name="connsiteX448" fmla="*/ 1543010 w 7467600"/>
              <a:gd name="connsiteY448" fmla="*/ 6191140 h 6858000"/>
              <a:gd name="connsiteX449" fmla="*/ 1551080 w 7467600"/>
              <a:gd name="connsiteY449" fmla="*/ 6195006 h 6858000"/>
              <a:gd name="connsiteX450" fmla="*/ 2345443 w 7467600"/>
              <a:gd name="connsiteY450" fmla="*/ 5549882 h 6858000"/>
              <a:gd name="connsiteX451" fmla="*/ 1721499 w 7467600"/>
              <a:gd name="connsiteY451" fmla="*/ 5599969 h 6858000"/>
              <a:gd name="connsiteX452" fmla="*/ 767716 w 7467600"/>
              <a:gd name="connsiteY452" fmla="*/ 5472768 h 6858000"/>
              <a:gd name="connsiteX453" fmla="*/ 722147 w 7467600"/>
              <a:gd name="connsiteY453" fmla="*/ 5393091 h 6858000"/>
              <a:gd name="connsiteX454" fmla="*/ 1485552 w 7467600"/>
              <a:gd name="connsiteY454" fmla="*/ 5313202 h 6858000"/>
              <a:gd name="connsiteX455" fmla="*/ 2143004 w 7467600"/>
              <a:gd name="connsiteY455" fmla="*/ 5402420 h 6858000"/>
              <a:gd name="connsiteX456" fmla="*/ 1933391 w 7467600"/>
              <a:gd name="connsiteY456" fmla="*/ 5156971 h 6858000"/>
              <a:gd name="connsiteX457" fmla="*/ 1827118 w 7467600"/>
              <a:gd name="connsiteY457" fmla="*/ 4968410 h 6858000"/>
              <a:gd name="connsiteX458" fmla="*/ 1837349 w 7467600"/>
              <a:gd name="connsiteY458" fmla="*/ 4956357 h 6858000"/>
              <a:gd name="connsiteX459" fmla="*/ 2162835 w 7467600"/>
              <a:gd name="connsiteY459" fmla="*/ 5187853 h 6858000"/>
              <a:gd name="connsiteX460" fmla="*/ 2257167 w 7467600"/>
              <a:gd name="connsiteY460" fmla="*/ 5462123 h 6858000"/>
              <a:gd name="connsiteX461" fmla="*/ 2261598 w 7467600"/>
              <a:gd name="connsiteY461" fmla="*/ 5467998 h 6858000"/>
              <a:gd name="connsiteX462" fmla="*/ 2437177 w 7467600"/>
              <a:gd name="connsiteY462" fmla="*/ 5479608 h 6858000"/>
              <a:gd name="connsiteX463" fmla="*/ 2445247 w 7467600"/>
              <a:gd name="connsiteY463" fmla="*/ 5483476 h 6858000"/>
              <a:gd name="connsiteX464" fmla="*/ 2743626 w 7467600"/>
              <a:gd name="connsiteY464" fmla="*/ 5304819 h 6858000"/>
              <a:gd name="connsiteX465" fmla="*/ 3048102 w 7467600"/>
              <a:gd name="connsiteY465" fmla="*/ 5150595 h 6858000"/>
              <a:gd name="connsiteX466" fmla="*/ 1799414 w 7467600"/>
              <a:gd name="connsiteY466" fmla="*/ 4694732 h 6858000"/>
              <a:gd name="connsiteX467" fmla="*/ 1771735 w 7467600"/>
              <a:gd name="connsiteY467" fmla="*/ 4619929 h 6858000"/>
              <a:gd name="connsiteX468" fmla="*/ 3104273 w 7467600"/>
              <a:gd name="connsiteY468" fmla="*/ 5076159 h 6858000"/>
              <a:gd name="connsiteX469" fmla="*/ 3113245 w 7467600"/>
              <a:gd name="connsiteY469" fmla="*/ 5090705 h 6858000"/>
              <a:gd name="connsiteX470" fmla="*/ 3126294 w 7467600"/>
              <a:gd name="connsiteY470" fmla="*/ 5114400 h 6858000"/>
              <a:gd name="connsiteX471" fmla="*/ 3937433 w 7467600"/>
              <a:gd name="connsiteY471" fmla="*/ 4830473 h 6858000"/>
              <a:gd name="connsiteX472" fmla="*/ 3590475 w 7467600"/>
              <a:gd name="connsiteY472" fmla="*/ 4597974 h 6858000"/>
              <a:gd name="connsiteX473" fmla="*/ 3100264 w 7467600"/>
              <a:gd name="connsiteY473" fmla="*/ 4579845 h 6858000"/>
              <a:gd name="connsiteX474" fmla="*/ 2183576 w 7467600"/>
              <a:gd name="connsiteY474" fmla="*/ 4227150 h 6858000"/>
              <a:gd name="connsiteX475" fmla="*/ 2151029 w 7467600"/>
              <a:gd name="connsiteY475" fmla="*/ 4146947 h 6858000"/>
              <a:gd name="connsiteX476" fmla="*/ 3563434 w 7467600"/>
              <a:gd name="connsiteY476" fmla="*/ 4469115 h 6858000"/>
              <a:gd name="connsiteX477" fmla="*/ 3177952 w 7467600"/>
              <a:gd name="connsiteY477" fmla="*/ 3657386 h 6858000"/>
              <a:gd name="connsiteX478" fmla="*/ 3189263 w 7467600"/>
              <a:gd name="connsiteY478" fmla="*/ 3625726 h 6858000"/>
              <a:gd name="connsiteX479" fmla="*/ 3560912 w 7467600"/>
              <a:gd name="connsiteY479" fmla="*/ 4079863 h 6858000"/>
              <a:gd name="connsiteX480" fmla="*/ 3626636 w 7467600"/>
              <a:gd name="connsiteY480" fmla="*/ 4512230 h 6858000"/>
              <a:gd name="connsiteX481" fmla="*/ 3653088 w 7467600"/>
              <a:gd name="connsiteY481" fmla="*/ 4521417 h 6858000"/>
              <a:gd name="connsiteX482" fmla="*/ 3988128 w 7467600"/>
              <a:gd name="connsiteY482" fmla="*/ 4817267 h 6858000"/>
              <a:gd name="connsiteX483" fmla="*/ 4830582 w 7467600"/>
              <a:gd name="connsiteY483" fmla="*/ 4676000 h 6858000"/>
              <a:gd name="connsiteX484" fmla="*/ 4830100 w 7467600"/>
              <a:gd name="connsiteY484" fmla="*/ 4675554 h 6858000"/>
              <a:gd name="connsiteX485" fmla="*/ 4036318 w 7467600"/>
              <a:gd name="connsiteY485" fmla="*/ 4147013 h 6858000"/>
              <a:gd name="connsiteX486" fmla="*/ 3432098 w 7467600"/>
              <a:gd name="connsiteY486" fmla="*/ 3537312 h 6858000"/>
              <a:gd name="connsiteX487" fmla="*/ 3446761 w 7467600"/>
              <a:gd name="connsiteY487" fmla="*/ 3461278 h 6858000"/>
              <a:gd name="connsiteX488" fmla="*/ 4419733 w 7467600"/>
              <a:gd name="connsiteY488" fmla="*/ 3963555 h 6858000"/>
              <a:gd name="connsiteX489" fmla="*/ 4781371 w 7467600"/>
              <a:gd name="connsiteY489" fmla="*/ 4458604 h 6858000"/>
              <a:gd name="connsiteX490" fmla="*/ 4780440 w 7467600"/>
              <a:gd name="connsiteY490" fmla="*/ 4470290 h 6858000"/>
              <a:gd name="connsiteX491" fmla="*/ 4898954 w 7467600"/>
              <a:gd name="connsiteY491" fmla="*/ 4662092 h 6858000"/>
              <a:gd name="connsiteX492" fmla="*/ 4900699 w 7467600"/>
              <a:gd name="connsiteY492" fmla="*/ 4670867 h 6858000"/>
              <a:gd name="connsiteX493" fmla="*/ 5714511 w 7467600"/>
              <a:gd name="connsiteY493" fmla="*/ 4663483 h 6858000"/>
              <a:gd name="connsiteX494" fmla="*/ 5464793 w 7467600"/>
              <a:gd name="connsiteY494" fmla="*/ 4393556 h 6858000"/>
              <a:gd name="connsiteX495" fmla="*/ 5461897 w 7467600"/>
              <a:gd name="connsiteY495" fmla="*/ 4390879 h 6858000"/>
              <a:gd name="connsiteX496" fmla="*/ 4294126 w 7467600"/>
              <a:gd name="connsiteY496" fmla="*/ 3303048 h 6858000"/>
              <a:gd name="connsiteX497" fmla="*/ 4305321 w 7467600"/>
              <a:gd name="connsiteY497" fmla="*/ 3256953 h 6858000"/>
              <a:gd name="connsiteX498" fmla="*/ 4949299 w 7467600"/>
              <a:gd name="connsiteY498" fmla="*/ 3766336 h 6858000"/>
              <a:gd name="connsiteX499" fmla="*/ 5291452 w 7467600"/>
              <a:gd name="connsiteY499" fmla="*/ 4076801 h 6858000"/>
              <a:gd name="connsiteX500" fmla="*/ 5434998 w 7467600"/>
              <a:gd name="connsiteY500" fmla="*/ 4254100 h 6858000"/>
              <a:gd name="connsiteX501" fmla="*/ 5351015 w 7467600"/>
              <a:gd name="connsiteY501" fmla="*/ 3760989 h 6858000"/>
              <a:gd name="connsiteX502" fmla="*/ 5413780 w 7467600"/>
              <a:gd name="connsiteY502" fmla="*/ 2966265 h 6858000"/>
              <a:gd name="connsiteX503" fmla="*/ 5425627 w 7467600"/>
              <a:gd name="connsiteY503" fmla="*/ 2954192 h 6858000"/>
              <a:gd name="connsiteX504" fmla="*/ 6604735 w 7467600"/>
              <a:gd name="connsiteY504" fmla="*/ 2041381 h 6858000"/>
              <a:gd name="connsiteX505" fmla="*/ 7204487 w 7467600"/>
              <a:gd name="connsiteY505" fmla="*/ 2742112 h 6858000"/>
              <a:gd name="connsiteX506" fmla="*/ 7131592 w 7467600"/>
              <a:gd name="connsiteY506" fmla="*/ 2672096 h 6858000"/>
              <a:gd name="connsiteX507" fmla="*/ 6996344 w 7467600"/>
              <a:gd name="connsiteY507" fmla="*/ 2518310 h 6858000"/>
              <a:gd name="connsiteX508" fmla="*/ 6735495 w 7467600"/>
              <a:gd name="connsiteY508" fmla="*/ 2196890 h 6858000"/>
              <a:gd name="connsiteX509" fmla="*/ 6721901 w 7467600"/>
              <a:gd name="connsiteY509" fmla="*/ 2179274 h 6858000"/>
              <a:gd name="connsiteX510" fmla="*/ 6604735 w 7467600"/>
              <a:gd name="connsiteY510" fmla="*/ 2041381 h 6858000"/>
              <a:gd name="connsiteX511" fmla="*/ 6591670 w 7467600"/>
              <a:gd name="connsiteY511" fmla="*/ 1988277 h 6858000"/>
              <a:gd name="connsiteX512" fmla="*/ 6747349 w 7467600"/>
              <a:gd name="connsiteY512" fmla="*/ 2160069 h 6858000"/>
              <a:gd name="connsiteX513" fmla="*/ 6760943 w 7467600"/>
              <a:gd name="connsiteY513" fmla="*/ 2177686 h 6858000"/>
              <a:gd name="connsiteX514" fmla="*/ 7021065 w 7467600"/>
              <a:gd name="connsiteY514" fmla="*/ 2498102 h 6858000"/>
              <a:gd name="connsiteX515" fmla="*/ 7155223 w 7467600"/>
              <a:gd name="connsiteY515" fmla="*/ 2650386 h 6858000"/>
              <a:gd name="connsiteX516" fmla="*/ 7203167 w 7467600"/>
              <a:gd name="connsiteY516" fmla="*/ 2697288 h 6858000"/>
              <a:gd name="connsiteX517" fmla="*/ 6937703 w 7467600"/>
              <a:gd name="connsiteY517" fmla="*/ 2321981 h 6858000"/>
              <a:gd name="connsiteX518" fmla="*/ 6591670 w 7467600"/>
              <a:gd name="connsiteY518" fmla="*/ 1988277 h 6858000"/>
              <a:gd name="connsiteX519" fmla="*/ 5798671 w 7467600"/>
              <a:gd name="connsiteY519" fmla="*/ 1981601 h 6858000"/>
              <a:gd name="connsiteX520" fmla="*/ 5754709 w 7467600"/>
              <a:gd name="connsiteY520" fmla="*/ 2071454 h 6858000"/>
              <a:gd name="connsiteX521" fmla="*/ 5763044 w 7467600"/>
              <a:gd name="connsiteY521" fmla="*/ 2842206 h 6858000"/>
              <a:gd name="connsiteX522" fmla="*/ 5764974 w 7467600"/>
              <a:gd name="connsiteY522" fmla="*/ 2799609 h 6858000"/>
              <a:gd name="connsiteX523" fmla="*/ 5767665 w 7467600"/>
              <a:gd name="connsiteY523" fmla="*/ 2666409 h 6858000"/>
              <a:gd name="connsiteX524" fmla="*/ 5763055 w 7467600"/>
              <a:gd name="connsiteY524" fmla="*/ 2579705 h 6858000"/>
              <a:gd name="connsiteX525" fmla="*/ 5758079 w 7467600"/>
              <a:gd name="connsiteY525" fmla="*/ 2492508 h 6858000"/>
              <a:gd name="connsiteX526" fmla="*/ 5779325 w 7467600"/>
              <a:gd name="connsiteY526" fmla="*/ 2197069 h 6858000"/>
              <a:gd name="connsiteX527" fmla="*/ 5798671 w 7467600"/>
              <a:gd name="connsiteY527" fmla="*/ 1981601 h 6858000"/>
              <a:gd name="connsiteX528" fmla="*/ 5829202 w 7467600"/>
              <a:gd name="connsiteY528" fmla="*/ 1971679 h 6858000"/>
              <a:gd name="connsiteX529" fmla="*/ 5809558 w 7467600"/>
              <a:gd name="connsiteY529" fmla="*/ 2198043 h 6858000"/>
              <a:gd name="connsiteX530" fmla="*/ 5788653 w 7467600"/>
              <a:gd name="connsiteY530" fmla="*/ 2489430 h 6858000"/>
              <a:gd name="connsiteX531" fmla="*/ 5793439 w 7467600"/>
              <a:gd name="connsiteY531" fmla="*/ 2575235 h 6858000"/>
              <a:gd name="connsiteX532" fmla="*/ 5796837 w 7467600"/>
              <a:gd name="connsiteY532" fmla="*/ 2637633 h 6858000"/>
              <a:gd name="connsiteX533" fmla="*/ 5818614 w 7467600"/>
              <a:gd name="connsiteY533" fmla="*/ 2473055 h 6858000"/>
              <a:gd name="connsiteX534" fmla="*/ 5829202 w 7467600"/>
              <a:gd name="connsiteY534" fmla="*/ 1971679 h 6858000"/>
              <a:gd name="connsiteX535" fmla="*/ 5911389 w 7467600"/>
              <a:gd name="connsiteY535" fmla="*/ 1898371 h 6858000"/>
              <a:gd name="connsiteX536" fmla="*/ 6237627 w 7467600"/>
              <a:gd name="connsiteY536" fmla="*/ 2231921 h 6858000"/>
              <a:gd name="connsiteX537" fmla="*/ 5911389 w 7467600"/>
              <a:gd name="connsiteY537" fmla="*/ 1898371 h 6858000"/>
              <a:gd name="connsiteX538" fmla="*/ 6944437 w 7467600"/>
              <a:gd name="connsiteY538" fmla="*/ 1575402 h 6858000"/>
              <a:gd name="connsiteX539" fmla="*/ 6304730 w 7467600"/>
              <a:gd name="connsiteY539" fmla="*/ 1766654 h 6858000"/>
              <a:gd name="connsiteX540" fmla="*/ 6944437 w 7467600"/>
              <a:gd name="connsiteY540" fmla="*/ 1575402 h 6858000"/>
              <a:gd name="connsiteX541" fmla="*/ 7019523 w 7467600"/>
              <a:gd name="connsiteY541" fmla="*/ 1519450 h 6858000"/>
              <a:gd name="connsiteX542" fmla="*/ 6298091 w 7467600"/>
              <a:gd name="connsiteY542" fmla="*/ 1737122 h 6858000"/>
              <a:gd name="connsiteX543" fmla="*/ 7019523 w 7467600"/>
              <a:gd name="connsiteY543" fmla="*/ 1519450 h 6858000"/>
              <a:gd name="connsiteX544" fmla="*/ 2399523 w 7467600"/>
              <a:gd name="connsiteY544" fmla="*/ 1428234 h 6858000"/>
              <a:gd name="connsiteX545" fmla="*/ 2224982 w 7467600"/>
              <a:gd name="connsiteY545" fmla="*/ 1826201 h 6858000"/>
              <a:gd name="connsiteX546" fmla="*/ 2096099 w 7467600"/>
              <a:gd name="connsiteY546" fmla="*/ 2345900 h 6858000"/>
              <a:gd name="connsiteX547" fmla="*/ 2283317 w 7467600"/>
              <a:gd name="connsiteY547" fmla="*/ 1796925 h 6858000"/>
              <a:gd name="connsiteX548" fmla="*/ 2399523 w 7467600"/>
              <a:gd name="connsiteY548" fmla="*/ 1428234 h 6858000"/>
              <a:gd name="connsiteX549" fmla="*/ 2448558 w 7467600"/>
              <a:gd name="connsiteY549" fmla="*/ 1373435 h 6858000"/>
              <a:gd name="connsiteX550" fmla="*/ 2312521 w 7467600"/>
              <a:gd name="connsiteY550" fmla="*/ 1806140 h 6858000"/>
              <a:gd name="connsiteX551" fmla="*/ 2127533 w 7467600"/>
              <a:gd name="connsiteY551" fmla="*/ 2348380 h 6858000"/>
              <a:gd name="connsiteX552" fmla="*/ 2358080 w 7467600"/>
              <a:gd name="connsiteY552" fmla="*/ 1866134 h 6858000"/>
              <a:gd name="connsiteX553" fmla="*/ 2407436 w 7467600"/>
              <a:gd name="connsiteY553" fmla="*/ 1651070 h 6858000"/>
              <a:gd name="connsiteX554" fmla="*/ 2448558 w 7467600"/>
              <a:gd name="connsiteY554" fmla="*/ 1373435 h 6858000"/>
              <a:gd name="connsiteX555" fmla="*/ 278707 w 7467600"/>
              <a:gd name="connsiteY555" fmla="*/ 1352270 h 6858000"/>
              <a:gd name="connsiteX556" fmla="*/ 321570 w 7467600"/>
              <a:gd name="connsiteY556" fmla="*/ 1861610 h 6858000"/>
              <a:gd name="connsiteX557" fmla="*/ 294281 w 7467600"/>
              <a:gd name="connsiteY557" fmla="*/ 1440658 h 6858000"/>
              <a:gd name="connsiteX558" fmla="*/ 278707 w 7467600"/>
              <a:gd name="connsiteY558" fmla="*/ 1352270 h 6858000"/>
              <a:gd name="connsiteX559" fmla="*/ 1423821 w 7467600"/>
              <a:gd name="connsiteY559" fmla="*/ 1351958 h 6858000"/>
              <a:gd name="connsiteX560" fmla="*/ 1638521 w 7467600"/>
              <a:gd name="connsiteY560" fmla="*/ 1908470 h 6858000"/>
              <a:gd name="connsiteX561" fmla="*/ 1754199 w 7467600"/>
              <a:gd name="connsiteY561" fmla="*/ 2149284 h 6858000"/>
              <a:gd name="connsiteX562" fmla="*/ 1908359 w 7467600"/>
              <a:gd name="connsiteY562" fmla="*/ 2364988 h 6858000"/>
              <a:gd name="connsiteX563" fmla="*/ 1647661 w 7467600"/>
              <a:gd name="connsiteY563" fmla="*/ 1825945 h 6858000"/>
              <a:gd name="connsiteX564" fmla="*/ 1423821 w 7467600"/>
              <a:gd name="connsiteY564" fmla="*/ 1351958 h 6858000"/>
              <a:gd name="connsiteX565" fmla="*/ 1431890 w 7467600"/>
              <a:gd name="connsiteY565" fmla="*/ 1306475 h 6858000"/>
              <a:gd name="connsiteX566" fmla="*/ 1507597 w 7467600"/>
              <a:gd name="connsiteY566" fmla="*/ 1446132 h 6858000"/>
              <a:gd name="connsiteX567" fmla="*/ 1674586 w 7467600"/>
              <a:gd name="connsiteY567" fmla="*/ 1813832 h 6858000"/>
              <a:gd name="connsiteX568" fmla="*/ 1815950 w 7467600"/>
              <a:gd name="connsiteY568" fmla="*/ 2128564 h 6858000"/>
              <a:gd name="connsiteX569" fmla="*/ 1984242 w 7467600"/>
              <a:gd name="connsiteY569" fmla="*/ 2430829 h 6858000"/>
              <a:gd name="connsiteX570" fmla="*/ 2014023 w 7467600"/>
              <a:gd name="connsiteY570" fmla="*/ 2450995 h 6858000"/>
              <a:gd name="connsiteX571" fmla="*/ 1747337 w 7467600"/>
              <a:gd name="connsiteY571" fmla="*/ 1855264 h 6858000"/>
              <a:gd name="connsiteX572" fmla="*/ 1533749 w 7467600"/>
              <a:gd name="connsiteY572" fmla="*/ 1478656 h 6858000"/>
              <a:gd name="connsiteX573" fmla="*/ 1431890 w 7467600"/>
              <a:gd name="connsiteY573" fmla="*/ 1306475 h 6858000"/>
              <a:gd name="connsiteX574" fmla="*/ 5052692 w 7467600"/>
              <a:gd name="connsiteY574" fmla="*/ 1292994 h 6858000"/>
              <a:gd name="connsiteX575" fmla="*/ 5200661 w 7467600"/>
              <a:gd name="connsiteY575" fmla="*/ 1635186 h 6858000"/>
              <a:gd name="connsiteX576" fmla="*/ 5297138 w 7467600"/>
              <a:gd name="connsiteY576" fmla="*/ 1906351 h 6858000"/>
              <a:gd name="connsiteX577" fmla="*/ 5052692 w 7467600"/>
              <a:gd name="connsiteY577" fmla="*/ 1292994 h 6858000"/>
              <a:gd name="connsiteX578" fmla="*/ 5009948 w 7467600"/>
              <a:gd name="connsiteY578" fmla="*/ 1273619 h 6858000"/>
              <a:gd name="connsiteX579" fmla="*/ 5121777 w 7467600"/>
              <a:gd name="connsiteY579" fmla="*/ 1654213 h 6858000"/>
              <a:gd name="connsiteX580" fmla="*/ 5293545 w 7467600"/>
              <a:gd name="connsiteY580" fmla="*/ 2072247 h 6858000"/>
              <a:gd name="connsiteX581" fmla="*/ 5294042 w 7467600"/>
              <a:gd name="connsiteY581" fmla="*/ 2065019 h 6858000"/>
              <a:gd name="connsiteX582" fmla="*/ 5171936 w 7467600"/>
              <a:gd name="connsiteY582" fmla="*/ 1647613 h 6858000"/>
              <a:gd name="connsiteX583" fmla="*/ 5009948 w 7467600"/>
              <a:gd name="connsiteY583" fmla="*/ 1273619 h 6858000"/>
              <a:gd name="connsiteX584" fmla="*/ 655236 w 7467600"/>
              <a:gd name="connsiteY584" fmla="*/ 1268632 h 6858000"/>
              <a:gd name="connsiteX585" fmla="*/ 839521 w 7467600"/>
              <a:gd name="connsiteY585" fmla="*/ 1685315 h 6858000"/>
              <a:gd name="connsiteX586" fmla="*/ 1109416 w 7467600"/>
              <a:gd name="connsiteY586" fmla="*/ 2061663 h 6858000"/>
              <a:gd name="connsiteX587" fmla="*/ 1298300 w 7467600"/>
              <a:gd name="connsiteY587" fmla="*/ 2247742 h 6858000"/>
              <a:gd name="connsiteX588" fmla="*/ 1125871 w 7467600"/>
              <a:gd name="connsiteY588" fmla="*/ 1989513 h 6858000"/>
              <a:gd name="connsiteX589" fmla="*/ 981574 w 7467600"/>
              <a:gd name="connsiteY589" fmla="*/ 1783157 h 6858000"/>
              <a:gd name="connsiteX590" fmla="*/ 922198 w 7467600"/>
              <a:gd name="connsiteY590" fmla="*/ 1677437 h 6858000"/>
              <a:gd name="connsiteX591" fmla="*/ 869293 w 7467600"/>
              <a:gd name="connsiteY591" fmla="*/ 1583214 h 6858000"/>
              <a:gd name="connsiteX592" fmla="*/ 751431 w 7467600"/>
              <a:gd name="connsiteY592" fmla="*/ 1405731 h 6858000"/>
              <a:gd name="connsiteX593" fmla="*/ 655236 w 7467600"/>
              <a:gd name="connsiteY593" fmla="*/ 1268632 h 6858000"/>
              <a:gd name="connsiteX594" fmla="*/ 6516292 w 7467600"/>
              <a:gd name="connsiteY594" fmla="*/ 1263064 h 6858000"/>
              <a:gd name="connsiteX595" fmla="*/ 5736320 w 7467600"/>
              <a:gd name="connsiteY595" fmla="*/ 1501803 h 6858000"/>
              <a:gd name="connsiteX596" fmla="*/ 6516292 w 7467600"/>
              <a:gd name="connsiteY596" fmla="*/ 1263064 h 6858000"/>
              <a:gd name="connsiteX597" fmla="*/ 291466 w 7467600"/>
              <a:gd name="connsiteY597" fmla="*/ 1250369 h 6858000"/>
              <a:gd name="connsiteX598" fmla="*/ 323180 w 7467600"/>
              <a:gd name="connsiteY598" fmla="*/ 1435283 h 6858000"/>
              <a:gd name="connsiteX599" fmla="*/ 349381 w 7467600"/>
              <a:gd name="connsiteY599" fmla="*/ 1875041 h 6858000"/>
              <a:gd name="connsiteX600" fmla="*/ 374363 w 7467600"/>
              <a:gd name="connsiteY600" fmla="*/ 1506494 h 6858000"/>
              <a:gd name="connsiteX601" fmla="*/ 302168 w 7467600"/>
              <a:gd name="connsiteY601" fmla="*/ 1274495 h 6858000"/>
              <a:gd name="connsiteX602" fmla="*/ 291466 w 7467600"/>
              <a:gd name="connsiteY602" fmla="*/ 1250369 h 6858000"/>
              <a:gd name="connsiteX603" fmla="*/ 678222 w 7467600"/>
              <a:gd name="connsiteY603" fmla="*/ 1248670 h 6858000"/>
              <a:gd name="connsiteX604" fmla="*/ 775536 w 7467600"/>
              <a:gd name="connsiteY604" fmla="*/ 1388015 h 6858000"/>
              <a:gd name="connsiteX605" fmla="*/ 894529 w 7467600"/>
              <a:gd name="connsiteY605" fmla="*/ 1567739 h 6858000"/>
              <a:gd name="connsiteX606" fmla="*/ 948000 w 7467600"/>
              <a:gd name="connsiteY606" fmla="*/ 1663088 h 6858000"/>
              <a:gd name="connsiteX607" fmla="*/ 1006812 w 7467600"/>
              <a:gd name="connsiteY607" fmla="*/ 1767683 h 6858000"/>
              <a:gd name="connsiteX608" fmla="*/ 1149133 w 7467600"/>
              <a:gd name="connsiteY608" fmla="*/ 1971513 h 6858000"/>
              <a:gd name="connsiteX609" fmla="*/ 1333952 w 7467600"/>
              <a:gd name="connsiteY609" fmla="*/ 2251620 h 6858000"/>
              <a:gd name="connsiteX610" fmla="*/ 1337329 w 7467600"/>
              <a:gd name="connsiteY610" fmla="*/ 2258350 h 6858000"/>
              <a:gd name="connsiteX611" fmla="*/ 1014726 w 7467600"/>
              <a:gd name="connsiteY611" fmla="*/ 1615556 h 6858000"/>
              <a:gd name="connsiteX612" fmla="*/ 678222 w 7467600"/>
              <a:gd name="connsiteY612" fmla="*/ 1248670 h 6858000"/>
              <a:gd name="connsiteX613" fmla="*/ 6691602 w 7467600"/>
              <a:gd name="connsiteY613" fmla="*/ 1140573 h 6858000"/>
              <a:gd name="connsiteX614" fmla="*/ 6571100 w 7467600"/>
              <a:gd name="connsiteY614" fmla="*/ 1183662 h 6858000"/>
              <a:gd name="connsiteX615" fmla="*/ 6241687 w 7467600"/>
              <a:gd name="connsiteY615" fmla="*/ 1257600 h 6858000"/>
              <a:gd name="connsiteX616" fmla="*/ 5693009 w 7467600"/>
              <a:gd name="connsiteY616" fmla="*/ 1478256 h 6858000"/>
              <a:gd name="connsiteX617" fmla="*/ 6548420 w 7467600"/>
              <a:gd name="connsiteY617" fmla="*/ 1214599 h 6858000"/>
              <a:gd name="connsiteX618" fmla="*/ 6605473 w 7467600"/>
              <a:gd name="connsiteY618" fmla="*/ 1184686 h 6858000"/>
              <a:gd name="connsiteX619" fmla="*/ 6691602 w 7467600"/>
              <a:gd name="connsiteY619" fmla="*/ 1140573 h 6858000"/>
              <a:gd name="connsiteX620" fmla="*/ 4002475 w 7467600"/>
              <a:gd name="connsiteY620" fmla="*/ 1037802 h 6858000"/>
              <a:gd name="connsiteX621" fmla="*/ 4000324 w 7467600"/>
              <a:gd name="connsiteY621" fmla="*/ 1039362 h 6858000"/>
              <a:gd name="connsiteX622" fmla="*/ 4002862 w 7467600"/>
              <a:gd name="connsiteY622" fmla="*/ 1042866 h 6858000"/>
              <a:gd name="connsiteX623" fmla="*/ 4002475 w 7467600"/>
              <a:gd name="connsiteY623" fmla="*/ 1037802 h 6858000"/>
              <a:gd name="connsiteX624" fmla="*/ 506322 w 7467600"/>
              <a:gd name="connsiteY624" fmla="*/ 1020997 h 6858000"/>
              <a:gd name="connsiteX625" fmla="*/ 533068 w 7467600"/>
              <a:gd name="connsiteY625" fmla="*/ 1029409 h 6858000"/>
              <a:gd name="connsiteX626" fmla="*/ 1232525 w 7467600"/>
              <a:gd name="connsiteY626" fmla="*/ 1804675 h 6858000"/>
              <a:gd name="connsiteX627" fmla="*/ 1388858 w 7467600"/>
              <a:gd name="connsiteY627" fmla="*/ 2368011 h 6858000"/>
              <a:gd name="connsiteX628" fmla="*/ 1384098 w 7467600"/>
              <a:gd name="connsiteY628" fmla="*/ 2378125 h 6858000"/>
              <a:gd name="connsiteX629" fmla="*/ 1425393 w 7467600"/>
              <a:gd name="connsiteY629" fmla="*/ 2589124 h 6858000"/>
              <a:gd name="connsiteX630" fmla="*/ 1424001 w 7467600"/>
              <a:gd name="connsiteY630" fmla="*/ 2597541 h 6858000"/>
              <a:gd name="connsiteX631" fmla="*/ 2152729 w 7467600"/>
              <a:gd name="connsiteY631" fmla="*/ 2864487 h 6858000"/>
              <a:gd name="connsiteX632" fmla="*/ 2020609 w 7467600"/>
              <a:gd name="connsiteY632" fmla="*/ 2539671 h 6858000"/>
              <a:gd name="connsiteX633" fmla="*/ 2018920 w 7467600"/>
              <a:gd name="connsiteY633" fmla="*/ 2536309 h 6858000"/>
              <a:gd name="connsiteX634" fmla="*/ 1342441 w 7467600"/>
              <a:gd name="connsiteY634" fmla="*/ 1173017 h 6858000"/>
              <a:gd name="connsiteX635" fmla="*/ 1367925 w 7467600"/>
              <a:gd name="connsiteY635" fmla="*/ 1135648 h 6858000"/>
              <a:gd name="connsiteX636" fmla="*/ 1771401 w 7467600"/>
              <a:gd name="connsiteY636" fmla="*/ 1806673 h 6858000"/>
              <a:gd name="connsiteX637" fmla="*/ 1972385 w 7467600"/>
              <a:gd name="connsiteY637" fmla="*/ 2198735 h 6858000"/>
              <a:gd name="connsiteX638" fmla="*/ 2040892 w 7467600"/>
              <a:gd name="connsiteY638" fmla="*/ 2405205 h 6858000"/>
              <a:gd name="connsiteX639" fmla="*/ 2131689 w 7467600"/>
              <a:gd name="connsiteY639" fmla="*/ 1936926 h 6858000"/>
              <a:gd name="connsiteX640" fmla="*/ 2454820 w 7467600"/>
              <a:gd name="connsiteY640" fmla="*/ 1248808 h 6858000"/>
              <a:gd name="connsiteX641" fmla="*/ 2492512 w 7467600"/>
              <a:gd name="connsiteY641" fmla="*/ 1302920 h 6858000"/>
              <a:gd name="connsiteX642" fmla="*/ 2081216 w 7467600"/>
              <a:gd name="connsiteY642" fmla="*/ 2527513 h 6858000"/>
              <a:gd name="connsiteX643" fmla="*/ 2081211 w 7467600"/>
              <a:gd name="connsiteY643" fmla="*/ 2528916 h 6858000"/>
              <a:gd name="connsiteX644" fmla="*/ 2199067 w 7467600"/>
              <a:gd name="connsiteY644" fmla="*/ 2884061 h 6858000"/>
              <a:gd name="connsiteX645" fmla="*/ 3192586 w 7467600"/>
              <a:gd name="connsiteY645" fmla="*/ 3411496 h 6858000"/>
              <a:gd name="connsiteX646" fmla="*/ 3182620 w 7467600"/>
              <a:gd name="connsiteY646" fmla="*/ 3483279 h 6858000"/>
              <a:gd name="connsiteX647" fmla="*/ 2435119 w 7467600"/>
              <a:gd name="connsiteY647" fmla="*/ 3080173 h 6858000"/>
              <a:gd name="connsiteX648" fmla="*/ 2410152 w 7467600"/>
              <a:gd name="connsiteY648" fmla="*/ 3063751 h 6858000"/>
              <a:gd name="connsiteX649" fmla="*/ 2408099 w 7467600"/>
              <a:gd name="connsiteY649" fmla="*/ 3064403 h 6858000"/>
              <a:gd name="connsiteX650" fmla="*/ 2407218 w 7467600"/>
              <a:gd name="connsiteY650" fmla="*/ 3070324 h 6858000"/>
              <a:gd name="connsiteX651" fmla="*/ 2380138 w 7467600"/>
              <a:gd name="connsiteY651" fmla="*/ 3099341 h 6858000"/>
              <a:gd name="connsiteX652" fmla="*/ 1765923 w 7467600"/>
              <a:gd name="connsiteY652" fmla="*/ 3581043 h 6858000"/>
              <a:gd name="connsiteX653" fmla="*/ 1702258 w 7467600"/>
              <a:gd name="connsiteY653" fmla="*/ 3612286 h 6858000"/>
              <a:gd name="connsiteX654" fmla="*/ 1538370 w 7467600"/>
              <a:gd name="connsiteY654" fmla="*/ 3811804 h 6858000"/>
              <a:gd name="connsiteX655" fmla="*/ 542867 w 7467600"/>
              <a:gd name="connsiteY655" fmla="*/ 4944092 h 6858000"/>
              <a:gd name="connsiteX656" fmla="*/ 515800 w 7467600"/>
              <a:gd name="connsiteY656" fmla="*/ 4862180 h 6858000"/>
              <a:gd name="connsiteX657" fmla="*/ 909145 w 7467600"/>
              <a:gd name="connsiteY657" fmla="*/ 4199225 h 6858000"/>
              <a:gd name="connsiteX658" fmla="*/ 1214067 w 7467600"/>
              <a:gd name="connsiteY658" fmla="*/ 3908561 h 6858000"/>
              <a:gd name="connsiteX659" fmla="*/ 640967 w 7467600"/>
              <a:gd name="connsiteY659" fmla="*/ 4105601 h 6858000"/>
              <a:gd name="connsiteX660" fmla="*/ 112563 w 7467600"/>
              <a:gd name="connsiteY660" fmla="*/ 4396952 h 6858000"/>
              <a:gd name="connsiteX661" fmla="*/ 0 w 7467600"/>
              <a:gd name="connsiteY661" fmla="*/ 4466006 h 6858000"/>
              <a:gd name="connsiteX662" fmla="*/ 0 w 7467600"/>
              <a:gd name="connsiteY662" fmla="*/ 4233763 h 6858000"/>
              <a:gd name="connsiteX663" fmla="*/ 36881 w 7467600"/>
              <a:gd name="connsiteY663" fmla="*/ 4200118 h 6858000"/>
              <a:gd name="connsiteX664" fmla="*/ 910534 w 7467600"/>
              <a:gd name="connsiteY664" fmla="*/ 3629753 h 6858000"/>
              <a:gd name="connsiteX665" fmla="*/ 1578717 w 7467600"/>
              <a:gd name="connsiteY665" fmla="*/ 3575982 h 6858000"/>
              <a:gd name="connsiteX666" fmla="*/ 2338780 w 7467600"/>
              <a:gd name="connsiteY666" fmla="*/ 3033725 h 6858000"/>
              <a:gd name="connsiteX667" fmla="*/ 1807991 w 7467600"/>
              <a:gd name="connsiteY667" fmla="*/ 2807184 h 6858000"/>
              <a:gd name="connsiteX668" fmla="*/ 1416358 w 7467600"/>
              <a:gd name="connsiteY668" fmla="*/ 3112571 h 6858000"/>
              <a:gd name="connsiteX669" fmla="*/ 939066 w 7467600"/>
              <a:gd name="connsiteY669" fmla="*/ 3378798 h 6858000"/>
              <a:gd name="connsiteX670" fmla="*/ 115099 w 7467600"/>
              <a:gd name="connsiteY670" fmla="*/ 3607650 h 6858000"/>
              <a:gd name="connsiteX671" fmla="*/ 97284 w 7467600"/>
              <a:gd name="connsiteY671" fmla="*/ 3520393 h 6858000"/>
              <a:gd name="connsiteX672" fmla="*/ 922050 w 7467600"/>
              <a:gd name="connsiteY672" fmla="*/ 3074867 h 6858000"/>
              <a:gd name="connsiteX673" fmla="*/ 1405265 w 7467600"/>
              <a:gd name="connsiteY673" fmla="*/ 3016319 h 6858000"/>
              <a:gd name="connsiteX674" fmla="*/ 1407512 w 7467600"/>
              <a:gd name="connsiteY674" fmla="*/ 3018001 h 6858000"/>
              <a:gd name="connsiteX675" fmla="*/ 1726266 w 7467600"/>
              <a:gd name="connsiteY675" fmla="*/ 2777274 h 6858000"/>
              <a:gd name="connsiteX676" fmla="*/ 625390 w 7467600"/>
              <a:gd name="connsiteY676" fmla="*/ 2514541 h 6858000"/>
              <a:gd name="connsiteX677" fmla="*/ 619799 w 7467600"/>
              <a:gd name="connsiteY677" fmla="*/ 2527180 h 6858000"/>
              <a:gd name="connsiteX678" fmla="*/ 310030 w 7467600"/>
              <a:gd name="connsiteY678" fmla="*/ 2771818 h 6858000"/>
              <a:gd name="connsiteX679" fmla="*/ 173877 w 7467600"/>
              <a:gd name="connsiteY679" fmla="*/ 2937056 h 6858000"/>
              <a:gd name="connsiteX680" fmla="*/ 77889 w 7467600"/>
              <a:gd name="connsiteY680" fmla="*/ 3138440 h 6858000"/>
              <a:gd name="connsiteX681" fmla="*/ 0 w 7467600"/>
              <a:gd name="connsiteY681" fmla="*/ 3271395 h 6858000"/>
              <a:gd name="connsiteX682" fmla="*/ 0 w 7467600"/>
              <a:gd name="connsiteY682" fmla="*/ 3153002 h 6858000"/>
              <a:gd name="connsiteX683" fmla="*/ 2386 w 7467600"/>
              <a:gd name="connsiteY683" fmla="*/ 3149203 h 6858000"/>
              <a:gd name="connsiteX684" fmla="*/ 89753 w 7467600"/>
              <a:gd name="connsiteY684" fmla="*/ 2987702 h 6858000"/>
              <a:gd name="connsiteX685" fmla="*/ 76869 w 7467600"/>
              <a:gd name="connsiteY685" fmla="*/ 3005404 h 6858000"/>
              <a:gd name="connsiteX686" fmla="*/ 32049 w 7467600"/>
              <a:gd name="connsiteY686" fmla="*/ 3065814 h 6858000"/>
              <a:gd name="connsiteX687" fmla="*/ 0 w 7467600"/>
              <a:gd name="connsiteY687" fmla="*/ 3108744 h 6858000"/>
              <a:gd name="connsiteX688" fmla="*/ 0 w 7467600"/>
              <a:gd name="connsiteY688" fmla="*/ 3058059 h 6858000"/>
              <a:gd name="connsiteX689" fmla="*/ 7610 w 7467600"/>
              <a:gd name="connsiteY689" fmla="*/ 3047889 h 6858000"/>
              <a:gd name="connsiteX690" fmla="*/ 52419 w 7467600"/>
              <a:gd name="connsiteY690" fmla="*/ 2987479 h 6858000"/>
              <a:gd name="connsiteX691" fmla="*/ 59142 w 7467600"/>
              <a:gd name="connsiteY691" fmla="*/ 2978488 h 6858000"/>
              <a:gd name="connsiteX692" fmla="*/ 0 w 7467600"/>
              <a:gd name="connsiteY692" fmla="*/ 3015334 h 6858000"/>
              <a:gd name="connsiteX693" fmla="*/ 0 w 7467600"/>
              <a:gd name="connsiteY693" fmla="*/ 2914286 h 6858000"/>
              <a:gd name="connsiteX694" fmla="*/ 36383 w 7467600"/>
              <a:gd name="connsiteY694" fmla="*/ 2901128 h 6858000"/>
              <a:gd name="connsiteX695" fmla="*/ 156329 w 7467600"/>
              <a:gd name="connsiteY695" fmla="*/ 2840533 h 6858000"/>
              <a:gd name="connsiteX696" fmla="*/ 358355 w 7467600"/>
              <a:gd name="connsiteY696" fmla="*/ 2620471 h 6858000"/>
              <a:gd name="connsiteX697" fmla="*/ 510577 w 7467600"/>
              <a:gd name="connsiteY697" fmla="*/ 2501244 h 6858000"/>
              <a:gd name="connsiteX698" fmla="*/ 211967 w 7467600"/>
              <a:gd name="connsiteY698" fmla="*/ 2479171 h 6858000"/>
              <a:gd name="connsiteX699" fmla="*/ 0 w 7467600"/>
              <a:gd name="connsiteY699" fmla="*/ 2476398 h 6858000"/>
              <a:gd name="connsiteX700" fmla="*/ 0 w 7467600"/>
              <a:gd name="connsiteY700" fmla="*/ 2389189 h 6858000"/>
              <a:gd name="connsiteX701" fmla="*/ 103062 w 7467600"/>
              <a:gd name="connsiteY701" fmla="*/ 2389518 h 6858000"/>
              <a:gd name="connsiteX702" fmla="*/ 510734 w 7467600"/>
              <a:gd name="connsiteY702" fmla="*/ 2416201 h 6858000"/>
              <a:gd name="connsiteX703" fmla="*/ 279257 w 7467600"/>
              <a:gd name="connsiteY703" fmla="*/ 2092102 h 6858000"/>
              <a:gd name="connsiteX704" fmla="*/ 65265 w 7467600"/>
              <a:gd name="connsiteY704" fmla="*/ 2006049 h 6858000"/>
              <a:gd name="connsiteX705" fmla="*/ 0 w 7467600"/>
              <a:gd name="connsiteY705" fmla="*/ 1982532 h 6858000"/>
              <a:gd name="connsiteX706" fmla="*/ 0 w 7467600"/>
              <a:gd name="connsiteY706" fmla="*/ 1912789 h 6858000"/>
              <a:gd name="connsiteX707" fmla="*/ 97460 w 7467600"/>
              <a:gd name="connsiteY707" fmla="*/ 1953725 h 6858000"/>
              <a:gd name="connsiteX708" fmla="*/ 221272 w 7467600"/>
              <a:gd name="connsiteY708" fmla="*/ 1980766 h 6858000"/>
              <a:gd name="connsiteX709" fmla="*/ 116765 w 7467600"/>
              <a:gd name="connsiteY709" fmla="*/ 1911033 h 6858000"/>
              <a:gd name="connsiteX710" fmla="*/ 16405 w 7467600"/>
              <a:gd name="connsiteY710" fmla="*/ 1803412 h 6858000"/>
              <a:gd name="connsiteX711" fmla="*/ 0 w 7467600"/>
              <a:gd name="connsiteY711" fmla="*/ 1784777 h 6858000"/>
              <a:gd name="connsiteX712" fmla="*/ 0 w 7467600"/>
              <a:gd name="connsiteY712" fmla="*/ 1740082 h 6858000"/>
              <a:gd name="connsiteX713" fmla="*/ 39394 w 7467600"/>
              <a:gd name="connsiteY713" fmla="*/ 1784856 h 6858000"/>
              <a:gd name="connsiteX714" fmla="*/ 135813 w 7467600"/>
              <a:gd name="connsiteY714" fmla="*/ 1888838 h 6858000"/>
              <a:gd name="connsiteX715" fmla="*/ 242575 w 7467600"/>
              <a:gd name="connsiteY715" fmla="*/ 1958841 h 6858000"/>
              <a:gd name="connsiteX716" fmla="*/ 82197 w 7467600"/>
              <a:gd name="connsiteY716" fmla="*/ 1754826 h 6858000"/>
              <a:gd name="connsiteX717" fmla="*/ 0 w 7467600"/>
              <a:gd name="connsiteY717" fmla="*/ 1679650 h 6858000"/>
              <a:gd name="connsiteX718" fmla="*/ 0 w 7467600"/>
              <a:gd name="connsiteY718" fmla="*/ 1602463 h 6858000"/>
              <a:gd name="connsiteX719" fmla="*/ 84689 w 7467600"/>
              <a:gd name="connsiteY719" fmla="*/ 1677442 h 6858000"/>
              <a:gd name="connsiteX720" fmla="*/ 298437 w 7467600"/>
              <a:gd name="connsiteY720" fmla="*/ 1968019 h 6858000"/>
              <a:gd name="connsiteX721" fmla="*/ 227269 w 7467600"/>
              <a:gd name="connsiteY721" fmla="*/ 1114064 h 6858000"/>
              <a:gd name="connsiteX722" fmla="*/ 248003 w 7467600"/>
              <a:gd name="connsiteY722" fmla="*/ 1089613 h 6858000"/>
              <a:gd name="connsiteX723" fmla="*/ 427020 w 7467600"/>
              <a:gd name="connsiteY723" fmla="*/ 1619803 h 6858000"/>
              <a:gd name="connsiteX724" fmla="*/ 340345 w 7467600"/>
              <a:gd name="connsiteY724" fmla="*/ 2027739 h 6858000"/>
              <a:gd name="connsiteX725" fmla="*/ 360865 w 7467600"/>
              <a:gd name="connsiteY725" fmla="*/ 2044827 h 6858000"/>
              <a:gd name="connsiteX726" fmla="*/ 560414 w 7467600"/>
              <a:gd name="connsiteY726" fmla="*/ 2421457 h 6858000"/>
              <a:gd name="connsiteX727" fmla="*/ 1359703 w 7467600"/>
              <a:gd name="connsiteY727" fmla="*/ 2578554 h 6858000"/>
              <a:gd name="connsiteX728" fmla="*/ 1359422 w 7467600"/>
              <a:gd name="connsiteY728" fmla="*/ 2577994 h 6858000"/>
              <a:gd name="connsiteX729" fmla="*/ 828701 w 7467600"/>
              <a:gd name="connsiteY729" fmla="*/ 1839520 h 6858000"/>
              <a:gd name="connsiteX730" fmla="*/ 494427 w 7467600"/>
              <a:gd name="connsiteY730" fmla="*/ 1092333 h 6858000"/>
              <a:gd name="connsiteX731" fmla="*/ 506322 w 7467600"/>
              <a:gd name="connsiteY731" fmla="*/ 1020997 h 6858000"/>
              <a:gd name="connsiteX732" fmla="*/ 4570198 w 7467600"/>
              <a:gd name="connsiteY732" fmla="*/ 978081 h 6858000"/>
              <a:gd name="connsiteX733" fmla="*/ 4523691 w 7467600"/>
              <a:gd name="connsiteY733" fmla="*/ 1127776 h 6858000"/>
              <a:gd name="connsiteX734" fmla="*/ 4509875 w 7467600"/>
              <a:gd name="connsiteY734" fmla="*/ 1167552 h 6858000"/>
              <a:gd name="connsiteX735" fmla="*/ 4478168 w 7467600"/>
              <a:gd name="connsiteY735" fmla="*/ 1260735 h 6858000"/>
              <a:gd name="connsiteX736" fmla="*/ 4409309 w 7467600"/>
              <a:gd name="connsiteY736" fmla="*/ 1666996 h 6858000"/>
              <a:gd name="connsiteX737" fmla="*/ 4370031 w 7467600"/>
              <a:gd name="connsiteY737" fmla="*/ 1955666 h 6858000"/>
              <a:gd name="connsiteX738" fmla="*/ 4570198 w 7467600"/>
              <a:gd name="connsiteY738" fmla="*/ 978081 h 6858000"/>
              <a:gd name="connsiteX739" fmla="*/ 4557898 w 7467600"/>
              <a:gd name="connsiteY739" fmla="*/ 900011 h 6858000"/>
              <a:gd name="connsiteX740" fmla="*/ 4344840 w 7467600"/>
              <a:gd name="connsiteY740" fmla="*/ 1922038 h 6858000"/>
              <a:gd name="connsiteX741" fmla="*/ 4378710 w 7467600"/>
              <a:gd name="connsiteY741" fmla="*/ 1665516 h 6858000"/>
              <a:gd name="connsiteX742" fmla="*/ 4448798 w 7467600"/>
              <a:gd name="connsiteY742" fmla="*/ 1253024 h 6858000"/>
              <a:gd name="connsiteX743" fmla="*/ 4480315 w 7467600"/>
              <a:gd name="connsiteY743" fmla="*/ 1158454 h 6858000"/>
              <a:gd name="connsiteX744" fmla="*/ 4494133 w 7467600"/>
              <a:gd name="connsiteY744" fmla="*/ 1118676 h 6858000"/>
              <a:gd name="connsiteX745" fmla="*/ 4557898 w 7467600"/>
              <a:gd name="connsiteY745" fmla="*/ 900011 h 6858000"/>
              <a:gd name="connsiteX746" fmla="*/ 5870151 w 7467600"/>
              <a:gd name="connsiteY746" fmla="*/ 898890 h 6858000"/>
              <a:gd name="connsiteX747" fmla="*/ 5861335 w 7467600"/>
              <a:gd name="connsiteY747" fmla="*/ 899177 h 6858000"/>
              <a:gd name="connsiteX748" fmla="*/ 5843702 w 7467600"/>
              <a:gd name="connsiteY748" fmla="*/ 899748 h 6858000"/>
              <a:gd name="connsiteX749" fmla="*/ 5651107 w 7467600"/>
              <a:gd name="connsiteY749" fmla="*/ 920306 h 6858000"/>
              <a:gd name="connsiteX750" fmla="*/ 5459407 w 7467600"/>
              <a:gd name="connsiteY750" fmla="*/ 940975 h 6858000"/>
              <a:gd name="connsiteX751" fmla="*/ 5374846 w 7467600"/>
              <a:gd name="connsiteY751" fmla="*/ 941988 h 6858000"/>
              <a:gd name="connsiteX752" fmla="*/ 5256105 w 7467600"/>
              <a:gd name="connsiteY752" fmla="*/ 945632 h 6858000"/>
              <a:gd name="connsiteX753" fmla="*/ 5107071 w 7467600"/>
              <a:gd name="connsiteY753" fmla="*/ 969720 h 6858000"/>
              <a:gd name="connsiteX754" fmla="*/ 4998681 w 7467600"/>
              <a:gd name="connsiteY754" fmla="*/ 988771 h 6858000"/>
              <a:gd name="connsiteX755" fmla="*/ 5870151 w 7467600"/>
              <a:gd name="connsiteY755" fmla="*/ 898890 h 6858000"/>
              <a:gd name="connsiteX756" fmla="*/ 5504425 w 7467600"/>
              <a:gd name="connsiteY756" fmla="*/ 848067 h 6858000"/>
              <a:gd name="connsiteX757" fmla="*/ 4968849 w 7467600"/>
              <a:gd name="connsiteY757" fmla="*/ 962318 h 6858000"/>
              <a:gd name="connsiteX758" fmla="*/ 5104039 w 7467600"/>
              <a:gd name="connsiteY758" fmla="*/ 940634 h 6858000"/>
              <a:gd name="connsiteX759" fmla="*/ 5256311 w 7467600"/>
              <a:gd name="connsiteY759" fmla="*/ 916490 h 6858000"/>
              <a:gd name="connsiteX760" fmla="*/ 5377381 w 7467600"/>
              <a:gd name="connsiteY760" fmla="*/ 912671 h 6858000"/>
              <a:gd name="connsiteX761" fmla="*/ 5460148 w 7467600"/>
              <a:gd name="connsiteY761" fmla="*/ 911442 h 6858000"/>
              <a:gd name="connsiteX762" fmla="*/ 5648971 w 7467600"/>
              <a:gd name="connsiteY762" fmla="*/ 891331 h 6858000"/>
              <a:gd name="connsiteX763" fmla="*/ 5844807 w 7467600"/>
              <a:gd name="connsiteY763" fmla="*/ 870718 h 6858000"/>
              <a:gd name="connsiteX764" fmla="*/ 5862975 w 7467600"/>
              <a:gd name="connsiteY764" fmla="*/ 869756 h 6858000"/>
              <a:gd name="connsiteX765" fmla="*/ 5920887 w 7467600"/>
              <a:gd name="connsiteY765" fmla="*/ 865929 h 6858000"/>
              <a:gd name="connsiteX766" fmla="*/ 5504425 w 7467600"/>
              <a:gd name="connsiteY766" fmla="*/ 848067 h 6858000"/>
              <a:gd name="connsiteX767" fmla="*/ 3607114 w 7467600"/>
              <a:gd name="connsiteY767" fmla="*/ 467441 h 6858000"/>
              <a:gd name="connsiteX768" fmla="*/ 3296242 w 7467600"/>
              <a:gd name="connsiteY768" fmla="*/ 807991 h 6858000"/>
              <a:gd name="connsiteX769" fmla="*/ 3174674 w 7467600"/>
              <a:gd name="connsiteY769" fmla="*/ 919759 h 6858000"/>
              <a:gd name="connsiteX770" fmla="*/ 3042978 w 7467600"/>
              <a:gd name="connsiteY770" fmla="*/ 1054894 h 6858000"/>
              <a:gd name="connsiteX771" fmla="*/ 2968914 w 7467600"/>
              <a:gd name="connsiteY771" fmla="*/ 1133756 h 6858000"/>
              <a:gd name="connsiteX772" fmla="*/ 3103823 w 7467600"/>
              <a:gd name="connsiteY772" fmla="*/ 1026814 h 6858000"/>
              <a:gd name="connsiteX773" fmla="*/ 3607114 w 7467600"/>
              <a:gd name="connsiteY773" fmla="*/ 467441 h 6858000"/>
              <a:gd name="connsiteX774" fmla="*/ 3744487 w 7467600"/>
              <a:gd name="connsiteY774" fmla="*/ 383136 h 6858000"/>
              <a:gd name="connsiteX775" fmla="*/ 3970213 w 7467600"/>
              <a:gd name="connsiteY775" fmla="*/ 995559 h 6858000"/>
              <a:gd name="connsiteX776" fmla="*/ 3744487 w 7467600"/>
              <a:gd name="connsiteY776" fmla="*/ 383136 h 6858000"/>
              <a:gd name="connsiteX777" fmla="*/ 3624562 w 7467600"/>
              <a:gd name="connsiteY777" fmla="*/ 367041 h 6858000"/>
              <a:gd name="connsiteX778" fmla="*/ 3489712 w 7467600"/>
              <a:gd name="connsiteY778" fmla="*/ 485386 h 6858000"/>
              <a:gd name="connsiteX779" fmla="*/ 3182994 w 7467600"/>
              <a:gd name="connsiteY779" fmla="*/ 828265 h 6858000"/>
              <a:gd name="connsiteX780" fmla="*/ 2892114 w 7467600"/>
              <a:gd name="connsiteY780" fmla="*/ 1172635 h 6858000"/>
              <a:gd name="connsiteX781" fmla="*/ 3021459 w 7467600"/>
              <a:gd name="connsiteY781" fmla="*/ 1035385 h 6858000"/>
              <a:gd name="connsiteX782" fmla="*/ 3153873 w 7467600"/>
              <a:gd name="connsiteY782" fmla="*/ 898971 h 6858000"/>
              <a:gd name="connsiteX783" fmla="*/ 3276511 w 7467600"/>
              <a:gd name="connsiteY783" fmla="*/ 786423 h 6858000"/>
              <a:gd name="connsiteX784" fmla="*/ 3584154 w 7467600"/>
              <a:gd name="connsiteY784" fmla="*/ 448218 h 6858000"/>
              <a:gd name="connsiteX785" fmla="*/ 3624562 w 7467600"/>
              <a:gd name="connsiteY785" fmla="*/ 367041 h 6858000"/>
              <a:gd name="connsiteX786" fmla="*/ 3766672 w 7467600"/>
              <a:gd name="connsiteY786" fmla="*/ 359429 h 6858000"/>
              <a:gd name="connsiteX787" fmla="*/ 3996338 w 7467600"/>
              <a:gd name="connsiteY787" fmla="*/ 968237 h 6858000"/>
              <a:gd name="connsiteX788" fmla="*/ 3766672 w 7467600"/>
              <a:gd name="connsiteY788" fmla="*/ 359429 h 6858000"/>
              <a:gd name="connsiteX789" fmla="*/ 5805386 w 7467600"/>
              <a:gd name="connsiteY789" fmla="*/ 239240 h 6858000"/>
              <a:gd name="connsiteX790" fmla="*/ 5736947 w 7467600"/>
              <a:gd name="connsiteY790" fmla="*/ 261367 h 6858000"/>
              <a:gd name="connsiteX791" fmla="*/ 5427012 w 7467600"/>
              <a:gd name="connsiteY791" fmla="*/ 311272 h 6858000"/>
              <a:gd name="connsiteX792" fmla="*/ 5147818 w 7467600"/>
              <a:gd name="connsiteY792" fmla="*/ 322112 h 6858000"/>
              <a:gd name="connsiteX793" fmla="*/ 5060854 w 7467600"/>
              <a:gd name="connsiteY793" fmla="*/ 311882 h 6858000"/>
              <a:gd name="connsiteX794" fmla="*/ 4945989 w 7467600"/>
              <a:gd name="connsiteY794" fmla="*/ 300516 h 6858000"/>
              <a:gd name="connsiteX795" fmla="*/ 5410479 w 7467600"/>
              <a:gd name="connsiteY795" fmla="*/ 348434 h 6858000"/>
              <a:gd name="connsiteX796" fmla="*/ 5805386 w 7467600"/>
              <a:gd name="connsiteY796" fmla="*/ 239240 h 6858000"/>
              <a:gd name="connsiteX797" fmla="*/ 5905192 w 7467600"/>
              <a:gd name="connsiteY797" fmla="*/ 163079 h 6858000"/>
              <a:gd name="connsiteX798" fmla="*/ 5865655 w 7467600"/>
              <a:gd name="connsiteY798" fmla="*/ 171901 h 6858000"/>
              <a:gd name="connsiteX799" fmla="*/ 5259740 w 7467600"/>
              <a:gd name="connsiteY799" fmla="*/ 257013 h 6858000"/>
              <a:gd name="connsiteX800" fmla="*/ 5208466 w 7467600"/>
              <a:gd name="connsiteY800" fmla="*/ 257550 h 6858000"/>
              <a:gd name="connsiteX801" fmla="*/ 4980204 w 7467600"/>
              <a:gd name="connsiteY801" fmla="*/ 271903 h 6858000"/>
              <a:gd name="connsiteX802" fmla="*/ 5068068 w 7467600"/>
              <a:gd name="connsiteY802" fmla="*/ 282244 h 6858000"/>
              <a:gd name="connsiteX803" fmla="*/ 5153231 w 7467600"/>
              <a:gd name="connsiteY803" fmla="*/ 292240 h 6858000"/>
              <a:gd name="connsiteX804" fmla="*/ 5426491 w 7467600"/>
              <a:gd name="connsiteY804" fmla="*/ 281128 h 6858000"/>
              <a:gd name="connsiteX805" fmla="*/ 5731212 w 7467600"/>
              <a:gd name="connsiteY805" fmla="*/ 231951 h 6858000"/>
              <a:gd name="connsiteX806" fmla="*/ 5905192 w 7467600"/>
              <a:gd name="connsiteY806" fmla="*/ 163079 h 6858000"/>
              <a:gd name="connsiteX807" fmla="*/ 5944437 w 7467600"/>
              <a:gd name="connsiteY807" fmla="*/ 113829 h 6858000"/>
              <a:gd name="connsiteX808" fmla="*/ 5825032 w 7467600"/>
              <a:gd name="connsiteY808" fmla="*/ 146405 h 6858000"/>
              <a:gd name="connsiteX809" fmla="*/ 4955599 w 7467600"/>
              <a:gd name="connsiteY809" fmla="*/ 247008 h 6858000"/>
              <a:gd name="connsiteX810" fmla="*/ 5210104 w 7467600"/>
              <a:gd name="connsiteY810" fmla="*/ 228123 h 6858000"/>
              <a:gd name="connsiteX811" fmla="*/ 5261015 w 7467600"/>
              <a:gd name="connsiteY811" fmla="*/ 227087 h 6858000"/>
              <a:gd name="connsiteX812" fmla="*/ 5861181 w 7467600"/>
              <a:gd name="connsiteY812" fmla="*/ 143093 h 6858000"/>
              <a:gd name="connsiteX813" fmla="*/ 5961252 w 7467600"/>
              <a:gd name="connsiteY813" fmla="*/ 114820 h 6858000"/>
              <a:gd name="connsiteX814" fmla="*/ 5944437 w 7467600"/>
              <a:gd name="connsiteY814" fmla="*/ 113829 h 6858000"/>
              <a:gd name="connsiteX815" fmla="*/ 3882765 w 7467600"/>
              <a:gd name="connsiteY815" fmla="*/ 0 h 6858000"/>
              <a:gd name="connsiteX816" fmla="*/ 3995099 w 7467600"/>
              <a:gd name="connsiteY816" fmla="*/ 0 h 6858000"/>
              <a:gd name="connsiteX817" fmla="*/ 4163818 w 7467600"/>
              <a:gd name="connsiteY817" fmla="*/ 234104 h 6858000"/>
              <a:gd name="connsiteX818" fmla="*/ 4172099 w 7467600"/>
              <a:gd name="connsiteY818" fmla="*/ 234207 h 6858000"/>
              <a:gd name="connsiteX819" fmla="*/ 4784282 w 7467600"/>
              <a:gd name="connsiteY819" fmla="*/ 276561 h 6858000"/>
              <a:gd name="connsiteX820" fmla="*/ 4801687 w 7467600"/>
              <a:gd name="connsiteY820" fmla="*/ 267764 h 6858000"/>
              <a:gd name="connsiteX821" fmla="*/ 6082788 w 7467600"/>
              <a:gd name="connsiteY821" fmla="*/ 64119 h 6858000"/>
              <a:gd name="connsiteX822" fmla="*/ 6099442 w 7467600"/>
              <a:gd name="connsiteY822" fmla="*/ 82568 h 6858000"/>
              <a:gd name="connsiteX823" fmla="*/ 4804137 w 7467600"/>
              <a:gd name="connsiteY823" fmla="*/ 320931 h 6858000"/>
              <a:gd name="connsiteX824" fmla="*/ 4227047 w 7467600"/>
              <a:gd name="connsiteY824" fmla="*/ 313415 h 6858000"/>
              <a:gd name="connsiteX825" fmla="*/ 4346041 w 7467600"/>
              <a:gd name="connsiteY825" fmla="*/ 456086 h 6858000"/>
              <a:gd name="connsiteX826" fmla="*/ 4870967 w 7467600"/>
              <a:gd name="connsiteY826" fmla="*/ 963061 h 6858000"/>
              <a:gd name="connsiteX827" fmla="*/ 4889647 w 7467600"/>
              <a:gd name="connsiteY827" fmla="*/ 957147 h 6858000"/>
              <a:gd name="connsiteX828" fmla="*/ 5422504 w 7467600"/>
              <a:gd name="connsiteY828" fmla="*/ 805191 h 6858000"/>
              <a:gd name="connsiteX829" fmla="*/ 6087656 w 7467600"/>
              <a:gd name="connsiteY829" fmla="*/ 826703 h 6858000"/>
              <a:gd name="connsiteX830" fmla="*/ 6058717 w 7467600"/>
              <a:gd name="connsiteY830" fmla="*/ 865992 h 6858000"/>
              <a:gd name="connsiteX831" fmla="*/ 4974153 w 7467600"/>
              <a:gd name="connsiteY831" fmla="*/ 1045456 h 6858000"/>
              <a:gd name="connsiteX832" fmla="*/ 5627835 w 7467600"/>
              <a:gd name="connsiteY832" fmla="*/ 1472077 h 6858000"/>
              <a:gd name="connsiteX833" fmla="*/ 5629817 w 7467600"/>
              <a:gd name="connsiteY833" fmla="*/ 1471412 h 6858000"/>
              <a:gd name="connsiteX834" fmla="*/ 5634124 w 7467600"/>
              <a:gd name="connsiteY834" fmla="*/ 1470572 h 6858000"/>
              <a:gd name="connsiteX835" fmla="*/ 5755832 w 7467600"/>
              <a:gd name="connsiteY835" fmla="*/ 1383886 h 6858000"/>
              <a:gd name="connsiteX836" fmla="*/ 6014186 w 7467600"/>
              <a:gd name="connsiteY836" fmla="*/ 1279799 h 6858000"/>
              <a:gd name="connsiteX837" fmla="*/ 6901619 w 7467600"/>
              <a:gd name="connsiteY837" fmla="*/ 1047874 h 6858000"/>
              <a:gd name="connsiteX838" fmla="*/ 6931566 w 7467600"/>
              <a:gd name="connsiteY838" fmla="*/ 1062034 h 6858000"/>
              <a:gd name="connsiteX839" fmla="*/ 5790982 w 7467600"/>
              <a:gd name="connsiteY839" fmla="*/ 1561380 h 6858000"/>
              <a:gd name="connsiteX840" fmla="*/ 6188971 w 7467600"/>
              <a:gd name="connsiteY840" fmla="*/ 1755168 h 6858000"/>
              <a:gd name="connsiteX841" fmla="*/ 6202446 w 7467600"/>
              <a:gd name="connsiteY841" fmla="*/ 1752268 h 6858000"/>
              <a:gd name="connsiteX842" fmla="*/ 7179560 w 7467600"/>
              <a:gd name="connsiteY842" fmla="*/ 1467551 h 6858000"/>
              <a:gd name="connsiteX843" fmla="*/ 7158730 w 7467600"/>
              <a:gd name="connsiteY843" fmla="*/ 1507835 h 6858000"/>
              <a:gd name="connsiteX844" fmla="*/ 6326959 w 7467600"/>
              <a:gd name="connsiteY844" fmla="*/ 1817686 h 6858000"/>
              <a:gd name="connsiteX845" fmla="*/ 6537433 w 7467600"/>
              <a:gd name="connsiteY845" fmla="*/ 1907790 h 6858000"/>
              <a:gd name="connsiteX846" fmla="*/ 6550221 w 7467600"/>
              <a:gd name="connsiteY846" fmla="*/ 1910729 h 6858000"/>
              <a:gd name="connsiteX847" fmla="*/ 6964438 w 7467600"/>
              <a:gd name="connsiteY847" fmla="*/ 2209505 h 6858000"/>
              <a:gd name="connsiteX848" fmla="*/ 7367862 w 7467600"/>
              <a:gd name="connsiteY848" fmla="*/ 2806833 h 6858000"/>
              <a:gd name="connsiteX849" fmla="*/ 7364329 w 7467600"/>
              <a:gd name="connsiteY849" fmla="*/ 2826907 h 6858000"/>
              <a:gd name="connsiteX850" fmla="*/ 7290545 w 7467600"/>
              <a:gd name="connsiteY850" fmla="*/ 2850663 h 6858000"/>
              <a:gd name="connsiteX851" fmla="*/ 6472036 w 7467600"/>
              <a:gd name="connsiteY851" fmla="*/ 1959003 h 6858000"/>
              <a:gd name="connsiteX852" fmla="*/ 5792897 w 7467600"/>
              <a:gd name="connsiteY852" fmla="*/ 1647747 h 6858000"/>
              <a:gd name="connsiteX853" fmla="*/ 5842751 w 7467600"/>
              <a:gd name="connsiteY853" fmla="*/ 1816112 h 6858000"/>
              <a:gd name="connsiteX854" fmla="*/ 5847424 w 7467600"/>
              <a:gd name="connsiteY854" fmla="*/ 1815776 h 6858000"/>
              <a:gd name="connsiteX855" fmla="*/ 6399821 w 7467600"/>
              <a:gd name="connsiteY855" fmla="*/ 2344799 h 6858000"/>
              <a:gd name="connsiteX856" fmla="*/ 6323232 w 7467600"/>
              <a:gd name="connsiteY856" fmla="*/ 2389634 h 6858000"/>
              <a:gd name="connsiteX857" fmla="*/ 5942958 w 7467600"/>
              <a:gd name="connsiteY857" fmla="*/ 2077708 h 6858000"/>
              <a:gd name="connsiteX858" fmla="*/ 5921559 w 7467600"/>
              <a:gd name="connsiteY858" fmla="*/ 2378596 h 6858000"/>
              <a:gd name="connsiteX859" fmla="*/ 5817651 w 7467600"/>
              <a:gd name="connsiteY859" fmla="*/ 3023919 h 6858000"/>
              <a:gd name="connsiteX860" fmla="*/ 5729634 w 7467600"/>
              <a:gd name="connsiteY860" fmla="*/ 3051849 h 6858000"/>
              <a:gd name="connsiteX861" fmla="*/ 5611018 w 7467600"/>
              <a:gd name="connsiteY861" fmla="*/ 2316769 h 6858000"/>
              <a:gd name="connsiteX862" fmla="*/ 5687608 w 7467600"/>
              <a:gd name="connsiteY862" fmla="*/ 2039972 h 6858000"/>
              <a:gd name="connsiteX863" fmla="*/ 5657554 w 7467600"/>
              <a:gd name="connsiteY863" fmla="*/ 1576445 h 6858000"/>
              <a:gd name="connsiteX864" fmla="*/ 5150475 w 7467600"/>
              <a:gd name="connsiteY864" fmla="*/ 1274012 h 6858000"/>
              <a:gd name="connsiteX865" fmla="*/ 5349142 w 7467600"/>
              <a:gd name="connsiteY865" fmla="*/ 2204405 h 6858000"/>
              <a:gd name="connsiteX866" fmla="*/ 5262214 w 7467600"/>
              <a:gd name="connsiteY866" fmla="*/ 2233836 h 6858000"/>
              <a:gd name="connsiteX867" fmla="*/ 4981539 w 7467600"/>
              <a:gd name="connsiteY867" fmla="*/ 1542201 h 6858000"/>
              <a:gd name="connsiteX868" fmla="*/ 4958461 w 7467600"/>
              <a:gd name="connsiteY868" fmla="*/ 1136957 h 6858000"/>
              <a:gd name="connsiteX869" fmla="*/ 4655015 w 7467600"/>
              <a:gd name="connsiteY869" fmla="*/ 891426 h 6858000"/>
              <a:gd name="connsiteX870" fmla="*/ 4348002 w 7467600"/>
              <a:gd name="connsiteY870" fmla="*/ 2205895 h 6858000"/>
              <a:gd name="connsiteX871" fmla="*/ 4262250 w 7467600"/>
              <a:gd name="connsiteY871" fmla="*/ 2219972 h 6858000"/>
              <a:gd name="connsiteX872" fmla="*/ 4550611 w 7467600"/>
              <a:gd name="connsiteY872" fmla="*/ 817540 h 6858000"/>
              <a:gd name="connsiteX873" fmla="*/ 4564418 w 7467600"/>
              <a:gd name="connsiteY873" fmla="*/ 808293 h 6858000"/>
              <a:gd name="connsiteX874" fmla="*/ 4266388 w 7467600"/>
              <a:gd name="connsiteY874" fmla="*/ 500083 h 6858000"/>
              <a:gd name="connsiteX875" fmla="*/ 4032842 w 7467600"/>
              <a:gd name="connsiteY875" fmla="*/ 211809 h 6858000"/>
              <a:gd name="connsiteX876" fmla="*/ 3882765 w 7467600"/>
              <a:gd name="connsiteY876" fmla="*/ 0 h 6858000"/>
              <a:gd name="connsiteX877" fmla="*/ 3721337 w 7467600"/>
              <a:gd name="connsiteY877" fmla="*/ 0 h 6858000"/>
              <a:gd name="connsiteX878" fmla="*/ 3797544 w 7467600"/>
              <a:gd name="connsiteY878" fmla="*/ 0 h 6858000"/>
              <a:gd name="connsiteX879" fmla="*/ 3775734 w 7467600"/>
              <a:gd name="connsiteY879" fmla="*/ 95131 h 6858000"/>
              <a:gd name="connsiteX880" fmla="*/ 3724807 w 7467600"/>
              <a:gd name="connsiteY880" fmla="*/ 272257 h 6858000"/>
              <a:gd name="connsiteX881" fmla="*/ 3726844 w 7467600"/>
              <a:gd name="connsiteY881" fmla="*/ 282988 h 6858000"/>
              <a:gd name="connsiteX882" fmla="*/ 3742664 w 7467600"/>
              <a:gd name="connsiteY882" fmla="*/ 279918 h 6858000"/>
              <a:gd name="connsiteX883" fmla="*/ 4103910 w 7467600"/>
              <a:gd name="connsiteY883" fmla="*/ 1161917 h 6858000"/>
              <a:gd name="connsiteX884" fmla="*/ 4020269 w 7467600"/>
              <a:gd name="connsiteY884" fmla="*/ 1200406 h 6858000"/>
              <a:gd name="connsiteX885" fmla="*/ 3674882 w 7467600"/>
              <a:gd name="connsiteY885" fmla="*/ 488524 h 6858000"/>
              <a:gd name="connsiteX886" fmla="*/ 3132682 w 7467600"/>
              <a:gd name="connsiteY886" fmla="*/ 1072284 h 6858000"/>
              <a:gd name="connsiteX887" fmla="*/ 2716346 w 7467600"/>
              <a:gd name="connsiteY887" fmla="*/ 1276376 h 6858000"/>
              <a:gd name="connsiteX888" fmla="*/ 2716772 w 7467600"/>
              <a:gd name="connsiteY888" fmla="*/ 1255462 h 6858000"/>
              <a:gd name="connsiteX889" fmla="*/ 3471096 w 7467600"/>
              <a:gd name="connsiteY889" fmla="*/ 437072 h 6858000"/>
              <a:gd name="connsiteX890" fmla="*/ 3639057 w 7467600"/>
              <a:gd name="connsiteY890" fmla="*/ 286334 h 6858000"/>
              <a:gd name="connsiteX891" fmla="*/ 3640309 w 7467600"/>
              <a:gd name="connsiteY891" fmla="*/ 284664 h 6858000"/>
              <a:gd name="connsiteX892" fmla="*/ 3646022 w 7467600"/>
              <a:gd name="connsiteY892" fmla="*/ 276711 h 6858000"/>
              <a:gd name="connsiteX893" fmla="*/ 3707943 w 7467600"/>
              <a:gd name="connsiteY893" fmla="*/ 65958 h 6858000"/>
              <a:gd name="connsiteX894" fmla="*/ 3721337 w 7467600"/>
              <a:gd name="connsiteY894" fmla="*/ 0 h 6858000"/>
              <a:gd name="connsiteX895" fmla="*/ 2867960 w 7467600"/>
              <a:gd name="connsiteY895" fmla="*/ 0 h 6858000"/>
              <a:gd name="connsiteX896" fmla="*/ 2926351 w 7467600"/>
              <a:gd name="connsiteY896" fmla="*/ 0 h 6858000"/>
              <a:gd name="connsiteX897" fmla="*/ 2902823 w 7467600"/>
              <a:gd name="connsiteY897" fmla="*/ 262929 h 6858000"/>
              <a:gd name="connsiteX898" fmla="*/ 2940663 w 7467600"/>
              <a:gd name="connsiteY898" fmla="*/ 140884 h 6858000"/>
              <a:gd name="connsiteX899" fmla="*/ 2947039 w 7467600"/>
              <a:gd name="connsiteY899" fmla="*/ 122524 h 6858000"/>
              <a:gd name="connsiteX900" fmla="*/ 2984316 w 7467600"/>
              <a:gd name="connsiteY900" fmla="*/ 0 h 6858000"/>
              <a:gd name="connsiteX901" fmla="*/ 3016114 w 7467600"/>
              <a:gd name="connsiteY901" fmla="*/ 0 h 6858000"/>
              <a:gd name="connsiteX902" fmla="*/ 2979949 w 7467600"/>
              <a:gd name="connsiteY902" fmla="*/ 119274 h 6858000"/>
              <a:gd name="connsiteX903" fmla="*/ 3023879 w 7467600"/>
              <a:gd name="connsiteY903" fmla="*/ 0 h 6858000"/>
              <a:gd name="connsiteX904" fmla="*/ 3105400 w 7467600"/>
              <a:gd name="connsiteY904" fmla="*/ 0 h 6858000"/>
              <a:gd name="connsiteX905" fmla="*/ 3094669 w 7467600"/>
              <a:gd name="connsiteY905" fmla="*/ 30308 h 6858000"/>
              <a:gd name="connsiteX906" fmla="*/ 2901945 w 7467600"/>
              <a:gd name="connsiteY906" fmla="*/ 466538 h 6858000"/>
              <a:gd name="connsiteX907" fmla="*/ 2815209 w 7467600"/>
              <a:gd name="connsiteY907" fmla="*/ 497361 h 6858000"/>
              <a:gd name="connsiteX908" fmla="*/ 2844845 w 7467600"/>
              <a:gd name="connsiteY908" fmla="*/ 127638 h 6858000"/>
              <a:gd name="connsiteX909" fmla="*/ 2867960 w 7467600"/>
              <a:gd name="connsiteY909" fmla="*/ 0 h 6858000"/>
              <a:gd name="connsiteX910" fmla="*/ 1057230 w 7467600"/>
              <a:gd name="connsiteY910" fmla="*/ 0 h 6858000"/>
              <a:gd name="connsiteX911" fmla="*/ 1111003 w 7467600"/>
              <a:gd name="connsiteY911" fmla="*/ 0 h 6858000"/>
              <a:gd name="connsiteX912" fmla="*/ 1125553 w 7467600"/>
              <a:gd name="connsiteY912" fmla="*/ 52588 h 6858000"/>
              <a:gd name="connsiteX913" fmla="*/ 1304276 w 7467600"/>
              <a:gd name="connsiteY913" fmla="*/ 476275 h 6858000"/>
              <a:gd name="connsiteX914" fmla="*/ 1492066 w 7467600"/>
              <a:gd name="connsiteY914" fmla="*/ 886333 h 6858000"/>
              <a:gd name="connsiteX915" fmla="*/ 1423698 w 7467600"/>
              <a:gd name="connsiteY915" fmla="*/ 710817 h 6858000"/>
              <a:gd name="connsiteX916" fmla="*/ 1357609 w 7467600"/>
              <a:gd name="connsiteY916" fmla="*/ 532892 h 6858000"/>
              <a:gd name="connsiteX917" fmla="*/ 1309550 w 7467600"/>
              <a:gd name="connsiteY917" fmla="*/ 374031 h 6858000"/>
              <a:gd name="connsiteX918" fmla="*/ 1193673 w 7467600"/>
              <a:gd name="connsiteY918" fmla="*/ 49533 h 6858000"/>
              <a:gd name="connsiteX919" fmla="*/ 1164391 w 7467600"/>
              <a:gd name="connsiteY919" fmla="*/ 0 h 6858000"/>
              <a:gd name="connsiteX920" fmla="*/ 1200666 w 7467600"/>
              <a:gd name="connsiteY920" fmla="*/ 0 h 6858000"/>
              <a:gd name="connsiteX921" fmla="*/ 1223408 w 7467600"/>
              <a:gd name="connsiteY921" fmla="*/ 38996 h 6858000"/>
              <a:gd name="connsiteX922" fmla="*/ 1339635 w 7467600"/>
              <a:gd name="connsiteY922" fmla="*/ 365517 h 6858000"/>
              <a:gd name="connsiteX923" fmla="*/ 1387469 w 7467600"/>
              <a:gd name="connsiteY923" fmla="*/ 523079 h 6858000"/>
              <a:gd name="connsiteX924" fmla="*/ 1452685 w 7467600"/>
              <a:gd name="connsiteY924" fmla="*/ 699806 h 6858000"/>
              <a:gd name="connsiteX925" fmla="*/ 1492092 w 7467600"/>
              <a:gd name="connsiteY925" fmla="*/ 800424 h 6858000"/>
              <a:gd name="connsiteX926" fmla="*/ 1455302 w 7467600"/>
              <a:gd name="connsiteY926" fmla="*/ 632913 h 6858000"/>
              <a:gd name="connsiteX927" fmla="*/ 1222336 w 7467600"/>
              <a:gd name="connsiteY927" fmla="*/ 9480 h 6858000"/>
              <a:gd name="connsiteX928" fmla="*/ 1214634 w 7467600"/>
              <a:gd name="connsiteY928" fmla="*/ 0 h 6858000"/>
              <a:gd name="connsiteX929" fmla="*/ 1289827 w 7467600"/>
              <a:gd name="connsiteY929" fmla="*/ 0 h 6858000"/>
              <a:gd name="connsiteX930" fmla="*/ 1321076 w 7467600"/>
              <a:gd name="connsiteY930" fmla="*/ 59722 h 6858000"/>
              <a:gd name="connsiteX931" fmla="*/ 1512579 w 7467600"/>
              <a:gd name="connsiteY931" fmla="*/ 626441 h 6858000"/>
              <a:gd name="connsiteX932" fmla="*/ 1506076 w 7467600"/>
              <a:gd name="connsiteY932" fmla="*/ 1089289 h 6858000"/>
              <a:gd name="connsiteX933" fmla="*/ 1486346 w 7467600"/>
              <a:gd name="connsiteY933" fmla="*/ 1079919 h 6858000"/>
              <a:gd name="connsiteX934" fmla="*/ 1070511 w 7467600"/>
              <a:gd name="connsiteY934" fmla="*/ 48609 h 6858000"/>
              <a:gd name="connsiteX935" fmla="*/ 1057230 w 7467600"/>
              <a:gd name="connsiteY935" fmla="*/ 0 h 6858000"/>
              <a:gd name="connsiteX936" fmla="*/ 43151 w 7467600"/>
              <a:gd name="connsiteY936" fmla="*/ 0 h 6858000"/>
              <a:gd name="connsiteX937" fmla="*/ 95283 w 7467600"/>
              <a:gd name="connsiteY937" fmla="*/ 0 h 6858000"/>
              <a:gd name="connsiteX938" fmla="*/ 300708 w 7467600"/>
              <a:gd name="connsiteY938" fmla="*/ 154571 h 6858000"/>
              <a:gd name="connsiteX939" fmla="*/ 530414 w 7467600"/>
              <a:gd name="connsiteY939" fmla="*/ 354673 h 6858000"/>
              <a:gd name="connsiteX940" fmla="*/ 333785 w 7467600"/>
              <a:gd name="connsiteY940" fmla="*/ 161564 h 6858000"/>
              <a:gd name="connsiteX941" fmla="*/ 147005 w 7467600"/>
              <a:gd name="connsiteY941" fmla="*/ 0 h 6858000"/>
              <a:gd name="connsiteX942" fmla="*/ 272509 w 7467600"/>
              <a:gd name="connsiteY942" fmla="*/ 0 h 6858000"/>
              <a:gd name="connsiteX943" fmla="*/ 326276 w 7467600"/>
              <a:gd name="connsiteY943" fmla="*/ 45847 h 6858000"/>
              <a:gd name="connsiteX944" fmla="*/ 823759 w 7467600"/>
              <a:gd name="connsiteY944" fmla="*/ 574145 h 6858000"/>
              <a:gd name="connsiteX945" fmla="*/ 811254 w 7467600"/>
              <a:gd name="connsiteY945" fmla="*/ 665546 h 6858000"/>
              <a:gd name="connsiteX946" fmla="*/ 154042 w 7467600"/>
              <a:gd name="connsiteY946" fmla="*/ 261522 h 6858000"/>
              <a:gd name="connsiteX947" fmla="*/ 13550 w 7467600"/>
              <a:gd name="connsiteY947" fmla="*/ 158423 h 6858000"/>
              <a:gd name="connsiteX948" fmla="*/ 0 w 7467600"/>
              <a:gd name="connsiteY948" fmla="*/ 146618 h 6858000"/>
              <a:gd name="connsiteX949" fmla="*/ 0 w 7467600"/>
              <a:gd name="connsiteY949" fmla="*/ 59161 h 6858000"/>
              <a:gd name="connsiteX950" fmla="*/ 45427 w 7467600"/>
              <a:gd name="connsiteY950" fmla="*/ 101078 h 6858000"/>
              <a:gd name="connsiteX951" fmla="*/ 630103 w 7467600"/>
              <a:gd name="connsiteY951" fmla="*/ 485885 h 6858000"/>
              <a:gd name="connsiteX952" fmla="*/ 532040 w 7467600"/>
              <a:gd name="connsiteY952" fmla="*/ 399359 h 6858000"/>
              <a:gd name="connsiteX953" fmla="*/ 517618 w 7467600"/>
              <a:gd name="connsiteY953" fmla="*/ 385726 h 6858000"/>
              <a:gd name="connsiteX954" fmla="*/ 285074 w 7467600"/>
              <a:gd name="connsiteY954" fmla="*/ 182755 h 6858000"/>
              <a:gd name="connsiteX955" fmla="*/ 43151 w 7467600"/>
              <a:gd name="connsiteY95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1456157 w 7467600"/>
              <a:gd name="connsiteY74" fmla="*/ 5371404 h 6858000"/>
              <a:gd name="connsiteX75" fmla="*/ 1244432 w 7467600"/>
              <a:gd name="connsiteY75" fmla="*/ 5385601 h 6858000"/>
              <a:gd name="connsiteX76" fmla="*/ 973990 w 7467600"/>
              <a:gd name="connsiteY76" fmla="*/ 5424940 h 6858000"/>
              <a:gd name="connsiteX77" fmla="*/ 1103809 w 7467600"/>
              <a:gd name="connsiteY77" fmla="*/ 5433720 h 6858000"/>
              <a:gd name="connsiteX78" fmla="*/ 1123454 w 7467600"/>
              <a:gd name="connsiteY78" fmla="*/ 5435727 h 6858000"/>
              <a:gd name="connsiteX79" fmla="*/ 1737017 w 7467600"/>
              <a:gd name="connsiteY79" fmla="*/ 5452183 h 6858000"/>
              <a:gd name="connsiteX80" fmla="*/ 1824397 w 7467600"/>
              <a:gd name="connsiteY80" fmla="*/ 5447757 h 6858000"/>
              <a:gd name="connsiteX81" fmla="*/ 2070059 w 7467600"/>
              <a:gd name="connsiteY81" fmla="*/ 5441660 h 6858000"/>
              <a:gd name="connsiteX82" fmla="*/ 1456157 w 7467600"/>
              <a:gd name="connsiteY82" fmla="*/ 5371404 h 6858000"/>
              <a:gd name="connsiteX83" fmla="*/ 4988186 w 7467600"/>
              <a:gd name="connsiteY83" fmla="*/ 5216467 h 6858000"/>
              <a:gd name="connsiteX84" fmla="*/ 4777334 w 7467600"/>
              <a:gd name="connsiteY84" fmla="*/ 5406072 h 6858000"/>
              <a:gd name="connsiteX85" fmla="*/ 4718341 w 7467600"/>
              <a:gd name="connsiteY85" fmla="*/ 5468043 h 6858000"/>
              <a:gd name="connsiteX86" fmla="*/ 4604655 w 7467600"/>
              <a:gd name="connsiteY86" fmla="*/ 5583434 h 6858000"/>
              <a:gd name="connsiteX87" fmla="*/ 4565074 w 7467600"/>
              <a:gd name="connsiteY87" fmla="*/ 5618550 h 6858000"/>
              <a:gd name="connsiteX88" fmla="*/ 4988186 w 7467600"/>
              <a:gd name="connsiteY88" fmla="*/ 5216467 h 6858000"/>
              <a:gd name="connsiteX89" fmla="*/ 4978032 w 7467600"/>
              <a:gd name="connsiteY89" fmla="*/ 5183809 h 6858000"/>
              <a:gd name="connsiteX90" fmla="*/ 4463413 w 7467600"/>
              <a:gd name="connsiteY90" fmla="*/ 5615162 h 6858000"/>
              <a:gd name="connsiteX91" fmla="*/ 4358134 w 7467600"/>
              <a:gd name="connsiteY91" fmla="*/ 5742791 h 6858000"/>
              <a:gd name="connsiteX92" fmla="*/ 4376219 w 7467600"/>
              <a:gd name="connsiteY92" fmla="*/ 5729027 h 6858000"/>
              <a:gd name="connsiteX93" fmla="*/ 4582340 w 7467600"/>
              <a:gd name="connsiteY93" fmla="*/ 5561037 h 6858000"/>
              <a:gd name="connsiteX94" fmla="*/ 4694684 w 7467600"/>
              <a:gd name="connsiteY94" fmla="*/ 5447098 h 6858000"/>
              <a:gd name="connsiteX95" fmla="*/ 4754123 w 7467600"/>
              <a:gd name="connsiteY95" fmla="*/ 5384643 h 6858000"/>
              <a:gd name="connsiteX96" fmla="*/ 4978032 w 7467600"/>
              <a:gd name="connsiteY96" fmla="*/ 5183809 h 6858000"/>
              <a:gd name="connsiteX97" fmla="*/ 1903353 w 7467600"/>
              <a:gd name="connsiteY97" fmla="*/ 5044827 h 6858000"/>
              <a:gd name="connsiteX98" fmla="*/ 1936931 w 7467600"/>
              <a:gd name="connsiteY98" fmla="*/ 5093954 h 6858000"/>
              <a:gd name="connsiteX99" fmla="*/ 2195868 w 7467600"/>
              <a:gd name="connsiteY99" fmla="*/ 5396574 h 6858000"/>
              <a:gd name="connsiteX100" fmla="*/ 2088852 w 7467600"/>
              <a:gd name="connsiteY100" fmla="*/ 5166123 h 6858000"/>
              <a:gd name="connsiteX101" fmla="*/ 1958241 w 7467600"/>
              <a:gd name="connsiteY101" fmla="*/ 5067955 h 6858000"/>
              <a:gd name="connsiteX102" fmla="*/ 1903353 w 7467600"/>
              <a:gd name="connsiteY102" fmla="*/ 5044827 h 6858000"/>
              <a:gd name="connsiteX103" fmla="*/ 1979378 w 7467600"/>
              <a:gd name="connsiteY103" fmla="*/ 4769504 h 6858000"/>
              <a:gd name="connsiteX104" fmla="*/ 2882120 w 7467600"/>
              <a:gd name="connsiteY104" fmla="*/ 5064547 h 6858000"/>
              <a:gd name="connsiteX105" fmla="*/ 2793103 w 7467600"/>
              <a:gd name="connsiteY105" fmla="*/ 5039699 h 6858000"/>
              <a:gd name="connsiteX106" fmla="*/ 2770041 w 7467600"/>
              <a:gd name="connsiteY106" fmla="*/ 5033634 h 6858000"/>
              <a:gd name="connsiteX107" fmla="*/ 1979378 w 7467600"/>
              <a:gd name="connsiteY107" fmla="*/ 4769504 h 6858000"/>
              <a:gd name="connsiteX108" fmla="*/ 1927410 w 7467600"/>
              <a:gd name="connsiteY108" fmla="*/ 4716164 h 6858000"/>
              <a:gd name="connsiteX109" fmla="*/ 1959587 w 7467600"/>
              <a:gd name="connsiteY109" fmla="*/ 4728849 h 6858000"/>
              <a:gd name="connsiteX110" fmla="*/ 2777707 w 7467600"/>
              <a:gd name="connsiteY110" fmla="*/ 5003991 h 6858000"/>
              <a:gd name="connsiteX111" fmla="*/ 2800768 w 7467600"/>
              <a:gd name="connsiteY111" fmla="*/ 5010056 h 6858000"/>
              <a:gd name="connsiteX112" fmla="*/ 2879408 w 7467600"/>
              <a:gd name="connsiteY112" fmla="*/ 5031590 h 6858000"/>
              <a:gd name="connsiteX113" fmla="*/ 2862295 w 7467600"/>
              <a:gd name="connsiteY113" fmla="*/ 5022958 h 6858000"/>
              <a:gd name="connsiteX114" fmla="*/ 2813343 w 7467600"/>
              <a:gd name="connsiteY114" fmla="*/ 4998369 h 6858000"/>
              <a:gd name="connsiteX115" fmla="*/ 2646245 w 7467600"/>
              <a:gd name="connsiteY115" fmla="*/ 4930999 h 6858000"/>
              <a:gd name="connsiteX116" fmla="*/ 1999243 w 7467600"/>
              <a:gd name="connsiteY116" fmla="*/ 4730524 h 6858000"/>
              <a:gd name="connsiteX117" fmla="*/ 1979527 w 7467600"/>
              <a:gd name="connsiteY117" fmla="*/ 4726651 h 6858000"/>
              <a:gd name="connsiteX118" fmla="*/ 1927410 w 7467600"/>
              <a:gd name="connsiteY118" fmla="*/ 4716164 h 6858000"/>
              <a:gd name="connsiteX119" fmla="*/ 1997014 w 7467600"/>
              <a:gd name="connsiteY119" fmla="*/ 4698007 h 6858000"/>
              <a:gd name="connsiteX120" fmla="*/ 2005458 w 7467600"/>
              <a:gd name="connsiteY120" fmla="*/ 4699540 h 6858000"/>
              <a:gd name="connsiteX121" fmla="*/ 2657186 w 7467600"/>
              <a:gd name="connsiteY121" fmla="*/ 4901687 h 6858000"/>
              <a:gd name="connsiteX122" fmla="*/ 2826662 w 7467600"/>
              <a:gd name="connsiteY122" fmla="*/ 4970362 h 6858000"/>
              <a:gd name="connsiteX123" fmla="*/ 2876100 w 7467600"/>
              <a:gd name="connsiteY123" fmla="*/ 4995397 h 6858000"/>
              <a:gd name="connsiteX124" fmla="*/ 3042600 w 7467600"/>
              <a:gd name="connsiteY124" fmla="*/ 5059532 h 6858000"/>
              <a:gd name="connsiteX125" fmla="*/ 1997014 w 7467600"/>
              <a:gd name="connsiteY125" fmla="*/ 4698007 h 6858000"/>
              <a:gd name="connsiteX126" fmla="*/ 2305292 w 7467600"/>
              <a:gd name="connsiteY126" fmla="*/ 4219492 h 6858000"/>
              <a:gd name="connsiteX127" fmla="*/ 3360922 w 7467600"/>
              <a:gd name="connsiteY127" fmla="*/ 4529373 h 6858000"/>
              <a:gd name="connsiteX128" fmla="*/ 3492420 w 7467600"/>
              <a:gd name="connsiteY128" fmla="*/ 4510145 h 6858000"/>
              <a:gd name="connsiteX129" fmla="*/ 3364086 w 7467600"/>
              <a:gd name="connsiteY129" fmla="*/ 4480340 h 6858000"/>
              <a:gd name="connsiteX130" fmla="*/ 3225818 w 7467600"/>
              <a:gd name="connsiteY130" fmla="*/ 4411822 h 6858000"/>
              <a:gd name="connsiteX131" fmla="*/ 3129696 w 7467600"/>
              <a:gd name="connsiteY131" fmla="*/ 4360704 h 6858000"/>
              <a:gd name="connsiteX132" fmla="*/ 2814545 w 7467600"/>
              <a:gd name="connsiteY132" fmla="*/ 4282955 h 6858000"/>
              <a:gd name="connsiteX133" fmla="*/ 2305292 w 7467600"/>
              <a:gd name="connsiteY133" fmla="*/ 4219492 h 6858000"/>
              <a:gd name="connsiteX134" fmla="*/ 2626982 w 7467600"/>
              <a:gd name="connsiteY134" fmla="*/ 4206450 h 6858000"/>
              <a:gd name="connsiteX135" fmla="*/ 2490617 w 7467600"/>
              <a:gd name="connsiteY135" fmla="*/ 4206951 h 6858000"/>
              <a:gd name="connsiteX136" fmla="*/ 2819869 w 7467600"/>
              <a:gd name="connsiteY136" fmla="*/ 4252936 h 6858000"/>
              <a:gd name="connsiteX137" fmla="*/ 3143018 w 7467600"/>
              <a:gd name="connsiteY137" fmla="*/ 4332698 h 6858000"/>
              <a:gd name="connsiteX138" fmla="*/ 3241520 w 7467600"/>
              <a:gd name="connsiteY138" fmla="*/ 4385112 h 6858000"/>
              <a:gd name="connsiteX139" fmla="*/ 3374575 w 7467600"/>
              <a:gd name="connsiteY139" fmla="*/ 4451517 h 6858000"/>
              <a:gd name="connsiteX140" fmla="*/ 3505221 w 7467600"/>
              <a:gd name="connsiteY140" fmla="*/ 4480757 h 6858000"/>
              <a:gd name="connsiteX141" fmla="*/ 2626982 w 7467600"/>
              <a:gd name="connsiteY141" fmla="*/ 4206450 h 6858000"/>
              <a:gd name="connsiteX142" fmla="*/ 1310106 w 7467600"/>
              <a:gd name="connsiteY142" fmla="*/ 3943217 h 6858000"/>
              <a:gd name="connsiteX143" fmla="*/ 854994 w 7467600"/>
              <a:gd name="connsiteY143" fmla="*/ 4399136 h 6858000"/>
              <a:gd name="connsiteX144" fmla="*/ 742462 w 7467600"/>
              <a:gd name="connsiteY144" fmla="*/ 4594648 h 6858000"/>
              <a:gd name="connsiteX145" fmla="*/ 820602 w 7467600"/>
              <a:gd name="connsiteY145" fmla="*/ 4485915 h 6858000"/>
              <a:gd name="connsiteX146" fmla="*/ 878295 w 7467600"/>
              <a:gd name="connsiteY146" fmla="*/ 4403594 h 6858000"/>
              <a:gd name="connsiteX147" fmla="*/ 1240607 w 7467600"/>
              <a:gd name="connsiteY147" fmla="*/ 4010401 h 6858000"/>
              <a:gd name="connsiteX148" fmla="*/ 1310106 w 7467600"/>
              <a:gd name="connsiteY148" fmla="*/ 3943217 h 6858000"/>
              <a:gd name="connsiteX149" fmla="*/ 1423113 w 7467600"/>
              <a:gd name="connsiteY149" fmla="*/ 3874565 h 6858000"/>
              <a:gd name="connsiteX150" fmla="*/ 1260565 w 7467600"/>
              <a:gd name="connsiteY150" fmla="*/ 4031982 h 6858000"/>
              <a:gd name="connsiteX151" fmla="*/ 901900 w 7467600"/>
              <a:gd name="connsiteY151" fmla="*/ 4421236 h 6858000"/>
              <a:gd name="connsiteX152" fmla="*/ 845044 w 7467600"/>
              <a:gd name="connsiteY152" fmla="*/ 4502436 h 6858000"/>
              <a:gd name="connsiteX153" fmla="*/ 685926 w 7467600"/>
              <a:gd name="connsiteY153" fmla="*/ 4703069 h 6858000"/>
              <a:gd name="connsiteX154" fmla="*/ 684248 w 7467600"/>
              <a:gd name="connsiteY154" fmla="*/ 4706721 h 6858000"/>
              <a:gd name="connsiteX155" fmla="*/ 1423113 w 7467600"/>
              <a:gd name="connsiteY155" fmla="*/ 3874565 h 6858000"/>
              <a:gd name="connsiteX156" fmla="*/ 3316479 w 7467600"/>
              <a:gd name="connsiteY156" fmla="*/ 3872136 h 6858000"/>
              <a:gd name="connsiteX157" fmla="*/ 3546806 w 7467600"/>
              <a:gd name="connsiteY157" fmla="*/ 4356139 h 6858000"/>
              <a:gd name="connsiteX158" fmla="*/ 3364433 w 7467600"/>
              <a:gd name="connsiteY158" fmla="*/ 3953121 h 6858000"/>
              <a:gd name="connsiteX159" fmla="*/ 3316479 w 7467600"/>
              <a:gd name="connsiteY159" fmla="*/ 3872136 h 6858000"/>
              <a:gd name="connsiteX160" fmla="*/ 3291335 w 7467600"/>
              <a:gd name="connsiteY160" fmla="*/ 3767420 h 6858000"/>
              <a:gd name="connsiteX161" fmla="*/ 3390805 w 7467600"/>
              <a:gd name="connsiteY161" fmla="*/ 3937163 h 6858000"/>
              <a:gd name="connsiteX162" fmla="*/ 3579062 w 7467600"/>
              <a:gd name="connsiteY162" fmla="*/ 4359040 h 6858000"/>
              <a:gd name="connsiteX163" fmla="*/ 3467355 w 7467600"/>
              <a:gd name="connsiteY163" fmla="*/ 3988130 h 6858000"/>
              <a:gd name="connsiteX164" fmla="*/ 3310753 w 7467600"/>
              <a:gd name="connsiteY164" fmla="*/ 3787140 h 6858000"/>
              <a:gd name="connsiteX165" fmla="*/ 3291335 w 7467600"/>
              <a:gd name="connsiteY165" fmla="*/ 3767420 h 6858000"/>
              <a:gd name="connsiteX166" fmla="*/ 1635889 w 7467600"/>
              <a:gd name="connsiteY166" fmla="*/ 3709494 h 6858000"/>
              <a:gd name="connsiteX167" fmla="*/ 1634800 w 7467600"/>
              <a:gd name="connsiteY167" fmla="*/ 3731111 h 6858000"/>
              <a:gd name="connsiteX168" fmla="*/ 1635889 w 7467600"/>
              <a:gd name="connsiteY168" fmla="*/ 3709494 h 6858000"/>
              <a:gd name="connsiteX169" fmla="*/ 1510397 w 7467600"/>
              <a:gd name="connsiteY169" fmla="*/ 3684705 h 6858000"/>
              <a:gd name="connsiteX170" fmla="*/ 1146550 w 7467600"/>
              <a:gd name="connsiteY170" fmla="*/ 3802012 h 6858000"/>
              <a:gd name="connsiteX171" fmla="*/ 698834 w 7467600"/>
              <a:gd name="connsiteY171" fmla="*/ 3952272 h 6858000"/>
              <a:gd name="connsiteX172" fmla="*/ 34256 w 7467600"/>
              <a:gd name="connsiteY172" fmla="*/ 4347603 h 6858000"/>
              <a:gd name="connsiteX173" fmla="*/ 527241 w 7467600"/>
              <a:gd name="connsiteY173" fmla="*/ 4065078 h 6858000"/>
              <a:gd name="connsiteX174" fmla="*/ 1510397 w 7467600"/>
              <a:gd name="connsiteY174" fmla="*/ 3684705 h 6858000"/>
              <a:gd name="connsiteX175" fmla="*/ 1313114 w 7467600"/>
              <a:gd name="connsiteY175" fmla="*/ 3655216 h 6858000"/>
              <a:gd name="connsiteX176" fmla="*/ 1109304 w 7467600"/>
              <a:gd name="connsiteY176" fmla="*/ 3669030 h 6858000"/>
              <a:gd name="connsiteX177" fmla="*/ 8129 w 7467600"/>
              <a:gd name="connsiteY177" fmla="*/ 4330519 h 6858000"/>
              <a:gd name="connsiteX178" fmla="*/ 687572 w 7467600"/>
              <a:gd name="connsiteY178" fmla="*/ 3925629 h 6858000"/>
              <a:gd name="connsiteX179" fmla="*/ 1138365 w 7467600"/>
              <a:gd name="connsiteY179" fmla="*/ 3774515 h 6858000"/>
              <a:gd name="connsiteX180" fmla="*/ 1505579 w 7467600"/>
              <a:gd name="connsiteY180" fmla="*/ 3655526 h 6858000"/>
              <a:gd name="connsiteX181" fmla="*/ 1313114 w 7467600"/>
              <a:gd name="connsiteY181" fmla="*/ 3655216 h 6858000"/>
              <a:gd name="connsiteX182" fmla="*/ 3655073 w 7467600"/>
              <a:gd name="connsiteY182" fmla="*/ 3650884 h 6858000"/>
              <a:gd name="connsiteX183" fmla="*/ 3989938 w 7467600"/>
              <a:gd name="connsiteY183" fmla="*/ 3991685 h 6858000"/>
              <a:gd name="connsiteX184" fmla="*/ 4393907 w 7467600"/>
              <a:gd name="connsiteY184" fmla="*/ 4261258 h 6858000"/>
              <a:gd name="connsiteX185" fmla="*/ 4648051 w 7467600"/>
              <a:gd name="connsiteY185" fmla="*/ 4374051 h 6858000"/>
              <a:gd name="connsiteX186" fmla="*/ 4383389 w 7467600"/>
              <a:gd name="connsiteY186" fmla="*/ 4184369 h 6858000"/>
              <a:gd name="connsiteX187" fmla="*/ 4165508 w 7467600"/>
              <a:gd name="connsiteY187" fmla="*/ 4035196 h 6858000"/>
              <a:gd name="connsiteX188" fmla="*/ 4068162 w 7467600"/>
              <a:gd name="connsiteY188" fmla="*/ 3953394 h 6858000"/>
              <a:gd name="connsiteX189" fmla="*/ 3981416 w 7467600"/>
              <a:gd name="connsiteY189" fmla="*/ 3880482 h 6858000"/>
              <a:gd name="connsiteX190" fmla="*/ 3800147 w 7467600"/>
              <a:gd name="connsiteY190" fmla="*/ 3749872 h 6858000"/>
              <a:gd name="connsiteX191" fmla="*/ 3655073 w 7467600"/>
              <a:gd name="connsiteY191" fmla="*/ 3650884 h 6858000"/>
              <a:gd name="connsiteX192" fmla="*/ 3670252 w 7467600"/>
              <a:gd name="connsiteY192" fmla="*/ 3622798 h 6858000"/>
              <a:gd name="connsiteX193" fmla="*/ 3817258 w 7467600"/>
              <a:gd name="connsiteY193" fmla="*/ 3723577 h 6858000"/>
              <a:gd name="connsiteX194" fmla="*/ 4000461 w 7467600"/>
              <a:gd name="connsiteY194" fmla="*/ 3855966 h 6858000"/>
              <a:gd name="connsiteX195" fmla="*/ 4088180 w 7467600"/>
              <a:gd name="connsiteY195" fmla="*/ 3929774 h 6858000"/>
              <a:gd name="connsiteX196" fmla="*/ 4184555 w 7467600"/>
              <a:gd name="connsiteY196" fmla="*/ 4010683 h 6858000"/>
              <a:gd name="connsiteX197" fmla="*/ 4399563 w 7467600"/>
              <a:gd name="connsiteY197" fmla="*/ 4158106 h 6858000"/>
              <a:gd name="connsiteX198" fmla="*/ 4684469 w 7467600"/>
              <a:gd name="connsiteY198" fmla="*/ 4364680 h 6858000"/>
              <a:gd name="connsiteX199" fmla="*/ 4690271 w 7467600"/>
              <a:gd name="connsiteY199" fmla="*/ 4370034 h 6858000"/>
              <a:gd name="connsiteX200" fmla="*/ 4136093 w 7467600"/>
              <a:gd name="connsiteY200" fmla="*/ 3858466 h 6858000"/>
              <a:gd name="connsiteX201" fmla="*/ 3670252 w 7467600"/>
              <a:gd name="connsiteY201" fmla="*/ 3622798 h 6858000"/>
              <a:gd name="connsiteX202" fmla="*/ 4440129 w 7467600"/>
              <a:gd name="connsiteY202" fmla="*/ 3448571 h 6858000"/>
              <a:gd name="connsiteX203" fmla="*/ 4856525 w 7467600"/>
              <a:gd name="connsiteY203" fmla="*/ 3915351 h 6858000"/>
              <a:gd name="connsiteX204" fmla="*/ 5059055 w 7467600"/>
              <a:gd name="connsiteY204" fmla="*/ 4108918 h 6858000"/>
              <a:gd name="connsiteX205" fmla="*/ 5290070 w 7467600"/>
              <a:gd name="connsiteY205" fmla="*/ 4263619 h 6858000"/>
              <a:gd name="connsiteX206" fmla="*/ 4834991 w 7467600"/>
              <a:gd name="connsiteY206" fmla="*/ 3830985 h 6858000"/>
              <a:gd name="connsiteX207" fmla="*/ 4440129 w 7467600"/>
              <a:gd name="connsiteY207" fmla="*/ 3448571 h 6858000"/>
              <a:gd name="connsiteX208" fmla="*/ 4441737 w 7467600"/>
              <a:gd name="connsiteY208" fmla="*/ 3399734 h 6858000"/>
              <a:gd name="connsiteX209" fmla="*/ 4431236 w 7467600"/>
              <a:gd name="connsiteY209" fmla="*/ 3400954 h 6858000"/>
              <a:gd name="connsiteX210" fmla="*/ 4557150 w 7467600"/>
              <a:gd name="connsiteY210" fmla="*/ 3510023 h 6858000"/>
              <a:gd name="connsiteX211" fmla="*/ 4856936 w 7467600"/>
              <a:gd name="connsiteY211" fmla="*/ 3809146 h 6858000"/>
              <a:gd name="connsiteX212" fmla="*/ 5111996 w 7467600"/>
              <a:gd name="connsiteY212" fmla="*/ 4065759 h 6858000"/>
              <a:gd name="connsiteX213" fmla="*/ 5388878 w 7467600"/>
              <a:gd name="connsiteY213" fmla="*/ 4300185 h 6858000"/>
              <a:gd name="connsiteX214" fmla="*/ 5425556 w 7467600"/>
              <a:gd name="connsiteY214" fmla="*/ 4308967 h 6858000"/>
              <a:gd name="connsiteX215" fmla="*/ 4943646 w 7467600"/>
              <a:gd name="connsiteY215" fmla="*/ 3822916 h 6858000"/>
              <a:gd name="connsiteX216" fmla="*/ 4594837 w 7467600"/>
              <a:gd name="connsiteY216" fmla="*/ 3532274 h 6858000"/>
              <a:gd name="connsiteX217" fmla="*/ 4441737 w 7467600"/>
              <a:gd name="connsiteY217" fmla="*/ 3399734 h 6858000"/>
              <a:gd name="connsiteX218" fmla="*/ 5425834 w 7467600"/>
              <a:gd name="connsiteY218" fmla="*/ 3162785 h 6858000"/>
              <a:gd name="connsiteX219" fmla="*/ 5401644 w 7467600"/>
              <a:gd name="connsiteY219" fmla="*/ 3617847 h 6858000"/>
              <a:gd name="connsiteX220" fmla="*/ 5467256 w 7467600"/>
              <a:gd name="connsiteY220" fmla="*/ 4175494 h 6858000"/>
              <a:gd name="connsiteX221" fmla="*/ 5448069 w 7467600"/>
              <a:gd name="connsiteY221" fmla="*/ 3567554 h 6858000"/>
              <a:gd name="connsiteX222" fmla="*/ 5425834 w 7467600"/>
              <a:gd name="connsiteY222" fmla="*/ 3162785 h 6858000"/>
              <a:gd name="connsiteX223" fmla="*/ 1318687 w 7467600"/>
              <a:gd name="connsiteY223" fmla="*/ 3113840 h 6858000"/>
              <a:gd name="connsiteX224" fmla="*/ 1066793 w 7467600"/>
              <a:gd name="connsiteY224" fmla="*/ 3212171 h 6858000"/>
              <a:gd name="connsiteX225" fmla="*/ 993319 w 7467600"/>
              <a:gd name="connsiteY225" fmla="*/ 3247648 h 6858000"/>
              <a:gd name="connsiteX226" fmla="*/ 853081 w 7467600"/>
              <a:gd name="connsiteY226" fmla="*/ 3312410 h 6858000"/>
              <a:gd name="connsiteX227" fmla="*/ 805957 w 7467600"/>
              <a:gd name="connsiteY227" fmla="*/ 3330443 h 6858000"/>
              <a:gd name="connsiteX228" fmla="*/ 1318687 w 7467600"/>
              <a:gd name="connsiteY228" fmla="*/ 3113840 h 6858000"/>
              <a:gd name="connsiteX229" fmla="*/ 5453702 w 7467600"/>
              <a:gd name="connsiteY229" fmla="*/ 3090882 h 6858000"/>
              <a:gd name="connsiteX230" fmla="*/ 5480135 w 7467600"/>
              <a:gd name="connsiteY230" fmla="*/ 3565802 h 6858000"/>
              <a:gd name="connsiteX231" fmla="*/ 5499023 w 7467600"/>
              <a:gd name="connsiteY231" fmla="*/ 4166310 h 6858000"/>
              <a:gd name="connsiteX232" fmla="*/ 5547022 w 7467600"/>
              <a:gd name="connsiteY232" fmla="*/ 3607838 h 6858000"/>
              <a:gd name="connsiteX233" fmla="*/ 5515964 w 7467600"/>
              <a:gd name="connsiteY233" fmla="*/ 3378541 h 6858000"/>
              <a:gd name="connsiteX234" fmla="*/ 5453702 w 7467600"/>
              <a:gd name="connsiteY234" fmla="*/ 3090882 h 6858000"/>
              <a:gd name="connsiteX235" fmla="*/ 1238695 w 7467600"/>
              <a:gd name="connsiteY235" fmla="*/ 3076820 h 6858000"/>
              <a:gd name="connsiteX236" fmla="*/ 716371 w 7467600"/>
              <a:gd name="connsiteY236" fmla="*/ 3293249 h 6858000"/>
              <a:gd name="connsiteX237" fmla="*/ 579522 w 7467600"/>
              <a:gd name="connsiteY237" fmla="*/ 3371759 h 6858000"/>
              <a:gd name="connsiteX238" fmla="*/ 600288 w 7467600"/>
              <a:gd name="connsiteY238" fmla="*/ 3365555 h 6858000"/>
              <a:gd name="connsiteX239" fmla="*/ 840692 w 7467600"/>
              <a:gd name="connsiteY239" fmla="*/ 3284921 h 6858000"/>
              <a:gd name="connsiteX240" fmla="*/ 979248 w 7467600"/>
              <a:gd name="connsiteY240" fmla="*/ 3221003 h 6858000"/>
              <a:gd name="connsiteX241" fmla="*/ 1053282 w 7467600"/>
              <a:gd name="connsiteY241" fmla="*/ 3185247 h 6858000"/>
              <a:gd name="connsiteX242" fmla="*/ 1320603 w 7467600"/>
              <a:gd name="connsiteY242" fmla="*/ 3081281 h 6858000"/>
              <a:gd name="connsiteX243" fmla="*/ 1238695 w 7467600"/>
              <a:gd name="connsiteY243" fmla="*/ 3076820 h 6858000"/>
              <a:gd name="connsiteX244" fmla="*/ 5425627 w 7467600"/>
              <a:gd name="connsiteY244" fmla="*/ 2954192 h 6858000"/>
              <a:gd name="connsiteX245" fmla="*/ 5470770 w 7467600"/>
              <a:gd name="connsiteY245" fmla="*/ 3005435 h 6858000"/>
              <a:gd name="connsiteX246" fmla="*/ 5519779 w 7467600"/>
              <a:gd name="connsiteY246" fmla="*/ 4359223 h 6858000"/>
              <a:gd name="connsiteX247" fmla="*/ 5520293 w 7467600"/>
              <a:gd name="connsiteY247" fmla="*/ 4360602 h 6858000"/>
              <a:gd name="connsiteX248" fmla="*/ 5767221 w 7467600"/>
              <a:gd name="connsiteY248" fmla="*/ 4665564 h 6858000"/>
              <a:gd name="connsiteX249" fmla="*/ 6937169 w 7467600"/>
              <a:gd name="connsiteY249" fmla="*/ 4815941 h 6858000"/>
              <a:gd name="connsiteX250" fmla="*/ 6953922 w 7467600"/>
              <a:gd name="connsiteY250" fmla="*/ 4890068 h 6858000"/>
              <a:gd name="connsiteX251" fmla="*/ 6071359 w 7467600"/>
              <a:gd name="connsiteY251" fmla="*/ 4770770 h 6858000"/>
              <a:gd name="connsiteX252" fmla="*/ 6038839 w 7467600"/>
              <a:gd name="connsiteY252" fmla="*/ 4764474 h 6858000"/>
              <a:gd name="connsiteX253" fmla="*/ 6038706 w 7467600"/>
              <a:gd name="connsiteY253" fmla="*/ 4763847 h 6858000"/>
              <a:gd name="connsiteX254" fmla="*/ 6037784 w 7467600"/>
              <a:gd name="connsiteY254" fmla="*/ 4764270 h 6858000"/>
              <a:gd name="connsiteX255" fmla="*/ 6038839 w 7467600"/>
              <a:gd name="connsiteY255" fmla="*/ 4764474 h 6858000"/>
              <a:gd name="connsiteX256" fmla="*/ 6040338 w 7467600"/>
              <a:gd name="connsiteY256" fmla="*/ 4771418 h 6858000"/>
              <a:gd name="connsiteX257" fmla="*/ 6024488 w 7467600"/>
              <a:gd name="connsiteY257" fmla="*/ 4809903 h 6858000"/>
              <a:gd name="connsiteX258" fmla="*/ 5599771 w 7467600"/>
              <a:gd name="connsiteY258" fmla="*/ 5509652 h 6858000"/>
              <a:gd name="connsiteX259" fmla="*/ 5548843 w 7467600"/>
              <a:gd name="connsiteY259" fmla="*/ 5563845 h 6858000"/>
              <a:gd name="connsiteX260" fmla="*/ 5940952 w 7467600"/>
              <a:gd name="connsiteY260" fmla="*/ 6250028 h 6858000"/>
              <a:gd name="connsiteX261" fmla="*/ 6043441 w 7467600"/>
              <a:gd name="connsiteY261" fmla="*/ 6665847 h 6858000"/>
              <a:gd name="connsiteX262" fmla="*/ 6093432 w 7467600"/>
              <a:gd name="connsiteY262" fmla="*/ 6858000 h 6858000"/>
              <a:gd name="connsiteX263" fmla="*/ 6034344 w 7467600"/>
              <a:gd name="connsiteY263" fmla="*/ 6858000 h 6858000"/>
              <a:gd name="connsiteX264" fmla="*/ 6026679 w 7467600"/>
              <a:gd name="connsiteY264" fmla="*/ 6836959 h 6858000"/>
              <a:gd name="connsiteX265" fmla="*/ 5800441 w 7467600"/>
              <a:gd name="connsiteY265" fmla="*/ 6335286 h 6858000"/>
              <a:gd name="connsiteX266" fmla="*/ 5526562 w 7467600"/>
              <a:gd name="connsiteY266" fmla="*/ 5705388 h 6858000"/>
              <a:gd name="connsiteX267" fmla="*/ 5519640 w 7467600"/>
              <a:gd name="connsiteY267" fmla="*/ 5683774 h 6858000"/>
              <a:gd name="connsiteX268" fmla="*/ 5844559 w 7467600"/>
              <a:gd name="connsiteY268" fmla="*/ 6553349 h 6858000"/>
              <a:gd name="connsiteX269" fmla="*/ 5975994 w 7467600"/>
              <a:gd name="connsiteY269" fmla="*/ 6858000 h 6858000"/>
              <a:gd name="connsiteX270" fmla="*/ 5898547 w 7467600"/>
              <a:gd name="connsiteY270" fmla="*/ 6858000 h 6858000"/>
              <a:gd name="connsiteX271" fmla="*/ 5682041 w 7467600"/>
              <a:gd name="connsiteY271" fmla="*/ 6355860 h 6858000"/>
              <a:gd name="connsiteX272" fmla="*/ 5461758 w 7467600"/>
              <a:gd name="connsiteY272" fmla="*/ 5820220 h 6858000"/>
              <a:gd name="connsiteX273" fmla="*/ 5237282 w 7467600"/>
              <a:gd name="connsiteY273" fmla="*/ 6579086 h 6858000"/>
              <a:gd name="connsiteX274" fmla="*/ 5115009 w 7467600"/>
              <a:gd name="connsiteY274" fmla="*/ 6858000 h 6858000"/>
              <a:gd name="connsiteX275" fmla="*/ 5028074 w 7467600"/>
              <a:gd name="connsiteY275" fmla="*/ 6858000 h 6858000"/>
              <a:gd name="connsiteX276" fmla="*/ 5079508 w 7467600"/>
              <a:gd name="connsiteY276" fmla="*/ 6749074 h 6858000"/>
              <a:gd name="connsiteX277" fmla="*/ 5371846 w 7467600"/>
              <a:gd name="connsiteY277" fmla="*/ 5924413 h 6858000"/>
              <a:gd name="connsiteX278" fmla="*/ 5270512 w 7467600"/>
              <a:gd name="connsiteY278" fmla="*/ 6138975 h 6858000"/>
              <a:gd name="connsiteX279" fmla="*/ 5062409 w 7467600"/>
              <a:gd name="connsiteY279" fmla="*/ 6653544 h 6858000"/>
              <a:gd name="connsiteX280" fmla="*/ 5036628 w 7467600"/>
              <a:gd name="connsiteY280" fmla="*/ 6754247 h 6858000"/>
              <a:gd name="connsiteX281" fmla="*/ 5009112 w 7467600"/>
              <a:gd name="connsiteY281" fmla="*/ 6858000 h 6858000"/>
              <a:gd name="connsiteX282" fmla="*/ 4976679 w 7467600"/>
              <a:gd name="connsiteY282" fmla="*/ 6858000 h 6858000"/>
              <a:gd name="connsiteX283" fmla="*/ 5006537 w 7467600"/>
              <a:gd name="connsiteY283" fmla="*/ 6747068 h 6858000"/>
              <a:gd name="connsiteX284" fmla="*/ 5032723 w 7467600"/>
              <a:gd name="connsiteY284" fmla="*/ 6644957 h 6858000"/>
              <a:gd name="connsiteX285" fmla="*/ 5242949 w 7467600"/>
              <a:gd name="connsiteY285" fmla="*/ 6125175 h 6858000"/>
              <a:gd name="connsiteX286" fmla="*/ 5286321 w 7467600"/>
              <a:gd name="connsiteY286" fmla="*/ 6033555 h 6858000"/>
              <a:gd name="connsiteX287" fmla="*/ 5008210 w 7467600"/>
              <a:gd name="connsiteY287" fmla="*/ 6649194 h 6858000"/>
              <a:gd name="connsiteX288" fmla="*/ 4986321 w 7467600"/>
              <a:gd name="connsiteY288" fmla="*/ 6765687 h 6858000"/>
              <a:gd name="connsiteX289" fmla="*/ 4973474 w 7467600"/>
              <a:gd name="connsiteY289" fmla="*/ 6858000 h 6858000"/>
              <a:gd name="connsiteX290" fmla="*/ 4907178 w 7467600"/>
              <a:gd name="connsiteY290" fmla="*/ 6858000 h 6858000"/>
              <a:gd name="connsiteX291" fmla="*/ 4910810 w 7467600"/>
              <a:gd name="connsiteY291" fmla="*/ 6829660 h 6858000"/>
              <a:gd name="connsiteX292" fmla="*/ 4987461 w 7467600"/>
              <a:gd name="connsiteY292" fmla="*/ 6432994 h 6858000"/>
              <a:gd name="connsiteX293" fmla="*/ 5179262 w 7467600"/>
              <a:gd name="connsiteY293" fmla="*/ 6035044 h 6858000"/>
              <a:gd name="connsiteX294" fmla="*/ 4689678 w 7467600"/>
              <a:gd name="connsiteY294" fmla="*/ 6440241 h 6858000"/>
              <a:gd name="connsiteX295" fmla="*/ 4477543 w 7467600"/>
              <a:gd name="connsiteY295" fmla="*/ 6674836 h 6858000"/>
              <a:gd name="connsiteX296" fmla="*/ 4329957 w 7467600"/>
              <a:gd name="connsiteY296" fmla="*/ 6858000 h 6858000"/>
              <a:gd name="connsiteX297" fmla="*/ 4218595 w 7467600"/>
              <a:gd name="connsiteY297" fmla="*/ 6858000 h 6858000"/>
              <a:gd name="connsiteX298" fmla="*/ 4368888 w 7467600"/>
              <a:gd name="connsiteY298" fmla="*/ 6668412 h 6858000"/>
              <a:gd name="connsiteX299" fmla="*/ 4563091 w 7467600"/>
              <a:gd name="connsiteY299" fmla="*/ 6442508 h 6858000"/>
              <a:gd name="connsiteX300" fmla="*/ 5387324 w 7467600"/>
              <a:gd name="connsiteY300" fmla="*/ 5705830 h 6858000"/>
              <a:gd name="connsiteX301" fmla="*/ 5073620 w 7467600"/>
              <a:gd name="connsiteY301" fmla="*/ 5955437 h 6858000"/>
              <a:gd name="connsiteX302" fmla="*/ 4689789 w 7467600"/>
              <a:gd name="connsiteY302" fmla="*/ 6268382 h 6858000"/>
              <a:gd name="connsiteX303" fmla="*/ 4418722 w 7467600"/>
              <a:gd name="connsiteY303" fmla="*/ 6570886 h 6858000"/>
              <a:gd name="connsiteX304" fmla="*/ 4214944 w 7467600"/>
              <a:gd name="connsiteY304" fmla="*/ 6858000 h 6858000"/>
              <a:gd name="connsiteX305" fmla="*/ 4177898 w 7467600"/>
              <a:gd name="connsiteY305" fmla="*/ 6858000 h 6858000"/>
              <a:gd name="connsiteX306" fmla="*/ 4391597 w 7467600"/>
              <a:gd name="connsiteY306" fmla="*/ 6556370 h 6858000"/>
              <a:gd name="connsiteX307" fmla="*/ 4668889 w 7467600"/>
              <a:gd name="connsiteY307" fmla="*/ 6246399 h 6858000"/>
              <a:gd name="connsiteX308" fmla="*/ 5055427 w 7467600"/>
              <a:gd name="connsiteY308" fmla="*/ 5931476 h 6858000"/>
              <a:gd name="connsiteX309" fmla="*/ 5371814 w 7467600"/>
              <a:gd name="connsiteY309" fmla="*/ 5678975 h 6858000"/>
              <a:gd name="connsiteX310" fmla="*/ 4987918 w 7467600"/>
              <a:gd name="connsiteY310" fmla="*/ 5838701 h 6858000"/>
              <a:gd name="connsiteX311" fmla="*/ 4317146 w 7467600"/>
              <a:gd name="connsiteY311" fmla="*/ 6587716 h 6858000"/>
              <a:gd name="connsiteX312" fmla="*/ 4171627 w 7467600"/>
              <a:gd name="connsiteY312" fmla="*/ 6858000 h 6858000"/>
              <a:gd name="connsiteX313" fmla="*/ 4081585 w 7467600"/>
              <a:gd name="connsiteY313" fmla="*/ 6858000 h 6858000"/>
              <a:gd name="connsiteX314" fmla="*/ 4238603 w 7467600"/>
              <a:gd name="connsiteY314" fmla="*/ 6559341 h 6858000"/>
              <a:gd name="connsiteX315" fmla="*/ 4778333 w 7467600"/>
              <a:gd name="connsiteY315" fmla="*/ 5873626 h 6858000"/>
              <a:gd name="connsiteX316" fmla="*/ 5414185 w 7467600"/>
              <a:gd name="connsiteY316" fmla="*/ 5573882 h 6858000"/>
              <a:gd name="connsiteX317" fmla="*/ 5959648 w 7467600"/>
              <a:gd name="connsiteY317" fmla="*/ 4760797 h 6858000"/>
              <a:gd name="connsiteX318" fmla="*/ 5355019 w 7467600"/>
              <a:gd name="connsiteY318" fmla="*/ 4734672 h 6858000"/>
              <a:gd name="connsiteX319" fmla="*/ 5083565 w 7467600"/>
              <a:gd name="connsiteY319" fmla="*/ 5179121 h 6858000"/>
              <a:gd name="connsiteX320" fmla="*/ 4713577 w 7467600"/>
              <a:gd name="connsiteY320" fmla="*/ 5616803 h 6858000"/>
              <a:gd name="connsiteX321" fmla="*/ 3989559 w 7467600"/>
              <a:gd name="connsiteY321" fmla="*/ 6145945 h 6858000"/>
              <a:gd name="connsiteX322" fmla="*/ 3939824 w 7467600"/>
              <a:gd name="connsiteY322" fmla="*/ 6066900 h 6858000"/>
              <a:gd name="connsiteX323" fmla="*/ 4584537 w 7467600"/>
              <a:gd name="connsiteY323" fmla="*/ 5324826 h 6858000"/>
              <a:gd name="connsiteX324" fmla="*/ 5037105 w 7467600"/>
              <a:gd name="connsiteY324" fmla="*/ 5088765 h 6858000"/>
              <a:gd name="connsiteX325" fmla="*/ 5039930 w 7467600"/>
              <a:gd name="connsiteY325" fmla="*/ 5089585 h 6858000"/>
              <a:gd name="connsiteX326" fmla="*/ 5263764 w 7467600"/>
              <a:gd name="connsiteY326" fmla="*/ 4735525 h 6858000"/>
              <a:gd name="connsiteX327" fmla="*/ 4086300 w 7467600"/>
              <a:gd name="connsiteY327" fmla="*/ 4884599 h 6858000"/>
              <a:gd name="connsiteX328" fmla="*/ 4085485 w 7467600"/>
              <a:gd name="connsiteY328" fmla="*/ 4899070 h 6858000"/>
              <a:gd name="connsiteX329" fmla="*/ 3871915 w 7467600"/>
              <a:gd name="connsiteY329" fmla="*/ 5253645 h 6858000"/>
              <a:gd name="connsiteX330" fmla="*/ 3799374 w 7467600"/>
              <a:gd name="connsiteY330" fmla="*/ 5466127 h 6858000"/>
              <a:gd name="connsiteX331" fmla="*/ 3498850 w 7467600"/>
              <a:gd name="connsiteY331" fmla="*/ 6661888 h 6858000"/>
              <a:gd name="connsiteX332" fmla="*/ 3399216 w 7467600"/>
              <a:gd name="connsiteY332" fmla="*/ 6858000 h 6858000"/>
              <a:gd name="connsiteX333" fmla="*/ 3303688 w 7467600"/>
              <a:gd name="connsiteY333" fmla="*/ 6858000 h 6858000"/>
              <a:gd name="connsiteX334" fmla="*/ 3391774 w 7467600"/>
              <a:gd name="connsiteY334" fmla="*/ 6697181 h 6858000"/>
              <a:gd name="connsiteX335" fmla="*/ 3735540 w 7467600"/>
              <a:gd name="connsiteY335" fmla="*/ 5546923 h 6858000"/>
              <a:gd name="connsiteX336" fmla="*/ 3729438 w 7467600"/>
              <a:gd name="connsiteY336" fmla="*/ 5569058 h 6858000"/>
              <a:gd name="connsiteX337" fmla="*/ 3707782 w 7467600"/>
              <a:gd name="connsiteY337" fmla="*/ 5644908 h 6858000"/>
              <a:gd name="connsiteX338" fmla="*/ 3583827 w 7467600"/>
              <a:gd name="connsiteY338" fmla="*/ 6039215 h 6858000"/>
              <a:gd name="connsiteX339" fmla="*/ 3547861 w 7467600"/>
              <a:gd name="connsiteY339" fmla="*/ 6129609 h 6858000"/>
              <a:gd name="connsiteX340" fmla="*/ 3490905 w 7467600"/>
              <a:gd name="connsiteY340" fmla="*/ 6277660 h 6858000"/>
              <a:gd name="connsiteX341" fmla="*/ 3455859 w 7467600"/>
              <a:gd name="connsiteY341" fmla="*/ 6391301 h 6858000"/>
              <a:gd name="connsiteX342" fmla="*/ 3429112 w 7467600"/>
              <a:gd name="connsiteY342" fmla="*/ 6479469 h 6858000"/>
              <a:gd name="connsiteX343" fmla="*/ 3304862 w 7467600"/>
              <a:gd name="connsiteY343" fmla="*/ 6796476 h 6858000"/>
              <a:gd name="connsiteX344" fmla="*/ 3276071 w 7467600"/>
              <a:gd name="connsiteY344" fmla="*/ 6858000 h 6858000"/>
              <a:gd name="connsiteX345" fmla="*/ 3240805 w 7467600"/>
              <a:gd name="connsiteY345" fmla="*/ 6858000 h 6858000"/>
              <a:gd name="connsiteX346" fmla="*/ 3275917 w 7467600"/>
              <a:gd name="connsiteY346" fmla="*/ 6783192 h 6858000"/>
              <a:gd name="connsiteX347" fmla="*/ 3399358 w 7467600"/>
              <a:gd name="connsiteY347" fmla="*/ 6469011 h 6858000"/>
              <a:gd name="connsiteX348" fmla="*/ 3425650 w 7467600"/>
              <a:gd name="connsiteY348" fmla="*/ 6381333 h 6858000"/>
              <a:gd name="connsiteX349" fmla="*/ 3460661 w 7467600"/>
              <a:gd name="connsiteY349" fmla="*/ 6266763 h 6858000"/>
              <a:gd name="connsiteX350" fmla="*/ 3518021 w 7467600"/>
              <a:gd name="connsiteY350" fmla="*/ 6117298 h 6858000"/>
              <a:gd name="connsiteX351" fmla="*/ 3554035 w 7467600"/>
              <a:gd name="connsiteY351" fmla="*/ 6027832 h 6858000"/>
              <a:gd name="connsiteX352" fmla="*/ 3677174 w 7467600"/>
              <a:gd name="connsiteY352" fmla="*/ 5636351 h 6858000"/>
              <a:gd name="connsiteX353" fmla="*/ 3698819 w 7467600"/>
              <a:gd name="connsiteY353" fmla="*/ 5560503 h 6858000"/>
              <a:gd name="connsiteX354" fmla="*/ 3702094 w 7467600"/>
              <a:gd name="connsiteY354" fmla="*/ 5549194 h 6858000"/>
              <a:gd name="connsiteX355" fmla="*/ 3398355 w 7467600"/>
              <a:gd name="connsiteY355" fmla="*/ 6094603 h 6858000"/>
              <a:gd name="connsiteX356" fmla="*/ 3193941 w 7467600"/>
              <a:gd name="connsiteY356" fmla="*/ 6798775 h 6858000"/>
              <a:gd name="connsiteX357" fmla="*/ 3184140 w 7467600"/>
              <a:gd name="connsiteY357" fmla="*/ 6858000 h 6858000"/>
              <a:gd name="connsiteX358" fmla="*/ 3099978 w 7467600"/>
              <a:gd name="connsiteY358" fmla="*/ 6858000 h 6858000"/>
              <a:gd name="connsiteX359" fmla="*/ 3101556 w 7467600"/>
              <a:gd name="connsiteY359" fmla="*/ 6843337 h 6858000"/>
              <a:gd name="connsiteX360" fmla="*/ 3370162 w 7467600"/>
              <a:gd name="connsiteY360" fmla="*/ 5785550 h 6858000"/>
              <a:gd name="connsiteX361" fmla="*/ 3746477 w 7467600"/>
              <a:gd name="connsiteY361" fmla="*/ 5377889 h 6858000"/>
              <a:gd name="connsiteX362" fmla="*/ 3863399 w 7467600"/>
              <a:gd name="connsiteY362" fmla="*/ 5087257 h 6858000"/>
              <a:gd name="connsiteX363" fmla="*/ 3968712 w 7467600"/>
              <a:gd name="connsiteY363" fmla="*/ 4913989 h 6858000"/>
              <a:gd name="connsiteX364" fmla="*/ 2792390 w 7467600"/>
              <a:gd name="connsiteY364" fmla="*/ 5382974 h 6858000"/>
              <a:gd name="connsiteX365" fmla="*/ 2714982 w 7467600"/>
              <a:gd name="connsiteY365" fmla="*/ 5427051 h 6858000"/>
              <a:gd name="connsiteX366" fmla="*/ 2813361 w 7467600"/>
              <a:gd name="connsiteY366" fmla="*/ 6023912 h 6858000"/>
              <a:gd name="connsiteX367" fmla="*/ 2688430 w 7467600"/>
              <a:gd name="connsiteY367" fmla="*/ 6801564 h 6858000"/>
              <a:gd name="connsiteX368" fmla="*/ 2629626 w 7467600"/>
              <a:gd name="connsiteY368" fmla="*/ 6763394 h 6858000"/>
              <a:gd name="connsiteX369" fmla="*/ 2565328 w 7467600"/>
              <a:gd name="connsiteY369" fmla="*/ 5516399 h 6858000"/>
              <a:gd name="connsiteX370" fmla="*/ 1922999 w 7467600"/>
              <a:gd name="connsiteY370" fmla="*/ 5980343 h 6858000"/>
              <a:gd name="connsiteX371" fmla="*/ 1950261 w 7467600"/>
              <a:gd name="connsiteY371" fmla="*/ 6405858 h 6858000"/>
              <a:gd name="connsiteX372" fmla="*/ 2365554 w 7467600"/>
              <a:gd name="connsiteY372" fmla="*/ 6759107 h 6858000"/>
              <a:gd name="connsiteX373" fmla="*/ 2424142 w 7467600"/>
              <a:gd name="connsiteY373" fmla="*/ 6858000 h 6858000"/>
              <a:gd name="connsiteX374" fmla="*/ 2395994 w 7467600"/>
              <a:gd name="connsiteY374" fmla="*/ 6858000 h 6858000"/>
              <a:gd name="connsiteX375" fmla="*/ 2392863 w 7467600"/>
              <a:gd name="connsiteY375" fmla="*/ 6852964 h 6858000"/>
              <a:gd name="connsiteX376" fmla="*/ 2017589 w 7467600"/>
              <a:gd name="connsiteY376" fmla="*/ 6493982 h 6858000"/>
              <a:gd name="connsiteX377" fmla="*/ 2147336 w 7467600"/>
              <a:gd name="connsiteY377" fmla="*/ 6594052 h 6858000"/>
              <a:gd name="connsiteX378" fmla="*/ 2207047 w 7467600"/>
              <a:gd name="connsiteY378" fmla="*/ 6654540 h 6858000"/>
              <a:gd name="connsiteX379" fmla="*/ 2299106 w 7467600"/>
              <a:gd name="connsiteY379" fmla="*/ 6778931 h 6858000"/>
              <a:gd name="connsiteX380" fmla="*/ 2314430 w 7467600"/>
              <a:gd name="connsiteY380" fmla="*/ 6801144 h 6858000"/>
              <a:gd name="connsiteX381" fmla="*/ 2352406 w 7467600"/>
              <a:gd name="connsiteY381" fmla="*/ 6858000 h 6858000"/>
              <a:gd name="connsiteX382" fmla="*/ 2314492 w 7467600"/>
              <a:gd name="connsiteY382" fmla="*/ 6858000 h 6858000"/>
              <a:gd name="connsiteX383" fmla="*/ 2288095 w 7467600"/>
              <a:gd name="connsiteY383" fmla="*/ 6818030 h 6858000"/>
              <a:gd name="connsiteX384" fmla="*/ 2272768 w 7467600"/>
              <a:gd name="connsiteY384" fmla="*/ 6795822 h 6858000"/>
              <a:gd name="connsiteX385" fmla="*/ 2182715 w 7467600"/>
              <a:gd name="connsiteY385" fmla="*/ 6675071 h 6858000"/>
              <a:gd name="connsiteX386" fmla="*/ 2032061 w 7467600"/>
              <a:gd name="connsiteY386" fmla="*/ 6541380 h 6858000"/>
              <a:gd name="connsiteX387" fmla="*/ 2257220 w 7467600"/>
              <a:gd name="connsiteY387" fmla="*/ 6826257 h 6858000"/>
              <a:gd name="connsiteX388" fmla="*/ 2281324 w 7467600"/>
              <a:gd name="connsiteY388" fmla="*/ 6858000 h 6858000"/>
              <a:gd name="connsiteX389" fmla="*/ 2242860 w 7467600"/>
              <a:gd name="connsiteY389" fmla="*/ 6858000 h 6858000"/>
              <a:gd name="connsiteX390" fmla="*/ 2232818 w 7467600"/>
              <a:gd name="connsiteY390" fmla="*/ 6844926 h 6858000"/>
              <a:gd name="connsiteX391" fmla="*/ 1990172 w 7467600"/>
              <a:gd name="connsiteY391" fmla="*/ 6542121 h 6858000"/>
              <a:gd name="connsiteX392" fmla="*/ 2124090 w 7467600"/>
              <a:gd name="connsiteY392" fmla="*/ 6761017 h 6858000"/>
              <a:gd name="connsiteX393" fmla="*/ 2200380 w 7467600"/>
              <a:gd name="connsiteY393" fmla="*/ 6858000 h 6858000"/>
              <a:gd name="connsiteX394" fmla="*/ 2147507 w 7467600"/>
              <a:gd name="connsiteY394" fmla="*/ 6858000 h 6858000"/>
              <a:gd name="connsiteX395" fmla="*/ 2070668 w 7467600"/>
              <a:gd name="connsiteY395" fmla="*/ 6761520 h 6858000"/>
              <a:gd name="connsiteX396" fmla="*/ 1975142 w 7467600"/>
              <a:gd name="connsiteY396" fmla="*/ 6585570 h 6858000"/>
              <a:gd name="connsiteX397" fmla="*/ 2050035 w 7467600"/>
              <a:gd name="connsiteY397" fmla="*/ 6813345 h 6858000"/>
              <a:gd name="connsiteX398" fmla="*/ 2063025 w 7467600"/>
              <a:gd name="connsiteY398" fmla="*/ 6858000 h 6858000"/>
              <a:gd name="connsiteX399" fmla="*/ 2021675 w 7467600"/>
              <a:gd name="connsiteY399" fmla="*/ 6858000 h 6858000"/>
              <a:gd name="connsiteX400" fmla="*/ 2019308 w 7467600"/>
              <a:gd name="connsiteY400" fmla="*/ 6847118 h 6858000"/>
              <a:gd name="connsiteX401" fmla="*/ 1938835 w 7467600"/>
              <a:gd name="connsiteY401" fmla="*/ 6551160 h 6858000"/>
              <a:gd name="connsiteX402" fmla="*/ 1953230 w 7467600"/>
              <a:gd name="connsiteY402" fmla="*/ 6759699 h 6858000"/>
              <a:gd name="connsiteX403" fmla="*/ 1956763 w 7467600"/>
              <a:gd name="connsiteY403" fmla="*/ 6778191 h 6858000"/>
              <a:gd name="connsiteX404" fmla="*/ 1967925 w 7467600"/>
              <a:gd name="connsiteY404" fmla="*/ 6858000 h 6858000"/>
              <a:gd name="connsiteX405" fmla="*/ 1936622 w 7467600"/>
              <a:gd name="connsiteY405" fmla="*/ 6858000 h 6858000"/>
              <a:gd name="connsiteX406" fmla="*/ 1926261 w 7467600"/>
              <a:gd name="connsiteY406" fmla="*/ 6784064 h 6858000"/>
              <a:gd name="connsiteX407" fmla="*/ 1922724 w 7467600"/>
              <a:gd name="connsiteY407" fmla="*/ 6765577 h 6858000"/>
              <a:gd name="connsiteX408" fmla="*/ 1904650 w 7467600"/>
              <a:gd name="connsiteY408" fmla="*/ 6639616 h 6858000"/>
              <a:gd name="connsiteX409" fmla="*/ 1885273 w 7467600"/>
              <a:gd name="connsiteY409" fmla="*/ 6858000 h 6858000"/>
              <a:gd name="connsiteX410" fmla="*/ 1854363 w 7467600"/>
              <a:gd name="connsiteY410" fmla="*/ 6858000 h 6858000"/>
              <a:gd name="connsiteX411" fmla="*/ 1880391 w 7467600"/>
              <a:gd name="connsiteY411" fmla="*/ 6603796 h 6858000"/>
              <a:gd name="connsiteX412" fmla="*/ 1818273 w 7467600"/>
              <a:gd name="connsiteY412" fmla="*/ 6715729 h 6858000"/>
              <a:gd name="connsiteX413" fmla="*/ 1794691 w 7467600"/>
              <a:gd name="connsiteY413" fmla="*/ 6843239 h 6858000"/>
              <a:gd name="connsiteX414" fmla="*/ 1794914 w 7467600"/>
              <a:gd name="connsiteY414" fmla="*/ 6858000 h 6858000"/>
              <a:gd name="connsiteX415" fmla="*/ 1746128 w 7467600"/>
              <a:gd name="connsiteY415" fmla="*/ 6858000 h 6858000"/>
              <a:gd name="connsiteX416" fmla="*/ 1753934 w 7467600"/>
              <a:gd name="connsiteY416" fmla="*/ 6724796 h 6858000"/>
              <a:gd name="connsiteX417" fmla="*/ 1792053 w 7467600"/>
              <a:gd name="connsiteY417" fmla="*/ 6572396 h 6858000"/>
              <a:gd name="connsiteX418" fmla="*/ 1862248 w 7467600"/>
              <a:gd name="connsiteY418" fmla="*/ 6266397 h 6858000"/>
              <a:gd name="connsiteX419" fmla="*/ 1862250 w 7467600"/>
              <a:gd name="connsiteY419" fmla="*/ 6033531 h 6858000"/>
              <a:gd name="connsiteX420" fmla="*/ 1211999 w 7467600"/>
              <a:gd name="connsiteY420" fmla="*/ 6683610 h 6858000"/>
              <a:gd name="connsiteX421" fmla="*/ 1213266 w 7467600"/>
              <a:gd name="connsiteY421" fmla="*/ 6691947 h 6858000"/>
              <a:gd name="connsiteX422" fmla="*/ 1203370 w 7467600"/>
              <a:gd name="connsiteY422" fmla="*/ 6850676 h 6858000"/>
              <a:gd name="connsiteX423" fmla="*/ 1203671 w 7467600"/>
              <a:gd name="connsiteY423" fmla="*/ 6858000 h 6858000"/>
              <a:gd name="connsiteX424" fmla="*/ 1143180 w 7467600"/>
              <a:gd name="connsiteY424" fmla="*/ 6858000 h 6858000"/>
              <a:gd name="connsiteX425" fmla="*/ 1142176 w 7467600"/>
              <a:gd name="connsiteY425" fmla="*/ 6766045 h 6858000"/>
              <a:gd name="connsiteX426" fmla="*/ 1067484 w 7467600"/>
              <a:gd name="connsiteY426" fmla="*/ 6858000 h 6858000"/>
              <a:gd name="connsiteX427" fmla="*/ 953928 w 7467600"/>
              <a:gd name="connsiteY427" fmla="*/ 6858000 h 6858000"/>
              <a:gd name="connsiteX428" fmla="*/ 959715 w 7467600"/>
              <a:gd name="connsiteY428" fmla="*/ 6850185 h 6858000"/>
              <a:gd name="connsiteX429" fmla="*/ 1483788 w 7467600"/>
              <a:gd name="connsiteY429" fmla="*/ 6259174 h 6858000"/>
              <a:gd name="connsiteX430" fmla="*/ 1100671 w 7467600"/>
              <a:gd name="connsiteY430" fmla="*/ 6252137 h 6858000"/>
              <a:gd name="connsiteX431" fmla="*/ 1090144 w 7467600"/>
              <a:gd name="connsiteY431" fmla="*/ 6256748 h 6858000"/>
              <a:gd name="connsiteX432" fmla="*/ 1095872 w 7467600"/>
              <a:gd name="connsiteY432" fmla="*/ 6271892 h 6858000"/>
              <a:gd name="connsiteX433" fmla="*/ 262785 w 7467600"/>
              <a:gd name="connsiteY433" fmla="*/ 6845450 h 6858000"/>
              <a:gd name="connsiteX434" fmla="*/ 209968 w 7467600"/>
              <a:gd name="connsiteY434" fmla="*/ 6770713 h 6858000"/>
              <a:gd name="connsiteX435" fmla="*/ 873460 w 7467600"/>
              <a:gd name="connsiteY435" fmla="*/ 6253768 h 6858000"/>
              <a:gd name="connsiteX436" fmla="*/ 192686 w 7467600"/>
              <a:gd name="connsiteY436" fmla="*/ 5849257 h 6858000"/>
              <a:gd name="connsiteX437" fmla="*/ 4696 w 7467600"/>
              <a:gd name="connsiteY437" fmla="*/ 5697668 h 6858000"/>
              <a:gd name="connsiteX438" fmla="*/ 0 w 7467600"/>
              <a:gd name="connsiteY438" fmla="*/ 5689984 h 6858000"/>
              <a:gd name="connsiteX439" fmla="*/ 0 w 7467600"/>
              <a:gd name="connsiteY439" fmla="*/ 5513472 h 6858000"/>
              <a:gd name="connsiteX440" fmla="*/ 174101 w 7467600"/>
              <a:gd name="connsiteY440" fmla="*/ 5620277 h 6858000"/>
              <a:gd name="connsiteX441" fmla="*/ 891800 w 7467600"/>
              <a:gd name="connsiteY441" fmla="*/ 6036935 h 6858000"/>
              <a:gd name="connsiteX442" fmla="*/ 1072219 w 7467600"/>
              <a:gd name="connsiteY442" fmla="*/ 6169443 h 6858000"/>
              <a:gd name="connsiteX443" fmla="*/ 1074117 w 7467600"/>
              <a:gd name="connsiteY443" fmla="*/ 6170301 h 6858000"/>
              <a:gd name="connsiteX444" fmla="*/ 1083114 w 7467600"/>
              <a:gd name="connsiteY444" fmla="*/ 6174131 h 6858000"/>
              <a:gd name="connsiteX445" fmla="*/ 1543010 w 7467600"/>
              <a:gd name="connsiteY445" fmla="*/ 6191140 h 6858000"/>
              <a:gd name="connsiteX446" fmla="*/ 1551080 w 7467600"/>
              <a:gd name="connsiteY446" fmla="*/ 6195006 h 6858000"/>
              <a:gd name="connsiteX447" fmla="*/ 2345443 w 7467600"/>
              <a:gd name="connsiteY447" fmla="*/ 5549882 h 6858000"/>
              <a:gd name="connsiteX448" fmla="*/ 1721499 w 7467600"/>
              <a:gd name="connsiteY448" fmla="*/ 5599969 h 6858000"/>
              <a:gd name="connsiteX449" fmla="*/ 767716 w 7467600"/>
              <a:gd name="connsiteY449" fmla="*/ 5472768 h 6858000"/>
              <a:gd name="connsiteX450" fmla="*/ 722147 w 7467600"/>
              <a:gd name="connsiteY450" fmla="*/ 5393091 h 6858000"/>
              <a:gd name="connsiteX451" fmla="*/ 1485552 w 7467600"/>
              <a:gd name="connsiteY451" fmla="*/ 5313202 h 6858000"/>
              <a:gd name="connsiteX452" fmla="*/ 2143004 w 7467600"/>
              <a:gd name="connsiteY452" fmla="*/ 5402420 h 6858000"/>
              <a:gd name="connsiteX453" fmla="*/ 1933391 w 7467600"/>
              <a:gd name="connsiteY453" fmla="*/ 5156971 h 6858000"/>
              <a:gd name="connsiteX454" fmla="*/ 1827118 w 7467600"/>
              <a:gd name="connsiteY454" fmla="*/ 4968410 h 6858000"/>
              <a:gd name="connsiteX455" fmla="*/ 1837349 w 7467600"/>
              <a:gd name="connsiteY455" fmla="*/ 4956357 h 6858000"/>
              <a:gd name="connsiteX456" fmla="*/ 2162835 w 7467600"/>
              <a:gd name="connsiteY456" fmla="*/ 5187853 h 6858000"/>
              <a:gd name="connsiteX457" fmla="*/ 2257167 w 7467600"/>
              <a:gd name="connsiteY457" fmla="*/ 5462123 h 6858000"/>
              <a:gd name="connsiteX458" fmla="*/ 2261598 w 7467600"/>
              <a:gd name="connsiteY458" fmla="*/ 5467998 h 6858000"/>
              <a:gd name="connsiteX459" fmla="*/ 2437177 w 7467600"/>
              <a:gd name="connsiteY459" fmla="*/ 5479608 h 6858000"/>
              <a:gd name="connsiteX460" fmla="*/ 2445247 w 7467600"/>
              <a:gd name="connsiteY460" fmla="*/ 5483476 h 6858000"/>
              <a:gd name="connsiteX461" fmla="*/ 2743626 w 7467600"/>
              <a:gd name="connsiteY461" fmla="*/ 5304819 h 6858000"/>
              <a:gd name="connsiteX462" fmla="*/ 3048102 w 7467600"/>
              <a:gd name="connsiteY462" fmla="*/ 5150595 h 6858000"/>
              <a:gd name="connsiteX463" fmla="*/ 1799414 w 7467600"/>
              <a:gd name="connsiteY463" fmla="*/ 4694732 h 6858000"/>
              <a:gd name="connsiteX464" fmla="*/ 1771735 w 7467600"/>
              <a:gd name="connsiteY464" fmla="*/ 4619929 h 6858000"/>
              <a:gd name="connsiteX465" fmla="*/ 3104273 w 7467600"/>
              <a:gd name="connsiteY465" fmla="*/ 5076159 h 6858000"/>
              <a:gd name="connsiteX466" fmla="*/ 3113245 w 7467600"/>
              <a:gd name="connsiteY466" fmla="*/ 5090705 h 6858000"/>
              <a:gd name="connsiteX467" fmla="*/ 3126294 w 7467600"/>
              <a:gd name="connsiteY467" fmla="*/ 5114400 h 6858000"/>
              <a:gd name="connsiteX468" fmla="*/ 3937433 w 7467600"/>
              <a:gd name="connsiteY468" fmla="*/ 4830473 h 6858000"/>
              <a:gd name="connsiteX469" fmla="*/ 3590475 w 7467600"/>
              <a:gd name="connsiteY469" fmla="*/ 4597974 h 6858000"/>
              <a:gd name="connsiteX470" fmla="*/ 3100264 w 7467600"/>
              <a:gd name="connsiteY470" fmla="*/ 4579845 h 6858000"/>
              <a:gd name="connsiteX471" fmla="*/ 2183576 w 7467600"/>
              <a:gd name="connsiteY471" fmla="*/ 4227150 h 6858000"/>
              <a:gd name="connsiteX472" fmla="*/ 2151029 w 7467600"/>
              <a:gd name="connsiteY472" fmla="*/ 4146947 h 6858000"/>
              <a:gd name="connsiteX473" fmla="*/ 3563434 w 7467600"/>
              <a:gd name="connsiteY473" fmla="*/ 4469115 h 6858000"/>
              <a:gd name="connsiteX474" fmla="*/ 3177952 w 7467600"/>
              <a:gd name="connsiteY474" fmla="*/ 3657386 h 6858000"/>
              <a:gd name="connsiteX475" fmla="*/ 3189263 w 7467600"/>
              <a:gd name="connsiteY475" fmla="*/ 3625726 h 6858000"/>
              <a:gd name="connsiteX476" fmla="*/ 3560912 w 7467600"/>
              <a:gd name="connsiteY476" fmla="*/ 4079863 h 6858000"/>
              <a:gd name="connsiteX477" fmla="*/ 3626636 w 7467600"/>
              <a:gd name="connsiteY477" fmla="*/ 4512230 h 6858000"/>
              <a:gd name="connsiteX478" fmla="*/ 3653088 w 7467600"/>
              <a:gd name="connsiteY478" fmla="*/ 4521417 h 6858000"/>
              <a:gd name="connsiteX479" fmla="*/ 3988128 w 7467600"/>
              <a:gd name="connsiteY479" fmla="*/ 4817267 h 6858000"/>
              <a:gd name="connsiteX480" fmla="*/ 4830582 w 7467600"/>
              <a:gd name="connsiteY480" fmla="*/ 4676000 h 6858000"/>
              <a:gd name="connsiteX481" fmla="*/ 4830100 w 7467600"/>
              <a:gd name="connsiteY481" fmla="*/ 4675554 h 6858000"/>
              <a:gd name="connsiteX482" fmla="*/ 4036318 w 7467600"/>
              <a:gd name="connsiteY482" fmla="*/ 4147013 h 6858000"/>
              <a:gd name="connsiteX483" fmla="*/ 3432098 w 7467600"/>
              <a:gd name="connsiteY483" fmla="*/ 3537312 h 6858000"/>
              <a:gd name="connsiteX484" fmla="*/ 3446761 w 7467600"/>
              <a:gd name="connsiteY484" fmla="*/ 3461278 h 6858000"/>
              <a:gd name="connsiteX485" fmla="*/ 4419733 w 7467600"/>
              <a:gd name="connsiteY485" fmla="*/ 3963555 h 6858000"/>
              <a:gd name="connsiteX486" fmla="*/ 4781371 w 7467600"/>
              <a:gd name="connsiteY486" fmla="*/ 4458604 h 6858000"/>
              <a:gd name="connsiteX487" fmla="*/ 4780440 w 7467600"/>
              <a:gd name="connsiteY487" fmla="*/ 4470290 h 6858000"/>
              <a:gd name="connsiteX488" fmla="*/ 4898954 w 7467600"/>
              <a:gd name="connsiteY488" fmla="*/ 4662092 h 6858000"/>
              <a:gd name="connsiteX489" fmla="*/ 4900699 w 7467600"/>
              <a:gd name="connsiteY489" fmla="*/ 4670867 h 6858000"/>
              <a:gd name="connsiteX490" fmla="*/ 5714511 w 7467600"/>
              <a:gd name="connsiteY490" fmla="*/ 4663483 h 6858000"/>
              <a:gd name="connsiteX491" fmla="*/ 5464793 w 7467600"/>
              <a:gd name="connsiteY491" fmla="*/ 4393556 h 6858000"/>
              <a:gd name="connsiteX492" fmla="*/ 5461897 w 7467600"/>
              <a:gd name="connsiteY492" fmla="*/ 4390879 h 6858000"/>
              <a:gd name="connsiteX493" fmla="*/ 4294126 w 7467600"/>
              <a:gd name="connsiteY493" fmla="*/ 3303048 h 6858000"/>
              <a:gd name="connsiteX494" fmla="*/ 4305321 w 7467600"/>
              <a:gd name="connsiteY494" fmla="*/ 3256953 h 6858000"/>
              <a:gd name="connsiteX495" fmla="*/ 4949299 w 7467600"/>
              <a:gd name="connsiteY495" fmla="*/ 3766336 h 6858000"/>
              <a:gd name="connsiteX496" fmla="*/ 5291452 w 7467600"/>
              <a:gd name="connsiteY496" fmla="*/ 4076801 h 6858000"/>
              <a:gd name="connsiteX497" fmla="*/ 5434998 w 7467600"/>
              <a:gd name="connsiteY497" fmla="*/ 4254100 h 6858000"/>
              <a:gd name="connsiteX498" fmla="*/ 5351015 w 7467600"/>
              <a:gd name="connsiteY498" fmla="*/ 3760989 h 6858000"/>
              <a:gd name="connsiteX499" fmla="*/ 5413780 w 7467600"/>
              <a:gd name="connsiteY499" fmla="*/ 2966265 h 6858000"/>
              <a:gd name="connsiteX500" fmla="*/ 5425627 w 7467600"/>
              <a:gd name="connsiteY500" fmla="*/ 2954192 h 6858000"/>
              <a:gd name="connsiteX501" fmla="*/ 6604735 w 7467600"/>
              <a:gd name="connsiteY501" fmla="*/ 2041381 h 6858000"/>
              <a:gd name="connsiteX502" fmla="*/ 7204487 w 7467600"/>
              <a:gd name="connsiteY502" fmla="*/ 2742112 h 6858000"/>
              <a:gd name="connsiteX503" fmla="*/ 7131592 w 7467600"/>
              <a:gd name="connsiteY503" fmla="*/ 2672096 h 6858000"/>
              <a:gd name="connsiteX504" fmla="*/ 6996344 w 7467600"/>
              <a:gd name="connsiteY504" fmla="*/ 2518310 h 6858000"/>
              <a:gd name="connsiteX505" fmla="*/ 6735495 w 7467600"/>
              <a:gd name="connsiteY505" fmla="*/ 2196890 h 6858000"/>
              <a:gd name="connsiteX506" fmla="*/ 6721901 w 7467600"/>
              <a:gd name="connsiteY506" fmla="*/ 2179274 h 6858000"/>
              <a:gd name="connsiteX507" fmla="*/ 6604735 w 7467600"/>
              <a:gd name="connsiteY507" fmla="*/ 2041381 h 6858000"/>
              <a:gd name="connsiteX508" fmla="*/ 6591670 w 7467600"/>
              <a:gd name="connsiteY508" fmla="*/ 1988277 h 6858000"/>
              <a:gd name="connsiteX509" fmla="*/ 6747349 w 7467600"/>
              <a:gd name="connsiteY509" fmla="*/ 2160069 h 6858000"/>
              <a:gd name="connsiteX510" fmla="*/ 6760943 w 7467600"/>
              <a:gd name="connsiteY510" fmla="*/ 2177686 h 6858000"/>
              <a:gd name="connsiteX511" fmla="*/ 7021065 w 7467600"/>
              <a:gd name="connsiteY511" fmla="*/ 2498102 h 6858000"/>
              <a:gd name="connsiteX512" fmla="*/ 7155223 w 7467600"/>
              <a:gd name="connsiteY512" fmla="*/ 2650386 h 6858000"/>
              <a:gd name="connsiteX513" fmla="*/ 7203167 w 7467600"/>
              <a:gd name="connsiteY513" fmla="*/ 2697288 h 6858000"/>
              <a:gd name="connsiteX514" fmla="*/ 6937703 w 7467600"/>
              <a:gd name="connsiteY514" fmla="*/ 2321981 h 6858000"/>
              <a:gd name="connsiteX515" fmla="*/ 6591670 w 7467600"/>
              <a:gd name="connsiteY515" fmla="*/ 1988277 h 6858000"/>
              <a:gd name="connsiteX516" fmla="*/ 5798671 w 7467600"/>
              <a:gd name="connsiteY516" fmla="*/ 1981601 h 6858000"/>
              <a:gd name="connsiteX517" fmla="*/ 5754709 w 7467600"/>
              <a:gd name="connsiteY517" fmla="*/ 2071454 h 6858000"/>
              <a:gd name="connsiteX518" fmla="*/ 5763044 w 7467600"/>
              <a:gd name="connsiteY518" fmla="*/ 2842206 h 6858000"/>
              <a:gd name="connsiteX519" fmla="*/ 5764974 w 7467600"/>
              <a:gd name="connsiteY519" fmla="*/ 2799609 h 6858000"/>
              <a:gd name="connsiteX520" fmla="*/ 5767665 w 7467600"/>
              <a:gd name="connsiteY520" fmla="*/ 2666409 h 6858000"/>
              <a:gd name="connsiteX521" fmla="*/ 5763055 w 7467600"/>
              <a:gd name="connsiteY521" fmla="*/ 2579705 h 6858000"/>
              <a:gd name="connsiteX522" fmla="*/ 5758079 w 7467600"/>
              <a:gd name="connsiteY522" fmla="*/ 2492508 h 6858000"/>
              <a:gd name="connsiteX523" fmla="*/ 5779325 w 7467600"/>
              <a:gd name="connsiteY523" fmla="*/ 2197069 h 6858000"/>
              <a:gd name="connsiteX524" fmla="*/ 5798671 w 7467600"/>
              <a:gd name="connsiteY524" fmla="*/ 1981601 h 6858000"/>
              <a:gd name="connsiteX525" fmla="*/ 5829202 w 7467600"/>
              <a:gd name="connsiteY525" fmla="*/ 1971679 h 6858000"/>
              <a:gd name="connsiteX526" fmla="*/ 5809558 w 7467600"/>
              <a:gd name="connsiteY526" fmla="*/ 2198043 h 6858000"/>
              <a:gd name="connsiteX527" fmla="*/ 5788653 w 7467600"/>
              <a:gd name="connsiteY527" fmla="*/ 2489430 h 6858000"/>
              <a:gd name="connsiteX528" fmla="*/ 5793439 w 7467600"/>
              <a:gd name="connsiteY528" fmla="*/ 2575235 h 6858000"/>
              <a:gd name="connsiteX529" fmla="*/ 5796837 w 7467600"/>
              <a:gd name="connsiteY529" fmla="*/ 2637633 h 6858000"/>
              <a:gd name="connsiteX530" fmla="*/ 5818614 w 7467600"/>
              <a:gd name="connsiteY530" fmla="*/ 2473055 h 6858000"/>
              <a:gd name="connsiteX531" fmla="*/ 5829202 w 7467600"/>
              <a:gd name="connsiteY531" fmla="*/ 1971679 h 6858000"/>
              <a:gd name="connsiteX532" fmla="*/ 5911389 w 7467600"/>
              <a:gd name="connsiteY532" fmla="*/ 1898371 h 6858000"/>
              <a:gd name="connsiteX533" fmla="*/ 6237627 w 7467600"/>
              <a:gd name="connsiteY533" fmla="*/ 2231921 h 6858000"/>
              <a:gd name="connsiteX534" fmla="*/ 5911389 w 7467600"/>
              <a:gd name="connsiteY534" fmla="*/ 1898371 h 6858000"/>
              <a:gd name="connsiteX535" fmla="*/ 6944437 w 7467600"/>
              <a:gd name="connsiteY535" fmla="*/ 1575402 h 6858000"/>
              <a:gd name="connsiteX536" fmla="*/ 6304730 w 7467600"/>
              <a:gd name="connsiteY536" fmla="*/ 1766654 h 6858000"/>
              <a:gd name="connsiteX537" fmla="*/ 6944437 w 7467600"/>
              <a:gd name="connsiteY537" fmla="*/ 1575402 h 6858000"/>
              <a:gd name="connsiteX538" fmla="*/ 7019523 w 7467600"/>
              <a:gd name="connsiteY538" fmla="*/ 1519450 h 6858000"/>
              <a:gd name="connsiteX539" fmla="*/ 6298091 w 7467600"/>
              <a:gd name="connsiteY539" fmla="*/ 1737122 h 6858000"/>
              <a:gd name="connsiteX540" fmla="*/ 7019523 w 7467600"/>
              <a:gd name="connsiteY540" fmla="*/ 1519450 h 6858000"/>
              <a:gd name="connsiteX541" fmla="*/ 2399523 w 7467600"/>
              <a:gd name="connsiteY541" fmla="*/ 1428234 h 6858000"/>
              <a:gd name="connsiteX542" fmla="*/ 2224982 w 7467600"/>
              <a:gd name="connsiteY542" fmla="*/ 1826201 h 6858000"/>
              <a:gd name="connsiteX543" fmla="*/ 2096099 w 7467600"/>
              <a:gd name="connsiteY543" fmla="*/ 2345900 h 6858000"/>
              <a:gd name="connsiteX544" fmla="*/ 2283317 w 7467600"/>
              <a:gd name="connsiteY544" fmla="*/ 1796925 h 6858000"/>
              <a:gd name="connsiteX545" fmla="*/ 2399523 w 7467600"/>
              <a:gd name="connsiteY545" fmla="*/ 1428234 h 6858000"/>
              <a:gd name="connsiteX546" fmla="*/ 2448558 w 7467600"/>
              <a:gd name="connsiteY546" fmla="*/ 1373435 h 6858000"/>
              <a:gd name="connsiteX547" fmla="*/ 2312521 w 7467600"/>
              <a:gd name="connsiteY547" fmla="*/ 1806140 h 6858000"/>
              <a:gd name="connsiteX548" fmla="*/ 2127533 w 7467600"/>
              <a:gd name="connsiteY548" fmla="*/ 2348380 h 6858000"/>
              <a:gd name="connsiteX549" fmla="*/ 2358080 w 7467600"/>
              <a:gd name="connsiteY549" fmla="*/ 1866134 h 6858000"/>
              <a:gd name="connsiteX550" fmla="*/ 2407436 w 7467600"/>
              <a:gd name="connsiteY550" fmla="*/ 1651070 h 6858000"/>
              <a:gd name="connsiteX551" fmla="*/ 2448558 w 7467600"/>
              <a:gd name="connsiteY551" fmla="*/ 1373435 h 6858000"/>
              <a:gd name="connsiteX552" fmla="*/ 278707 w 7467600"/>
              <a:gd name="connsiteY552" fmla="*/ 1352270 h 6858000"/>
              <a:gd name="connsiteX553" fmla="*/ 321570 w 7467600"/>
              <a:gd name="connsiteY553" fmla="*/ 1861610 h 6858000"/>
              <a:gd name="connsiteX554" fmla="*/ 294281 w 7467600"/>
              <a:gd name="connsiteY554" fmla="*/ 1440658 h 6858000"/>
              <a:gd name="connsiteX555" fmla="*/ 278707 w 7467600"/>
              <a:gd name="connsiteY555" fmla="*/ 1352270 h 6858000"/>
              <a:gd name="connsiteX556" fmla="*/ 1423821 w 7467600"/>
              <a:gd name="connsiteY556" fmla="*/ 1351958 h 6858000"/>
              <a:gd name="connsiteX557" fmla="*/ 1638521 w 7467600"/>
              <a:gd name="connsiteY557" fmla="*/ 1908470 h 6858000"/>
              <a:gd name="connsiteX558" fmla="*/ 1754199 w 7467600"/>
              <a:gd name="connsiteY558" fmla="*/ 2149284 h 6858000"/>
              <a:gd name="connsiteX559" fmla="*/ 1908359 w 7467600"/>
              <a:gd name="connsiteY559" fmla="*/ 2364988 h 6858000"/>
              <a:gd name="connsiteX560" fmla="*/ 1647661 w 7467600"/>
              <a:gd name="connsiteY560" fmla="*/ 1825945 h 6858000"/>
              <a:gd name="connsiteX561" fmla="*/ 1423821 w 7467600"/>
              <a:gd name="connsiteY561" fmla="*/ 1351958 h 6858000"/>
              <a:gd name="connsiteX562" fmla="*/ 1431890 w 7467600"/>
              <a:gd name="connsiteY562" fmla="*/ 1306475 h 6858000"/>
              <a:gd name="connsiteX563" fmla="*/ 1507597 w 7467600"/>
              <a:gd name="connsiteY563" fmla="*/ 1446132 h 6858000"/>
              <a:gd name="connsiteX564" fmla="*/ 1674586 w 7467600"/>
              <a:gd name="connsiteY564" fmla="*/ 1813832 h 6858000"/>
              <a:gd name="connsiteX565" fmla="*/ 1815950 w 7467600"/>
              <a:gd name="connsiteY565" fmla="*/ 2128564 h 6858000"/>
              <a:gd name="connsiteX566" fmla="*/ 1984242 w 7467600"/>
              <a:gd name="connsiteY566" fmla="*/ 2430829 h 6858000"/>
              <a:gd name="connsiteX567" fmla="*/ 2014023 w 7467600"/>
              <a:gd name="connsiteY567" fmla="*/ 2450995 h 6858000"/>
              <a:gd name="connsiteX568" fmla="*/ 1747337 w 7467600"/>
              <a:gd name="connsiteY568" fmla="*/ 1855264 h 6858000"/>
              <a:gd name="connsiteX569" fmla="*/ 1533749 w 7467600"/>
              <a:gd name="connsiteY569" fmla="*/ 1478656 h 6858000"/>
              <a:gd name="connsiteX570" fmla="*/ 1431890 w 7467600"/>
              <a:gd name="connsiteY570" fmla="*/ 1306475 h 6858000"/>
              <a:gd name="connsiteX571" fmla="*/ 5052692 w 7467600"/>
              <a:gd name="connsiteY571" fmla="*/ 1292994 h 6858000"/>
              <a:gd name="connsiteX572" fmla="*/ 5200661 w 7467600"/>
              <a:gd name="connsiteY572" fmla="*/ 1635186 h 6858000"/>
              <a:gd name="connsiteX573" fmla="*/ 5297138 w 7467600"/>
              <a:gd name="connsiteY573" fmla="*/ 1906351 h 6858000"/>
              <a:gd name="connsiteX574" fmla="*/ 5052692 w 7467600"/>
              <a:gd name="connsiteY574" fmla="*/ 1292994 h 6858000"/>
              <a:gd name="connsiteX575" fmla="*/ 5009948 w 7467600"/>
              <a:gd name="connsiteY575" fmla="*/ 1273619 h 6858000"/>
              <a:gd name="connsiteX576" fmla="*/ 5121777 w 7467600"/>
              <a:gd name="connsiteY576" fmla="*/ 1654213 h 6858000"/>
              <a:gd name="connsiteX577" fmla="*/ 5293545 w 7467600"/>
              <a:gd name="connsiteY577" fmla="*/ 2072247 h 6858000"/>
              <a:gd name="connsiteX578" fmla="*/ 5294042 w 7467600"/>
              <a:gd name="connsiteY578" fmla="*/ 2065019 h 6858000"/>
              <a:gd name="connsiteX579" fmla="*/ 5171936 w 7467600"/>
              <a:gd name="connsiteY579" fmla="*/ 1647613 h 6858000"/>
              <a:gd name="connsiteX580" fmla="*/ 5009948 w 7467600"/>
              <a:gd name="connsiteY580" fmla="*/ 1273619 h 6858000"/>
              <a:gd name="connsiteX581" fmla="*/ 655236 w 7467600"/>
              <a:gd name="connsiteY581" fmla="*/ 1268632 h 6858000"/>
              <a:gd name="connsiteX582" fmla="*/ 839521 w 7467600"/>
              <a:gd name="connsiteY582" fmla="*/ 1685315 h 6858000"/>
              <a:gd name="connsiteX583" fmla="*/ 1109416 w 7467600"/>
              <a:gd name="connsiteY583" fmla="*/ 2061663 h 6858000"/>
              <a:gd name="connsiteX584" fmla="*/ 1298300 w 7467600"/>
              <a:gd name="connsiteY584" fmla="*/ 2247742 h 6858000"/>
              <a:gd name="connsiteX585" fmla="*/ 1125871 w 7467600"/>
              <a:gd name="connsiteY585" fmla="*/ 1989513 h 6858000"/>
              <a:gd name="connsiteX586" fmla="*/ 981574 w 7467600"/>
              <a:gd name="connsiteY586" fmla="*/ 1783157 h 6858000"/>
              <a:gd name="connsiteX587" fmla="*/ 922198 w 7467600"/>
              <a:gd name="connsiteY587" fmla="*/ 1677437 h 6858000"/>
              <a:gd name="connsiteX588" fmla="*/ 869293 w 7467600"/>
              <a:gd name="connsiteY588" fmla="*/ 1583214 h 6858000"/>
              <a:gd name="connsiteX589" fmla="*/ 751431 w 7467600"/>
              <a:gd name="connsiteY589" fmla="*/ 1405731 h 6858000"/>
              <a:gd name="connsiteX590" fmla="*/ 655236 w 7467600"/>
              <a:gd name="connsiteY590" fmla="*/ 1268632 h 6858000"/>
              <a:gd name="connsiteX591" fmla="*/ 6516292 w 7467600"/>
              <a:gd name="connsiteY591" fmla="*/ 1263064 h 6858000"/>
              <a:gd name="connsiteX592" fmla="*/ 5736320 w 7467600"/>
              <a:gd name="connsiteY592" fmla="*/ 1501803 h 6858000"/>
              <a:gd name="connsiteX593" fmla="*/ 6516292 w 7467600"/>
              <a:gd name="connsiteY593" fmla="*/ 1263064 h 6858000"/>
              <a:gd name="connsiteX594" fmla="*/ 291466 w 7467600"/>
              <a:gd name="connsiteY594" fmla="*/ 1250369 h 6858000"/>
              <a:gd name="connsiteX595" fmla="*/ 323180 w 7467600"/>
              <a:gd name="connsiteY595" fmla="*/ 1435283 h 6858000"/>
              <a:gd name="connsiteX596" fmla="*/ 349381 w 7467600"/>
              <a:gd name="connsiteY596" fmla="*/ 1875041 h 6858000"/>
              <a:gd name="connsiteX597" fmla="*/ 374363 w 7467600"/>
              <a:gd name="connsiteY597" fmla="*/ 1506494 h 6858000"/>
              <a:gd name="connsiteX598" fmla="*/ 302168 w 7467600"/>
              <a:gd name="connsiteY598" fmla="*/ 1274495 h 6858000"/>
              <a:gd name="connsiteX599" fmla="*/ 291466 w 7467600"/>
              <a:gd name="connsiteY599" fmla="*/ 1250369 h 6858000"/>
              <a:gd name="connsiteX600" fmla="*/ 678222 w 7467600"/>
              <a:gd name="connsiteY600" fmla="*/ 1248670 h 6858000"/>
              <a:gd name="connsiteX601" fmla="*/ 775536 w 7467600"/>
              <a:gd name="connsiteY601" fmla="*/ 1388015 h 6858000"/>
              <a:gd name="connsiteX602" fmla="*/ 894529 w 7467600"/>
              <a:gd name="connsiteY602" fmla="*/ 1567739 h 6858000"/>
              <a:gd name="connsiteX603" fmla="*/ 948000 w 7467600"/>
              <a:gd name="connsiteY603" fmla="*/ 1663088 h 6858000"/>
              <a:gd name="connsiteX604" fmla="*/ 1006812 w 7467600"/>
              <a:gd name="connsiteY604" fmla="*/ 1767683 h 6858000"/>
              <a:gd name="connsiteX605" fmla="*/ 1149133 w 7467600"/>
              <a:gd name="connsiteY605" fmla="*/ 1971513 h 6858000"/>
              <a:gd name="connsiteX606" fmla="*/ 1333952 w 7467600"/>
              <a:gd name="connsiteY606" fmla="*/ 2251620 h 6858000"/>
              <a:gd name="connsiteX607" fmla="*/ 1337329 w 7467600"/>
              <a:gd name="connsiteY607" fmla="*/ 2258350 h 6858000"/>
              <a:gd name="connsiteX608" fmla="*/ 1014726 w 7467600"/>
              <a:gd name="connsiteY608" fmla="*/ 1615556 h 6858000"/>
              <a:gd name="connsiteX609" fmla="*/ 678222 w 7467600"/>
              <a:gd name="connsiteY609" fmla="*/ 1248670 h 6858000"/>
              <a:gd name="connsiteX610" fmla="*/ 6691602 w 7467600"/>
              <a:gd name="connsiteY610" fmla="*/ 1140573 h 6858000"/>
              <a:gd name="connsiteX611" fmla="*/ 6571100 w 7467600"/>
              <a:gd name="connsiteY611" fmla="*/ 1183662 h 6858000"/>
              <a:gd name="connsiteX612" fmla="*/ 6241687 w 7467600"/>
              <a:gd name="connsiteY612" fmla="*/ 1257600 h 6858000"/>
              <a:gd name="connsiteX613" fmla="*/ 5693009 w 7467600"/>
              <a:gd name="connsiteY613" fmla="*/ 1478256 h 6858000"/>
              <a:gd name="connsiteX614" fmla="*/ 6548420 w 7467600"/>
              <a:gd name="connsiteY614" fmla="*/ 1214599 h 6858000"/>
              <a:gd name="connsiteX615" fmla="*/ 6605473 w 7467600"/>
              <a:gd name="connsiteY615" fmla="*/ 1184686 h 6858000"/>
              <a:gd name="connsiteX616" fmla="*/ 6691602 w 7467600"/>
              <a:gd name="connsiteY616" fmla="*/ 1140573 h 6858000"/>
              <a:gd name="connsiteX617" fmla="*/ 4002475 w 7467600"/>
              <a:gd name="connsiteY617" fmla="*/ 1037802 h 6858000"/>
              <a:gd name="connsiteX618" fmla="*/ 4000324 w 7467600"/>
              <a:gd name="connsiteY618" fmla="*/ 1039362 h 6858000"/>
              <a:gd name="connsiteX619" fmla="*/ 4002862 w 7467600"/>
              <a:gd name="connsiteY619" fmla="*/ 1042866 h 6858000"/>
              <a:gd name="connsiteX620" fmla="*/ 4002475 w 7467600"/>
              <a:gd name="connsiteY620" fmla="*/ 1037802 h 6858000"/>
              <a:gd name="connsiteX621" fmla="*/ 506322 w 7467600"/>
              <a:gd name="connsiteY621" fmla="*/ 1020997 h 6858000"/>
              <a:gd name="connsiteX622" fmla="*/ 533068 w 7467600"/>
              <a:gd name="connsiteY622" fmla="*/ 1029409 h 6858000"/>
              <a:gd name="connsiteX623" fmla="*/ 1232525 w 7467600"/>
              <a:gd name="connsiteY623" fmla="*/ 1804675 h 6858000"/>
              <a:gd name="connsiteX624" fmla="*/ 1388858 w 7467600"/>
              <a:gd name="connsiteY624" fmla="*/ 2368011 h 6858000"/>
              <a:gd name="connsiteX625" fmla="*/ 1384098 w 7467600"/>
              <a:gd name="connsiteY625" fmla="*/ 2378125 h 6858000"/>
              <a:gd name="connsiteX626" fmla="*/ 1425393 w 7467600"/>
              <a:gd name="connsiteY626" fmla="*/ 2589124 h 6858000"/>
              <a:gd name="connsiteX627" fmla="*/ 1424001 w 7467600"/>
              <a:gd name="connsiteY627" fmla="*/ 2597541 h 6858000"/>
              <a:gd name="connsiteX628" fmla="*/ 2152729 w 7467600"/>
              <a:gd name="connsiteY628" fmla="*/ 2864487 h 6858000"/>
              <a:gd name="connsiteX629" fmla="*/ 2020609 w 7467600"/>
              <a:gd name="connsiteY629" fmla="*/ 2539671 h 6858000"/>
              <a:gd name="connsiteX630" fmla="*/ 2018920 w 7467600"/>
              <a:gd name="connsiteY630" fmla="*/ 2536309 h 6858000"/>
              <a:gd name="connsiteX631" fmla="*/ 1342441 w 7467600"/>
              <a:gd name="connsiteY631" fmla="*/ 1173017 h 6858000"/>
              <a:gd name="connsiteX632" fmla="*/ 1367925 w 7467600"/>
              <a:gd name="connsiteY632" fmla="*/ 1135648 h 6858000"/>
              <a:gd name="connsiteX633" fmla="*/ 1771401 w 7467600"/>
              <a:gd name="connsiteY633" fmla="*/ 1806673 h 6858000"/>
              <a:gd name="connsiteX634" fmla="*/ 1972385 w 7467600"/>
              <a:gd name="connsiteY634" fmla="*/ 2198735 h 6858000"/>
              <a:gd name="connsiteX635" fmla="*/ 2040892 w 7467600"/>
              <a:gd name="connsiteY635" fmla="*/ 2405205 h 6858000"/>
              <a:gd name="connsiteX636" fmla="*/ 2131689 w 7467600"/>
              <a:gd name="connsiteY636" fmla="*/ 1936926 h 6858000"/>
              <a:gd name="connsiteX637" fmla="*/ 2454820 w 7467600"/>
              <a:gd name="connsiteY637" fmla="*/ 1248808 h 6858000"/>
              <a:gd name="connsiteX638" fmla="*/ 2492512 w 7467600"/>
              <a:gd name="connsiteY638" fmla="*/ 1302920 h 6858000"/>
              <a:gd name="connsiteX639" fmla="*/ 2081216 w 7467600"/>
              <a:gd name="connsiteY639" fmla="*/ 2527513 h 6858000"/>
              <a:gd name="connsiteX640" fmla="*/ 2081211 w 7467600"/>
              <a:gd name="connsiteY640" fmla="*/ 2528916 h 6858000"/>
              <a:gd name="connsiteX641" fmla="*/ 2199067 w 7467600"/>
              <a:gd name="connsiteY641" fmla="*/ 2884061 h 6858000"/>
              <a:gd name="connsiteX642" fmla="*/ 3192586 w 7467600"/>
              <a:gd name="connsiteY642" fmla="*/ 3411496 h 6858000"/>
              <a:gd name="connsiteX643" fmla="*/ 3182620 w 7467600"/>
              <a:gd name="connsiteY643" fmla="*/ 3483279 h 6858000"/>
              <a:gd name="connsiteX644" fmla="*/ 2435119 w 7467600"/>
              <a:gd name="connsiteY644" fmla="*/ 3080173 h 6858000"/>
              <a:gd name="connsiteX645" fmla="*/ 2410152 w 7467600"/>
              <a:gd name="connsiteY645" fmla="*/ 3063751 h 6858000"/>
              <a:gd name="connsiteX646" fmla="*/ 2408099 w 7467600"/>
              <a:gd name="connsiteY646" fmla="*/ 3064403 h 6858000"/>
              <a:gd name="connsiteX647" fmla="*/ 2407218 w 7467600"/>
              <a:gd name="connsiteY647" fmla="*/ 3070324 h 6858000"/>
              <a:gd name="connsiteX648" fmla="*/ 2380138 w 7467600"/>
              <a:gd name="connsiteY648" fmla="*/ 3099341 h 6858000"/>
              <a:gd name="connsiteX649" fmla="*/ 1765923 w 7467600"/>
              <a:gd name="connsiteY649" fmla="*/ 3581043 h 6858000"/>
              <a:gd name="connsiteX650" fmla="*/ 1702258 w 7467600"/>
              <a:gd name="connsiteY650" fmla="*/ 3612286 h 6858000"/>
              <a:gd name="connsiteX651" fmla="*/ 1538370 w 7467600"/>
              <a:gd name="connsiteY651" fmla="*/ 3811804 h 6858000"/>
              <a:gd name="connsiteX652" fmla="*/ 542867 w 7467600"/>
              <a:gd name="connsiteY652" fmla="*/ 4944092 h 6858000"/>
              <a:gd name="connsiteX653" fmla="*/ 515800 w 7467600"/>
              <a:gd name="connsiteY653" fmla="*/ 4862180 h 6858000"/>
              <a:gd name="connsiteX654" fmla="*/ 909145 w 7467600"/>
              <a:gd name="connsiteY654" fmla="*/ 4199225 h 6858000"/>
              <a:gd name="connsiteX655" fmla="*/ 1214067 w 7467600"/>
              <a:gd name="connsiteY655" fmla="*/ 3908561 h 6858000"/>
              <a:gd name="connsiteX656" fmla="*/ 640967 w 7467600"/>
              <a:gd name="connsiteY656" fmla="*/ 4105601 h 6858000"/>
              <a:gd name="connsiteX657" fmla="*/ 112563 w 7467600"/>
              <a:gd name="connsiteY657" fmla="*/ 4396952 h 6858000"/>
              <a:gd name="connsiteX658" fmla="*/ 0 w 7467600"/>
              <a:gd name="connsiteY658" fmla="*/ 4466006 h 6858000"/>
              <a:gd name="connsiteX659" fmla="*/ 0 w 7467600"/>
              <a:gd name="connsiteY659" fmla="*/ 4233763 h 6858000"/>
              <a:gd name="connsiteX660" fmla="*/ 36881 w 7467600"/>
              <a:gd name="connsiteY660" fmla="*/ 4200118 h 6858000"/>
              <a:gd name="connsiteX661" fmla="*/ 910534 w 7467600"/>
              <a:gd name="connsiteY661" fmla="*/ 3629753 h 6858000"/>
              <a:gd name="connsiteX662" fmla="*/ 1578717 w 7467600"/>
              <a:gd name="connsiteY662" fmla="*/ 3575982 h 6858000"/>
              <a:gd name="connsiteX663" fmla="*/ 2338780 w 7467600"/>
              <a:gd name="connsiteY663" fmla="*/ 3033725 h 6858000"/>
              <a:gd name="connsiteX664" fmla="*/ 1807991 w 7467600"/>
              <a:gd name="connsiteY664" fmla="*/ 2807184 h 6858000"/>
              <a:gd name="connsiteX665" fmla="*/ 1416358 w 7467600"/>
              <a:gd name="connsiteY665" fmla="*/ 3112571 h 6858000"/>
              <a:gd name="connsiteX666" fmla="*/ 939066 w 7467600"/>
              <a:gd name="connsiteY666" fmla="*/ 3378798 h 6858000"/>
              <a:gd name="connsiteX667" fmla="*/ 115099 w 7467600"/>
              <a:gd name="connsiteY667" fmla="*/ 3607650 h 6858000"/>
              <a:gd name="connsiteX668" fmla="*/ 97284 w 7467600"/>
              <a:gd name="connsiteY668" fmla="*/ 3520393 h 6858000"/>
              <a:gd name="connsiteX669" fmla="*/ 922050 w 7467600"/>
              <a:gd name="connsiteY669" fmla="*/ 3074867 h 6858000"/>
              <a:gd name="connsiteX670" fmla="*/ 1405265 w 7467600"/>
              <a:gd name="connsiteY670" fmla="*/ 3016319 h 6858000"/>
              <a:gd name="connsiteX671" fmla="*/ 1407512 w 7467600"/>
              <a:gd name="connsiteY671" fmla="*/ 3018001 h 6858000"/>
              <a:gd name="connsiteX672" fmla="*/ 1726266 w 7467600"/>
              <a:gd name="connsiteY672" fmla="*/ 2777274 h 6858000"/>
              <a:gd name="connsiteX673" fmla="*/ 625390 w 7467600"/>
              <a:gd name="connsiteY673" fmla="*/ 2514541 h 6858000"/>
              <a:gd name="connsiteX674" fmla="*/ 619799 w 7467600"/>
              <a:gd name="connsiteY674" fmla="*/ 2527180 h 6858000"/>
              <a:gd name="connsiteX675" fmla="*/ 310030 w 7467600"/>
              <a:gd name="connsiteY675" fmla="*/ 2771818 h 6858000"/>
              <a:gd name="connsiteX676" fmla="*/ 173877 w 7467600"/>
              <a:gd name="connsiteY676" fmla="*/ 2937056 h 6858000"/>
              <a:gd name="connsiteX677" fmla="*/ 77889 w 7467600"/>
              <a:gd name="connsiteY677" fmla="*/ 3138440 h 6858000"/>
              <a:gd name="connsiteX678" fmla="*/ 0 w 7467600"/>
              <a:gd name="connsiteY678" fmla="*/ 3271395 h 6858000"/>
              <a:gd name="connsiteX679" fmla="*/ 0 w 7467600"/>
              <a:gd name="connsiteY679" fmla="*/ 3153002 h 6858000"/>
              <a:gd name="connsiteX680" fmla="*/ 2386 w 7467600"/>
              <a:gd name="connsiteY680" fmla="*/ 3149203 h 6858000"/>
              <a:gd name="connsiteX681" fmla="*/ 89753 w 7467600"/>
              <a:gd name="connsiteY681" fmla="*/ 2987702 h 6858000"/>
              <a:gd name="connsiteX682" fmla="*/ 76869 w 7467600"/>
              <a:gd name="connsiteY682" fmla="*/ 3005404 h 6858000"/>
              <a:gd name="connsiteX683" fmla="*/ 32049 w 7467600"/>
              <a:gd name="connsiteY683" fmla="*/ 3065814 h 6858000"/>
              <a:gd name="connsiteX684" fmla="*/ 0 w 7467600"/>
              <a:gd name="connsiteY684" fmla="*/ 3108744 h 6858000"/>
              <a:gd name="connsiteX685" fmla="*/ 0 w 7467600"/>
              <a:gd name="connsiteY685" fmla="*/ 3058059 h 6858000"/>
              <a:gd name="connsiteX686" fmla="*/ 7610 w 7467600"/>
              <a:gd name="connsiteY686" fmla="*/ 3047889 h 6858000"/>
              <a:gd name="connsiteX687" fmla="*/ 52419 w 7467600"/>
              <a:gd name="connsiteY687" fmla="*/ 2987479 h 6858000"/>
              <a:gd name="connsiteX688" fmla="*/ 59142 w 7467600"/>
              <a:gd name="connsiteY688" fmla="*/ 2978488 h 6858000"/>
              <a:gd name="connsiteX689" fmla="*/ 0 w 7467600"/>
              <a:gd name="connsiteY689" fmla="*/ 3015334 h 6858000"/>
              <a:gd name="connsiteX690" fmla="*/ 0 w 7467600"/>
              <a:gd name="connsiteY690" fmla="*/ 2914286 h 6858000"/>
              <a:gd name="connsiteX691" fmla="*/ 36383 w 7467600"/>
              <a:gd name="connsiteY691" fmla="*/ 2901128 h 6858000"/>
              <a:gd name="connsiteX692" fmla="*/ 156329 w 7467600"/>
              <a:gd name="connsiteY692" fmla="*/ 2840533 h 6858000"/>
              <a:gd name="connsiteX693" fmla="*/ 358355 w 7467600"/>
              <a:gd name="connsiteY693" fmla="*/ 2620471 h 6858000"/>
              <a:gd name="connsiteX694" fmla="*/ 510577 w 7467600"/>
              <a:gd name="connsiteY694" fmla="*/ 2501244 h 6858000"/>
              <a:gd name="connsiteX695" fmla="*/ 211967 w 7467600"/>
              <a:gd name="connsiteY695" fmla="*/ 2479171 h 6858000"/>
              <a:gd name="connsiteX696" fmla="*/ 0 w 7467600"/>
              <a:gd name="connsiteY696" fmla="*/ 2476398 h 6858000"/>
              <a:gd name="connsiteX697" fmla="*/ 0 w 7467600"/>
              <a:gd name="connsiteY697" fmla="*/ 2389189 h 6858000"/>
              <a:gd name="connsiteX698" fmla="*/ 103062 w 7467600"/>
              <a:gd name="connsiteY698" fmla="*/ 2389518 h 6858000"/>
              <a:gd name="connsiteX699" fmla="*/ 510734 w 7467600"/>
              <a:gd name="connsiteY699" fmla="*/ 2416201 h 6858000"/>
              <a:gd name="connsiteX700" fmla="*/ 279257 w 7467600"/>
              <a:gd name="connsiteY700" fmla="*/ 2092102 h 6858000"/>
              <a:gd name="connsiteX701" fmla="*/ 65265 w 7467600"/>
              <a:gd name="connsiteY701" fmla="*/ 2006049 h 6858000"/>
              <a:gd name="connsiteX702" fmla="*/ 0 w 7467600"/>
              <a:gd name="connsiteY702" fmla="*/ 1982532 h 6858000"/>
              <a:gd name="connsiteX703" fmla="*/ 0 w 7467600"/>
              <a:gd name="connsiteY703" fmla="*/ 1912789 h 6858000"/>
              <a:gd name="connsiteX704" fmla="*/ 97460 w 7467600"/>
              <a:gd name="connsiteY704" fmla="*/ 1953725 h 6858000"/>
              <a:gd name="connsiteX705" fmla="*/ 221272 w 7467600"/>
              <a:gd name="connsiteY705" fmla="*/ 1980766 h 6858000"/>
              <a:gd name="connsiteX706" fmla="*/ 116765 w 7467600"/>
              <a:gd name="connsiteY706" fmla="*/ 1911033 h 6858000"/>
              <a:gd name="connsiteX707" fmla="*/ 16405 w 7467600"/>
              <a:gd name="connsiteY707" fmla="*/ 1803412 h 6858000"/>
              <a:gd name="connsiteX708" fmla="*/ 0 w 7467600"/>
              <a:gd name="connsiteY708" fmla="*/ 1784777 h 6858000"/>
              <a:gd name="connsiteX709" fmla="*/ 0 w 7467600"/>
              <a:gd name="connsiteY709" fmla="*/ 1740082 h 6858000"/>
              <a:gd name="connsiteX710" fmla="*/ 39394 w 7467600"/>
              <a:gd name="connsiteY710" fmla="*/ 1784856 h 6858000"/>
              <a:gd name="connsiteX711" fmla="*/ 135813 w 7467600"/>
              <a:gd name="connsiteY711" fmla="*/ 1888838 h 6858000"/>
              <a:gd name="connsiteX712" fmla="*/ 242575 w 7467600"/>
              <a:gd name="connsiteY712" fmla="*/ 1958841 h 6858000"/>
              <a:gd name="connsiteX713" fmla="*/ 82197 w 7467600"/>
              <a:gd name="connsiteY713" fmla="*/ 1754826 h 6858000"/>
              <a:gd name="connsiteX714" fmla="*/ 0 w 7467600"/>
              <a:gd name="connsiteY714" fmla="*/ 1679650 h 6858000"/>
              <a:gd name="connsiteX715" fmla="*/ 0 w 7467600"/>
              <a:gd name="connsiteY715" fmla="*/ 1602463 h 6858000"/>
              <a:gd name="connsiteX716" fmla="*/ 84689 w 7467600"/>
              <a:gd name="connsiteY716" fmla="*/ 1677442 h 6858000"/>
              <a:gd name="connsiteX717" fmla="*/ 298437 w 7467600"/>
              <a:gd name="connsiteY717" fmla="*/ 1968019 h 6858000"/>
              <a:gd name="connsiteX718" fmla="*/ 227269 w 7467600"/>
              <a:gd name="connsiteY718" fmla="*/ 1114064 h 6858000"/>
              <a:gd name="connsiteX719" fmla="*/ 248003 w 7467600"/>
              <a:gd name="connsiteY719" fmla="*/ 1089613 h 6858000"/>
              <a:gd name="connsiteX720" fmla="*/ 427020 w 7467600"/>
              <a:gd name="connsiteY720" fmla="*/ 1619803 h 6858000"/>
              <a:gd name="connsiteX721" fmla="*/ 340345 w 7467600"/>
              <a:gd name="connsiteY721" fmla="*/ 2027739 h 6858000"/>
              <a:gd name="connsiteX722" fmla="*/ 360865 w 7467600"/>
              <a:gd name="connsiteY722" fmla="*/ 2044827 h 6858000"/>
              <a:gd name="connsiteX723" fmla="*/ 560414 w 7467600"/>
              <a:gd name="connsiteY723" fmla="*/ 2421457 h 6858000"/>
              <a:gd name="connsiteX724" fmla="*/ 1359703 w 7467600"/>
              <a:gd name="connsiteY724" fmla="*/ 2578554 h 6858000"/>
              <a:gd name="connsiteX725" fmla="*/ 1359422 w 7467600"/>
              <a:gd name="connsiteY725" fmla="*/ 2577994 h 6858000"/>
              <a:gd name="connsiteX726" fmla="*/ 828701 w 7467600"/>
              <a:gd name="connsiteY726" fmla="*/ 1839520 h 6858000"/>
              <a:gd name="connsiteX727" fmla="*/ 494427 w 7467600"/>
              <a:gd name="connsiteY727" fmla="*/ 1092333 h 6858000"/>
              <a:gd name="connsiteX728" fmla="*/ 506322 w 7467600"/>
              <a:gd name="connsiteY728" fmla="*/ 1020997 h 6858000"/>
              <a:gd name="connsiteX729" fmla="*/ 4570198 w 7467600"/>
              <a:gd name="connsiteY729" fmla="*/ 978081 h 6858000"/>
              <a:gd name="connsiteX730" fmla="*/ 4523691 w 7467600"/>
              <a:gd name="connsiteY730" fmla="*/ 1127776 h 6858000"/>
              <a:gd name="connsiteX731" fmla="*/ 4509875 w 7467600"/>
              <a:gd name="connsiteY731" fmla="*/ 1167552 h 6858000"/>
              <a:gd name="connsiteX732" fmla="*/ 4478168 w 7467600"/>
              <a:gd name="connsiteY732" fmla="*/ 1260735 h 6858000"/>
              <a:gd name="connsiteX733" fmla="*/ 4409309 w 7467600"/>
              <a:gd name="connsiteY733" fmla="*/ 1666996 h 6858000"/>
              <a:gd name="connsiteX734" fmla="*/ 4370031 w 7467600"/>
              <a:gd name="connsiteY734" fmla="*/ 1955666 h 6858000"/>
              <a:gd name="connsiteX735" fmla="*/ 4570198 w 7467600"/>
              <a:gd name="connsiteY735" fmla="*/ 978081 h 6858000"/>
              <a:gd name="connsiteX736" fmla="*/ 4557898 w 7467600"/>
              <a:gd name="connsiteY736" fmla="*/ 900011 h 6858000"/>
              <a:gd name="connsiteX737" fmla="*/ 4344840 w 7467600"/>
              <a:gd name="connsiteY737" fmla="*/ 1922038 h 6858000"/>
              <a:gd name="connsiteX738" fmla="*/ 4378710 w 7467600"/>
              <a:gd name="connsiteY738" fmla="*/ 1665516 h 6858000"/>
              <a:gd name="connsiteX739" fmla="*/ 4448798 w 7467600"/>
              <a:gd name="connsiteY739" fmla="*/ 1253024 h 6858000"/>
              <a:gd name="connsiteX740" fmla="*/ 4480315 w 7467600"/>
              <a:gd name="connsiteY740" fmla="*/ 1158454 h 6858000"/>
              <a:gd name="connsiteX741" fmla="*/ 4494133 w 7467600"/>
              <a:gd name="connsiteY741" fmla="*/ 1118676 h 6858000"/>
              <a:gd name="connsiteX742" fmla="*/ 4557898 w 7467600"/>
              <a:gd name="connsiteY742" fmla="*/ 900011 h 6858000"/>
              <a:gd name="connsiteX743" fmla="*/ 5870151 w 7467600"/>
              <a:gd name="connsiteY743" fmla="*/ 898890 h 6858000"/>
              <a:gd name="connsiteX744" fmla="*/ 5861335 w 7467600"/>
              <a:gd name="connsiteY744" fmla="*/ 899177 h 6858000"/>
              <a:gd name="connsiteX745" fmla="*/ 5843702 w 7467600"/>
              <a:gd name="connsiteY745" fmla="*/ 899748 h 6858000"/>
              <a:gd name="connsiteX746" fmla="*/ 5651107 w 7467600"/>
              <a:gd name="connsiteY746" fmla="*/ 920306 h 6858000"/>
              <a:gd name="connsiteX747" fmla="*/ 5459407 w 7467600"/>
              <a:gd name="connsiteY747" fmla="*/ 940975 h 6858000"/>
              <a:gd name="connsiteX748" fmla="*/ 5374846 w 7467600"/>
              <a:gd name="connsiteY748" fmla="*/ 941988 h 6858000"/>
              <a:gd name="connsiteX749" fmla="*/ 5256105 w 7467600"/>
              <a:gd name="connsiteY749" fmla="*/ 945632 h 6858000"/>
              <a:gd name="connsiteX750" fmla="*/ 5107071 w 7467600"/>
              <a:gd name="connsiteY750" fmla="*/ 969720 h 6858000"/>
              <a:gd name="connsiteX751" fmla="*/ 4998681 w 7467600"/>
              <a:gd name="connsiteY751" fmla="*/ 988771 h 6858000"/>
              <a:gd name="connsiteX752" fmla="*/ 5870151 w 7467600"/>
              <a:gd name="connsiteY752" fmla="*/ 898890 h 6858000"/>
              <a:gd name="connsiteX753" fmla="*/ 5504425 w 7467600"/>
              <a:gd name="connsiteY753" fmla="*/ 848067 h 6858000"/>
              <a:gd name="connsiteX754" fmla="*/ 4968849 w 7467600"/>
              <a:gd name="connsiteY754" fmla="*/ 962318 h 6858000"/>
              <a:gd name="connsiteX755" fmla="*/ 5104039 w 7467600"/>
              <a:gd name="connsiteY755" fmla="*/ 940634 h 6858000"/>
              <a:gd name="connsiteX756" fmla="*/ 5256311 w 7467600"/>
              <a:gd name="connsiteY756" fmla="*/ 916490 h 6858000"/>
              <a:gd name="connsiteX757" fmla="*/ 5377381 w 7467600"/>
              <a:gd name="connsiteY757" fmla="*/ 912671 h 6858000"/>
              <a:gd name="connsiteX758" fmla="*/ 5460148 w 7467600"/>
              <a:gd name="connsiteY758" fmla="*/ 911442 h 6858000"/>
              <a:gd name="connsiteX759" fmla="*/ 5648971 w 7467600"/>
              <a:gd name="connsiteY759" fmla="*/ 891331 h 6858000"/>
              <a:gd name="connsiteX760" fmla="*/ 5844807 w 7467600"/>
              <a:gd name="connsiteY760" fmla="*/ 870718 h 6858000"/>
              <a:gd name="connsiteX761" fmla="*/ 5862975 w 7467600"/>
              <a:gd name="connsiteY761" fmla="*/ 869756 h 6858000"/>
              <a:gd name="connsiteX762" fmla="*/ 5920887 w 7467600"/>
              <a:gd name="connsiteY762" fmla="*/ 865929 h 6858000"/>
              <a:gd name="connsiteX763" fmla="*/ 5504425 w 7467600"/>
              <a:gd name="connsiteY763" fmla="*/ 848067 h 6858000"/>
              <a:gd name="connsiteX764" fmla="*/ 3607114 w 7467600"/>
              <a:gd name="connsiteY764" fmla="*/ 467441 h 6858000"/>
              <a:gd name="connsiteX765" fmla="*/ 3296242 w 7467600"/>
              <a:gd name="connsiteY765" fmla="*/ 807991 h 6858000"/>
              <a:gd name="connsiteX766" fmla="*/ 3174674 w 7467600"/>
              <a:gd name="connsiteY766" fmla="*/ 919759 h 6858000"/>
              <a:gd name="connsiteX767" fmla="*/ 3042978 w 7467600"/>
              <a:gd name="connsiteY767" fmla="*/ 1054894 h 6858000"/>
              <a:gd name="connsiteX768" fmla="*/ 2968914 w 7467600"/>
              <a:gd name="connsiteY768" fmla="*/ 1133756 h 6858000"/>
              <a:gd name="connsiteX769" fmla="*/ 3103823 w 7467600"/>
              <a:gd name="connsiteY769" fmla="*/ 1026814 h 6858000"/>
              <a:gd name="connsiteX770" fmla="*/ 3607114 w 7467600"/>
              <a:gd name="connsiteY770" fmla="*/ 467441 h 6858000"/>
              <a:gd name="connsiteX771" fmla="*/ 3744487 w 7467600"/>
              <a:gd name="connsiteY771" fmla="*/ 383136 h 6858000"/>
              <a:gd name="connsiteX772" fmla="*/ 3970213 w 7467600"/>
              <a:gd name="connsiteY772" fmla="*/ 995559 h 6858000"/>
              <a:gd name="connsiteX773" fmla="*/ 3744487 w 7467600"/>
              <a:gd name="connsiteY773" fmla="*/ 383136 h 6858000"/>
              <a:gd name="connsiteX774" fmla="*/ 3624562 w 7467600"/>
              <a:gd name="connsiteY774" fmla="*/ 367041 h 6858000"/>
              <a:gd name="connsiteX775" fmla="*/ 3489712 w 7467600"/>
              <a:gd name="connsiteY775" fmla="*/ 485386 h 6858000"/>
              <a:gd name="connsiteX776" fmla="*/ 3182994 w 7467600"/>
              <a:gd name="connsiteY776" fmla="*/ 828265 h 6858000"/>
              <a:gd name="connsiteX777" fmla="*/ 2892114 w 7467600"/>
              <a:gd name="connsiteY777" fmla="*/ 1172635 h 6858000"/>
              <a:gd name="connsiteX778" fmla="*/ 3021459 w 7467600"/>
              <a:gd name="connsiteY778" fmla="*/ 1035385 h 6858000"/>
              <a:gd name="connsiteX779" fmla="*/ 3153873 w 7467600"/>
              <a:gd name="connsiteY779" fmla="*/ 898971 h 6858000"/>
              <a:gd name="connsiteX780" fmla="*/ 3276511 w 7467600"/>
              <a:gd name="connsiteY780" fmla="*/ 786423 h 6858000"/>
              <a:gd name="connsiteX781" fmla="*/ 3584154 w 7467600"/>
              <a:gd name="connsiteY781" fmla="*/ 448218 h 6858000"/>
              <a:gd name="connsiteX782" fmla="*/ 3624562 w 7467600"/>
              <a:gd name="connsiteY782" fmla="*/ 367041 h 6858000"/>
              <a:gd name="connsiteX783" fmla="*/ 3766672 w 7467600"/>
              <a:gd name="connsiteY783" fmla="*/ 359429 h 6858000"/>
              <a:gd name="connsiteX784" fmla="*/ 3996338 w 7467600"/>
              <a:gd name="connsiteY784" fmla="*/ 968237 h 6858000"/>
              <a:gd name="connsiteX785" fmla="*/ 3766672 w 7467600"/>
              <a:gd name="connsiteY785" fmla="*/ 359429 h 6858000"/>
              <a:gd name="connsiteX786" fmla="*/ 5805386 w 7467600"/>
              <a:gd name="connsiteY786" fmla="*/ 239240 h 6858000"/>
              <a:gd name="connsiteX787" fmla="*/ 5736947 w 7467600"/>
              <a:gd name="connsiteY787" fmla="*/ 261367 h 6858000"/>
              <a:gd name="connsiteX788" fmla="*/ 5427012 w 7467600"/>
              <a:gd name="connsiteY788" fmla="*/ 311272 h 6858000"/>
              <a:gd name="connsiteX789" fmla="*/ 5147818 w 7467600"/>
              <a:gd name="connsiteY789" fmla="*/ 322112 h 6858000"/>
              <a:gd name="connsiteX790" fmla="*/ 5060854 w 7467600"/>
              <a:gd name="connsiteY790" fmla="*/ 311882 h 6858000"/>
              <a:gd name="connsiteX791" fmla="*/ 4945989 w 7467600"/>
              <a:gd name="connsiteY791" fmla="*/ 300516 h 6858000"/>
              <a:gd name="connsiteX792" fmla="*/ 5410479 w 7467600"/>
              <a:gd name="connsiteY792" fmla="*/ 348434 h 6858000"/>
              <a:gd name="connsiteX793" fmla="*/ 5805386 w 7467600"/>
              <a:gd name="connsiteY793" fmla="*/ 239240 h 6858000"/>
              <a:gd name="connsiteX794" fmla="*/ 5905192 w 7467600"/>
              <a:gd name="connsiteY794" fmla="*/ 163079 h 6858000"/>
              <a:gd name="connsiteX795" fmla="*/ 5865655 w 7467600"/>
              <a:gd name="connsiteY795" fmla="*/ 171901 h 6858000"/>
              <a:gd name="connsiteX796" fmla="*/ 5259740 w 7467600"/>
              <a:gd name="connsiteY796" fmla="*/ 257013 h 6858000"/>
              <a:gd name="connsiteX797" fmla="*/ 5208466 w 7467600"/>
              <a:gd name="connsiteY797" fmla="*/ 257550 h 6858000"/>
              <a:gd name="connsiteX798" fmla="*/ 4980204 w 7467600"/>
              <a:gd name="connsiteY798" fmla="*/ 271903 h 6858000"/>
              <a:gd name="connsiteX799" fmla="*/ 5068068 w 7467600"/>
              <a:gd name="connsiteY799" fmla="*/ 282244 h 6858000"/>
              <a:gd name="connsiteX800" fmla="*/ 5153231 w 7467600"/>
              <a:gd name="connsiteY800" fmla="*/ 292240 h 6858000"/>
              <a:gd name="connsiteX801" fmla="*/ 5426491 w 7467600"/>
              <a:gd name="connsiteY801" fmla="*/ 281128 h 6858000"/>
              <a:gd name="connsiteX802" fmla="*/ 5731212 w 7467600"/>
              <a:gd name="connsiteY802" fmla="*/ 231951 h 6858000"/>
              <a:gd name="connsiteX803" fmla="*/ 5905192 w 7467600"/>
              <a:gd name="connsiteY803" fmla="*/ 163079 h 6858000"/>
              <a:gd name="connsiteX804" fmla="*/ 5944437 w 7467600"/>
              <a:gd name="connsiteY804" fmla="*/ 113829 h 6858000"/>
              <a:gd name="connsiteX805" fmla="*/ 5825032 w 7467600"/>
              <a:gd name="connsiteY805" fmla="*/ 146405 h 6858000"/>
              <a:gd name="connsiteX806" fmla="*/ 4955599 w 7467600"/>
              <a:gd name="connsiteY806" fmla="*/ 247008 h 6858000"/>
              <a:gd name="connsiteX807" fmla="*/ 5210104 w 7467600"/>
              <a:gd name="connsiteY807" fmla="*/ 228123 h 6858000"/>
              <a:gd name="connsiteX808" fmla="*/ 5261015 w 7467600"/>
              <a:gd name="connsiteY808" fmla="*/ 227087 h 6858000"/>
              <a:gd name="connsiteX809" fmla="*/ 5861181 w 7467600"/>
              <a:gd name="connsiteY809" fmla="*/ 143093 h 6858000"/>
              <a:gd name="connsiteX810" fmla="*/ 5961252 w 7467600"/>
              <a:gd name="connsiteY810" fmla="*/ 114820 h 6858000"/>
              <a:gd name="connsiteX811" fmla="*/ 5944437 w 7467600"/>
              <a:gd name="connsiteY811" fmla="*/ 113829 h 6858000"/>
              <a:gd name="connsiteX812" fmla="*/ 3882765 w 7467600"/>
              <a:gd name="connsiteY812" fmla="*/ 0 h 6858000"/>
              <a:gd name="connsiteX813" fmla="*/ 3995099 w 7467600"/>
              <a:gd name="connsiteY813" fmla="*/ 0 h 6858000"/>
              <a:gd name="connsiteX814" fmla="*/ 4163818 w 7467600"/>
              <a:gd name="connsiteY814" fmla="*/ 234104 h 6858000"/>
              <a:gd name="connsiteX815" fmla="*/ 4172099 w 7467600"/>
              <a:gd name="connsiteY815" fmla="*/ 234207 h 6858000"/>
              <a:gd name="connsiteX816" fmla="*/ 4784282 w 7467600"/>
              <a:gd name="connsiteY816" fmla="*/ 276561 h 6858000"/>
              <a:gd name="connsiteX817" fmla="*/ 4801687 w 7467600"/>
              <a:gd name="connsiteY817" fmla="*/ 267764 h 6858000"/>
              <a:gd name="connsiteX818" fmla="*/ 6082788 w 7467600"/>
              <a:gd name="connsiteY818" fmla="*/ 64119 h 6858000"/>
              <a:gd name="connsiteX819" fmla="*/ 6099442 w 7467600"/>
              <a:gd name="connsiteY819" fmla="*/ 82568 h 6858000"/>
              <a:gd name="connsiteX820" fmla="*/ 4804137 w 7467600"/>
              <a:gd name="connsiteY820" fmla="*/ 320931 h 6858000"/>
              <a:gd name="connsiteX821" fmla="*/ 4227047 w 7467600"/>
              <a:gd name="connsiteY821" fmla="*/ 313415 h 6858000"/>
              <a:gd name="connsiteX822" fmla="*/ 4346041 w 7467600"/>
              <a:gd name="connsiteY822" fmla="*/ 456086 h 6858000"/>
              <a:gd name="connsiteX823" fmla="*/ 4870967 w 7467600"/>
              <a:gd name="connsiteY823" fmla="*/ 963061 h 6858000"/>
              <a:gd name="connsiteX824" fmla="*/ 4889647 w 7467600"/>
              <a:gd name="connsiteY824" fmla="*/ 957147 h 6858000"/>
              <a:gd name="connsiteX825" fmla="*/ 5422504 w 7467600"/>
              <a:gd name="connsiteY825" fmla="*/ 805191 h 6858000"/>
              <a:gd name="connsiteX826" fmla="*/ 6087656 w 7467600"/>
              <a:gd name="connsiteY826" fmla="*/ 826703 h 6858000"/>
              <a:gd name="connsiteX827" fmla="*/ 6058717 w 7467600"/>
              <a:gd name="connsiteY827" fmla="*/ 865992 h 6858000"/>
              <a:gd name="connsiteX828" fmla="*/ 4974153 w 7467600"/>
              <a:gd name="connsiteY828" fmla="*/ 1045456 h 6858000"/>
              <a:gd name="connsiteX829" fmla="*/ 5627835 w 7467600"/>
              <a:gd name="connsiteY829" fmla="*/ 1472077 h 6858000"/>
              <a:gd name="connsiteX830" fmla="*/ 5629817 w 7467600"/>
              <a:gd name="connsiteY830" fmla="*/ 1471412 h 6858000"/>
              <a:gd name="connsiteX831" fmla="*/ 5634124 w 7467600"/>
              <a:gd name="connsiteY831" fmla="*/ 1470572 h 6858000"/>
              <a:gd name="connsiteX832" fmla="*/ 5755832 w 7467600"/>
              <a:gd name="connsiteY832" fmla="*/ 1383886 h 6858000"/>
              <a:gd name="connsiteX833" fmla="*/ 6014186 w 7467600"/>
              <a:gd name="connsiteY833" fmla="*/ 1279799 h 6858000"/>
              <a:gd name="connsiteX834" fmla="*/ 6901619 w 7467600"/>
              <a:gd name="connsiteY834" fmla="*/ 1047874 h 6858000"/>
              <a:gd name="connsiteX835" fmla="*/ 6931566 w 7467600"/>
              <a:gd name="connsiteY835" fmla="*/ 1062034 h 6858000"/>
              <a:gd name="connsiteX836" fmla="*/ 5790982 w 7467600"/>
              <a:gd name="connsiteY836" fmla="*/ 1561380 h 6858000"/>
              <a:gd name="connsiteX837" fmla="*/ 6188971 w 7467600"/>
              <a:gd name="connsiteY837" fmla="*/ 1755168 h 6858000"/>
              <a:gd name="connsiteX838" fmla="*/ 6202446 w 7467600"/>
              <a:gd name="connsiteY838" fmla="*/ 1752268 h 6858000"/>
              <a:gd name="connsiteX839" fmla="*/ 7179560 w 7467600"/>
              <a:gd name="connsiteY839" fmla="*/ 1467551 h 6858000"/>
              <a:gd name="connsiteX840" fmla="*/ 7158730 w 7467600"/>
              <a:gd name="connsiteY840" fmla="*/ 1507835 h 6858000"/>
              <a:gd name="connsiteX841" fmla="*/ 6326959 w 7467600"/>
              <a:gd name="connsiteY841" fmla="*/ 1817686 h 6858000"/>
              <a:gd name="connsiteX842" fmla="*/ 6537433 w 7467600"/>
              <a:gd name="connsiteY842" fmla="*/ 1907790 h 6858000"/>
              <a:gd name="connsiteX843" fmla="*/ 6550221 w 7467600"/>
              <a:gd name="connsiteY843" fmla="*/ 1910729 h 6858000"/>
              <a:gd name="connsiteX844" fmla="*/ 6964438 w 7467600"/>
              <a:gd name="connsiteY844" fmla="*/ 2209505 h 6858000"/>
              <a:gd name="connsiteX845" fmla="*/ 7367862 w 7467600"/>
              <a:gd name="connsiteY845" fmla="*/ 2806833 h 6858000"/>
              <a:gd name="connsiteX846" fmla="*/ 7364329 w 7467600"/>
              <a:gd name="connsiteY846" fmla="*/ 2826907 h 6858000"/>
              <a:gd name="connsiteX847" fmla="*/ 7290545 w 7467600"/>
              <a:gd name="connsiteY847" fmla="*/ 2850663 h 6858000"/>
              <a:gd name="connsiteX848" fmla="*/ 6472036 w 7467600"/>
              <a:gd name="connsiteY848" fmla="*/ 1959003 h 6858000"/>
              <a:gd name="connsiteX849" fmla="*/ 5792897 w 7467600"/>
              <a:gd name="connsiteY849" fmla="*/ 1647747 h 6858000"/>
              <a:gd name="connsiteX850" fmla="*/ 5842751 w 7467600"/>
              <a:gd name="connsiteY850" fmla="*/ 1816112 h 6858000"/>
              <a:gd name="connsiteX851" fmla="*/ 5847424 w 7467600"/>
              <a:gd name="connsiteY851" fmla="*/ 1815776 h 6858000"/>
              <a:gd name="connsiteX852" fmla="*/ 6399821 w 7467600"/>
              <a:gd name="connsiteY852" fmla="*/ 2344799 h 6858000"/>
              <a:gd name="connsiteX853" fmla="*/ 6323232 w 7467600"/>
              <a:gd name="connsiteY853" fmla="*/ 2389634 h 6858000"/>
              <a:gd name="connsiteX854" fmla="*/ 5942958 w 7467600"/>
              <a:gd name="connsiteY854" fmla="*/ 2077708 h 6858000"/>
              <a:gd name="connsiteX855" fmla="*/ 5921559 w 7467600"/>
              <a:gd name="connsiteY855" fmla="*/ 2378596 h 6858000"/>
              <a:gd name="connsiteX856" fmla="*/ 5817651 w 7467600"/>
              <a:gd name="connsiteY856" fmla="*/ 3023919 h 6858000"/>
              <a:gd name="connsiteX857" fmla="*/ 5729634 w 7467600"/>
              <a:gd name="connsiteY857" fmla="*/ 3051849 h 6858000"/>
              <a:gd name="connsiteX858" fmla="*/ 5611018 w 7467600"/>
              <a:gd name="connsiteY858" fmla="*/ 2316769 h 6858000"/>
              <a:gd name="connsiteX859" fmla="*/ 5687608 w 7467600"/>
              <a:gd name="connsiteY859" fmla="*/ 2039972 h 6858000"/>
              <a:gd name="connsiteX860" fmla="*/ 5657554 w 7467600"/>
              <a:gd name="connsiteY860" fmla="*/ 1576445 h 6858000"/>
              <a:gd name="connsiteX861" fmla="*/ 5150475 w 7467600"/>
              <a:gd name="connsiteY861" fmla="*/ 1274012 h 6858000"/>
              <a:gd name="connsiteX862" fmla="*/ 5349142 w 7467600"/>
              <a:gd name="connsiteY862" fmla="*/ 2204405 h 6858000"/>
              <a:gd name="connsiteX863" fmla="*/ 5262214 w 7467600"/>
              <a:gd name="connsiteY863" fmla="*/ 2233836 h 6858000"/>
              <a:gd name="connsiteX864" fmla="*/ 4981539 w 7467600"/>
              <a:gd name="connsiteY864" fmla="*/ 1542201 h 6858000"/>
              <a:gd name="connsiteX865" fmla="*/ 4958461 w 7467600"/>
              <a:gd name="connsiteY865" fmla="*/ 1136957 h 6858000"/>
              <a:gd name="connsiteX866" fmla="*/ 4655015 w 7467600"/>
              <a:gd name="connsiteY866" fmla="*/ 891426 h 6858000"/>
              <a:gd name="connsiteX867" fmla="*/ 4348002 w 7467600"/>
              <a:gd name="connsiteY867" fmla="*/ 2205895 h 6858000"/>
              <a:gd name="connsiteX868" fmla="*/ 4262250 w 7467600"/>
              <a:gd name="connsiteY868" fmla="*/ 2219972 h 6858000"/>
              <a:gd name="connsiteX869" fmla="*/ 4550611 w 7467600"/>
              <a:gd name="connsiteY869" fmla="*/ 817540 h 6858000"/>
              <a:gd name="connsiteX870" fmla="*/ 4564418 w 7467600"/>
              <a:gd name="connsiteY870" fmla="*/ 808293 h 6858000"/>
              <a:gd name="connsiteX871" fmla="*/ 4266388 w 7467600"/>
              <a:gd name="connsiteY871" fmla="*/ 500083 h 6858000"/>
              <a:gd name="connsiteX872" fmla="*/ 4032842 w 7467600"/>
              <a:gd name="connsiteY872" fmla="*/ 211809 h 6858000"/>
              <a:gd name="connsiteX873" fmla="*/ 3882765 w 7467600"/>
              <a:gd name="connsiteY873" fmla="*/ 0 h 6858000"/>
              <a:gd name="connsiteX874" fmla="*/ 3721337 w 7467600"/>
              <a:gd name="connsiteY874" fmla="*/ 0 h 6858000"/>
              <a:gd name="connsiteX875" fmla="*/ 3797544 w 7467600"/>
              <a:gd name="connsiteY875" fmla="*/ 0 h 6858000"/>
              <a:gd name="connsiteX876" fmla="*/ 3775734 w 7467600"/>
              <a:gd name="connsiteY876" fmla="*/ 95131 h 6858000"/>
              <a:gd name="connsiteX877" fmla="*/ 3724807 w 7467600"/>
              <a:gd name="connsiteY877" fmla="*/ 272257 h 6858000"/>
              <a:gd name="connsiteX878" fmla="*/ 3726844 w 7467600"/>
              <a:gd name="connsiteY878" fmla="*/ 282988 h 6858000"/>
              <a:gd name="connsiteX879" fmla="*/ 3742664 w 7467600"/>
              <a:gd name="connsiteY879" fmla="*/ 279918 h 6858000"/>
              <a:gd name="connsiteX880" fmla="*/ 4103910 w 7467600"/>
              <a:gd name="connsiteY880" fmla="*/ 1161917 h 6858000"/>
              <a:gd name="connsiteX881" fmla="*/ 4020269 w 7467600"/>
              <a:gd name="connsiteY881" fmla="*/ 1200406 h 6858000"/>
              <a:gd name="connsiteX882" fmla="*/ 3674882 w 7467600"/>
              <a:gd name="connsiteY882" fmla="*/ 488524 h 6858000"/>
              <a:gd name="connsiteX883" fmla="*/ 3132682 w 7467600"/>
              <a:gd name="connsiteY883" fmla="*/ 1072284 h 6858000"/>
              <a:gd name="connsiteX884" fmla="*/ 2716346 w 7467600"/>
              <a:gd name="connsiteY884" fmla="*/ 1276376 h 6858000"/>
              <a:gd name="connsiteX885" fmla="*/ 2716772 w 7467600"/>
              <a:gd name="connsiteY885" fmla="*/ 1255462 h 6858000"/>
              <a:gd name="connsiteX886" fmla="*/ 3471096 w 7467600"/>
              <a:gd name="connsiteY886" fmla="*/ 437072 h 6858000"/>
              <a:gd name="connsiteX887" fmla="*/ 3639057 w 7467600"/>
              <a:gd name="connsiteY887" fmla="*/ 286334 h 6858000"/>
              <a:gd name="connsiteX888" fmla="*/ 3640309 w 7467600"/>
              <a:gd name="connsiteY888" fmla="*/ 284664 h 6858000"/>
              <a:gd name="connsiteX889" fmla="*/ 3646022 w 7467600"/>
              <a:gd name="connsiteY889" fmla="*/ 276711 h 6858000"/>
              <a:gd name="connsiteX890" fmla="*/ 3707943 w 7467600"/>
              <a:gd name="connsiteY890" fmla="*/ 65958 h 6858000"/>
              <a:gd name="connsiteX891" fmla="*/ 3721337 w 7467600"/>
              <a:gd name="connsiteY891" fmla="*/ 0 h 6858000"/>
              <a:gd name="connsiteX892" fmla="*/ 2867960 w 7467600"/>
              <a:gd name="connsiteY892" fmla="*/ 0 h 6858000"/>
              <a:gd name="connsiteX893" fmla="*/ 2926351 w 7467600"/>
              <a:gd name="connsiteY893" fmla="*/ 0 h 6858000"/>
              <a:gd name="connsiteX894" fmla="*/ 2902823 w 7467600"/>
              <a:gd name="connsiteY894" fmla="*/ 262929 h 6858000"/>
              <a:gd name="connsiteX895" fmla="*/ 2940663 w 7467600"/>
              <a:gd name="connsiteY895" fmla="*/ 140884 h 6858000"/>
              <a:gd name="connsiteX896" fmla="*/ 2947039 w 7467600"/>
              <a:gd name="connsiteY896" fmla="*/ 122524 h 6858000"/>
              <a:gd name="connsiteX897" fmla="*/ 2984316 w 7467600"/>
              <a:gd name="connsiteY897" fmla="*/ 0 h 6858000"/>
              <a:gd name="connsiteX898" fmla="*/ 3016114 w 7467600"/>
              <a:gd name="connsiteY898" fmla="*/ 0 h 6858000"/>
              <a:gd name="connsiteX899" fmla="*/ 2979949 w 7467600"/>
              <a:gd name="connsiteY899" fmla="*/ 119274 h 6858000"/>
              <a:gd name="connsiteX900" fmla="*/ 3023879 w 7467600"/>
              <a:gd name="connsiteY900" fmla="*/ 0 h 6858000"/>
              <a:gd name="connsiteX901" fmla="*/ 3105400 w 7467600"/>
              <a:gd name="connsiteY901" fmla="*/ 0 h 6858000"/>
              <a:gd name="connsiteX902" fmla="*/ 3094669 w 7467600"/>
              <a:gd name="connsiteY902" fmla="*/ 30308 h 6858000"/>
              <a:gd name="connsiteX903" fmla="*/ 2901945 w 7467600"/>
              <a:gd name="connsiteY903" fmla="*/ 466538 h 6858000"/>
              <a:gd name="connsiteX904" fmla="*/ 2815209 w 7467600"/>
              <a:gd name="connsiteY904" fmla="*/ 497361 h 6858000"/>
              <a:gd name="connsiteX905" fmla="*/ 2844845 w 7467600"/>
              <a:gd name="connsiteY905" fmla="*/ 127638 h 6858000"/>
              <a:gd name="connsiteX906" fmla="*/ 2867960 w 7467600"/>
              <a:gd name="connsiteY906" fmla="*/ 0 h 6858000"/>
              <a:gd name="connsiteX907" fmla="*/ 1057230 w 7467600"/>
              <a:gd name="connsiteY907" fmla="*/ 0 h 6858000"/>
              <a:gd name="connsiteX908" fmla="*/ 1111003 w 7467600"/>
              <a:gd name="connsiteY908" fmla="*/ 0 h 6858000"/>
              <a:gd name="connsiteX909" fmla="*/ 1125553 w 7467600"/>
              <a:gd name="connsiteY909" fmla="*/ 52588 h 6858000"/>
              <a:gd name="connsiteX910" fmla="*/ 1304276 w 7467600"/>
              <a:gd name="connsiteY910" fmla="*/ 476275 h 6858000"/>
              <a:gd name="connsiteX911" fmla="*/ 1492066 w 7467600"/>
              <a:gd name="connsiteY911" fmla="*/ 886333 h 6858000"/>
              <a:gd name="connsiteX912" fmla="*/ 1423698 w 7467600"/>
              <a:gd name="connsiteY912" fmla="*/ 710817 h 6858000"/>
              <a:gd name="connsiteX913" fmla="*/ 1357609 w 7467600"/>
              <a:gd name="connsiteY913" fmla="*/ 532892 h 6858000"/>
              <a:gd name="connsiteX914" fmla="*/ 1309550 w 7467600"/>
              <a:gd name="connsiteY914" fmla="*/ 374031 h 6858000"/>
              <a:gd name="connsiteX915" fmla="*/ 1193673 w 7467600"/>
              <a:gd name="connsiteY915" fmla="*/ 49533 h 6858000"/>
              <a:gd name="connsiteX916" fmla="*/ 1164391 w 7467600"/>
              <a:gd name="connsiteY916" fmla="*/ 0 h 6858000"/>
              <a:gd name="connsiteX917" fmla="*/ 1200666 w 7467600"/>
              <a:gd name="connsiteY917" fmla="*/ 0 h 6858000"/>
              <a:gd name="connsiteX918" fmla="*/ 1223408 w 7467600"/>
              <a:gd name="connsiteY918" fmla="*/ 38996 h 6858000"/>
              <a:gd name="connsiteX919" fmla="*/ 1339635 w 7467600"/>
              <a:gd name="connsiteY919" fmla="*/ 365517 h 6858000"/>
              <a:gd name="connsiteX920" fmla="*/ 1387469 w 7467600"/>
              <a:gd name="connsiteY920" fmla="*/ 523079 h 6858000"/>
              <a:gd name="connsiteX921" fmla="*/ 1452685 w 7467600"/>
              <a:gd name="connsiteY921" fmla="*/ 699806 h 6858000"/>
              <a:gd name="connsiteX922" fmla="*/ 1492092 w 7467600"/>
              <a:gd name="connsiteY922" fmla="*/ 800424 h 6858000"/>
              <a:gd name="connsiteX923" fmla="*/ 1455302 w 7467600"/>
              <a:gd name="connsiteY923" fmla="*/ 632913 h 6858000"/>
              <a:gd name="connsiteX924" fmla="*/ 1222336 w 7467600"/>
              <a:gd name="connsiteY924" fmla="*/ 9480 h 6858000"/>
              <a:gd name="connsiteX925" fmla="*/ 1214634 w 7467600"/>
              <a:gd name="connsiteY925" fmla="*/ 0 h 6858000"/>
              <a:gd name="connsiteX926" fmla="*/ 1289827 w 7467600"/>
              <a:gd name="connsiteY926" fmla="*/ 0 h 6858000"/>
              <a:gd name="connsiteX927" fmla="*/ 1321076 w 7467600"/>
              <a:gd name="connsiteY927" fmla="*/ 59722 h 6858000"/>
              <a:gd name="connsiteX928" fmla="*/ 1512579 w 7467600"/>
              <a:gd name="connsiteY928" fmla="*/ 626441 h 6858000"/>
              <a:gd name="connsiteX929" fmla="*/ 1506076 w 7467600"/>
              <a:gd name="connsiteY929" fmla="*/ 1089289 h 6858000"/>
              <a:gd name="connsiteX930" fmla="*/ 1486346 w 7467600"/>
              <a:gd name="connsiteY930" fmla="*/ 1079919 h 6858000"/>
              <a:gd name="connsiteX931" fmla="*/ 1070511 w 7467600"/>
              <a:gd name="connsiteY931" fmla="*/ 48609 h 6858000"/>
              <a:gd name="connsiteX932" fmla="*/ 1057230 w 7467600"/>
              <a:gd name="connsiteY932" fmla="*/ 0 h 6858000"/>
              <a:gd name="connsiteX933" fmla="*/ 43151 w 7467600"/>
              <a:gd name="connsiteY933" fmla="*/ 0 h 6858000"/>
              <a:gd name="connsiteX934" fmla="*/ 95283 w 7467600"/>
              <a:gd name="connsiteY934" fmla="*/ 0 h 6858000"/>
              <a:gd name="connsiteX935" fmla="*/ 300708 w 7467600"/>
              <a:gd name="connsiteY935" fmla="*/ 154571 h 6858000"/>
              <a:gd name="connsiteX936" fmla="*/ 530414 w 7467600"/>
              <a:gd name="connsiteY936" fmla="*/ 354673 h 6858000"/>
              <a:gd name="connsiteX937" fmla="*/ 333785 w 7467600"/>
              <a:gd name="connsiteY937" fmla="*/ 161564 h 6858000"/>
              <a:gd name="connsiteX938" fmla="*/ 147005 w 7467600"/>
              <a:gd name="connsiteY938" fmla="*/ 0 h 6858000"/>
              <a:gd name="connsiteX939" fmla="*/ 272509 w 7467600"/>
              <a:gd name="connsiteY939" fmla="*/ 0 h 6858000"/>
              <a:gd name="connsiteX940" fmla="*/ 326276 w 7467600"/>
              <a:gd name="connsiteY940" fmla="*/ 45847 h 6858000"/>
              <a:gd name="connsiteX941" fmla="*/ 823759 w 7467600"/>
              <a:gd name="connsiteY941" fmla="*/ 574145 h 6858000"/>
              <a:gd name="connsiteX942" fmla="*/ 811254 w 7467600"/>
              <a:gd name="connsiteY942" fmla="*/ 665546 h 6858000"/>
              <a:gd name="connsiteX943" fmla="*/ 154042 w 7467600"/>
              <a:gd name="connsiteY943" fmla="*/ 261522 h 6858000"/>
              <a:gd name="connsiteX944" fmla="*/ 13550 w 7467600"/>
              <a:gd name="connsiteY944" fmla="*/ 158423 h 6858000"/>
              <a:gd name="connsiteX945" fmla="*/ 0 w 7467600"/>
              <a:gd name="connsiteY945" fmla="*/ 146618 h 6858000"/>
              <a:gd name="connsiteX946" fmla="*/ 0 w 7467600"/>
              <a:gd name="connsiteY946" fmla="*/ 59161 h 6858000"/>
              <a:gd name="connsiteX947" fmla="*/ 45427 w 7467600"/>
              <a:gd name="connsiteY947" fmla="*/ 101078 h 6858000"/>
              <a:gd name="connsiteX948" fmla="*/ 630103 w 7467600"/>
              <a:gd name="connsiteY948" fmla="*/ 485885 h 6858000"/>
              <a:gd name="connsiteX949" fmla="*/ 532040 w 7467600"/>
              <a:gd name="connsiteY949" fmla="*/ 399359 h 6858000"/>
              <a:gd name="connsiteX950" fmla="*/ 517618 w 7467600"/>
              <a:gd name="connsiteY950" fmla="*/ 385726 h 6858000"/>
              <a:gd name="connsiteX951" fmla="*/ 285074 w 7467600"/>
              <a:gd name="connsiteY951" fmla="*/ 182755 h 6858000"/>
              <a:gd name="connsiteX952" fmla="*/ 43151 w 7467600"/>
              <a:gd name="connsiteY95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1019354 w 7467600"/>
              <a:gd name="connsiteY20" fmla="*/ 6315006 h 6858000"/>
              <a:gd name="connsiteX21" fmla="*/ 441046 w 7467600"/>
              <a:gd name="connsiteY21" fmla="*/ 6691153 h 6858000"/>
              <a:gd name="connsiteX22" fmla="*/ 1019354 w 7467600"/>
              <a:gd name="connsiteY22" fmla="*/ 6315006 h 6858000"/>
              <a:gd name="connsiteX23" fmla="*/ 991680 w 7467600"/>
              <a:gd name="connsiteY23" fmla="*/ 6298413 h 6858000"/>
              <a:gd name="connsiteX24" fmla="*/ 409060 w 7467600"/>
              <a:gd name="connsiteY24" fmla="*/ 6671470 h 6858000"/>
              <a:gd name="connsiteX25" fmla="*/ 991680 w 7467600"/>
              <a:gd name="connsiteY25" fmla="*/ 6298413 h 6858000"/>
              <a:gd name="connsiteX26" fmla="*/ 103333 w 7467600"/>
              <a:gd name="connsiteY26" fmla="*/ 5699602 h 6858000"/>
              <a:gd name="connsiteX27" fmla="*/ 233938 w 7467600"/>
              <a:gd name="connsiteY27" fmla="*/ 5809416 h 6858000"/>
              <a:gd name="connsiteX28" fmla="*/ 883580 w 7467600"/>
              <a:gd name="connsiteY28" fmla="*/ 6180710 h 6858000"/>
              <a:gd name="connsiteX29" fmla="*/ 487337 w 7467600"/>
              <a:gd name="connsiteY29" fmla="*/ 5950182 h 6858000"/>
              <a:gd name="connsiteX30" fmla="*/ 354051 w 7467600"/>
              <a:gd name="connsiteY30" fmla="*/ 5854912 h 6858000"/>
              <a:gd name="connsiteX31" fmla="*/ 195436 w 7467600"/>
              <a:gd name="connsiteY31" fmla="*/ 5755068 h 6858000"/>
              <a:gd name="connsiteX32" fmla="*/ 103333 w 7467600"/>
              <a:gd name="connsiteY32" fmla="*/ 5699602 h 6858000"/>
              <a:gd name="connsiteX33" fmla="*/ 5539432 w 7467600"/>
              <a:gd name="connsiteY33" fmla="*/ 5642928 h 6858000"/>
              <a:gd name="connsiteX34" fmla="*/ 5555462 w 7467600"/>
              <a:gd name="connsiteY34" fmla="*/ 5694454 h 6858000"/>
              <a:gd name="connsiteX35" fmla="*/ 5828270 w 7467600"/>
              <a:gd name="connsiteY35" fmla="*/ 6320663 h 6858000"/>
              <a:gd name="connsiteX36" fmla="*/ 5947416 w 7467600"/>
              <a:gd name="connsiteY36" fmla="*/ 6574846 h 6858000"/>
              <a:gd name="connsiteX37" fmla="*/ 5539432 w 7467600"/>
              <a:gd name="connsiteY37" fmla="*/ 5642928 h 6858000"/>
              <a:gd name="connsiteX38" fmla="*/ 51253 w 7467600"/>
              <a:gd name="connsiteY38" fmla="*/ 5631825 h 6858000"/>
              <a:gd name="connsiteX39" fmla="*/ 211622 w 7467600"/>
              <a:gd name="connsiteY39" fmla="*/ 5728803 h 6858000"/>
              <a:gd name="connsiteX40" fmla="*/ 371652 w 7467600"/>
              <a:gd name="connsiteY40" fmla="*/ 5829062 h 6858000"/>
              <a:gd name="connsiteX41" fmla="*/ 505903 w 7467600"/>
              <a:gd name="connsiteY41" fmla="*/ 5925221 h 6858000"/>
              <a:gd name="connsiteX42" fmla="*/ 899240 w 7467600"/>
              <a:gd name="connsiteY42" fmla="*/ 6153068 h 6858000"/>
              <a:gd name="connsiteX43" fmla="*/ 988114 w 7467600"/>
              <a:gd name="connsiteY43" fmla="*/ 6174204 h 6858000"/>
              <a:gd name="connsiteX44" fmla="*/ 845971 w 7467600"/>
              <a:gd name="connsiteY44" fmla="*/ 6067177 h 6858000"/>
              <a:gd name="connsiteX45" fmla="*/ 448057 w 7467600"/>
              <a:gd name="connsiteY45" fmla="*/ 5841376 h 6858000"/>
              <a:gd name="connsiteX46" fmla="*/ 51253 w 7467600"/>
              <a:gd name="connsiteY46" fmla="*/ 5631825 h 6858000"/>
              <a:gd name="connsiteX47" fmla="*/ 2606687 w 7467600"/>
              <a:gd name="connsiteY47" fmla="*/ 5630718 h 6858000"/>
              <a:gd name="connsiteX48" fmla="*/ 2645658 w 7467600"/>
              <a:gd name="connsiteY48" fmla="*/ 6640259 h 6858000"/>
              <a:gd name="connsiteX49" fmla="*/ 2606687 w 7467600"/>
              <a:gd name="connsiteY49" fmla="*/ 5630718 h 6858000"/>
              <a:gd name="connsiteX50" fmla="*/ 3642057 w 7467600"/>
              <a:gd name="connsiteY50" fmla="*/ 5573487 h 6858000"/>
              <a:gd name="connsiteX51" fmla="*/ 3632981 w 7467600"/>
              <a:gd name="connsiteY51" fmla="*/ 5579437 h 6858000"/>
              <a:gd name="connsiteX52" fmla="*/ 3382436 w 7467600"/>
              <a:gd name="connsiteY52" fmla="*/ 5952726 h 6858000"/>
              <a:gd name="connsiteX53" fmla="*/ 3191929 w 7467600"/>
              <a:gd name="connsiteY53" fmla="*/ 6662669 h 6858000"/>
              <a:gd name="connsiteX54" fmla="*/ 3369898 w 7467600"/>
              <a:gd name="connsiteY54" fmla="*/ 6081771 h 6858000"/>
              <a:gd name="connsiteX55" fmla="*/ 3642057 w 7467600"/>
              <a:gd name="connsiteY55" fmla="*/ 5573487 h 6858000"/>
              <a:gd name="connsiteX56" fmla="*/ 2650666 w 7467600"/>
              <a:gd name="connsiteY56" fmla="*/ 5530686 h 6858000"/>
              <a:gd name="connsiteX57" fmla="*/ 2650249 w 7467600"/>
              <a:gd name="connsiteY57" fmla="*/ 5532101 h 6858000"/>
              <a:gd name="connsiteX58" fmla="*/ 2663808 w 7467600"/>
              <a:gd name="connsiteY58" fmla="*/ 6535215 h 6858000"/>
              <a:gd name="connsiteX59" fmla="*/ 2665418 w 7467600"/>
              <a:gd name="connsiteY59" fmla="*/ 6132756 h 6858000"/>
              <a:gd name="connsiteX60" fmla="*/ 2650666 w 7467600"/>
              <a:gd name="connsiteY60" fmla="*/ 5530686 h 6858000"/>
              <a:gd name="connsiteX61" fmla="*/ 2680277 w 7467600"/>
              <a:gd name="connsiteY61" fmla="*/ 5479204 h 6858000"/>
              <a:gd name="connsiteX62" fmla="*/ 2678972 w 7467600"/>
              <a:gd name="connsiteY62" fmla="*/ 5481582 h 6858000"/>
              <a:gd name="connsiteX63" fmla="*/ 2696666 w 7467600"/>
              <a:gd name="connsiteY63" fmla="*/ 6133836 h 6858000"/>
              <a:gd name="connsiteX64" fmla="*/ 2695769 w 7467600"/>
              <a:gd name="connsiteY64" fmla="*/ 6390955 h 6858000"/>
              <a:gd name="connsiteX65" fmla="*/ 2739893 w 7467600"/>
              <a:gd name="connsiteY65" fmla="*/ 6108357 h 6858000"/>
              <a:gd name="connsiteX66" fmla="*/ 2680277 w 7467600"/>
              <a:gd name="connsiteY66" fmla="*/ 5479204 h 6858000"/>
              <a:gd name="connsiteX67" fmla="*/ 1132195 w 7467600"/>
              <a:gd name="connsiteY67" fmla="*/ 5467980 h 6858000"/>
              <a:gd name="connsiteX68" fmla="*/ 1679056 w 7467600"/>
              <a:gd name="connsiteY68" fmla="*/ 5516907 h 6858000"/>
              <a:gd name="connsiteX69" fmla="*/ 2128648 w 7467600"/>
              <a:gd name="connsiteY69" fmla="*/ 5474249 h 6858000"/>
              <a:gd name="connsiteX70" fmla="*/ 1825619 w 7467600"/>
              <a:gd name="connsiteY70" fmla="*/ 5478447 h 6858000"/>
              <a:gd name="connsiteX71" fmla="*/ 1737798 w 7467600"/>
              <a:gd name="connsiteY71" fmla="*/ 5483353 h 6858000"/>
              <a:gd name="connsiteX72" fmla="*/ 1132195 w 7467600"/>
              <a:gd name="connsiteY72" fmla="*/ 5467980 h 6858000"/>
              <a:gd name="connsiteX73" fmla="*/ 1456157 w 7467600"/>
              <a:gd name="connsiteY73" fmla="*/ 5371404 h 6858000"/>
              <a:gd name="connsiteX74" fmla="*/ 1244432 w 7467600"/>
              <a:gd name="connsiteY74" fmla="*/ 5385601 h 6858000"/>
              <a:gd name="connsiteX75" fmla="*/ 973990 w 7467600"/>
              <a:gd name="connsiteY75" fmla="*/ 5424940 h 6858000"/>
              <a:gd name="connsiteX76" fmla="*/ 1103809 w 7467600"/>
              <a:gd name="connsiteY76" fmla="*/ 5433720 h 6858000"/>
              <a:gd name="connsiteX77" fmla="*/ 1123454 w 7467600"/>
              <a:gd name="connsiteY77" fmla="*/ 5435727 h 6858000"/>
              <a:gd name="connsiteX78" fmla="*/ 1737017 w 7467600"/>
              <a:gd name="connsiteY78" fmla="*/ 5452183 h 6858000"/>
              <a:gd name="connsiteX79" fmla="*/ 1824397 w 7467600"/>
              <a:gd name="connsiteY79" fmla="*/ 5447757 h 6858000"/>
              <a:gd name="connsiteX80" fmla="*/ 2070059 w 7467600"/>
              <a:gd name="connsiteY80" fmla="*/ 5441660 h 6858000"/>
              <a:gd name="connsiteX81" fmla="*/ 1456157 w 7467600"/>
              <a:gd name="connsiteY81" fmla="*/ 5371404 h 6858000"/>
              <a:gd name="connsiteX82" fmla="*/ 4988186 w 7467600"/>
              <a:gd name="connsiteY82" fmla="*/ 5216467 h 6858000"/>
              <a:gd name="connsiteX83" fmla="*/ 4777334 w 7467600"/>
              <a:gd name="connsiteY83" fmla="*/ 5406072 h 6858000"/>
              <a:gd name="connsiteX84" fmla="*/ 4718341 w 7467600"/>
              <a:gd name="connsiteY84" fmla="*/ 5468043 h 6858000"/>
              <a:gd name="connsiteX85" fmla="*/ 4604655 w 7467600"/>
              <a:gd name="connsiteY85" fmla="*/ 5583434 h 6858000"/>
              <a:gd name="connsiteX86" fmla="*/ 4565074 w 7467600"/>
              <a:gd name="connsiteY86" fmla="*/ 5618550 h 6858000"/>
              <a:gd name="connsiteX87" fmla="*/ 4988186 w 7467600"/>
              <a:gd name="connsiteY87" fmla="*/ 5216467 h 6858000"/>
              <a:gd name="connsiteX88" fmla="*/ 4978032 w 7467600"/>
              <a:gd name="connsiteY88" fmla="*/ 5183809 h 6858000"/>
              <a:gd name="connsiteX89" fmla="*/ 4463413 w 7467600"/>
              <a:gd name="connsiteY89" fmla="*/ 5615162 h 6858000"/>
              <a:gd name="connsiteX90" fmla="*/ 4358134 w 7467600"/>
              <a:gd name="connsiteY90" fmla="*/ 5742791 h 6858000"/>
              <a:gd name="connsiteX91" fmla="*/ 4376219 w 7467600"/>
              <a:gd name="connsiteY91" fmla="*/ 5729027 h 6858000"/>
              <a:gd name="connsiteX92" fmla="*/ 4582340 w 7467600"/>
              <a:gd name="connsiteY92" fmla="*/ 5561037 h 6858000"/>
              <a:gd name="connsiteX93" fmla="*/ 4694684 w 7467600"/>
              <a:gd name="connsiteY93" fmla="*/ 5447098 h 6858000"/>
              <a:gd name="connsiteX94" fmla="*/ 4754123 w 7467600"/>
              <a:gd name="connsiteY94" fmla="*/ 5384643 h 6858000"/>
              <a:gd name="connsiteX95" fmla="*/ 4978032 w 7467600"/>
              <a:gd name="connsiteY95" fmla="*/ 5183809 h 6858000"/>
              <a:gd name="connsiteX96" fmla="*/ 1903353 w 7467600"/>
              <a:gd name="connsiteY96" fmla="*/ 5044827 h 6858000"/>
              <a:gd name="connsiteX97" fmla="*/ 1936931 w 7467600"/>
              <a:gd name="connsiteY97" fmla="*/ 5093954 h 6858000"/>
              <a:gd name="connsiteX98" fmla="*/ 2195868 w 7467600"/>
              <a:gd name="connsiteY98" fmla="*/ 5396574 h 6858000"/>
              <a:gd name="connsiteX99" fmla="*/ 2088852 w 7467600"/>
              <a:gd name="connsiteY99" fmla="*/ 5166123 h 6858000"/>
              <a:gd name="connsiteX100" fmla="*/ 1958241 w 7467600"/>
              <a:gd name="connsiteY100" fmla="*/ 5067955 h 6858000"/>
              <a:gd name="connsiteX101" fmla="*/ 1903353 w 7467600"/>
              <a:gd name="connsiteY101" fmla="*/ 5044827 h 6858000"/>
              <a:gd name="connsiteX102" fmla="*/ 1979378 w 7467600"/>
              <a:gd name="connsiteY102" fmla="*/ 4769504 h 6858000"/>
              <a:gd name="connsiteX103" fmla="*/ 2882120 w 7467600"/>
              <a:gd name="connsiteY103" fmla="*/ 5064547 h 6858000"/>
              <a:gd name="connsiteX104" fmla="*/ 2793103 w 7467600"/>
              <a:gd name="connsiteY104" fmla="*/ 5039699 h 6858000"/>
              <a:gd name="connsiteX105" fmla="*/ 2770041 w 7467600"/>
              <a:gd name="connsiteY105" fmla="*/ 5033634 h 6858000"/>
              <a:gd name="connsiteX106" fmla="*/ 1979378 w 7467600"/>
              <a:gd name="connsiteY106" fmla="*/ 4769504 h 6858000"/>
              <a:gd name="connsiteX107" fmla="*/ 1927410 w 7467600"/>
              <a:gd name="connsiteY107" fmla="*/ 4716164 h 6858000"/>
              <a:gd name="connsiteX108" fmla="*/ 1959587 w 7467600"/>
              <a:gd name="connsiteY108" fmla="*/ 4728849 h 6858000"/>
              <a:gd name="connsiteX109" fmla="*/ 2777707 w 7467600"/>
              <a:gd name="connsiteY109" fmla="*/ 5003991 h 6858000"/>
              <a:gd name="connsiteX110" fmla="*/ 2800768 w 7467600"/>
              <a:gd name="connsiteY110" fmla="*/ 5010056 h 6858000"/>
              <a:gd name="connsiteX111" fmla="*/ 2879408 w 7467600"/>
              <a:gd name="connsiteY111" fmla="*/ 5031590 h 6858000"/>
              <a:gd name="connsiteX112" fmla="*/ 2862295 w 7467600"/>
              <a:gd name="connsiteY112" fmla="*/ 5022958 h 6858000"/>
              <a:gd name="connsiteX113" fmla="*/ 2813343 w 7467600"/>
              <a:gd name="connsiteY113" fmla="*/ 4998369 h 6858000"/>
              <a:gd name="connsiteX114" fmla="*/ 2646245 w 7467600"/>
              <a:gd name="connsiteY114" fmla="*/ 4930999 h 6858000"/>
              <a:gd name="connsiteX115" fmla="*/ 1999243 w 7467600"/>
              <a:gd name="connsiteY115" fmla="*/ 4730524 h 6858000"/>
              <a:gd name="connsiteX116" fmla="*/ 1979527 w 7467600"/>
              <a:gd name="connsiteY116" fmla="*/ 4726651 h 6858000"/>
              <a:gd name="connsiteX117" fmla="*/ 1927410 w 7467600"/>
              <a:gd name="connsiteY117" fmla="*/ 4716164 h 6858000"/>
              <a:gd name="connsiteX118" fmla="*/ 1997014 w 7467600"/>
              <a:gd name="connsiteY118" fmla="*/ 4698007 h 6858000"/>
              <a:gd name="connsiteX119" fmla="*/ 2005458 w 7467600"/>
              <a:gd name="connsiteY119" fmla="*/ 4699540 h 6858000"/>
              <a:gd name="connsiteX120" fmla="*/ 2657186 w 7467600"/>
              <a:gd name="connsiteY120" fmla="*/ 4901687 h 6858000"/>
              <a:gd name="connsiteX121" fmla="*/ 2826662 w 7467600"/>
              <a:gd name="connsiteY121" fmla="*/ 4970362 h 6858000"/>
              <a:gd name="connsiteX122" fmla="*/ 2876100 w 7467600"/>
              <a:gd name="connsiteY122" fmla="*/ 4995397 h 6858000"/>
              <a:gd name="connsiteX123" fmla="*/ 3042600 w 7467600"/>
              <a:gd name="connsiteY123" fmla="*/ 5059532 h 6858000"/>
              <a:gd name="connsiteX124" fmla="*/ 1997014 w 7467600"/>
              <a:gd name="connsiteY124" fmla="*/ 4698007 h 6858000"/>
              <a:gd name="connsiteX125" fmla="*/ 2305292 w 7467600"/>
              <a:gd name="connsiteY125" fmla="*/ 4219492 h 6858000"/>
              <a:gd name="connsiteX126" fmla="*/ 3360922 w 7467600"/>
              <a:gd name="connsiteY126" fmla="*/ 4529373 h 6858000"/>
              <a:gd name="connsiteX127" fmla="*/ 3492420 w 7467600"/>
              <a:gd name="connsiteY127" fmla="*/ 4510145 h 6858000"/>
              <a:gd name="connsiteX128" fmla="*/ 3364086 w 7467600"/>
              <a:gd name="connsiteY128" fmla="*/ 4480340 h 6858000"/>
              <a:gd name="connsiteX129" fmla="*/ 3225818 w 7467600"/>
              <a:gd name="connsiteY129" fmla="*/ 4411822 h 6858000"/>
              <a:gd name="connsiteX130" fmla="*/ 3129696 w 7467600"/>
              <a:gd name="connsiteY130" fmla="*/ 4360704 h 6858000"/>
              <a:gd name="connsiteX131" fmla="*/ 2814545 w 7467600"/>
              <a:gd name="connsiteY131" fmla="*/ 4282955 h 6858000"/>
              <a:gd name="connsiteX132" fmla="*/ 2305292 w 7467600"/>
              <a:gd name="connsiteY132" fmla="*/ 4219492 h 6858000"/>
              <a:gd name="connsiteX133" fmla="*/ 2626982 w 7467600"/>
              <a:gd name="connsiteY133" fmla="*/ 4206450 h 6858000"/>
              <a:gd name="connsiteX134" fmla="*/ 2490617 w 7467600"/>
              <a:gd name="connsiteY134" fmla="*/ 4206951 h 6858000"/>
              <a:gd name="connsiteX135" fmla="*/ 2819869 w 7467600"/>
              <a:gd name="connsiteY135" fmla="*/ 4252936 h 6858000"/>
              <a:gd name="connsiteX136" fmla="*/ 3143018 w 7467600"/>
              <a:gd name="connsiteY136" fmla="*/ 4332698 h 6858000"/>
              <a:gd name="connsiteX137" fmla="*/ 3241520 w 7467600"/>
              <a:gd name="connsiteY137" fmla="*/ 4385112 h 6858000"/>
              <a:gd name="connsiteX138" fmla="*/ 3374575 w 7467600"/>
              <a:gd name="connsiteY138" fmla="*/ 4451517 h 6858000"/>
              <a:gd name="connsiteX139" fmla="*/ 3505221 w 7467600"/>
              <a:gd name="connsiteY139" fmla="*/ 4480757 h 6858000"/>
              <a:gd name="connsiteX140" fmla="*/ 2626982 w 7467600"/>
              <a:gd name="connsiteY140" fmla="*/ 4206450 h 6858000"/>
              <a:gd name="connsiteX141" fmla="*/ 1310106 w 7467600"/>
              <a:gd name="connsiteY141" fmla="*/ 3943217 h 6858000"/>
              <a:gd name="connsiteX142" fmla="*/ 854994 w 7467600"/>
              <a:gd name="connsiteY142" fmla="*/ 4399136 h 6858000"/>
              <a:gd name="connsiteX143" fmla="*/ 742462 w 7467600"/>
              <a:gd name="connsiteY143" fmla="*/ 4594648 h 6858000"/>
              <a:gd name="connsiteX144" fmla="*/ 820602 w 7467600"/>
              <a:gd name="connsiteY144" fmla="*/ 4485915 h 6858000"/>
              <a:gd name="connsiteX145" fmla="*/ 878295 w 7467600"/>
              <a:gd name="connsiteY145" fmla="*/ 4403594 h 6858000"/>
              <a:gd name="connsiteX146" fmla="*/ 1240607 w 7467600"/>
              <a:gd name="connsiteY146" fmla="*/ 4010401 h 6858000"/>
              <a:gd name="connsiteX147" fmla="*/ 1310106 w 7467600"/>
              <a:gd name="connsiteY147" fmla="*/ 3943217 h 6858000"/>
              <a:gd name="connsiteX148" fmla="*/ 1423113 w 7467600"/>
              <a:gd name="connsiteY148" fmla="*/ 3874565 h 6858000"/>
              <a:gd name="connsiteX149" fmla="*/ 1260565 w 7467600"/>
              <a:gd name="connsiteY149" fmla="*/ 4031982 h 6858000"/>
              <a:gd name="connsiteX150" fmla="*/ 901900 w 7467600"/>
              <a:gd name="connsiteY150" fmla="*/ 4421236 h 6858000"/>
              <a:gd name="connsiteX151" fmla="*/ 845044 w 7467600"/>
              <a:gd name="connsiteY151" fmla="*/ 4502436 h 6858000"/>
              <a:gd name="connsiteX152" fmla="*/ 685926 w 7467600"/>
              <a:gd name="connsiteY152" fmla="*/ 4703069 h 6858000"/>
              <a:gd name="connsiteX153" fmla="*/ 684248 w 7467600"/>
              <a:gd name="connsiteY153" fmla="*/ 4706721 h 6858000"/>
              <a:gd name="connsiteX154" fmla="*/ 1423113 w 7467600"/>
              <a:gd name="connsiteY154" fmla="*/ 3874565 h 6858000"/>
              <a:gd name="connsiteX155" fmla="*/ 3316479 w 7467600"/>
              <a:gd name="connsiteY155" fmla="*/ 3872136 h 6858000"/>
              <a:gd name="connsiteX156" fmla="*/ 3546806 w 7467600"/>
              <a:gd name="connsiteY156" fmla="*/ 4356139 h 6858000"/>
              <a:gd name="connsiteX157" fmla="*/ 3364433 w 7467600"/>
              <a:gd name="connsiteY157" fmla="*/ 3953121 h 6858000"/>
              <a:gd name="connsiteX158" fmla="*/ 3316479 w 7467600"/>
              <a:gd name="connsiteY158" fmla="*/ 3872136 h 6858000"/>
              <a:gd name="connsiteX159" fmla="*/ 3291335 w 7467600"/>
              <a:gd name="connsiteY159" fmla="*/ 3767420 h 6858000"/>
              <a:gd name="connsiteX160" fmla="*/ 3390805 w 7467600"/>
              <a:gd name="connsiteY160" fmla="*/ 3937163 h 6858000"/>
              <a:gd name="connsiteX161" fmla="*/ 3579062 w 7467600"/>
              <a:gd name="connsiteY161" fmla="*/ 4359040 h 6858000"/>
              <a:gd name="connsiteX162" fmla="*/ 3467355 w 7467600"/>
              <a:gd name="connsiteY162" fmla="*/ 3988130 h 6858000"/>
              <a:gd name="connsiteX163" fmla="*/ 3310753 w 7467600"/>
              <a:gd name="connsiteY163" fmla="*/ 3787140 h 6858000"/>
              <a:gd name="connsiteX164" fmla="*/ 3291335 w 7467600"/>
              <a:gd name="connsiteY164" fmla="*/ 3767420 h 6858000"/>
              <a:gd name="connsiteX165" fmla="*/ 1635889 w 7467600"/>
              <a:gd name="connsiteY165" fmla="*/ 3709494 h 6858000"/>
              <a:gd name="connsiteX166" fmla="*/ 1634800 w 7467600"/>
              <a:gd name="connsiteY166" fmla="*/ 3731111 h 6858000"/>
              <a:gd name="connsiteX167" fmla="*/ 1635889 w 7467600"/>
              <a:gd name="connsiteY167" fmla="*/ 3709494 h 6858000"/>
              <a:gd name="connsiteX168" fmla="*/ 1510397 w 7467600"/>
              <a:gd name="connsiteY168" fmla="*/ 3684705 h 6858000"/>
              <a:gd name="connsiteX169" fmla="*/ 1146550 w 7467600"/>
              <a:gd name="connsiteY169" fmla="*/ 3802012 h 6858000"/>
              <a:gd name="connsiteX170" fmla="*/ 698834 w 7467600"/>
              <a:gd name="connsiteY170" fmla="*/ 3952272 h 6858000"/>
              <a:gd name="connsiteX171" fmla="*/ 34256 w 7467600"/>
              <a:gd name="connsiteY171" fmla="*/ 4347603 h 6858000"/>
              <a:gd name="connsiteX172" fmla="*/ 527241 w 7467600"/>
              <a:gd name="connsiteY172" fmla="*/ 4065078 h 6858000"/>
              <a:gd name="connsiteX173" fmla="*/ 1510397 w 7467600"/>
              <a:gd name="connsiteY173" fmla="*/ 3684705 h 6858000"/>
              <a:gd name="connsiteX174" fmla="*/ 1313114 w 7467600"/>
              <a:gd name="connsiteY174" fmla="*/ 3655216 h 6858000"/>
              <a:gd name="connsiteX175" fmla="*/ 1109304 w 7467600"/>
              <a:gd name="connsiteY175" fmla="*/ 3669030 h 6858000"/>
              <a:gd name="connsiteX176" fmla="*/ 8129 w 7467600"/>
              <a:gd name="connsiteY176" fmla="*/ 4330519 h 6858000"/>
              <a:gd name="connsiteX177" fmla="*/ 687572 w 7467600"/>
              <a:gd name="connsiteY177" fmla="*/ 3925629 h 6858000"/>
              <a:gd name="connsiteX178" fmla="*/ 1138365 w 7467600"/>
              <a:gd name="connsiteY178" fmla="*/ 3774515 h 6858000"/>
              <a:gd name="connsiteX179" fmla="*/ 1505579 w 7467600"/>
              <a:gd name="connsiteY179" fmla="*/ 3655526 h 6858000"/>
              <a:gd name="connsiteX180" fmla="*/ 1313114 w 7467600"/>
              <a:gd name="connsiteY180" fmla="*/ 3655216 h 6858000"/>
              <a:gd name="connsiteX181" fmla="*/ 3655073 w 7467600"/>
              <a:gd name="connsiteY181" fmla="*/ 3650884 h 6858000"/>
              <a:gd name="connsiteX182" fmla="*/ 3989938 w 7467600"/>
              <a:gd name="connsiteY182" fmla="*/ 3991685 h 6858000"/>
              <a:gd name="connsiteX183" fmla="*/ 4393907 w 7467600"/>
              <a:gd name="connsiteY183" fmla="*/ 4261258 h 6858000"/>
              <a:gd name="connsiteX184" fmla="*/ 4648051 w 7467600"/>
              <a:gd name="connsiteY184" fmla="*/ 4374051 h 6858000"/>
              <a:gd name="connsiteX185" fmla="*/ 4383389 w 7467600"/>
              <a:gd name="connsiteY185" fmla="*/ 4184369 h 6858000"/>
              <a:gd name="connsiteX186" fmla="*/ 4165508 w 7467600"/>
              <a:gd name="connsiteY186" fmla="*/ 4035196 h 6858000"/>
              <a:gd name="connsiteX187" fmla="*/ 4068162 w 7467600"/>
              <a:gd name="connsiteY187" fmla="*/ 3953394 h 6858000"/>
              <a:gd name="connsiteX188" fmla="*/ 3981416 w 7467600"/>
              <a:gd name="connsiteY188" fmla="*/ 3880482 h 6858000"/>
              <a:gd name="connsiteX189" fmla="*/ 3800147 w 7467600"/>
              <a:gd name="connsiteY189" fmla="*/ 3749872 h 6858000"/>
              <a:gd name="connsiteX190" fmla="*/ 3655073 w 7467600"/>
              <a:gd name="connsiteY190" fmla="*/ 3650884 h 6858000"/>
              <a:gd name="connsiteX191" fmla="*/ 3670252 w 7467600"/>
              <a:gd name="connsiteY191" fmla="*/ 3622798 h 6858000"/>
              <a:gd name="connsiteX192" fmla="*/ 3817258 w 7467600"/>
              <a:gd name="connsiteY192" fmla="*/ 3723577 h 6858000"/>
              <a:gd name="connsiteX193" fmla="*/ 4000461 w 7467600"/>
              <a:gd name="connsiteY193" fmla="*/ 3855966 h 6858000"/>
              <a:gd name="connsiteX194" fmla="*/ 4088180 w 7467600"/>
              <a:gd name="connsiteY194" fmla="*/ 3929774 h 6858000"/>
              <a:gd name="connsiteX195" fmla="*/ 4184555 w 7467600"/>
              <a:gd name="connsiteY195" fmla="*/ 4010683 h 6858000"/>
              <a:gd name="connsiteX196" fmla="*/ 4399563 w 7467600"/>
              <a:gd name="connsiteY196" fmla="*/ 4158106 h 6858000"/>
              <a:gd name="connsiteX197" fmla="*/ 4684469 w 7467600"/>
              <a:gd name="connsiteY197" fmla="*/ 4364680 h 6858000"/>
              <a:gd name="connsiteX198" fmla="*/ 4690271 w 7467600"/>
              <a:gd name="connsiteY198" fmla="*/ 4370034 h 6858000"/>
              <a:gd name="connsiteX199" fmla="*/ 4136093 w 7467600"/>
              <a:gd name="connsiteY199" fmla="*/ 3858466 h 6858000"/>
              <a:gd name="connsiteX200" fmla="*/ 3670252 w 7467600"/>
              <a:gd name="connsiteY200" fmla="*/ 3622798 h 6858000"/>
              <a:gd name="connsiteX201" fmla="*/ 4440129 w 7467600"/>
              <a:gd name="connsiteY201" fmla="*/ 3448571 h 6858000"/>
              <a:gd name="connsiteX202" fmla="*/ 4856525 w 7467600"/>
              <a:gd name="connsiteY202" fmla="*/ 3915351 h 6858000"/>
              <a:gd name="connsiteX203" fmla="*/ 5059055 w 7467600"/>
              <a:gd name="connsiteY203" fmla="*/ 4108918 h 6858000"/>
              <a:gd name="connsiteX204" fmla="*/ 5290070 w 7467600"/>
              <a:gd name="connsiteY204" fmla="*/ 4263619 h 6858000"/>
              <a:gd name="connsiteX205" fmla="*/ 4834991 w 7467600"/>
              <a:gd name="connsiteY205" fmla="*/ 3830985 h 6858000"/>
              <a:gd name="connsiteX206" fmla="*/ 4440129 w 7467600"/>
              <a:gd name="connsiteY206" fmla="*/ 3448571 h 6858000"/>
              <a:gd name="connsiteX207" fmla="*/ 4441737 w 7467600"/>
              <a:gd name="connsiteY207" fmla="*/ 3399734 h 6858000"/>
              <a:gd name="connsiteX208" fmla="*/ 4431236 w 7467600"/>
              <a:gd name="connsiteY208" fmla="*/ 3400954 h 6858000"/>
              <a:gd name="connsiteX209" fmla="*/ 4557150 w 7467600"/>
              <a:gd name="connsiteY209" fmla="*/ 3510023 h 6858000"/>
              <a:gd name="connsiteX210" fmla="*/ 4856936 w 7467600"/>
              <a:gd name="connsiteY210" fmla="*/ 3809146 h 6858000"/>
              <a:gd name="connsiteX211" fmla="*/ 5111996 w 7467600"/>
              <a:gd name="connsiteY211" fmla="*/ 4065759 h 6858000"/>
              <a:gd name="connsiteX212" fmla="*/ 5388878 w 7467600"/>
              <a:gd name="connsiteY212" fmla="*/ 4300185 h 6858000"/>
              <a:gd name="connsiteX213" fmla="*/ 5425556 w 7467600"/>
              <a:gd name="connsiteY213" fmla="*/ 4308967 h 6858000"/>
              <a:gd name="connsiteX214" fmla="*/ 4943646 w 7467600"/>
              <a:gd name="connsiteY214" fmla="*/ 3822916 h 6858000"/>
              <a:gd name="connsiteX215" fmla="*/ 4594837 w 7467600"/>
              <a:gd name="connsiteY215" fmla="*/ 3532274 h 6858000"/>
              <a:gd name="connsiteX216" fmla="*/ 4441737 w 7467600"/>
              <a:gd name="connsiteY216" fmla="*/ 3399734 h 6858000"/>
              <a:gd name="connsiteX217" fmla="*/ 5425834 w 7467600"/>
              <a:gd name="connsiteY217" fmla="*/ 3162785 h 6858000"/>
              <a:gd name="connsiteX218" fmla="*/ 5401644 w 7467600"/>
              <a:gd name="connsiteY218" fmla="*/ 3617847 h 6858000"/>
              <a:gd name="connsiteX219" fmla="*/ 5467256 w 7467600"/>
              <a:gd name="connsiteY219" fmla="*/ 4175494 h 6858000"/>
              <a:gd name="connsiteX220" fmla="*/ 5448069 w 7467600"/>
              <a:gd name="connsiteY220" fmla="*/ 3567554 h 6858000"/>
              <a:gd name="connsiteX221" fmla="*/ 5425834 w 7467600"/>
              <a:gd name="connsiteY221" fmla="*/ 3162785 h 6858000"/>
              <a:gd name="connsiteX222" fmla="*/ 1318687 w 7467600"/>
              <a:gd name="connsiteY222" fmla="*/ 3113840 h 6858000"/>
              <a:gd name="connsiteX223" fmla="*/ 1066793 w 7467600"/>
              <a:gd name="connsiteY223" fmla="*/ 3212171 h 6858000"/>
              <a:gd name="connsiteX224" fmla="*/ 993319 w 7467600"/>
              <a:gd name="connsiteY224" fmla="*/ 3247648 h 6858000"/>
              <a:gd name="connsiteX225" fmla="*/ 853081 w 7467600"/>
              <a:gd name="connsiteY225" fmla="*/ 3312410 h 6858000"/>
              <a:gd name="connsiteX226" fmla="*/ 805957 w 7467600"/>
              <a:gd name="connsiteY226" fmla="*/ 3330443 h 6858000"/>
              <a:gd name="connsiteX227" fmla="*/ 1318687 w 7467600"/>
              <a:gd name="connsiteY227" fmla="*/ 3113840 h 6858000"/>
              <a:gd name="connsiteX228" fmla="*/ 5453702 w 7467600"/>
              <a:gd name="connsiteY228" fmla="*/ 3090882 h 6858000"/>
              <a:gd name="connsiteX229" fmla="*/ 5480135 w 7467600"/>
              <a:gd name="connsiteY229" fmla="*/ 3565802 h 6858000"/>
              <a:gd name="connsiteX230" fmla="*/ 5499023 w 7467600"/>
              <a:gd name="connsiteY230" fmla="*/ 4166310 h 6858000"/>
              <a:gd name="connsiteX231" fmla="*/ 5547022 w 7467600"/>
              <a:gd name="connsiteY231" fmla="*/ 3607838 h 6858000"/>
              <a:gd name="connsiteX232" fmla="*/ 5515964 w 7467600"/>
              <a:gd name="connsiteY232" fmla="*/ 3378541 h 6858000"/>
              <a:gd name="connsiteX233" fmla="*/ 5453702 w 7467600"/>
              <a:gd name="connsiteY233" fmla="*/ 3090882 h 6858000"/>
              <a:gd name="connsiteX234" fmla="*/ 1238695 w 7467600"/>
              <a:gd name="connsiteY234" fmla="*/ 3076820 h 6858000"/>
              <a:gd name="connsiteX235" fmla="*/ 716371 w 7467600"/>
              <a:gd name="connsiteY235" fmla="*/ 3293249 h 6858000"/>
              <a:gd name="connsiteX236" fmla="*/ 579522 w 7467600"/>
              <a:gd name="connsiteY236" fmla="*/ 3371759 h 6858000"/>
              <a:gd name="connsiteX237" fmla="*/ 600288 w 7467600"/>
              <a:gd name="connsiteY237" fmla="*/ 3365555 h 6858000"/>
              <a:gd name="connsiteX238" fmla="*/ 840692 w 7467600"/>
              <a:gd name="connsiteY238" fmla="*/ 3284921 h 6858000"/>
              <a:gd name="connsiteX239" fmla="*/ 979248 w 7467600"/>
              <a:gd name="connsiteY239" fmla="*/ 3221003 h 6858000"/>
              <a:gd name="connsiteX240" fmla="*/ 1053282 w 7467600"/>
              <a:gd name="connsiteY240" fmla="*/ 3185247 h 6858000"/>
              <a:gd name="connsiteX241" fmla="*/ 1320603 w 7467600"/>
              <a:gd name="connsiteY241" fmla="*/ 3081281 h 6858000"/>
              <a:gd name="connsiteX242" fmla="*/ 1238695 w 7467600"/>
              <a:gd name="connsiteY242" fmla="*/ 3076820 h 6858000"/>
              <a:gd name="connsiteX243" fmla="*/ 5425627 w 7467600"/>
              <a:gd name="connsiteY243" fmla="*/ 2954192 h 6858000"/>
              <a:gd name="connsiteX244" fmla="*/ 5470770 w 7467600"/>
              <a:gd name="connsiteY244" fmla="*/ 3005435 h 6858000"/>
              <a:gd name="connsiteX245" fmla="*/ 5519779 w 7467600"/>
              <a:gd name="connsiteY245" fmla="*/ 4359223 h 6858000"/>
              <a:gd name="connsiteX246" fmla="*/ 5520293 w 7467600"/>
              <a:gd name="connsiteY246" fmla="*/ 4360602 h 6858000"/>
              <a:gd name="connsiteX247" fmla="*/ 5767221 w 7467600"/>
              <a:gd name="connsiteY247" fmla="*/ 4665564 h 6858000"/>
              <a:gd name="connsiteX248" fmla="*/ 6937169 w 7467600"/>
              <a:gd name="connsiteY248" fmla="*/ 4815941 h 6858000"/>
              <a:gd name="connsiteX249" fmla="*/ 6953922 w 7467600"/>
              <a:gd name="connsiteY249" fmla="*/ 4890068 h 6858000"/>
              <a:gd name="connsiteX250" fmla="*/ 6071359 w 7467600"/>
              <a:gd name="connsiteY250" fmla="*/ 4770770 h 6858000"/>
              <a:gd name="connsiteX251" fmla="*/ 6038839 w 7467600"/>
              <a:gd name="connsiteY251" fmla="*/ 4764474 h 6858000"/>
              <a:gd name="connsiteX252" fmla="*/ 6038706 w 7467600"/>
              <a:gd name="connsiteY252" fmla="*/ 4763847 h 6858000"/>
              <a:gd name="connsiteX253" fmla="*/ 6037784 w 7467600"/>
              <a:gd name="connsiteY253" fmla="*/ 4764270 h 6858000"/>
              <a:gd name="connsiteX254" fmla="*/ 6038839 w 7467600"/>
              <a:gd name="connsiteY254" fmla="*/ 4764474 h 6858000"/>
              <a:gd name="connsiteX255" fmla="*/ 6040338 w 7467600"/>
              <a:gd name="connsiteY255" fmla="*/ 4771418 h 6858000"/>
              <a:gd name="connsiteX256" fmla="*/ 6024488 w 7467600"/>
              <a:gd name="connsiteY256" fmla="*/ 4809903 h 6858000"/>
              <a:gd name="connsiteX257" fmla="*/ 5599771 w 7467600"/>
              <a:gd name="connsiteY257" fmla="*/ 5509652 h 6858000"/>
              <a:gd name="connsiteX258" fmla="*/ 5548843 w 7467600"/>
              <a:gd name="connsiteY258" fmla="*/ 5563845 h 6858000"/>
              <a:gd name="connsiteX259" fmla="*/ 5940952 w 7467600"/>
              <a:gd name="connsiteY259" fmla="*/ 6250028 h 6858000"/>
              <a:gd name="connsiteX260" fmla="*/ 6043441 w 7467600"/>
              <a:gd name="connsiteY260" fmla="*/ 6665847 h 6858000"/>
              <a:gd name="connsiteX261" fmla="*/ 6093432 w 7467600"/>
              <a:gd name="connsiteY261" fmla="*/ 6858000 h 6858000"/>
              <a:gd name="connsiteX262" fmla="*/ 6034344 w 7467600"/>
              <a:gd name="connsiteY262" fmla="*/ 6858000 h 6858000"/>
              <a:gd name="connsiteX263" fmla="*/ 6026679 w 7467600"/>
              <a:gd name="connsiteY263" fmla="*/ 6836959 h 6858000"/>
              <a:gd name="connsiteX264" fmla="*/ 5800441 w 7467600"/>
              <a:gd name="connsiteY264" fmla="*/ 6335286 h 6858000"/>
              <a:gd name="connsiteX265" fmla="*/ 5526562 w 7467600"/>
              <a:gd name="connsiteY265" fmla="*/ 5705388 h 6858000"/>
              <a:gd name="connsiteX266" fmla="*/ 5519640 w 7467600"/>
              <a:gd name="connsiteY266" fmla="*/ 5683774 h 6858000"/>
              <a:gd name="connsiteX267" fmla="*/ 5844559 w 7467600"/>
              <a:gd name="connsiteY267" fmla="*/ 6553349 h 6858000"/>
              <a:gd name="connsiteX268" fmla="*/ 5975994 w 7467600"/>
              <a:gd name="connsiteY268" fmla="*/ 6858000 h 6858000"/>
              <a:gd name="connsiteX269" fmla="*/ 5898547 w 7467600"/>
              <a:gd name="connsiteY269" fmla="*/ 6858000 h 6858000"/>
              <a:gd name="connsiteX270" fmla="*/ 5682041 w 7467600"/>
              <a:gd name="connsiteY270" fmla="*/ 6355860 h 6858000"/>
              <a:gd name="connsiteX271" fmla="*/ 5461758 w 7467600"/>
              <a:gd name="connsiteY271" fmla="*/ 5820220 h 6858000"/>
              <a:gd name="connsiteX272" fmla="*/ 5237282 w 7467600"/>
              <a:gd name="connsiteY272" fmla="*/ 6579086 h 6858000"/>
              <a:gd name="connsiteX273" fmla="*/ 5115009 w 7467600"/>
              <a:gd name="connsiteY273" fmla="*/ 6858000 h 6858000"/>
              <a:gd name="connsiteX274" fmla="*/ 5028074 w 7467600"/>
              <a:gd name="connsiteY274" fmla="*/ 6858000 h 6858000"/>
              <a:gd name="connsiteX275" fmla="*/ 5079508 w 7467600"/>
              <a:gd name="connsiteY275" fmla="*/ 6749074 h 6858000"/>
              <a:gd name="connsiteX276" fmla="*/ 5371846 w 7467600"/>
              <a:gd name="connsiteY276" fmla="*/ 5924413 h 6858000"/>
              <a:gd name="connsiteX277" fmla="*/ 5270512 w 7467600"/>
              <a:gd name="connsiteY277" fmla="*/ 6138975 h 6858000"/>
              <a:gd name="connsiteX278" fmla="*/ 5062409 w 7467600"/>
              <a:gd name="connsiteY278" fmla="*/ 6653544 h 6858000"/>
              <a:gd name="connsiteX279" fmla="*/ 5036628 w 7467600"/>
              <a:gd name="connsiteY279" fmla="*/ 6754247 h 6858000"/>
              <a:gd name="connsiteX280" fmla="*/ 5009112 w 7467600"/>
              <a:gd name="connsiteY280" fmla="*/ 6858000 h 6858000"/>
              <a:gd name="connsiteX281" fmla="*/ 4976679 w 7467600"/>
              <a:gd name="connsiteY281" fmla="*/ 6858000 h 6858000"/>
              <a:gd name="connsiteX282" fmla="*/ 5006537 w 7467600"/>
              <a:gd name="connsiteY282" fmla="*/ 6747068 h 6858000"/>
              <a:gd name="connsiteX283" fmla="*/ 5032723 w 7467600"/>
              <a:gd name="connsiteY283" fmla="*/ 6644957 h 6858000"/>
              <a:gd name="connsiteX284" fmla="*/ 5242949 w 7467600"/>
              <a:gd name="connsiteY284" fmla="*/ 6125175 h 6858000"/>
              <a:gd name="connsiteX285" fmla="*/ 5286321 w 7467600"/>
              <a:gd name="connsiteY285" fmla="*/ 6033555 h 6858000"/>
              <a:gd name="connsiteX286" fmla="*/ 5008210 w 7467600"/>
              <a:gd name="connsiteY286" fmla="*/ 6649194 h 6858000"/>
              <a:gd name="connsiteX287" fmla="*/ 4986321 w 7467600"/>
              <a:gd name="connsiteY287" fmla="*/ 6765687 h 6858000"/>
              <a:gd name="connsiteX288" fmla="*/ 4973474 w 7467600"/>
              <a:gd name="connsiteY288" fmla="*/ 6858000 h 6858000"/>
              <a:gd name="connsiteX289" fmla="*/ 4907178 w 7467600"/>
              <a:gd name="connsiteY289" fmla="*/ 6858000 h 6858000"/>
              <a:gd name="connsiteX290" fmla="*/ 4910810 w 7467600"/>
              <a:gd name="connsiteY290" fmla="*/ 6829660 h 6858000"/>
              <a:gd name="connsiteX291" fmla="*/ 4987461 w 7467600"/>
              <a:gd name="connsiteY291" fmla="*/ 6432994 h 6858000"/>
              <a:gd name="connsiteX292" fmla="*/ 5179262 w 7467600"/>
              <a:gd name="connsiteY292" fmla="*/ 6035044 h 6858000"/>
              <a:gd name="connsiteX293" fmla="*/ 4689678 w 7467600"/>
              <a:gd name="connsiteY293" fmla="*/ 6440241 h 6858000"/>
              <a:gd name="connsiteX294" fmla="*/ 4477543 w 7467600"/>
              <a:gd name="connsiteY294" fmla="*/ 6674836 h 6858000"/>
              <a:gd name="connsiteX295" fmla="*/ 4329957 w 7467600"/>
              <a:gd name="connsiteY295" fmla="*/ 6858000 h 6858000"/>
              <a:gd name="connsiteX296" fmla="*/ 4218595 w 7467600"/>
              <a:gd name="connsiteY296" fmla="*/ 6858000 h 6858000"/>
              <a:gd name="connsiteX297" fmla="*/ 4368888 w 7467600"/>
              <a:gd name="connsiteY297" fmla="*/ 6668412 h 6858000"/>
              <a:gd name="connsiteX298" fmla="*/ 4563091 w 7467600"/>
              <a:gd name="connsiteY298" fmla="*/ 6442508 h 6858000"/>
              <a:gd name="connsiteX299" fmla="*/ 5387324 w 7467600"/>
              <a:gd name="connsiteY299" fmla="*/ 5705830 h 6858000"/>
              <a:gd name="connsiteX300" fmla="*/ 5073620 w 7467600"/>
              <a:gd name="connsiteY300" fmla="*/ 5955437 h 6858000"/>
              <a:gd name="connsiteX301" fmla="*/ 4689789 w 7467600"/>
              <a:gd name="connsiteY301" fmla="*/ 6268382 h 6858000"/>
              <a:gd name="connsiteX302" fmla="*/ 4418722 w 7467600"/>
              <a:gd name="connsiteY302" fmla="*/ 6570886 h 6858000"/>
              <a:gd name="connsiteX303" fmla="*/ 4214944 w 7467600"/>
              <a:gd name="connsiteY303" fmla="*/ 6858000 h 6858000"/>
              <a:gd name="connsiteX304" fmla="*/ 4177898 w 7467600"/>
              <a:gd name="connsiteY304" fmla="*/ 6858000 h 6858000"/>
              <a:gd name="connsiteX305" fmla="*/ 4391597 w 7467600"/>
              <a:gd name="connsiteY305" fmla="*/ 6556370 h 6858000"/>
              <a:gd name="connsiteX306" fmla="*/ 4668889 w 7467600"/>
              <a:gd name="connsiteY306" fmla="*/ 6246399 h 6858000"/>
              <a:gd name="connsiteX307" fmla="*/ 5055427 w 7467600"/>
              <a:gd name="connsiteY307" fmla="*/ 5931476 h 6858000"/>
              <a:gd name="connsiteX308" fmla="*/ 5371814 w 7467600"/>
              <a:gd name="connsiteY308" fmla="*/ 5678975 h 6858000"/>
              <a:gd name="connsiteX309" fmla="*/ 4987918 w 7467600"/>
              <a:gd name="connsiteY309" fmla="*/ 5838701 h 6858000"/>
              <a:gd name="connsiteX310" fmla="*/ 4317146 w 7467600"/>
              <a:gd name="connsiteY310" fmla="*/ 6587716 h 6858000"/>
              <a:gd name="connsiteX311" fmla="*/ 4171627 w 7467600"/>
              <a:gd name="connsiteY311" fmla="*/ 6858000 h 6858000"/>
              <a:gd name="connsiteX312" fmla="*/ 4081585 w 7467600"/>
              <a:gd name="connsiteY312" fmla="*/ 6858000 h 6858000"/>
              <a:gd name="connsiteX313" fmla="*/ 4238603 w 7467600"/>
              <a:gd name="connsiteY313" fmla="*/ 6559341 h 6858000"/>
              <a:gd name="connsiteX314" fmla="*/ 4778333 w 7467600"/>
              <a:gd name="connsiteY314" fmla="*/ 5873626 h 6858000"/>
              <a:gd name="connsiteX315" fmla="*/ 5414185 w 7467600"/>
              <a:gd name="connsiteY315" fmla="*/ 5573882 h 6858000"/>
              <a:gd name="connsiteX316" fmla="*/ 5959648 w 7467600"/>
              <a:gd name="connsiteY316" fmla="*/ 4760797 h 6858000"/>
              <a:gd name="connsiteX317" fmla="*/ 5355019 w 7467600"/>
              <a:gd name="connsiteY317" fmla="*/ 4734672 h 6858000"/>
              <a:gd name="connsiteX318" fmla="*/ 5083565 w 7467600"/>
              <a:gd name="connsiteY318" fmla="*/ 5179121 h 6858000"/>
              <a:gd name="connsiteX319" fmla="*/ 4713577 w 7467600"/>
              <a:gd name="connsiteY319" fmla="*/ 5616803 h 6858000"/>
              <a:gd name="connsiteX320" fmla="*/ 3989559 w 7467600"/>
              <a:gd name="connsiteY320" fmla="*/ 6145945 h 6858000"/>
              <a:gd name="connsiteX321" fmla="*/ 3939824 w 7467600"/>
              <a:gd name="connsiteY321" fmla="*/ 6066900 h 6858000"/>
              <a:gd name="connsiteX322" fmla="*/ 4584537 w 7467600"/>
              <a:gd name="connsiteY322" fmla="*/ 5324826 h 6858000"/>
              <a:gd name="connsiteX323" fmla="*/ 5037105 w 7467600"/>
              <a:gd name="connsiteY323" fmla="*/ 5088765 h 6858000"/>
              <a:gd name="connsiteX324" fmla="*/ 5039930 w 7467600"/>
              <a:gd name="connsiteY324" fmla="*/ 5089585 h 6858000"/>
              <a:gd name="connsiteX325" fmla="*/ 5263764 w 7467600"/>
              <a:gd name="connsiteY325" fmla="*/ 4735525 h 6858000"/>
              <a:gd name="connsiteX326" fmla="*/ 4086300 w 7467600"/>
              <a:gd name="connsiteY326" fmla="*/ 4884599 h 6858000"/>
              <a:gd name="connsiteX327" fmla="*/ 4085485 w 7467600"/>
              <a:gd name="connsiteY327" fmla="*/ 4899070 h 6858000"/>
              <a:gd name="connsiteX328" fmla="*/ 3871915 w 7467600"/>
              <a:gd name="connsiteY328" fmla="*/ 5253645 h 6858000"/>
              <a:gd name="connsiteX329" fmla="*/ 3799374 w 7467600"/>
              <a:gd name="connsiteY329" fmla="*/ 5466127 h 6858000"/>
              <a:gd name="connsiteX330" fmla="*/ 3498850 w 7467600"/>
              <a:gd name="connsiteY330" fmla="*/ 6661888 h 6858000"/>
              <a:gd name="connsiteX331" fmla="*/ 3399216 w 7467600"/>
              <a:gd name="connsiteY331" fmla="*/ 6858000 h 6858000"/>
              <a:gd name="connsiteX332" fmla="*/ 3303688 w 7467600"/>
              <a:gd name="connsiteY332" fmla="*/ 6858000 h 6858000"/>
              <a:gd name="connsiteX333" fmla="*/ 3391774 w 7467600"/>
              <a:gd name="connsiteY333" fmla="*/ 6697181 h 6858000"/>
              <a:gd name="connsiteX334" fmla="*/ 3735540 w 7467600"/>
              <a:gd name="connsiteY334" fmla="*/ 5546923 h 6858000"/>
              <a:gd name="connsiteX335" fmla="*/ 3729438 w 7467600"/>
              <a:gd name="connsiteY335" fmla="*/ 5569058 h 6858000"/>
              <a:gd name="connsiteX336" fmla="*/ 3707782 w 7467600"/>
              <a:gd name="connsiteY336" fmla="*/ 5644908 h 6858000"/>
              <a:gd name="connsiteX337" fmla="*/ 3583827 w 7467600"/>
              <a:gd name="connsiteY337" fmla="*/ 6039215 h 6858000"/>
              <a:gd name="connsiteX338" fmla="*/ 3547861 w 7467600"/>
              <a:gd name="connsiteY338" fmla="*/ 6129609 h 6858000"/>
              <a:gd name="connsiteX339" fmla="*/ 3490905 w 7467600"/>
              <a:gd name="connsiteY339" fmla="*/ 6277660 h 6858000"/>
              <a:gd name="connsiteX340" fmla="*/ 3455859 w 7467600"/>
              <a:gd name="connsiteY340" fmla="*/ 6391301 h 6858000"/>
              <a:gd name="connsiteX341" fmla="*/ 3429112 w 7467600"/>
              <a:gd name="connsiteY341" fmla="*/ 6479469 h 6858000"/>
              <a:gd name="connsiteX342" fmla="*/ 3304862 w 7467600"/>
              <a:gd name="connsiteY342" fmla="*/ 6796476 h 6858000"/>
              <a:gd name="connsiteX343" fmla="*/ 3276071 w 7467600"/>
              <a:gd name="connsiteY343" fmla="*/ 6858000 h 6858000"/>
              <a:gd name="connsiteX344" fmla="*/ 3240805 w 7467600"/>
              <a:gd name="connsiteY344" fmla="*/ 6858000 h 6858000"/>
              <a:gd name="connsiteX345" fmla="*/ 3275917 w 7467600"/>
              <a:gd name="connsiteY345" fmla="*/ 6783192 h 6858000"/>
              <a:gd name="connsiteX346" fmla="*/ 3399358 w 7467600"/>
              <a:gd name="connsiteY346" fmla="*/ 6469011 h 6858000"/>
              <a:gd name="connsiteX347" fmla="*/ 3425650 w 7467600"/>
              <a:gd name="connsiteY347" fmla="*/ 6381333 h 6858000"/>
              <a:gd name="connsiteX348" fmla="*/ 3460661 w 7467600"/>
              <a:gd name="connsiteY348" fmla="*/ 6266763 h 6858000"/>
              <a:gd name="connsiteX349" fmla="*/ 3518021 w 7467600"/>
              <a:gd name="connsiteY349" fmla="*/ 6117298 h 6858000"/>
              <a:gd name="connsiteX350" fmla="*/ 3554035 w 7467600"/>
              <a:gd name="connsiteY350" fmla="*/ 6027832 h 6858000"/>
              <a:gd name="connsiteX351" fmla="*/ 3677174 w 7467600"/>
              <a:gd name="connsiteY351" fmla="*/ 5636351 h 6858000"/>
              <a:gd name="connsiteX352" fmla="*/ 3698819 w 7467600"/>
              <a:gd name="connsiteY352" fmla="*/ 5560503 h 6858000"/>
              <a:gd name="connsiteX353" fmla="*/ 3702094 w 7467600"/>
              <a:gd name="connsiteY353" fmla="*/ 5549194 h 6858000"/>
              <a:gd name="connsiteX354" fmla="*/ 3398355 w 7467600"/>
              <a:gd name="connsiteY354" fmla="*/ 6094603 h 6858000"/>
              <a:gd name="connsiteX355" fmla="*/ 3193941 w 7467600"/>
              <a:gd name="connsiteY355" fmla="*/ 6798775 h 6858000"/>
              <a:gd name="connsiteX356" fmla="*/ 3184140 w 7467600"/>
              <a:gd name="connsiteY356" fmla="*/ 6858000 h 6858000"/>
              <a:gd name="connsiteX357" fmla="*/ 3099978 w 7467600"/>
              <a:gd name="connsiteY357" fmla="*/ 6858000 h 6858000"/>
              <a:gd name="connsiteX358" fmla="*/ 3101556 w 7467600"/>
              <a:gd name="connsiteY358" fmla="*/ 6843337 h 6858000"/>
              <a:gd name="connsiteX359" fmla="*/ 3370162 w 7467600"/>
              <a:gd name="connsiteY359" fmla="*/ 5785550 h 6858000"/>
              <a:gd name="connsiteX360" fmla="*/ 3746477 w 7467600"/>
              <a:gd name="connsiteY360" fmla="*/ 5377889 h 6858000"/>
              <a:gd name="connsiteX361" fmla="*/ 3863399 w 7467600"/>
              <a:gd name="connsiteY361" fmla="*/ 5087257 h 6858000"/>
              <a:gd name="connsiteX362" fmla="*/ 3968712 w 7467600"/>
              <a:gd name="connsiteY362" fmla="*/ 4913989 h 6858000"/>
              <a:gd name="connsiteX363" fmla="*/ 2792390 w 7467600"/>
              <a:gd name="connsiteY363" fmla="*/ 5382974 h 6858000"/>
              <a:gd name="connsiteX364" fmla="*/ 2714982 w 7467600"/>
              <a:gd name="connsiteY364" fmla="*/ 5427051 h 6858000"/>
              <a:gd name="connsiteX365" fmla="*/ 2813361 w 7467600"/>
              <a:gd name="connsiteY365" fmla="*/ 6023912 h 6858000"/>
              <a:gd name="connsiteX366" fmla="*/ 2688430 w 7467600"/>
              <a:gd name="connsiteY366" fmla="*/ 6801564 h 6858000"/>
              <a:gd name="connsiteX367" fmla="*/ 2629626 w 7467600"/>
              <a:gd name="connsiteY367" fmla="*/ 6763394 h 6858000"/>
              <a:gd name="connsiteX368" fmla="*/ 2565328 w 7467600"/>
              <a:gd name="connsiteY368" fmla="*/ 5516399 h 6858000"/>
              <a:gd name="connsiteX369" fmla="*/ 1922999 w 7467600"/>
              <a:gd name="connsiteY369" fmla="*/ 5980343 h 6858000"/>
              <a:gd name="connsiteX370" fmla="*/ 1950261 w 7467600"/>
              <a:gd name="connsiteY370" fmla="*/ 6405858 h 6858000"/>
              <a:gd name="connsiteX371" fmla="*/ 2365554 w 7467600"/>
              <a:gd name="connsiteY371" fmla="*/ 6759107 h 6858000"/>
              <a:gd name="connsiteX372" fmla="*/ 2424142 w 7467600"/>
              <a:gd name="connsiteY372" fmla="*/ 6858000 h 6858000"/>
              <a:gd name="connsiteX373" fmla="*/ 2395994 w 7467600"/>
              <a:gd name="connsiteY373" fmla="*/ 6858000 h 6858000"/>
              <a:gd name="connsiteX374" fmla="*/ 2392863 w 7467600"/>
              <a:gd name="connsiteY374" fmla="*/ 6852964 h 6858000"/>
              <a:gd name="connsiteX375" fmla="*/ 2017589 w 7467600"/>
              <a:gd name="connsiteY375" fmla="*/ 6493982 h 6858000"/>
              <a:gd name="connsiteX376" fmla="*/ 2147336 w 7467600"/>
              <a:gd name="connsiteY376" fmla="*/ 6594052 h 6858000"/>
              <a:gd name="connsiteX377" fmla="*/ 2207047 w 7467600"/>
              <a:gd name="connsiteY377" fmla="*/ 6654540 h 6858000"/>
              <a:gd name="connsiteX378" fmla="*/ 2299106 w 7467600"/>
              <a:gd name="connsiteY378" fmla="*/ 6778931 h 6858000"/>
              <a:gd name="connsiteX379" fmla="*/ 2314430 w 7467600"/>
              <a:gd name="connsiteY379" fmla="*/ 6801144 h 6858000"/>
              <a:gd name="connsiteX380" fmla="*/ 2352406 w 7467600"/>
              <a:gd name="connsiteY380" fmla="*/ 6858000 h 6858000"/>
              <a:gd name="connsiteX381" fmla="*/ 2314492 w 7467600"/>
              <a:gd name="connsiteY381" fmla="*/ 6858000 h 6858000"/>
              <a:gd name="connsiteX382" fmla="*/ 2288095 w 7467600"/>
              <a:gd name="connsiteY382" fmla="*/ 6818030 h 6858000"/>
              <a:gd name="connsiteX383" fmla="*/ 2272768 w 7467600"/>
              <a:gd name="connsiteY383" fmla="*/ 6795822 h 6858000"/>
              <a:gd name="connsiteX384" fmla="*/ 2182715 w 7467600"/>
              <a:gd name="connsiteY384" fmla="*/ 6675071 h 6858000"/>
              <a:gd name="connsiteX385" fmla="*/ 2032061 w 7467600"/>
              <a:gd name="connsiteY385" fmla="*/ 6541380 h 6858000"/>
              <a:gd name="connsiteX386" fmla="*/ 2257220 w 7467600"/>
              <a:gd name="connsiteY386" fmla="*/ 6826257 h 6858000"/>
              <a:gd name="connsiteX387" fmla="*/ 2281324 w 7467600"/>
              <a:gd name="connsiteY387" fmla="*/ 6858000 h 6858000"/>
              <a:gd name="connsiteX388" fmla="*/ 2242860 w 7467600"/>
              <a:gd name="connsiteY388" fmla="*/ 6858000 h 6858000"/>
              <a:gd name="connsiteX389" fmla="*/ 2232818 w 7467600"/>
              <a:gd name="connsiteY389" fmla="*/ 6844926 h 6858000"/>
              <a:gd name="connsiteX390" fmla="*/ 1990172 w 7467600"/>
              <a:gd name="connsiteY390" fmla="*/ 6542121 h 6858000"/>
              <a:gd name="connsiteX391" fmla="*/ 2124090 w 7467600"/>
              <a:gd name="connsiteY391" fmla="*/ 6761017 h 6858000"/>
              <a:gd name="connsiteX392" fmla="*/ 2200380 w 7467600"/>
              <a:gd name="connsiteY392" fmla="*/ 6858000 h 6858000"/>
              <a:gd name="connsiteX393" fmla="*/ 2147507 w 7467600"/>
              <a:gd name="connsiteY393" fmla="*/ 6858000 h 6858000"/>
              <a:gd name="connsiteX394" fmla="*/ 2070668 w 7467600"/>
              <a:gd name="connsiteY394" fmla="*/ 6761520 h 6858000"/>
              <a:gd name="connsiteX395" fmla="*/ 1975142 w 7467600"/>
              <a:gd name="connsiteY395" fmla="*/ 6585570 h 6858000"/>
              <a:gd name="connsiteX396" fmla="*/ 2050035 w 7467600"/>
              <a:gd name="connsiteY396" fmla="*/ 6813345 h 6858000"/>
              <a:gd name="connsiteX397" fmla="*/ 2063025 w 7467600"/>
              <a:gd name="connsiteY397" fmla="*/ 6858000 h 6858000"/>
              <a:gd name="connsiteX398" fmla="*/ 2021675 w 7467600"/>
              <a:gd name="connsiteY398" fmla="*/ 6858000 h 6858000"/>
              <a:gd name="connsiteX399" fmla="*/ 2019308 w 7467600"/>
              <a:gd name="connsiteY399" fmla="*/ 6847118 h 6858000"/>
              <a:gd name="connsiteX400" fmla="*/ 1938835 w 7467600"/>
              <a:gd name="connsiteY400" fmla="*/ 6551160 h 6858000"/>
              <a:gd name="connsiteX401" fmla="*/ 1953230 w 7467600"/>
              <a:gd name="connsiteY401" fmla="*/ 6759699 h 6858000"/>
              <a:gd name="connsiteX402" fmla="*/ 1956763 w 7467600"/>
              <a:gd name="connsiteY402" fmla="*/ 6778191 h 6858000"/>
              <a:gd name="connsiteX403" fmla="*/ 1967925 w 7467600"/>
              <a:gd name="connsiteY403" fmla="*/ 6858000 h 6858000"/>
              <a:gd name="connsiteX404" fmla="*/ 1936622 w 7467600"/>
              <a:gd name="connsiteY404" fmla="*/ 6858000 h 6858000"/>
              <a:gd name="connsiteX405" fmla="*/ 1926261 w 7467600"/>
              <a:gd name="connsiteY405" fmla="*/ 6784064 h 6858000"/>
              <a:gd name="connsiteX406" fmla="*/ 1922724 w 7467600"/>
              <a:gd name="connsiteY406" fmla="*/ 6765577 h 6858000"/>
              <a:gd name="connsiteX407" fmla="*/ 1904650 w 7467600"/>
              <a:gd name="connsiteY407" fmla="*/ 6639616 h 6858000"/>
              <a:gd name="connsiteX408" fmla="*/ 1885273 w 7467600"/>
              <a:gd name="connsiteY408" fmla="*/ 6858000 h 6858000"/>
              <a:gd name="connsiteX409" fmla="*/ 1854363 w 7467600"/>
              <a:gd name="connsiteY409" fmla="*/ 6858000 h 6858000"/>
              <a:gd name="connsiteX410" fmla="*/ 1880391 w 7467600"/>
              <a:gd name="connsiteY410" fmla="*/ 6603796 h 6858000"/>
              <a:gd name="connsiteX411" fmla="*/ 1818273 w 7467600"/>
              <a:gd name="connsiteY411" fmla="*/ 6715729 h 6858000"/>
              <a:gd name="connsiteX412" fmla="*/ 1794691 w 7467600"/>
              <a:gd name="connsiteY412" fmla="*/ 6843239 h 6858000"/>
              <a:gd name="connsiteX413" fmla="*/ 1794914 w 7467600"/>
              <a:gd name="connsiteY413" fmla="*/ 6858000 h 6858000"/>
              <a:gd name="connsiteX414" fmla="*/ 1746128 w 7467600"/>
              <a:gd name="connsiteY414" fmla="*/ 6858000 h 6858000"/>
              <a:gd name="connsiteX415" fmla="*/ 1753934 w 7467600"/>
              <a:gd name="connsiteY415" fmla="*/ 6724796 h 6858000"/>
              <a:gd name="connsiteX416" fmla="*/ 1792053 w 7467600"/>
              <a:gd name="connsiteY416" fmla="*/ 6572396 h 6858000"/>
              <a:gd name="connsiteX417" fmla="*/ 1862248 w 7467600"/>
              <a:gd name="connsiteY417" fmla="*/ 6266397 h 6858000"/>
              <a:gd name="connsiteX418" fmla="*/ 1862250 w 7467600"/>
              <a:gd name="connsiteY418" fmla="*/ 6033531 h 6858000"/>
              <a:gd name="connsiteX419" fmla="*/ 1211999 w 7467600"/>
              <a:gd name="connsiteY419" fmla="*/ 6683610 h 6858000"/>
              <a:gd name="connsiteX420" fmla="*/ 1213266 w 7467600"/>
              <a:gd name="connsiteY420" fmla="*/ 6691947 h 6858000"/>
              <a:gd name="connsiteX421" fmla="*/ 1203370 w 7467600"/>
              <a:gd name="connsiteY421" fmla="*/ 6850676 h 6858000"/>
              <a:gd name="connsiteX422" fmla="*/ 1203671 w 7467600"/>
              <a:gd name="connsiteY422" fmla="*/ 6858000 h 6858000"/>
              <a:gd name="connsiteX423" fmla="*/ 1143180 w 7467600"/>
              <a:gd name="connsiteY423" fmla="*/ 6858000 h 6858000"/>
              <a:gd name="connsiteX424" fmla="*/ 1142176 w 7467600"/>
              <a:gd name="connsiteY424" fmla="*/ 6766045 h 6858000"/>
              <a:gd name="connsiteX425" fmla="*/ 1067484 w 7467600"/>
              <a:gd name="connsiteY425" fmla="*/ 6858000 h 6858000"/>
              <a:gd name="connsiteX426" fmla="*/ 953928 w 7467600"/>
              <a:gd name="connsiteY426" fmla="*/ 6858000 h 6858000"/>
              <a:gd name="connsiteX427" fmla="*/ 959715 w 7467600"/>
              <a:gd name="connsiteY427" fmla="*/ 6850185 h 6858000"/>
              <a:gd name="connsiteX428" fmla="*/ 1483788 w 7467600"/>
              <a:gd name="connsiteY428" fmla="*/ 6259174 h 6858000"/>
              <a:gd name="connsiteX429" fmla="*/ 1100671 w 7467600"/>
              <a:gd name="connsiteY429" fmla="*/ 6252137 h 6858000"/>
              <a:gd name="connsiteX430" fmla="*/ 1090144 w 7467600"/>
              <a:gd name="connsiteY430" fmla="*/ 6256748 h 6858000"/>
              <a:gd name="connsiteX431" fmla="*/ 1095872 w 7467600"/>
              <a:gd name="connsiteY431" fmla="*/ 6271892 h 6858000"/>
              <a:gd name="connsiteX432" fmla="*/ 262785 w 7467600"/>
              <a:gd name="connsiteY432" fmla="*/ 6845450 h 6858000"/>
              <a:gd name="connsiteX433" fmla="*/ 209968 w 7467600"/>
              <a:gd name="connsiteY433" fmla="*/ 6770713 h 6858000"/>
              <a:gd name="connsiteX434" fmla="*/ 873460 w 7467600"/>
              <a:gd name="connsiteY434" fmla="*/ 6253768 h 6858000"/>
              <a:gd name="connsiteX435" fmla="*/ 192686 w 7467600"/>
              <a:gd name="connsiteY435" fmla="*/ 5849257 h 6858000"/>
              <a:gd name="connsiteX436" fmla="*/ 4696 w 7467600"/>
              <a:gd name="connsiteY436" fmla="*/ 5697668 h 6858000"/>
              <a:gd name="connsiteX437" fmla="*/ 0 w 7467600"/>
              <a:gd name="connsiteY437" fmla="*/ 5689984 h 6858000"/>
              <a:gd name="connsiteX438" fmla="*/ 0 w 7467600"/>
              <a:gd name="connsiteY438" fmla="*/ 5513472 h 6858000"/>
              <a:gd name="connsiteX439" fmla="*/ 174101 w 7467600"/>
              <a:gd name="connsiteY439" fmla="*/ 5620277 h 6858000"/>
              <a:gd name="connsiteX440" fmla="*/ 891800 w 7467600"/>
              <a:gd name="connsiteY440" fmla="*/ 6036935 h 6858000"/>
              <a:gd name="connsiteX441" fmla="*/ 1072219 w 7467600"/>
              <a:gd name="connsiteY441" fmla="*/ 6169443 h 6858000"/>
              <a:gd name="connsiteX442" fmla="*/ 1074117 w 7467600"/>
              <a:gd name="connsiteY442" fmla="*/ 6170301 h 6858000"/>
              <a:gd name="connsiteX443" fmla="*/ 1083114 w 7467600"/>
              <a:gd name="connsiteY443" fmla="*/ 6174131 h 6858000"/>
              <a:gd name="connsiteX444" fmla="*/ 1543010 w 7467600"/>
              <a:gd name="connsiteY444" fmla="*/ 6191140 h 6858000"/>
              <a:gd name="connsiteX445" fmla="*/ 1551080 w 7467600"/>
              <a:gd name="connsiteY445" fmla="*/ 6195006 h 6858000"/>
              <a:gd name="connsiteX446" fmla="*/ 2345443 w 7467600"/>
              <a:gd name="connsiteY446" fmla="*/ 5549882 h 6858000"/>
              <a:gd name="connsiteX447" fmla="*/ 1721499 w 7467600"/>
              <a:gd name="connsiteY447" fmla="*/ 5599969 h 6858000"/>
              <a:gd name="connsiteX448" fmla="*/ 767716 w 7467600"/>
              <a:gd name="connsiteY448" fmla="*/ 5472768 h 6858000"/>
              <a:gd name="connsiteX449" fmla="*/ 722147 w 7467600"/>
              <a:gd name="connsiteY449" fmla="*/ 5393091 h 6858000"/>
              <a:gd name="connsiteX450" fmla="*/ 1485552 w 7467600"/>
              <a:gd name="connsiteY450" fmla="*/ 5313202 h 6858000"/>
              <a:gd name="connsiteX451" fmla="*/ 2143004 w 7467600"/>
              <a:gd name="connsiteY451" fmla="*/ 5402420 h 6858000"/>
              <a:gd name="connsiteX452" fmla="*/ 1933391 w 7467600"/>
              <a:gd name="connsiteY452" fmla="*/ 5156971 h 6858000"/>
              <a:gd name="connsiteX453" fmla="*/ 1827118 w 7467600"/>
              <a:gd name="connsiteY453" fmla="*/ 4968410 h 6858000"/>
              <a:gd name="connsiteX454" fmla="*/ 1837349 w 7467600"/>
              <a:gd name="connsiteY454" fmla="*/ 4956357 h 6858000"/>
              <a:gd name="connsiteX455" fmla="*/ 2162835 w 7467600"/>
              <a:gd name="connsiteY455" fmla="*/ 5187853 h 6858000"/>
              <a:gd name="connsiteX456" fmla="*/ 2257167 w 7467600"/>
              <a:gd name="connsiteY456" fmla="*/ 5462123 h 6858000"/>
              <a:gd name="connsiteX457" fmla="*/ 2261598 w 7467600"/>
              <a:gd name="connsiteY457" fmla="*/ 5467998 h 6858000"/>
              <a:gd name="connsiteX458" fmla="*/ 2437177 w 7467600"/>
              <a:gd name="connsiteY458" fmla="*/ 5479608 h 6858000"/>
              <a:gd name="connsiteX459" fmla="*/ 2445247 w 7467600"/>
              <a:gd name="connsiteY459" fmla="*/ 5483476 h 6858000"/>
              <a:gd name="connsiteX460" fmla="*/ 2743626 w 7467600"/>
              <a:gd name="connsiteY460" fmla="*/ 5304819 h 6858000"/>
              <a:gd name="connsiteX461" fmla="*/ 3048102 w 7467600"/>
              <a:gd name="connsiteY461" fmla="*/ 5150595 h 6858000"/>
              <a:gd name="connsiteX462" fmla="*/ 1799414 w 7467600"/>
              <a:gd name="connsiteY462" fmla="*/ 4694732 h 6858000"/>
              <a:gd name="connsiteX463" fmla="*/ 1771735 w 7467600"/>
              <a:gd name="connsiteY463" fmla="*/ 4619929 h 6858000"/>
              <a:gd name="connsiteX464" fmla="*/ 3104273 w 7467600"/>
              <a:gd name="connsiteY464" fmla="*/ 5076159 h 6858000"/>
              <a:gd name="connsiteX465" fmla="*/ 3113245 w 7467600"/>
              <a:gd name="connsiteY465" fmla="*/ 5090705 h 6858000"/>
              <a:gd name="connsiteX466" fmla="*/ 3126294 w 7467600"/>
              <a:gd name="connsiteY466" fmla="*/ 5114400 h 6858000"/>
              <a:gd name="connsiteX467" fmla="*/ 3937433 w 7467600"/>
              <a:gd name="connsiteY467" fmla="*/ 4830473 h 6858000"/>
              <a:gd name="connsiteX468" fmla="*/ 3590475 w 7467600"/>
              <a:gd name="connsiteY468" fmla="*/ 4597974 h 6858000"/>
              <a:gd name="connsiteX469" fmla="*/ 3100264 w 7467600"/>
              <a:gd name="connsiteY469" fmla="*/ 4579845 h 6858000"/>
              <a:gd name="connsiteX470" fmla="*/ 2183576 w 7467600"/>
              <a:gd name="connsiteY470" fmla="*/ 4227150 h 6858000"/>
              <a:gd name="connsiteX471" fmla="*/ 2151029 w 7467600"/>
              <a:gd name="connsiteY471" fmla="*/ 4146947 h 6858000"/>
              <a:gd name="connsiteX472" fmla="*/ 3563434 w 7467600"/>
              <a:gd name="connsiteY472" fmla="*/ 4469115 h 6858000"/>
              <a:gd name="connsiteX473" fmla="*/ 3177952 w 7467600"/>
              <a:gd name="connsiteY473" fmla="*/ 3657386 h 6858000"/>
              <a:gd name="connsiteX474" fmla="*/ 3189263 w 7467600"/>
              <a:gd name="connsiteY474" fmla="*/ 3625726 h 6858000"/>
              <a:gd name="connsiteX475" fmla="*/ 3560912 w 7467600"/>
              <a:gd name="connsiteY475" fmla="*/ 4079863 h 6858000"/>
              <a:gd name="connsiteX476" fmla="*/ 3626636 w 7467600"/>
              <a:gd name="connsiteY476" fmla="*/ 4512230 h 6858000"/>
              <a:gd name="connsiteX477" fmla="*/ 3653088 w 7467600"/>
              <a:gd name="connsiteY477" fmla="*/ 4521417 h 6858000"/>
              <a:gd name="connsiteX478" fmla="*/ 3988128 w 7467600"/>
              <a:gd name="connsiteY478" fmla="*/ 4817267 h 6858000"/>
              <a:gd name="connsiteX479" fmla="*/ 4830582 w 7467600"/>
              <a:gd name="connsiteY479" fmla="*/ 4676000 h 6858000"/>
              <a:gd name="connsiteX480" fmla="*/ 4830100 w 7467600"/>
              <a:gd name="connsiteY480" fmla="*/ 4675554 h 6858000"/>
              <a:gd name="connsiteX481" fmla="*/ 4036318 w 7467600"/>
              <a:gd name="connsiteY481" fmla="*/ 4147013 h 6858000"/>
              <a:gd name="connsiteX482" fmla="*/ 3432098 w 7467600"/>
              <a:gd name="connsiteY482" fmla="*/ 3537312 h 6858000"/>
              <a:gd name="connsiteX483" fmla="*/ 3446761 w 7467600"/>
              <a:gd name="connsiteY483" fmla="*/ 3461278 h 6858000"/>
              <a:gd name="connsiteX484" fmla="*/ 4419733 w 7467600"/>
              <a:gd name="connsiteY484" fmla="*/ 3963555 h 6858000"/>
              <a:gd name="connsiteX485" fmla="*/ 4781371 w 7467600"/>
              <a:gd name="connsiteY485" fmla="*/ 4458604 h 6858000"/>
              <a:gd name="connsiteX486" fmla="*/ 4780440 w 7467600"/>
              <a:gd name="connsiteY486" fmla="*/ 4470290 h 6858000"/>
              <a:gd name="connsiteX487" fmla="*/ 4898954 w 7467600"/>
              <a:gd name="connsiteY487" fmla="*/ 4662092 h 6858000"/>
              <a:gd name="connsiteX488" fmla="*/ 4900699 w 7467600"/>
              <a:gd name="connsiteY488" fmla="*/ 4670867 h 6858000"/>
              <a:gd name="connsiteX489" fmla="*/ 5714511 w 7467600"/>
              <a:gd name="connsiteY489" fmla="*/ 4663483 h 6858000"/>
              <a:gd name="connsiteX490" fmla="*/ 5464793 w 7467600"/>
              <a:gd name="connsiteY490" fmla="*/ 4393556 h 6858000"/>
              <a:gd name="connsiteX491" fmla="*/ 5461897 w 7467600"/>
              <a:gd name="connsiteY491" fmla="*/ 4390879 h 6858000"/>
              <a:gd name="connsiteX492" fmla="*/ 4294126 w 7467600"/>
              <a:gd name="connsiteY492" fmla="*/ 3303048 h 6858000"/>
              <a:gd name="connsiteX493" fmla="*/ 4305321 w 7467600"/>
              <a:gd name="connsiteY493" fmla="*/ 3256953 h 6858000"/>
              <a:gd name="connsiteX494" fmla="*/ 4949299 w 7467600"/>
              <a:gd name="connsiteY494" fmla="*/ 3766336 h 6858000"/>
              <a:gd name="connsiteX495" fmla="*/ 5291452 w 7467600"/>
              <a:gd name="connsiteY495" fmla="*/ 4076801 h 6858000"/>
              <a:gd name="connsiteX496" fmla="*/ 5434998 w 7467600"/>
              <a:gd name="connsiteY496" fmla="*/ 4254100 h 6858000"/>
              <a:gd name="connsiteX497" fmla="*/ 5351015 w 7467600"/>
              <a:gd name="connsiteY497" fmla="*/ 3760989 h 6858000"/>
              <a:gd name="connsiteX498" fmla="*/ 5413780 w 7467600"/>
              <a:gd name="connsiteY498" fmla="*/ 2966265 h 6858000"/>
              <a:gd name="connsiteX499" fmla="*/ 5425627 w 7467600"/>
              <a:gd name="connsiteY499" fmla="*/ 2954192 h 6858000"/>
              <a:gd name="connsiteX500" fmla="*/ 6604735 w 7467600"/>
              <a:gd name="connsiteY500" fmla="*/ 2041381 h 6858000"/>
              <a:gd name="connsiteX501" fmla="*/ 7204487 w 7467600"/>
              <a:gd name="connsiteY501" fmla="*/ 2742112 h 6858000"/>
              <a:gd name="connsiteX502" fmla="*/ 7131592 w 7467600"/>
              <a:gd name="connsiteY502" fmla="*/ 2672096 h 6858000"/>
              <a:gd name="connsiteX503" fmla="*/ 6996344 w 7467600"/>
              <a:gd name="connsiteY503" fmla="*/ 2518310 h 6858000"/>
              <a:gd name="connsiteX504" fmla="*/ 6735495 w 7467600"/>
              <a:gd name="connsiteY504" fmla="*/ 2196890 h 6858000"/>
              <a:gd name="connsiteX505" fmla="*/ 6721901 w 7467600"/>
              <a:gd name="connsiteY505" fmla="*/ 2179274 h 6858000"/>
              <a:gd name="connsiteX506" fmla="*/ 6604735 w 7467600"/>
              <a:gd name="connsiteY506" fmla="*/ 2041381 h 6858000"/>
              <a:gd name="connsiteX507" fmla="*/ 6591670 w 7467600"/>
              <a:gd name="connsiteY507" fmla="*/ 1988277 h 6858000"/>
              <a:gd name="connsiteX508" fmla="*/ 6747349 w 7467600"/>
              <a:gd name="connsiteY508" fmla="*/ 2160069 h 6858000"/>
              <a:gd name="connsiteX509" fmla="*/ 6760943 w 7467600"/>
              <a:gd name="connsiteY509" fmla="*/ 2177686 h 6858000"/>
              <a:gd name="connsiteX510" fmla="*/ 7021065 w 7467600"/>
              <a:gd name="connsiteY510" fmla="*/ 2498102 h 6858000"/>
              <a:gd name="connsiteX511" fmla="*/ 7155223 w 7467600"/>
              <a:gd name="connsiteY511" fmla="*/ 2650386 h 6858000"/>
              <a:gd name="connsiteX512" fmla="*/ 7203167 w 7467600"/>
              <a:gd name="connsiteY512" fmla="*/ 2697288 h 6858000"/>
              <a:gd name="connsiteX513" fmla="*/ 6937703 w 7467600"/>
              <a:gd name="connsiteY513" fmla="*/ 2321981 h 6858000"/>
              <a:gd name="connsiteX514" fmla="*/ 6591670 w 7467600"/>
              <a:gd name="connsiteY514" fmla="*/ 1988277 h 6858000"/>
              <a:gd name="connsiteX515" fmla="*/ 5798671 w 7467600"/>
              <a:gd name="connsiteY515" fmla="*/ 1981601 h 6858000"/>
              <a:gd name="connsiteX516" fmla="*/ 5754709 w 7467600"/>
              <a:gd name="connsiteY516" fmla="*/ 2071454 h 6858000"/>
              <a:gd name="connsiteX517" fmla="*/ 5763044 w 7467600"/>
              <a:gd name="connsiteY517" fmla="*/ 2842206 h 6858000"/>
              <a:gd name="connsiteX518" fmla="*/ 5764974 w 7467600"/>
              <a:gd name="connsiteY518" fmla="*/ 2799609 h 6858000"/>
              <a:gd name="connsiteX519" fmla="*/ 5767665 w 7467600"/>
              <a:gd name="connsiteY519" fmla="*/ 2666409 h 6858000"/>
              <a:gd name="connsiteX520" fmla="*/ 5763055 w 7467600"/>
              <a:gd name="connsiteY520" fmla="*/ 2579705 h 6858000"/>
              <a:gd name="connsiteX521" fmla="*/ 5758079 w 7467600"/>
              <a:gd name="connsiteY521" fmla="*/ 2492508 h 6858000"/>
              <a:gd name="connsiteX522" fmla="*/ 5779325 w 7467600"/>
              <a:gd name="connsiteY522" fmla="*/ 2197069 h 6858000"/>
              <a:gd name="connsiteX523" fmla="*/ 5798671 w 7467600"/>
              <a:gd name="connsiteY523" fmla="*/ 1981601 h 6858000"/>
              <a:gd name="connsiteX524" fmla="*/ 5829202 w 7467600"/>
              <a:gd name="connsiteY524" fmla="*/ 1971679 h 6858000"/>
              <a:gd name="connsiteX525" fmla="*/ 5809558 w 7467600"/>
              <a:gd name="connsiteY525" fmla="*/ 2198043 h 6858000"/>
              <a:gd name="connsiteX526" fmla="*/ 5788653 w 7467600"/>
              <a:gd name="connsiteY526" fmla="*/ 2489430 h 6858000"/>
              <a:gd name="connsiteX527" fmla="*/ 5793439 w 7467600"/>
              <a:gd name="connsiteY527" fmla="*/ 2575235 h 6858000"/>
              <a:gd name="connsiteX528" fmla="*/ 5796837 w 7467600"/>
              <a:gd name="connsiteY528" fmla="*/ 2637633 h 6858000"/>
              <a:gd name="connsiteX529" fmla="*/ 5818614 w 7467600"/>
              <a:gd name="connsiteY529" fmla="*/ 2473055 h 6858000"/>
              <a:gd name="connsiteX530" fmla="*/ 5829202 w 7467600"/>
              <a:gd name="connsiteY530" fmla="*/ 1971679 h 6858000"/>
              <a:gd name="connsiteX531" fmla="*/ 5911389 w 7467600"/>
              <a:gd name="connsiteY531" fmla="*/ 1898371 h 6858000"/>
              <a:gd name="connsiteX532" fmla="*/ 6237627 w 7467600"/>
              <a:gd name="connsiteY532" fmla="*/ 2231921 h 6858000"/>
              <a:gd name="connsiteX533" fmla="*/ 5911389 w 7467600"/>
              <a:gd name="connsiteY533" fmla="*/ 1898371 h 6858000"/>
              <a:gd name="connsiteX534" fmla="*/ 6944437 w 7467600"/>
              <a:gd name="connsiteY534" fmla="*/ 1575402 h 6858000"/>
              <a:gd name="connsiteX535" fmla="*/ 6304730 w 7467600"/>
              <a:gd name="connsiteY535" fmla="*/ 1766654 h 6858000"/>
              <a:gd name="connsiteX536" fmla="*/ 6944437 w 7467600"/>
              <a:gd name="connsiteY536" fmla="*/ 1575402 h 6858000"/>
              <a:gd name="connsiteX537" fmla="*/ 7019523 w 7467600"/>
              <a:gd name="connsiteY537" fmla="*/ 1519450 h 6858000"/>
              <a:gd name="connsiteX538" fmla="*/ 6298091 w 7467600"/>
              <a:gd name="connsiteY538" fmla="*/ 1737122 h 6858000"/>
              <a:gd name="connsiteX539" fmla="*/ 7019523 w 7467600"/>
              <a:gd name="connsiteY539" fmla="*/ 1519450 h 6858000"/>
              <a:gd name="connsiteX540" fmla="*/ 2399523 w 7467600"/>
              <a:gd name="connsiteY540" fmla="*/ 1428234 h 6858000"/>
              <a:gd name="connsiteX541" fmla="*/ 2224982 w 7467600"/>
              <a:gd name="connsiteY541" fmla="*/ 1826201 h 6858000"/>
              <a:gd name="connsiteX542" fmla="*/ 2096099 w 7467600"/>
              <a:gd name="connsiteY542" fmla="*/ 2345900 h 6858000"/>
              <a:gd name="connsiteX543" fmla="*/ 2283317 w 7467600"/>
              <a:gd name="connsiteY543" fmla="*/ 1796925 h 6858000"/>
              <a:gd name="connsiteX544" fmla="*/ 2399523 w 7467600"/>
              <a:gd name="connsiteY544" fmla="*/ 1428234 h 6858000"/>
              <a:gd name="connsiteX545" fmla="*/ 2448558 w 7467600"/>
              <a:gd name="connsiteY545" fmla="*/ 1373435 h 6858000"/>
              <a:gd name="connsiteX546" fmla="*/ 2312521 w 7467600"/>
              <a:gd name="connsiteY546" fmla="*/ 1806140 h 6858000"/>
              <a:gd name="connsiteX547" fmla="*/ 2127533 w 7467600"/>
              <a:gd name="connsiteY547" fmla="*/ 2348380 h 6858000"/>
              <a:gd name="connsiteX548" fmla="*/ 2358080 w 7467600"/>
              <a:gd name="connsiteY548" fmla="*/ 1866134 h 6858000"/>
              <a:gd name="connsiteX549" fmla="*/ 2407436 w 7467600"/>
              <a:gd name="connsiteY549" fmla="*/ 1651070 h 6858000"/>
              <a:gd name="connsiteX550" fmla="*/ 2448558 w 7467600"/>
              <a:gd name="connsiteY550" fmla="*/ 1373435 h 6858000"/>
              <a:gd name="connsiteX551" fmla="*/ 278707 w 7467600"/>
              <a:gd name="connsiteY551" fmla="*/ 1352270 h 6858000"/>
              <a:gd name="connsiteX552" fmla="*/ 321570 w 7467600"/>
              <a:gd name="connsiteY552" fmla="*/ 1861610 h 6858000"/>
              <a:gd name="connsiteX553" fmla="*/ 294281 w 7467600"/>
              <a:gd name="connsiteY553" fmla="*/ 1440658 h 6858000"/>
              <a:gd name="connsiteX554" fmla="*/ 278707 w 7467600"/>
              <a:gd name="connsiteY554" fmla="*/ 1352270 h 6858000"/>
              <a:gd name="connsiteX555" fmla="*/ 1423821 w 7467600"/>
              <a:gd name="connsiteY555" fmla="*/ 1351958 h 6858000"/>
              <a:gd name="connsiteX556" fmla="*/ 1638521 w 7467600"/>
              <a:gd name="connsiteY556" fmla="*/ 1908470 h 6858000"/>
              <a:gd name="connsiteX557" fmla="*/ 1754199 w 7467600"/>
              <a:gd name="connsiteY557" fmla="*/ 2149284 h 6858000"/>
              <a:gd name="connsiteX558" fmla="*/ 1908359 w 7467600"/>
              <a:gd name="connsiteY558" fmla="*/ 2364988 h 6858000"/>
              <a:gd name="connsiteX559" fmla="*/ 1647661 w 7467600"/>
              <a:gd name="connsiteY559" fmla="*/ 1825945 h 6858000"/>
              <a:gd name="connsiteX560" fmla="*/ 1423821 w 7467600"/>
              <a:gd name="connsiteY560" fmla="*/ 1351958 h 6858000"/>
              <a:gd name="connsiteX561" fmla="*/ 1431890 w 7467600"/>
              <a:gd name="connsiteY561" fmla="*/ 1306475 h 6858000"/>
              <a:gd name="connsiteX562" fmla="*/ 1507597 w 7467600"/>
              <a:gd name="connsiteY562" fmla="*/ 1446132 h 6858000"/>
              <a:gd name="connsiteX563" fmla="*/ 1674586 w 7467600"/>
              <a:gd name="connsiteY563" fmla="*/ 1813832 h 6858000"/>
              <a:gd name="connsiteX564" fmla="*/ 1815950 w 7467600"/>
              <a:gd name="connsiteY564" fmla="*/ 2128564 h 6858000"/>
              <a:gd name="connsiteX565" fmla="*/ 1984242 w 7467600"/>
              <a:gd name="connsiteY565" fmla="*/ 2430829 h 6858000"/>
              <a:gd name="connsiteX566" fmla="*/ 2014023 w 7467600"/>
              <a:gd name="connsiteY566" fmla="*/ 2450995 h 6858000"/>
              <a:gd name="connsiteX567" fmla="*/ 1747337 w 7467600"/>
              <a:gd name="connsiteY567" fmla="*/ 1855264 h 6858000"/>
              <a:gd name="connsiteX568" fmla="*/ 1533749 w 7467600"/>
              <a:gd name="connsiteY568" fmla="*/ 1478656 h 6858000"/>
              <a:gd name="connsiteX569" fmla="*/ 1431890 w 7467600"/>
              <a:gd name="connsiteY569" fmla="*/ 1306475 h 6858000"/>
              <a:gd name="connsiteX570" fmla="*/ 5052692 w 7467600"/>
              <a:gd name="connsiteY570" fmla="*/ 1292994 h 6858000"/>
              <a:gd name="connsiteX571" fmla="*/ 5200661 w 7467600"/>
              <a:gd name="connsiteY571" fmla="*/ 1635186 h 6858000"/>
              <a:gd name="connsiteX572" fmla="*/ 5297138 w 7467600"/>
              <a:gd name="connsiteY572" fmla="*/ 1906351 h 6858000"/>
              <a:gd name="connsiteX573" fmla="*/ 5052692 w 7467600"/>
              <a:gd name="connsiteY573" fmla="*/ 1292994 h 6858000"/>
              <a:gd name="connsiteX574" fmla="*/ 5009948 w 7467600"/>
              <a:gd name="connsiteY574" fmla="*/ 1273619 h 6858000"/>
              <a:gd name="connsiteX575" fmla="*/ 5121777 w 7467600"/>
              <a:gd name="connsiteY575" fmla="*/ 1654213 h 6858000"/>
              <a:gd name="connsiteX576" fmla="*/ 5293545 w 7467600"/>
              <a:gd name="connsiteY576" fmla="*/ 2072247 h 6858000"/>
              <a:gd name="connsiteX577" fmla="*/ 5294042 w 7467600"/>
              <a:gd name="connsiteY577" fmla="*/ 2065019 h 6858000"/>
              <a:gd name="connsiteX578" fmla="*/ 5171936 w 7467600"/>
              <a:gd name="connsiteY578" fmla="*/ 1647613 h 6858000"/>
              <a:gd name="connsiteX579" fmla="*/ 5009948 w 7467600"/>
              <a:gd name="connsiteY579" fmla="*/ 1273619 h 6858000"/>
              <a:gd name="connsiteX580" fmla="*/ 655236 w 7467600"/>
              <a:gd name="connsiteY580" fmla="*/ 1268632 h 6858000"/>
              <a:gd name="connsiteX581" fmla="*/ 839521 w 7467600"/>
              <a:gd name="connsiteY581" fmla="*/ 1685315 h 6858000"/>
              <a:gd name="connsiteX582" fmla="*/ 1109416 w 7467600"/>
              <a:gd name="connsiteY582" fmla="*/ 2061663 h 6858000"/>
              <a:gd name="connsiteX583" fmla="*/ 1298300 w 7467600"/>
              <a:gd name="connsiteY583" fmla="*/ 2247742 h 6858000"/>
              <a:gd name="connsiteX584" fmla="*/ 1125871 w 7467600"/>
              <a:gd name="connsiteY584" fmla="*/ 1989513 h 6858000"/>
              <a:gd name="connsiteX585" fmla="*/ 981574 w 7467600"/>
              <a:gd name="connsiteY585" fmla="*/ 1783157 h 6858000"/>
              <a:gd name="connsiteX586" fmla="*/ 922198 w 7467600"/>
              <a:gd name="connsiteY586" fmla="*/ 1677437 h 6858000"/>
              <a:gd name="connsiteX587" fmla="*/ 869293 w 7467600"/>
              <a:gd name="connsiteY587" fmla="*/ 1583214 h 6858000"/>
              <a:gd name="connsiteX588" fmla="*/ 751431 w 7467600"/>
              <a:gd name="connsiteY588" fmla="*/ 1405731 h 6858000"/>
              <a:gd name="connsiteX589" fmla="*/ 655236 w 7467600"/>
              <a:gd name="connsiteY589" fmla="*/ 1268632 h 6858000"/>
              <a:gd name="connsiteX590" fmla="*/ 6516292 w 7467600"/>
              <a:gd name="connsiteY590" fmla="*/ 1263064 h 6858000"/>
              <a:gd name="connsiteX591" fmla="*/ 5736320 w 7467600"/>
              <a:gd name="connsiteY591" fmla="*/ 1501803 h 6858000"/>
              <a:gd name="connsiteX592" fmla="*/ 6516292 w 7467600"/>
              <a:gd name="connsiteY592" fmla="*/ 1263064 h 6858000"/>
              <a:gd name="connsiteX593" fmla="*/ 291466 w 7467600"/>
              <a:gd name="connsiteY593" fmla="*/ 1250369 h 6858000"/>
              <a:gd name="connsiteX594" fmla="*/ 323180 w 7467600"/>
              <a:gd name="connsiteY594" fmla="*/ 1435283 h 6858000"/>
              <a:gd name="connsiteX595" fmla="*/ 349381 w 7467600"/>
              <a:gd name="connsiteY595" fmla="*/ 1875041 h 6858000"/>
              <a:gd name="connsiteX596" fmla="*/ 374363 w 7467600"/>
              <a:gd name="connsiteY596" fmla="*/ 1506494 h 6858000"/>
              <a:gd name="connsiteX597" fmla="*/ 302168 w 7467600"/>
              <a:gd name="connsiteY597" fmla="*/ 1274495 h 6858000"/>
              <a:gd name="connsiteX598" fmla="*/ 291466 w 7467600"/>
              <a:gd name="connsiteY598" fmla="*/ 1250369 h 6858000"/>
              <a:gd name="connsiteX599" fmla="*/ 678222 w 7467600"/>
              <a:gd name="connsiteY599" fmla="*/ 1248670 h 6858000"/>
              <a:gd name="connsiteX600" fmla="*/ 775536 w 7467600"/>
              <a:gd name="connsiteY600" fmla="*/ 1388015 h 6858000"/>
              <a:gd name="connsiteX601" fmla="*/ 894529 w 7467600"/>
              <a:gd name="connsiteY601" fmla="*/ 1567739 h 6858000"/>
              <a:gd name="connsiteX602" fmla="*/ 948000 w 7467600"/>
              <a:gd name="connsiteY602" fmla="*/ 1663088 h 6858000"/>
              <a:gd name="connsiteX603" fmla="*/ 1006812 w 7467600"/>
              <a:gd name="connsiteY603" fmla="*/ 1767683 h 6858000"/>
              <a:gd name="connsiteX604" fmla="*/ 1149133 w 7467600"/>
              <a:gd name="connsiteY604" fmla="*/ 1971513 h 6858000"/>
              <a:gd name="connsiteX605" fmla="*/ 1333952 w 7467600"/>
              <a:gd name="connsiteY605" fmla="*/ 2251620 h 6858000"/>
              <a:gd name="connsiteX606" fmla="*/ 1337329 w 7467600"/>
              <a:gd name="connsiteY606" fmla="*/ 2258350 h 6858000"/>
              <a:gd name="connsiteX607" fmla="*/ 1014726 w 7467600"/>
              <a:gd name="connsiteY607" fmla="*/ 1615556 h 6858000"/>
              <a:gd name="connsiteX608" fmla="*/ 678222 w 7467600"/>
              <a:gd name="connsiteY608" fmla="*/ 1248670 h 6858000"/>
              <a:gd name="connsiteX609" fmla="*/ 6691602 w 7467600"/>
              <a:gd name="connsiteY609" fmla="*/ 1140573 h 6858000"/>
              <a:gd name="connsiteX610" fmla="*/ 6571100 w 7467600"/>
              <a:gd name="connsiteY610" fmla="*/ 1183662 h 6858000"/>
              <a:gd name="connsiteX611" fmla="*/ 6241687 w 7467600"/>
              <a:gd name="connsiteY611" fmla="*/ 1257600 h 6858000"/>
              <a:gd name="connsiteX612" fmla="*/ 5693009 w 7467600"/>
              <a:gd name="connsiteY612" fmla="*/ 1478256 h 6858000"/>
              <a:gd name="connsiteX613" fmla="*/ 6548420 w 7467600"/>
              <a:gd name="connsiteY613" fmla="*/ 1214599 h 6858000"/>
              <a:gd name="connsiteX614" fmla="*/ 6605473 w 7467600"/>
              <a:gd name="connsiteY614" fmla="*/ 1184686 h 6858000"/>
              <a:gd name="connsiteX615" fmla="*/ 6691602 w 7467600"/>
              <a:gd name="connsiteY615" fmla="*/ 1140573 h 6858000"/>
              <a:gd name="connsiteX616" fmla="*/ 4002475 w 7467600"/>
              <a:gd name="connsiteY616" fmla="*/ 1037802 h 6858000"/>
              <a:gd name="connsiteX617" fmla="*/ 4000324 w 7467600"/>
              <a:gd name="connsiteY617" fmla="*/ 1039362 h 6858000"/>
              <a:gd name="connsiteX618" fmla="*/ 4002862 w 7467600"/>
              <a:gd name="connsiteY618" fmla="*/ 1042866 h 6858000"/>
              <a:gd name="connsiteX619" fmla="*/ 4002475 w 7467600"/>
              <a:gd name="connsiteY619" fmla="*/ 1037802 h 6858000"/>
              <a:gd name="connsiteX620" fmla="*/ 506322 w 7467600"/>
              <a:gd name="connsiteY620" fmla="*/ 1020997 h 6858000"/>
              <a:gd name="connsiteX621" fmla="*/ 533068 w 7467600"/>
              <a:gd name="connsiteY621" fmla="*/ 1029409 h 6858000"/>
              <a:gd name="connsiteX622" fmla="*/ 1232525 w 7467600"/>
              <a:gd name="connsiteY622" fmla="*/ 1804675 h 6858000"/>
              <a:gd name="connsiteX623" fmla="*/ 1388858 w 7467600"/>
              <a:gd name="connsiteY623" fmla="*/ 2368011 h 6858000"/>
              <a:gd name="connsiteX624" fmla="*/ 1384098 w 7467600"/>
              <a:gd name="connsiteY624" fmla="*/ 2378125 h 6858000"/>
              <a:gd name="connsiteX625" fmla="*/ 1425393 w 7467600"/>
              <a:gd name="connsiteY625" fmla="*/ 2589124 h 6858000"/>
              <a:gd name="connsiteX626" fmla="*/ 1424001 w 7467600"/>
              <a:gd name="connsiteY626" fmla="*/ 2597541 h 6858000"/>
              <a:gd name="connsiteX627" fmla="*/ 2152729 w 7467600"/>
              <a:gd name="connsiteY627" fmla="*/ 2864487 h 6858000"/>
              <a:gd name="connsiteX628" fmla="*/ 2020609 w 7467600"/>
              <a:gd name="connsiteY628" fmla="*/ 2539671 h 6858000"/>
              <a:gd name="connsiteX629" fmla="*/ 2018920 w 7467600"/>
              <a:gd name="connsiteY629" fmla="*/ 2536309 h 6858000"/>
              <a:gd name="connsiteX630" fmla="*/ 1342441 w 7467600"/>
              <a:gd name="connsiteY630" fmla="*/ 1173017 h 6858000"/>
              <a:gd name="connsiteX631" fmla="*/ 1367925 w 7467600"/>
              <a:gd name="connsiteY631" fmla="*/ 1135648 h 6858000"/>
              <a:gd name="connsiteX632" fmla="*/ 1771401 w 7467600"/>
              <a:gd name="connsiteY632" fmla="*/ 1806673 h 6858000"/>
              <a:gd name="connsiteX633" fmla="*/ 1972385 w 7467600"/>
              <a:gd name="connsiteY633" fmla="*/ 2198735 h 6858000"/>
              <a:gd name="connsiteX634" fmla="*/ 2040892 w 7467600"/>
              <a:gd name="connsiteY634" fmla="*/ 2405205 h 6858000"/>
              <a:gd name="connsiteX635" fmla="*/ 2131689 w 7467600"/>
              <a:gd name="connsiteY635" fmla="*/ 1936926 h 6858000"/>
              <a:gd name="connsiteX636" fmla="*/ 2454820 w 7467600"/>
              <a:gd name="connsiteY636" fmla="*/ 1248808 h 6858000"/>
              <a:gd name="connsiteX637" fmla="*/ 2492512 w 7467600"/>
              <a:gd name="connsiteY637" fmla="*/ 1302920 h 6858000"/>
              <a:gd name="connsiteX638" fmla="*/ 2081216 w 7467600"/>
              <a:gd name="connsiteY638" fmla="*/ 2527513 h 6858000"/>
              <a:gd name="connsiteX639" fmla="*/ 2081211 w 7467600"/>
              <a:gd name="connsiteY639" fmla="*/ 2528916 h 6858000"/>
              <a:gd name="connsiteX640" fmla="*/ 2199067 w 7467600"/>
              <a:gd name="connsiteY640" fmla="*/ 2884061 h 6858000"/>
              <a:gd name="connsiteX641" fmla="*/ 3192586 w 7467600"/>
              <a:gd name="connsiteY641" fmla="*/ 3411496 h 6858000"/>
              <a:gd name="connsiteX642" fmla="*/ 3182620 w 7467600"/>
              <a:gd name="connsiteY642" fmla="*/ 3483279 h 6858000"/>
              <a:gd name="connsiteX643" fmla="*/ 2435119 w 7467600"/>
              <a:gd name="connsiteY643" fmla="*/ 3080173 h 6858000"/>
              <a:gd name="connsiteX644" fmla="*/ 2410152 w 7467600"/>
              <a:gd name="connsiteY644" fmla="*/ 3063751 h 6858000"/>
              <a:gd name="connsiteX645" fmla="*/ 2408099 w 7467600"/>
              <a:gd name="connsiteY645" fmla="*/ 3064403 h 6858000"/>
              <a:gd name="connsiteX646" fmla="*/ 2407218 w 7467600"/>
              <a:gd name="connsiteY646" fmla="*/ 3070324 h 6858000"/>
              <a:gd name="connsiteX647" fmla="*/ 2380138 w 7467600"/>
              <a:gd name="connsiteY647" fmla="*/ 3099341 h 6858000"/>
              <a:gd name="connsiteX648" fmla="*/ 1765923 w 7467600"/>
              <a:gd name="connsiteY648" fmla="*/ 3581043 h 6858000"/>
              <a:gd name="connsiteX649" fmla="*/ 1702258 w 7467600"/>
              <a:gd name="connsiteY649" fmla="*/ 3612286 h 6858000"/>
              <a:gd name="connsiteX650" fmla="*/ 1538370 w 7467600"/>
              <a:gd name="connsiteY650" fmla="*/ 3811804 h 6858000"/>
              <a:gd name="connsiteX651" fmla="*/ 542867 w 7467600"/>
              <a:gd name="connsiteY651" fmla="*/ 4944092 h 6858000"/>
              <a:gd name="connsiteX652" fmla="*/ 515800 w 7467600"/>
              <a:gd name="connsiteY652" fmla="*/ 4862180 h 6858000"/>
              <a:gd name="connsiteX653" fmla="*/ 909145 w 7467600"/>
              <a:gd name="connsiteY653" fmla="*/ 4199225 h 6858000"/>
              <a:gd name="connsiteX654" fmla="*/ 1214067 w 7467600"/>
              <a:gd name="connsiteY654" fmla="*/ 3908561 h 6858000"/>
              <a:gd name="connsiteX655" fmla="*/ 640967 w 7467600"/>
              <a:gd name="connsiteY655" fmla="*/ 4105601 h 6858000"/>
              <a:gd name="connsiteX656" fmla="*/ 112563 w 7467600"/>
              <a:gd name="connsiteY656" fmla="*/ 4396952 h 6858000"/>
              <a:gd name="connsiteX657" fmla="*/ 0 w 7467600"/>
              <a:gd name="connsiteY657" fmla="*/ 4466006 h 6858000"/>
              <a:gd name="connsiteX658" fmla="*/ 0 w 7467600"/>
              <a:gd name="connsiteY658" fmla="*/ 4233763 h 6858000"/>
              <a:gd name="connsiteX659" fmla="*/ 36881 w 7467600"/>
              <a:gd name="connsiteY659" fmla="*/ 4200118 h 6858000"/>
              <a:gd name="connsiteX660" fmla="*/ 910534 w 7467600"/>
              <a:gd name="connsiteY660" fmla="*/ 3629753 h 6858000"/>
              <a:gd name="connsiteX661" fmla="*/ 1578717 w 7467600"/>
              <a:gd name="connsiteY661" fmla="*/ 3575982 h 6858000"/>
              <a:gd name="connsiteX662" fmla="*/ 2338780 w 7467600"/>
              <a:gd name="connsiteY662" fmla="*/ 3033725 h 6858000"/>
              <a:gd name="connsiteX663" fmla="*/ 1807991 w 7467600"/>
              <a:gd name="connsiteY663" fmla="*/ 2807184 h 6858000"/>
              <a:gd name="connsiteX664" fmla="*/ 1416358 w 7467600"/>
              <a:gd name="connsiteY664" fmla="*/ 3112571 h 6858000"/>
              <a:gd name="connsiteX665" fmla="*/ 939066 w 7467600"/>
              <a:gd name="connsiteY665" fmla="*/ 3378798 h 6858000"/>
              <a:gd name="connsiteX666" fmla="*/ 115099 w 7467600"/>
              <a:gd name="connsiteY666" fmla="*/ 3607650 h 6858000"/>
              <a:gd name="connsiteX667" fmla="*/ 97284 w 7467600"/>
              <a:gd name="connsiteY667" fmla="*/ 3520393 h 6858000"/>
              <a:gd name="connsiteX668" fmla="*/ 922050 w 7467600"/>
              <a:gd name="connsiteY668" fmla="*/ 3074867 h 6858000"/>
              <a:gd name="connsiteX669" fmla="*/ 1405265 w 7467600"/>
              <a:gd name="connsiteY669" fmla="*/ 3016319 h 6858000"/>
              <a:gd name="connsiteX670" fmla="*/ 1407512 w 7467600"/>
              <a:gd name="connsiteY670" fmla="*/ 3018001 h 6858000"/>
              <a:gd name="connsiteX671" fmla="*/ 1726266 w 7467600"/>
              <a:gd name="connsiteY671" fmla="*/ 2777274 h 6858000"/>
              <a:gd name="connsiteX672" fmla="*/ 625390 w 7467600"/>
              <a:gd name="connsiteY672" fmla="*/ 2514541 h 6858000"/>
              <a:gd name="connsiteX673" fmla="*/ 619799 w 7467600"/>
              <a:gd name="connsiteY673" fmla="*/ 2527180 h 6858000"/>
              <a:gd name="connsiteX674" fmla="*/ 310030 w 7467600"/>
              <a:gd name="connsiteY674" fmla="*/ 2771818 h 6858000"/>
              <a:gd name="connsiteX675" fmla="*/ 173877 w 7467600"/>
              <a:gd name="connsiteY675" fmla="*/ 2937056 h 6858000"/>
              <a:gd name="connsiteX676" fmla="*/ 77889 w 7467600"/>
              <a:gd name="connsiteY676" fmla="*/ 3138440 h 6858000"/>
              <a:gd name="connsiteX677" fmla="*/ 0 w 7467600"/>
              <a:gd name="connsiteY677" fmla="*/ 3271395 h 6858000"/>
              <a:gd name="connsiteX678" fmla="*/ 0 w 7467600"/>
              <a:gd name="connsiteY678" fmla="*/ 3153002 h 6858000"/>
              <a:gd name="connsiteX679" fmla="*/ 2386 w 7467600"/>
              <a:gd name="connsiteY679" fmla="*/ 3149203 h 6858000"/>
              <a:gd name="connsiteX680" fmla="*/ 89753 w 7467600"/>
              <a:gd name="connsiteY680" fmla="*/ 2987702 h 6858000"/>
              <a:gd name="connsiteX681" fmla="*/ 76869 w 7467600"/>
              <a:gd name="connsiteY681" fmla="*/ 3005404 h 6858000"/>
              <a:gd name="connsiteX682" fmla="*/ 32049 w 7467600"/>
              <a:gd name="connsiteY682" fmla="*/ 3065814 h 6858000"/>
              <a:gd name="connsiteX683" fmla="*/ 0 w 7467600"/>
              <a:gd name="connsiteY683" fmla="*/ 3108744 h 6858000"/>
              <a:gd name="connsiteX684" fmla="*/ 0 w 7467600"/>
              <a:gd name="connsiteY684" fmla="*/ 3058059 h 6858000"/>
              <a:gd name="connsiteX685" fmla="*/ 7610 w 7467600"/>
              <a:gd name="connsiteY685" fmla="*/ 3047889 h 6858000"/>
              <a:gd name="connsiteX686" fmla="*/ 52419 w 7467600"/>
              <a:gd name="connsiteY686" fmla="*/ 2987479 h 6858000"/>
              <a:gd name="connsiteX687" fmla="*/ 59142 w 7467600"/>
              <a:gd name="connsiteY687" fmla="*/ 2978488 h 6858000"/>
              <a:gd name="connsiteX688" fmla="*/ 0 w 7467600"/>
              <a:gd name="connsiteY688" fmla="*/ 3015334 h 6858000"/>
              <a:gd name="connsiteX689" fmla="*/ 0 w 7467600"/>
              <a:gd name="connsiteY689" fmla="*/ 2914286 h 6858000"/>
              <a:gd name="connsiteX690" fmla="*/ 36383 w 7467600"/>
              <a:gd name="connsiteY690" fmla="*/ 2901128 h 6858000"/>
              <a:gd name="connsiteX691" fmla="*/ 156329 w 7467600"/>
              <a:gd name="connsiteY691" fmla="*/ 2840533 h 6858000"/>
              <a:gd name="connsiteX692" fmla="*/ 358355 w 7467600"/>
              <a:gd name="connsiteY692" fmla="*/ 2620471 h 6858000"/>
              <a:gd name="connsiteX693" fmla="*/ 510577 w 7467600"/>
              <a:gd name="connsiteY693" fmla="*/ 2501244 h 6858000"/>
              <a:gd name="connsiteX694" fmla="*/ 211967 w 7467600"/>
              <a:gd name="connsiteY694" fmla="*/ 2479171 h 6858000"/>
              <a:gd name="connsiteX695" fmla="*/ 0 w 7467600"/>
              <a:gd name="connsiteY695" fmla="*/ 2476398 h 6858000"/>
              <a:gd name="connsiteX696" fmla="*/ 0 w 7467600"/>
              <a:gd name="connsiteY696" fmla="*/ 2389189 h 6858000"/>
              <a:gd name="connsiteX697" fmla="*/ 103062 w 7467600"/>
              <a:gd name="connsiteY697" fmla="*/ 2389518 h 6858000"/>
              <a:gd name="connsiteX698" fmla="*/ 510734 w 7467600"/>
              <a:gd name="connsiteY698" fmla="*/ 2416201 h 6858000"/>
              <a:gd name="connsiteX699" fmla="*/ 279257 w 7467600"/>
              <a:gd name="connsiteY699" fmla="*/ 2092102 h 6858000"/>
              <a:gd name="connsiteX700" fmla="*/ 65265 w 7467600"/>
              <a:gd name="connsiteY700" fmla="*/ 2006049 h 6858000"/>
              <a:gd name="connsiteX701" fmla="*/ 0 w 7467600"/>
              <a:gd name="connsiteY701" fmla="*/ 1982532 h 6858000"/>
              <a:gd name="connsiteX702" fmla="*/ 0 w 7467600"/>
              <a:gd name="connsiteY702" fmla="*/ 1912789 h 6858000"/>
              <a:gd name="connsiteX703" fmla="*/ 97460 w 7467600"/>
              <a:gd name="connsiteY703" fmla="*/ 1953725 h 6858000"/>
              <a:gd name="connsiteX704" fmla="*/ 221272 w 7467600"/>
              <a:gd name="connsiteY704" fmla="*/ 1980766 h 6858000"/>
              <a:gd name="connsiteX705" fmla="*/ 116765 w 7467600"/>
              <a:gd name="connsiteY705" fmla="*/ 1911033 h 6858000"/>
              <a:gd name="connsiteX706" fmla="*/ 16405 w 7467600"/>
              <a:gd name="connsiteY706" fmla="*/ 1803412 h 6858000"/>
              <a:gd name="connsiteX707" fmla="*/ 0 w 7467600"/>
              <a:gd name="connsiteY707" fmla="*/ 1784777 h 6858000"/>
              <a:gd name="connsiteX708" fmla="*/ 0 w 7467600"/>
              <a:gd name="connsiteY708" fmla="*/ 1740082 h 6858000"/>
              <a:gd name="connsiteX709" fmla="*/ 39394 w 7467600"/>
              <a:gd name="connsiteY709" fmla="*/ 1784856 h 6858000"/>
              <a:gd name="connsiteX710" fmla="*/ 135813 w 7467600"/>
              <a:gd name="connsiteY710" fmla="*/ 1888838 h 6858000"/>
              <a:gd name="connsiteX711" fmla="*/ 242575 w 7467600"/>
              <a:gd name="connsiteY711" fmla="*/ 1958841 h 6858000"/>
              <a:gd name="connsiteX712" fmla="*/ 82197 w 7467600"/>
              <a:gd name="connsiteY712" fmla="*/ 1754826 h 6858000"/>
              <a:gd name="connsiteX713" fmla="*/ 0 w 7467600"/>
              <a:gd name="connsiteY713" fmla="*/ 1679650 h 6858000"/>
              <a:gd name="connsiteX714" fmla="*/ 0 w 7467600"/>
              <a:gd name="connsiteY714" fmla="*/ 1602463 h 6858000"/>
              <a:gd name="connsiteX715" fmla="*/ 84689 w 7467600"/>
              <a:gd name="connsiteY715" fmla="*/ 1677442 h 6858000"/>
              <a:gd name="connsiteX716" fmla="*/ 298437 w 7467600"/>
              <a:gd name="connsiteY716" fmla="*/ 1968019 h 6858000"/>
              <a:gd name="connsiteX717" fmla="*/ 227269 w 7467600"/>
              <a:gd name="connsiteY717" fmla="*/ 1114064 h 6858000"/>
              <a:gd name="connsiteX718" fmla="*/ 248003 w 7467600"/>
              <a:gd name="connsiteY718" fmla="*/ 1089613 h 6858000"/>
              <a:gd name="connsiteX719" fmla="*/ 427020 w 7467600"/>
              <a:gd name="connsiteY719" fmla="*/ 1619803 h 6858000"/>
              <a:gd name="connsiteX720" fmla="*/ 340345 w 7467600"/>
              <a:gd name="connsiteY720" fmla="*/ 2027739 h 6858000"/>
              <a:gd name="connsiteX721" fmla="*/ 360865 w 7467600"/>
              <a:gd name="connsiteY721" fmla="*/ 2044827 h 6858000"/>
              <a:gd name="connsiteX722" fmla="*/ 560414 w 7467600"/>
              <a:gd name="connsiteY722" fmla="*/ 2421457 h 6858000"/>
              <a:gd name="connsiteX723" fmla="*/ 1359703 w 7467600"/>
              <a:gd name="connsiteY723" fmla="*/ 2578554 h 6858000"/>
              <a:gd name="connsiteX724" fmla="*/ 1359422 w 7467600"/>
              <a:gd name="connsiteY724" fmla="*/ 2577994 h 6858000"/>
              <a:gd name="connsiteX725" fmla="*/ 828701 w 7467600"/>
              <a:gd name="connsiteY725" fmla="*/ 1839520 h 6858000"/>
              <a:gd name="connsiteX726" fmla="*/ 494427 w 7467600"/>
              <a:gd name="connsiteY726" fmla="*/ 1092333 h 6858000"/>
              <a:gd name="connsiteX727" fmla="*/ 506322 w 7467600"/>
              <a:gd name="connsiteY727" fmla="*/ 1020997 h 6858000"/>
              <a:gd name="connsiteX728" fmla="*/ 4570198 w 7467600"/>
              <a:gd name="connsiteY728" fmla="*/ 978081 h 6858000"/>
              <a:gd name="connsiteX729" fmla="*/ 4523691 w 7467600"/>
              <a:gd name="connsiteY729" fmla="*/ 1127776 h 6858000"/>
              <a:gd name="connsiteX730" fmla="*/ 4509875 w 7467600"/>
              <a:gd name="connsiteY730" fmla="*/ 1167552 h 6858000"/>
              <a:gd name="connsiteX731" fmla="*/ 4478168 w 7467600"/>
              <a:gd name="connsiteY731" fmla="*/ 1260735 h 6858000"/>
              <a:gd name="connsiteX732" fmla="*/ 4409309 w 7467600"/>
              <a:gd name="connsiteY732" fmla="*/ 1666996 h 6858000"/>
              <a:gd name="connsiteX733" fmla="*/ 4370031 w 7467600"/>
              <a:gd name="connsiteY733" fmla="*/ 1955666 h 6858000"/>
              <a:gd name="connsiteX734" fmla="*/ 4570198 w 7467600"/>
              <a:gd name="connsiteY734" fmla="*/ 978081 h 6858000"/>
              <a:gd name="connsiteX735" fmla="*/ 4557898 w 7467600"/>
              <a:gd name="connsiteY735" fmla="*/ 900011 h 6858000"/>
              <a:gd name="connsiteX736" fmla="*/ 4344840 w 7467600"/>
              <a:gd name="connsiteY736" fmla="*/ 1922038 h 6858000"/>
              <a:gd name="connsiteX737" fmla="*/ 4378710 w 7467600"/>
              <a:gd name="connsiteY737" fmla="*/ 1665516 h 6858000"/>
              <a:gd name="connsiteX738" fmla="*/ 4448798 w 7467600"/>
              <a:gd name="connsiteY738" fmla="*/ 1253024 h 6858000"/>
              <a:gd name="connsiteX739" fmla="*/ 4480315 w 7467600"/>
              <a:gd name="connsiteY739" fmla="*/ 1158454 h 6858000"/>
              <a:gd name="connsiteX740" fmla="*/ 4494133 w 7467600"/>
              <a:gd name="connsiteY740" fmla="*/ 1118676 h 6858000"/>
              <a:gd name="connsiteX741" fmla="*/ 4557898 w 7467600"/>
              <a:gd name="connsiteY741" fmla="*/ 900011 h 6858000"/>
              <a:gd name="connsiteX742" fmla="*/ 5870151 w 7467600"/>
              <a:gd name="connsiteY742" fmla="*/ 898890 h 6858000"/>
              <a:gd name="connsiteX743" fmla="*/ 5861335 w 7467600"/>
              <a:gd name="connsiteY743" fmla="*/ 899177 h 6858000"/>
              <a:gd name="connsiteX744" fmla="*/ 5843702 w 7467600"/>
              <a:gd name="connsiteY744" fmla="*/ 899748 h 6858000"/>
              <a:gd name="connsiteX745" fmla="*/ 5651107 w 7467600"/>
              <a:gd name="connsiteY745" fmla="*/ 920306 h 6858000"/>
              <a:gd name="connsiteX746" fmla="*/ 5459407 w 7467600"/>
              <a:gd name="connsiteY746" fmla="*/ 940975 h 6858000"/>
              <a:gd name="connsiteX747" fmla="*/ 5374846 w 7467600"/>
              <a:gd name="connsiteY747" fmla="*/ 941988 h 6858000"/>
              <a:gd name="connsiteX748" fmla="*/ 5256105 w 7467600"/>
              <a:gd name="connsiteY748" fmla="*/ 945632 h 6858000"/>
              <a:gd name="connsiteX749" fmla="*/ 5107071 w 7467600"/>
              <a:gd name="connsiteY749" fmla="*/ 969720 h 6858000"/>
              <a:gd name="connsiteX750" fmla="*/ 4998681 w 7467600"/>
              <a:gd name="connsiteY750" fmla="*/ 988771 h 6858000"/>
              <a:gd name="connsiteX751" fmla="*/ 5870151 w 7467600"/>
              <a:gd name="connsiteY751" fmla="*/ 898890 h 6858000"/>
              <a:gd name="connsiteX752" fmla="*/ 5504425 w 7467600"/>
              <a:gd name="connsiteY752" fmla="*/ 848067 h 6858000"/>
              <a:gd name="connsiteX753" fmla="*/ 4968849 w 7467600"/>
              <a:gd name="connsiteY753" fmla="*/ 962318 h 6858000"/>
              <a:gd name="connsiteX754" fmla="*/ 5104039 w 7467600"/>
              <a:gd name="connsiteY754" fmla="*/ 940634 h 6858000"/>
              <a:gd name="connsiteX755" fmla="*/ 5256311 w 7467600"/>
              <a:gd name="connsiteY755" fmla="*/ 916490 h 6858000"/>
              <a:gd name="connsiteX756" fmla="*/ 5377381 w 7467600"/>
              <a:gd name="connsiteY756" fmla="*/ 912671 h 6858000"/>
              <a:gd name="connsiteX757" fmla="*/ 5460148 w 7467600"/>
              <a:gd name="connsiteY757" fmla="*/ 911442 h 6858000"/>
              <a:gd name="connsiteX758" fmla="*/ 5648971 w 7467600"/>
              <a:gd name="connsiteY758" fmla="*/ 891331 h 6858000"/>
              <a:gd name="connsiteX759" fmla="*/ 5844807 w 7467600"/>
              <a:gd name="connsiteY759" fmla="*/ 870718 h 6858000"/>
              <a:gd name="connsiteX760" fmla="*/ 5862975 w 7467600"/>
              <a:gd name="connsiteY760" fmla="*/ 869756 h 6858000"/>
              <a:gd name="connsiteX761" fmla="*/ 5920887 w 7467600"/>
              <a:gd name="connsiteY761" fmla="*/ 865929 h 6858000"/>
              <a:gd name="connsiteX762" fmla="*/ 5504425 w 7467600"/>
              <a:gd name="connsiteY762" fmla="*/ 848067 h 6858000"/>
              <a:gd name="connsiteX763" fmla="*/ 3607114 w 7467600"/>
              <a:gd name="connsiteY763" fmla="*/ 467441 h 6858000"/>
              <a:gd name="connsiteX764" fmla="*/ 3296242 w 7467600"/>
              <a:gd name="connsiteY764" fmla="*/ 807991 h 6858000"/>
              <a:gd name="connsiteX765" fmla="*/ 3174674 w 7467600"/>
              <a:gd name="connsiteY765" fmla="*/ 919759 h 6858000"/>
              <a:gd name="connsiteX766" fmla="*/ 3042978 w 7467600"/>
              <a:gd name="connsiteY766" fmla="*/ 1054894 h 6858000"/>
              <a:gd name="connsiteX767" fmla="*/ 2968914 w 7467600"/>
              <a:gd name="connsiteY767" fmla="*/ 1133756 h 6858000"/>
              <a:gd name="connsiteX768" fmla="*/ 3103823 w 7467600"/>
              <a:gd name="connsiteY768" fmla="*/ 1026814 h 6858000"/>
              <a:gd name="connsiteX769" fmla="*/ 3607114 w 7467600"/>
              <a:gd name="connsiteY769" fmla="*/ 467441 h 6858000"/>
              <a:gd name="connsiteX770" fmla="*/ 3744487 w 7467600"/>
              <a:gd name="connsiteY770" fmla="*/ 383136 h 6858000"/>
              <a:gd name="connsiteX771" fmla="*/ 3970213 w 7467600"/>
              <a:gd name="connsiteY771" fmla="*/ 995559 h 6858000"/>
              <a:gd name="connsiteX772" fmla="*/ 3744487 w 7467600"/>
              <a:gd name="connsiteY772" fmla="*/ 383136 h 6858000"/>
              <a:gd name="connsiteX773" fmla="*/ 3624562 w 7467600"/>
              <a:gd name="connsiteY773" fmla="*/ 367041 h 6858000"/>
              <a:gd name="connsiteX774" fmla="*/ 3489712 w 7467600"/>
              <a:gd name="connsiteY774" fmla="*/ 485386 h 6858000"/>
              <a:gd name="connsiteX775" fmla="*/ 3182994 w 7467600"/>
              <a:gd name="connsiteY775" fmla="*/ 828265 h 6858000"/>
              <a:gd name="connsiteX776" fmla="*/ 2892114 w 7467600"/>
              <a:gd name="connsiteY776" fmla="*/ 1172635 h 6858000"/>
              <a:gd name="connsiteX777" fmla="*/ 3021459 w 7467600"/>
              <a:gd name="connsiteY777" fmla="*/ 1035385 h 6858000"/>
              <a:gd name="connsiteX778" fmla="*/ 3153873 w 7467600"/>
              <a:gd name="connsiteY778" fmla="*/ 898971 h 6858000"/>
              <a:gd name="connsiteX779" fmla="*/ 3276511 w 7467600"/>
              <a:gd name="connsiteY779" fmla="*/ 786423 h 6858000"/>
              <a:gd name="connsiteX780" fmla="*/ 3584154 w 7467600"/>
              <a:gd name="connsiteY780" fmla="*/ 448218 h 6858000"/>
              <a:gd name="connsiteX781" fmla="*/ 3624562 w 7467600"/>
              <a:gd name="connsiteY781" fmla="*/ 367041 h 6858000"/>
              <a:gd name="connsiteX782" fmla="*/ 3766672 w 7467600"/>
              <a:gd name="connsiteY782" fmla="*/ 359429 h 6858000"/>
              <a:gd name="connsiteX783" fmla="*/ 3996338 w 7467600"/>
              <a:gd name="connsiteY783" fmla="*/ 968237 h 6858000"/>
              <a:gd name="connsiteX784" fmla="*/ 3766672 w 7467600"/>
              <a:gd name="connsiteY784" fmla="*/ 359429 h 6858000"/>
              <a:gd name="connsiteX785" fmla="*/ 5805386 w 7467600"/>
              <a:gd name="connsiteY785" fmla="*/ 239240 h 6858000"/>
              <a:gd name="connsiteX786" fmla="*/ 5736947 w 7467600"/>
              <a:gd name="connsiteY786" fmla="*/ 261367 h 6858000"/>
              <a:gd name="connsiteX787" fmla="*/ 5427012 w 7467600"/>
              <a:gd name="connsiteY787" fmla="*/ 311272 h 6858000"/>
              <a:gd name="connsiteX788" fmla="*/ 5147818 w 7467600"/>
              <a:gd name="connsiteY788" fmla="*/ 322112 h 6858000"/>
              <a:gd name="connsiteX789" fmla="*/ 5060854 w 7467600"/>
              <a:gd name="connsiteY789" fmla="*/ 311882 h 6858000"/>
              <a:gd name="connsiteX790" fmla="*/ 4945989 w 7467600"/>
              <a:gd name="connsiteY790" fmla="*/ 300516 h 6858000"/>
              <a:gd name="connsiteX791" fmla="*/ 5410479 w 7467600"/>
              <a:gd name="connsiteY791" fmla="*/ 348434 h 6858000"/>
              <a:gd name="connsiteX792" fmla="*/ 5805386 w 7467600"/>
              <a:gd name="connsiteY792" fmla="*/ 239240 h 6858000"/>
              <a:gd name="connsiteX793" fmla="*/ 5905192 w 7467600"/>
              <a:gd name="connsiteY793" fmla="*/ 163079 h 6858000"/>
              <a:gd name="connsiteX794" fmla="*/ 5865655 w 7467600"/>
              <a:gd name="connsiteY794" fmla="*/ 171901 h 6858000"/>
              <a:gd name="connsiteX795" fmla="*/ 5259740 w 7467600"/>
              <a:gd name="connsiteY795" fmla="*/ 257013 h 6858000"/>
              <a:gd name="connsiteX796" fmla="*/ 5208466 w 7467600"/>
              <a:gd name="connsiteY796" fmla="*/ 257550 h 6858000"/>
              <a:gd name="connsiteX797" fmla="*/ 4980204 w 7467600"/>
              <a:gd name="connsiteY797" fmla="*/ 271903 h 6858000"/>
              <a:gd name="connsiteX798" fmla="*/ 5068068 w 7467600"/>
              <a:gd name="connsiteY798" fmla="*/ 282244 h 6858000"/>
              <a:gd name="connsiteX799" fmla="*/ 5153231 w 7467600"/>
              <a:gd name="connsiteY799" fmla="*/ 292240 h 6858000"/>
              <a:gd name="connsiteX800" fmla="*/ 5426491 w 7467600"/>
              <a:gd name="connsiteY800" fmla="*/ 281128 h 6858000"/>
              <a:gd name="connsiteX801" fmla="*/ 5731212 w 7467600"/>
              <a:gd name="connsiteY801" fmla="*/ 231951 h 6858000"/>
              <a:gd name="connsiteX802" fmla="*/ 5905192 w 7467600"/>
              <a:gd name="connsiteY802" fmla="*/ 163079 h 6858000"/>
              <a:gd name="connsiteX803" fmla="*/ 5944437 w 7467600"/>
              <a:gd name="connsiteY803" fmla="*/ 113829 h 6858000"/>
              <a:gd name="connsiteX804" fmla="*/ 5825032 w 7467600"/>
              <a:gd name="connsiteY804" fmla="*/ 146405 h 6858000"/>
              <a:gd name="connsiteX805" fmla="*/ 4955599 w 7467600"/>
              <a:gd name="connsiteY805" fmla="*/ 247008 h 6858000"/>
              <a:gd name="connsiteX806" fmla="*/ 5210104 w 7467600"/>
              <a:gd name="connsiteY806" fmla="*/ 228123 h 6858000"/>
              <a:gd name="connsiteX807" fmla="*/ 5261015 w 7467600"/>
              <a:gd name="connsiteY807" fmla="*/ 227087 h 6858000"/>
              <a:gd name="connsiteX808" fmla="*/ 5861181 w 7467600"/>
              <a:gd name="connsiteY808" fmla="*/ 143093 h 6858000"/>
              <a:gd name="connsiteX809" fmla="*/ 5961252 w 7467600"/>
              <a:gd name="connsiteY809" fmla="*/ 114820 h 6858000"/>
              <a:gd name="connsiteX810" fmla="*/ 5944437 w 7467600"/>
              <a:gd name="connsiteY810" fmla="*/ 113829 h 6858000"/>
              <a:gd name="connsiteX811" fmla="*/ 3882765 w 7467600"/>
              <a:gd name="connsiteY811" fmla="*/ 0 h 6858000"/>
              <a:gd name="connsiteX812" fmla="*/ 3995099 w 7467600"/>
              <a:gd name="connsiteY812" fmla="*/ 0 h 6858000"/>
              <a:gd name="connsiteX813" fmla="*/ 4163818 w 7467600"/>
              <a:gd name="connsiteY813" fmla="*/ 234104 h 6858000"/>
              <a:gd name="connsiteX814" fmla="*/ 4172099 w 7467600"/>
              <a:gd name="connsiteY814" fmla="*/ 234207 h 6858000"/>
              <a:gd name="connsiteX815" fmla="*/ 4784282 w 7467600"/>
              <a:gd name="connsiteY815" fmla="*/ 276561 h 6858000"/>
              <a:gd name="connsiteX816" fmla="*/ 4801687 w 7467600"/>
              <a:gd name="connsiteY816" fmla="*/ 267764 h 6858000"/>
              <a:gd name="connsiteX817" fmla="*/ 6082788 w 7467600"/>
              <a:gd name="connsiteY817" fmla="*/ 64119 h 6858000"/>
              <a:gd name="connsiteX818" fmla="*/ 6099442 w 7467600"/>
              <a:gd name="connsiteY818" fmla="*/ 82568 h 6858000"/>
              <a:gd name="connsiteX819" fmla="*/ 4804137 w 7467600"/>
              <a:gd name="connsiteY819" fmla="*/ 320931 h 6858000"/>
              <a:gd name="connsiteX820" fmla="*/ 4227047 w 7467600"/>
              <a:gd name="connsiteY820" fmla="*/ 313415 h 6858000"/>
              <a:gd name="connsiteX821" fmla="*/ 4346041 w 7467600"/>
              <a:gd name="connsiteY821" fmla="*/ 456086 h 6858000"/>
              <a:gd name="connsiteX822" fmla="*/ 4870967 w 7467600"/>
              <a:gd name="connsiteY822" fmla="*/ 963061 h 6858000"/>
              <a:gd name="connsiteX823" fmla="*/ 4889647 w 7467600"/>
              <a:gd name="connsiteY823" fmla="*/ 957147 h 6858000"/>
              <a:gd name="connsiteX824" fmla="*/ 5422504 w 7467600"/>
              <a:gd name="connsiteY824" fmla="*/ 805191 h 6858000"/>
              <a:gd name="connsiteX825" fmla="*/ 6087656 w 7467600"/>
              <a:gd name="connsiteY825" fmla="*/ 826703 h 6858000"/>
              <a:gd name="connsiteX826" fmla="*/ 6058717 w 7467600"/>
              <a:gd name="connsiteY826" fmla="*/ 865992 h 6858000"/>
              <a:gd name="connsiteX827" fmla="*/ 4974153 w 7467600"/>
              <a:gd name="connsiteY827" fmla="*/ 1045456 h 6858000"/>
              <a:gd name="connsiteX828" fmla="*/ 5627835 w 7467600"/>
              <a:gd name="connsiteY828" fmla="*/ 1472077 h 6858000"/>
              <a:gd name="connsiteX829" fmla="*/ 5629817 w 7467600"/>
              <a:gd name="connsiteY829" fmla="*/ 1471412 h 6858000"/>
              <a:gd name="connsiteX830" fmla="*/ 5634124 w 7467600"/>
              <a:gd name="connsiteY830" fmla="*/ 1470572 h 6858000"/>
              <a:gd name="connsiteX831" fmla="*/ 5755832 w 7467600"/>
              <a:gd name="connsiteY831" fmla="*/ 1383886 h 6858000"/>
              <a:gd name="connsiteX832" fmla="*/ 6014186 w 7467600"/>
              <a:gd name="connsiteY832" fmla="*/ 1279799 h 6858000"/>
              <a:gd name="connsiteX833" fmla="*/ 6901619 w 7467600"/>
              <a:gd name="connsiteY833" fmla="*/ 1047874 h 6858000"/>
              <a:gd name="connsiteX834" fmla="*/ 6931566 w 7467600"/>
              <a:gd name="connsiteY834" fmla="*/ 1062034 h 6858000"/>
              <a:gd name="connsiteX835" fmla="*/ 5790982 w 7467600"/>
              <a:gd name="connsiteY835" fmla="*/ 1561380 h 6858000"/>
              <a:gd name="connsiteX836" fmla="*/ 6188971 w 7467600"/>
              <a:gd name="connsiteY836" fmla="*/ 1755168 h 6858000"/>
              <a:gd name="connsiteX837" fmla="*/ 6202446 w 7467600"/>
              <a:gd name="connsiteY837" fmla="*/ 1752268 h 6858000"/>
              <a:gd name="connsiteX838" fmla="*/ 7179560 w 7467600"/>
              <a:gd name="connsiteY838" fmla="*/ 1467551 h 6858000"/>
              <a:gd name="connsiteX839" fmla="*/ 7158730 w 7467600"/>
              <a:gd name="connsiteY839" fmla="*/ 1507835 h 6858000"/>
              <a:gd name="connsiteX840" fmla="*/ 6326959 w 7467600"/>
              <a:gd name="connsiteY840" fmla="*/ 1817686 h 6858000"/>
              <a:gd name="connsiteX841" fmla="*/ 6537433 w 7467600"/>
              <a:gd name="connsiteY841" fmla="*/ 1907790 h 6858000"/>
              <a:gd name="connsiteX842" fmla="*/ 6550221 w 7467600"/>
              <a:gd name="connsiteY842" fmla="*/ 1910729 h 6858000"/>
              <a:gd name="connsiteX843" fmla="*/ 6964438 w 7467600"/>
              <a:gd name="connsiteY843" fmla="*/ 2209505 h 6858000"/>
              <a:gd name="connsiteX844" fmla="*/ 7367862 w 7467600"/>
              <a:gd name="connsiteY844" fmla="*/ 2806833 h 6858000"/>
              <a:gd name="connsiteX845" fmla="*/ 7364329 w 7467600"/>
              <a:gd name="connsiteY845" fmla="*/ 2826907 h 6858000"/>
              <a:gd name="connsiteX846" fmla="*/ 7290545 w 7467600"/>
              <a:gd name="connsiteY846" fmla="*/ 2850663 h 6858000"/>
              <a:gd name="connsiteX847" fmla="*/ 6472036 w 7467600"/>
              <a:gd name="connsiteY847" fmla="*/ 1959003 h 6858000"/>
              <a:gd name="connsiteX848" fmla="*/ 5792897 w 7467600"/>
              <a:gd name="connsiteY848" fmla="*/ 1647747 h 6858000"/>
              <a:gd name="connsiteX849" fmla="*/ 5842751 w 7467600"/>
              <a:gd name="connsiteY849" fmla="*/ 1816112 h 6858000"/>
              <a:gd name="connsiteX850" fmla="*/ 5847424 w 7467600"/>
              <a:gd name="connsiteY850" fmla="*/ 1815776 h 6858000"/>
              <a:gd name="connsiteX851" fmla="*/ 6399821 w 7467600"/>
              <a:gd name="connsiteY851" fmla="*/ 2344799 h 6858000"/>
              <a:gd name="connsiteX852" fmla="*/ 6323232 w 7467600"/>
              <a:gd name="connsiteY852" fmla="*/ 2389634 h 6858000"/>
              <a:gd name="connsiteX853" fmla="*/ 5942958 w 7467600"/>
              <a:gd name="connsiteY853" fmla="*/ 2077708 h 6858000"/>
              <a:gd name="connsiteX854" fmla="*/ 5921559 w 7467600"/>
              <a:gd name="connsiteY854" fmla="*/ 2378596 h 6858000"/>
              <a:gd name="connsiteX855" fmla="*/ 5817651 w 7467600"/>
              <a:gd name="connsiteY855" fmla="*/ 3023919 h 6858000"/>
              <a:gd name="connsiteX856" fmla="*/ 5729634 w 7467600"/>
              <a:gd name="connsiteY856" fmla="*/ 3051849 h 6858000"/>
              <a:gd name="connsiteX857" fmla="*/ 5611018 w 7467600"/>
              <a:gd name="connsiteY857" fmla="*/ 2316769 h 6858000"/>
              <a:gd name="connsiteX858" fmla="*/ 5687608 w 7467600"/>
              <a:gd name="connsiteY858" fmla="*/ 2039972 h 6858000"/>
              <a:gd name="connsiteX859" fmla="*/ 5657554 w 7467600"/>
              <a:gd name="connsiteY859" fmla="*/ 1576445 h 6858000"/>
              <a:gd name="connsiteX860" fmla="*/ 5150475 w 7467600"/>
              <a:gd name="connsiteY860" fmla="*/ 1274012 h 6858000"/>
              <a:gd name="connsiteX861" fmla="*/ 5349142 w 7467600"/>
              <a:gd name="connsiteY861" fmla="*/ 2204405 h 6858000"/>
              <a:gd name="connsiteX862" fmla="*/ 5262214 w 7467600"/>
              <a:gd name="connsiteY862" fmla="*/ 2233836 h 6858000"/>
              <a:gd name="connsiteX863" fmla="*/ 4981539 w 7467600"/>
              <a:gd name="connsiteY863" fmla="*/ 1542201 h 6858000"/>
              <a:gd name="connsiteX864" fmla="*/ 4958461 w 7467600"/>
              <a:gd name="connsiteY864" fmla="*/ 1136957 h 6858000"/>
              <a:gd name="connsiteX865" fmla="*/ 4655015 w 7467600"/>
              <a:gd name="connsiteY865" fmla="*/ 891426 h 6858000"/>
              <a:gd name="connsiteX866" fmla="*/ 4348002 w 7467600"/>
              <a:gd name="connsiteY866" fmla="*/ 2205895 h 6858000"/>
              <a:gd name="connsiteX867" fmla="*/ 4262250 w 7467600"/>
              <a:gd name="connsiteY867" fmla="*/ 2219972 h 6858000"/>
              <a:gd name="connsiteX868" fmla="*/ 4550611 w 7467600"/>
              <a:gd name="connsiteY868" fmla="*/ 817540 h 6858000"/>
              <a:gd name="connsiteX869" fmla="*/ 4564418 w 7467600"/>
              <a:gd name="connsiteY869" fmla="*/ 808293 h 6858000"/>
              <a:gd name="connsiteX870" fmla="*/ 4266388 w 7467600"/>
              <a:gd name="connsiteY870" fmla="*/ 500083 h 6858000"/>
              <a:gd name="connsiteX871" fmla="*/ 4032842 w 7467600"/>
              <a:gd name="connsiteY871" fmla="*/ 211809 h 6858000"/>
              <a:gd name="connsiteX872" fmla="*/ 3882765 w 7467600"/>
              <a:gd name="connsiteY872" fmla="*/ 0 h 6858000"/>
              <a:gd name="connsiteX873" fmla="*/ 3721337 w 7467600"/>
              <a:gd name="connsiteY873" fmla="*/ 0 h 6858000"/>
              <a:gd name="connsiteX874" fmla="*/ 3797544 w 7467600"/>
              <a:gd name="connsiteY874" fmla="*/ 0 h 6858000"/>
              <a:gd name="connsiteX875" fmla="*/ 3775734 w 7467600"/>
              <a:gd name="connsiteY875" fmla="*/ 95131 h 6858000"/>
              <a:gd name="connsiteX876" fmla="*/ 3724807 w 7467600"/>
              <a:gd name="connsiteY876" fmla="*/ 272257 h 6858000"/>
              <a:gd name="connsiteX877" fmla="*/ 3726844 w 7467600"/>
              <a:gd name="connsiteY877" fmla="*/ 282988 h 6858000"/>
              <a:gd name="connsiteX878" fmla="*/ 3742664 w 7467600"/>
              <a:gd name="connsiteY878" fmla="*/ 279918 h 6858000"/>
              <a:gd name="connsiteX879" fmla="*/ 4103910 w 7467600"/>
              <a:gd name="connsiteY879" fmla="*/ 1161917 h 6858000"/>
              <a:gd name="connsiteX880" fmla="*/ 4020269 w 7467600"/>
              <a:gd name="connsiteY880" fmla="*/ 1200406 h 6858000"/>
              <a:gd name="connsiteX881" fmla="*/ 3674882 w 7467600"/>
              <a:gd name="connsiteY881" fmla="*/ 488524 h 6858000"/>
              <a:gd name="connsiteX882" fmla="*/ 3132682 w 7467600"/>
              <a:gd name="connsiteY882" fmla="*/ 1072284 h 6858000"/>
              <a:gd name="connsiteX883" fmla="*/ 2716346 w 7467600"/>
              <a:gd name="connsiteY883" fmla="*/ 1276376 h 6858000"/>
              <a:gd name="connsiteX884" fmla="*/ 2716772 w 7467600"/>
              <a:gd name="connsiteY884" fmla="*/ 1255462 h 6858000"/>
              <a:gd name="connsiteX885" fmla="*/ 3471096 w 7467600"/>
              <a:gd name="connsiteY885" fmla="*/ 437072 h 6858000"/>
              <a:gd name="connsiteX886" fmla="*/ 3639057 w 7467600"/>
              <a:gd name="connsiteY886" fmla="*/ 286334 h 6858000"/>
              <a:gd name="connsiteX887" fmla="*/ 3640309 w 7467600"/>
              <a:gd name="connsiteY887" fmla="*/ 284664 h 6858000"/>
              <a:gd name="connsiteX888" fmla="*/ 3646022 w 7467600"/>
              <a:gd name="connsiteY888" fmla="*/ 276711 h 6858000"/>
              <a:gd name="connsiteX889" fmla="*/ 3707943 w 7467600"/>
              <a:gd name="connsiteY889" fmla="*/ 65958 h 6858000"/>
              <a:gd name="connsiteX890" fmla="*/ 3721337 w 7467600"/>
              <a:gd name="connsiteY890" fmla="*/ 0 h 6858000"/>
              <a:gd name="connsiteX891" fmla="*/ 2867960 w 7467600"/>
              <a:gd name="connsiteY891" fmla="*/ 0 h 6858000"/>
              <a:gd name="connsiteX892" fmla="*/ 2926351 w 7467600"/>
              <a:gd name="connsiteY892" fmla="*/ 0 h 6858000"/>
              <a:gd name="connsiteX893" fmla="*/ 2902823 w 7467600"/>
              <a:gd name="connsiteY893" fmla="*/ 262929 h 6858000"/>
              <a:gd name="connsiteX894" fmla="*/ 2940663 w 7467600"/>
              <a:gd name="connsiteY894" fmla="*/ 140884 h 6858000"/>
              <a:gd name="connsiteX895" fmla="*/ 2947039 w 7467600"/>
              <a:gd name="connsiteY895" fmla="*/ 122524 h 6858000"/>
              <a:gd name="connsiteX896" fmla="*/ 2984316 w 7467600"/>
              <a:gd name="connsiteY896" fmla="*/ 0 h 6858000"/>
              <a:gd name="connsiteX897" fmla="*/ 3016114 w 7467600"/>
              <a:gd name="connsiteY897" fmla="*/ 0 h 6858000"/>
              <a:gd name="connsiteX898" fmla="*/ 2979949 w 7467600"/>
              <a:gd name="connsiteY898" fmla="*/ 119274 h 6858000"/>
              <a:gd name="connsiteX899" fmla="*/ 3023879 w 7467600"/>
              <a:gd name="connsiteY899" fmla="*/ 0 h 6858000"/>
              <a:gd name="connsiteX900" fmla="*/ 3105400 w 7467600"/>
              <a:gd name="connsiteY900" fmla="*/ 0 h 6858000"/>
              <a:gd name="connsiteX901" fmla="*/ 3094669 w 7467600"/>
              <a:gd name="connsiteY901" fmla="*/ 30308 h 6858000"/>
              <a:gd name="connsiteX902" fmla="*/ 2901945 w 7467600"/>
              <a:gd name="connsiteY902" fmla="*/ 466538 h 6858000"/>
              <a:gd name="connsiteX903" fmla="*/ 2815209 w 7467600"/>
              <a:gd name="connsiteY903" fmla="*/ 497361 h 6858000"/>
              <a:gd name="connsiteX904" fmla="*/ 2844845 w 7467600"/>
              <a:gd name="connsiteY904" fmla="*/ 127638 h 6858000"/>
              <a:gd name="connsiteX905" fmla="*/ 2867960 w 7467600"/>
              <a:gd name="connsiteY905" fmla="*/ 0 h 6858000"/>
              <a:gd name="connsiteX906" fmla="*/ 1057230 w 7467600"/>
              <a:gd name="connsiteY906" fmla="*/ 0 h 6858000"/>
              <a:gd name="connsiteX907" fmla="*/ 1111003 w 7467600"/>
              <a:gd name="connsiteY907" fmla="*/ 0 h 6858000"/>
              <a:gd name="connsiteX908" fmla="*/ 1125553 w 7467600"/>
              <a:gd name="connsiteY908" fmla="*/ 52588 h 6858000"/>
              <a:gd name="connsiteX909" fmla="*/ 1304276 w 7467600"/>
              <a:gd name="connsiteY909" fmla="*/ 476275 h 6858000"/>
              <a:gd name="connsiteX910" fmla="*/ 1492066 w 7467600"/>
              <a:gd name="connsiteY910" fmla="*/ 886333 h 6858000"/>
              <a:gd name="connsiteX911" fmla="*/ 1423698 w 7467600"/>
              <a:gd name="connsiteY911" fmla="*/ 710817 h 6858000"/>
              <a:gd name="connsiteX912" fmla="*/ 1357609 w 7467600"/>
              <a:gd name="connsiteY912" fmla="*/ 532892 h 6858000"/>
              <a:gd name="connsiteX913" fmla="*/ 1309550 w 7467600"/>
              <a:gd name="connsiteY913" fmla="*/ 374031 h 6858000"/>
              <a:gd name="connsiteX914" fmla="*/ 1193673 w 7467600"/>
              <a:gd name="connsiteY914" fmla="*/ 49533 h 6858000"/>
              <a:gd name="connsiteX915" fmla="*/ 1164391 w 7467600"/>
              <a:gd name="connsiteY915" fmla="*/ 0 h 6858000"/>
              <a:gd name="connsiteX916" fmla="*/ 1200666 w 7467600"/>
              <a:gd name="connsiteY916" fmla="*/ 0 h 6858000"/>
              <a:gd name="connsiteX917" fmla="*/ 1223408 w 7467600"/>
              <a:gd name="connsiteY917" fmla="*/ 38996 h 6858000"/>
              <a:gd name="connsiteX918" fmla="*/ 1339635 w 7467600"/>
              <a:gd name="connsiteY918" fmla="*/ 365517 h 6858000"/>
              <a:gd name="connsiteX919" fmla="*/ 1387469 w 7467600"/>
              <a:gd name="connsiteY919" fmla="*/ 523079 h 6858000"/>
              <a:gd name="connsiteX920" fmla="*/ 1452685 w 7467600"/>
              <a:gd name="connsiteY920" fmla="*/ 699806 h 6858000"/>
              <a:gd name="connsiteX921" fmla="*/ 1492092 w 7467600"/>
              <a:gd name="connsiteY921" fmla="*/ 800424 h 6858000"/>
              <a:gd name="connsiteX922" fmla="*/ 1455302 w 7467600"/>
              <a:gd name="connsiteY922" fmla="*/ 632913 h 6858000"/>
              <a:gd name="connsiteX923" fmla="*/ 1222336 w 7467600"/>
              <a:gd name="connsiteY923" fmla="*/ 9480 h 6858000"/>
              <a:gd name="connsiteX924" fmla="*/ 1214634 w 7467600"/>
              <a:gd name="connsiteY924" fmla="*/ 0 h 6858000"/>
              <a:gd name="connsiteX925" fmla="*/ 1289827 w 7467600"/>
              <a:gd name="connsiteY925" fmla="*/ 0 h 6858000"/>
              <a:gd name="connsiteX926" fmla="*/ 1321076 w 7467600"/>
              <a:gd name="connsiteY926" fmla="*/ 59722 h 6858000"/>
              <a:gd name="connsiteX927" fmla="*/ 1512579 w 7467600"/>
              <a:gd name="connsiteY927" fmla="*/ 626441 h 6858000"/>
              <a:gd name="connsiteX928" fmla="*/ 1506076 w 7467600"/>
              <a:gd name="connsiteY928" fmla="*/ 1089289 h 6858000"/>
              <a:gd name="connsiteX929" fmla="*/ 1486346 w 7467600"/>
              <a:gd name="connsiteY929" fmla="*/ 1079919 h 6858000"/>
              <a:gd name="connsiteX930" fmla="*/ 1070511 w 7467600"/>
              <a:gd name="connsiteY930" fmla="*/ 48609 h 6858000"/>
              <a:gd name="connsiteX931" fmla="*/ 1057230 w 7467600"/>
              <a:gd name="connsiteY931" fmla="*/ 0 h 6858000"/>
              <a:gd name="connsiteX932" fmla="*/ 43151 w 7467600"/>
              <a:gd name="connsiteY932" fmla="*/ 0 h 6858000"/>
              <a:gd name="connsiteX933" fmla="*/ 95283 w 7467600"/>
              <a:gd name="connsiteY933" fmla="*/ 0 h 6858000"/>
              <a:gd name="connsiteX934" fmla="*/ 300708 w 7467600"/>
              <a:gd name="connsiteY934" fmla="*/ 154571 h 6858000"/>
              <a:gd name="connsiteX935" fmla="*/ 530414 w 7467600"/>
              <a:gd name="connsiteY935" fmla="*/ 354673 h 6858000"/>
              <a:gd name="connsiteX936" fmla="*/ 333785 w 7467600"/>
              <a:gd name="connsiteY936" fmla="*/ 161564 h 6858000"/>
              <a:gd name="connsiteX937" fmla="*/ 147005 w 7467600"/>
              <a:gd name="connsiteY937" fmla="*/ 0 h 6858000"/>
              <a:gd name="connsiteX938" fmla="*/ 272509 w 7467600"/>
              <a:gd name="connsiteY938" fmla="*/ 0 h 6858000"/>
              <a:gd name="connsiteX939" fmla="*/ 326276 w 7467600"/>
              <a:gd name="connsiteY939" fmla="*/ 45847 h 6858000"/>
              <a:gd name="connsiteX940" fmla="*/ 823759 w 7467600"/>
              <a:gd name="connsiteY940" fmla="*/ 574145 h 6858000"/>
              <a:gd name="connsiteX941" fmla="*/ 811254 w 7467600"/>
              <a:gd name="connsiteY941" fmla="*/ 665546 h 6858000"/>
              <a:gd name="connsiteX942" fmla="*/ 154042 w 7467600"/>
              <a:gd name="connsiteY942" fmla="*/ 261522 h 6858000"/>
              <a:gd name="connsiteX943" fmla="*/ 13550 w 7467600"/>
              <a:gd name="connsiteY943" fmla="*/ 158423 h 6858000"/>
              <a:gd name="connsiteX944" fmla="*/ 0 w 7467600"/>
              <a:gd name="connsiteY944" fmla="*/ 146618 h 6858000"/>
              <a:gd name="connsiteX945" fmla="*/ 0 w 7467600"/>
              <a:gd name="connsiteY945" fmla="*/ 59161 h 6858000"/>
              <a:gd name="connsiteX946" fmla="*/ 45427 w 7467600"/>
              <a:gd name="connsiteY946" fmla="*/ 101078 h 6858000"/>
              <a:gd name="connsiteX947" fmla="*/ 630103 w 7467600"/>
              <a:gd name="connsiteY947" fmla="*/ 485885 h 6858000"/>
              <a:gd name="connsiteX948" fmla="*/ 532040 w 7467600"/>
              <a:gd name="connsiteY948" fmla="*/ 399359 h 6858000"/>
              <a:gd name="connsiteX949" fmla="*/ 517618 w 7467600"/>
              <a:gd name="connsiteY949" fmla="*/ 385726 h 6858000"/>
              <a:gd name="connsiteX950" fmla="*/ 285074 w 7467600"/>
              <a:gd name="connsiteY950" fmla="*/ 182755 h 6858000"/>
              <a:gd name="connsiteX951" fmla="*/ 43151 w 7467600"/>
              <a:gd name="connsiteY95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7410696 w 7467600"/>
              <a:gd name="connsiteY18" fmla="*/ 6803861 h 6858000"/>
              <a:gd name="connsiteX19" fmla="*/ 1019354 w 7467600"/>
              <a:gd name="connsiteY19" fmla="*/ 6315006 h 6858000"/>
              <a:gd name="connsiteX20" fmla="*/ 441046 w 7467600"/>
              <a:gd name="connsiteY20" fmla="*/ 6691153 h 6858000"/>
              <a:gd name="connsiteX21" fmla="*/ 1019354 w 7467600"/>
              <a:gd name="connsiteY21" fmla="*/ 6315006 h 6858000"/>
              <a:gd name="connsiteX22" fmla="*/ 991680 w 7467600"/>
              <a:gd name="connsiteY22" fmla="*/ 6298413 h 6858000"/>
              <a:gd name="connsiteX23" fmla="*/ 409060 w 7467600"/>
              <a:gd name="connsiteY23" fmla="*/ 6671470 h 6858000"/>
              <a:gd name="connsiteX24" fmla="*/ 991680 w 7467600"/>
              <a:gd name="connsiteY24" fmla="*/ 6298413 h 6858000"/>
              <a:gd name="connsiteX25" fmla="*/ 103333 w 7467600"/>
              <a:gd name="connsiteY25" fmla="*/ 5699602 h 6858000"/>
              <a:gd name="connsiteX26" fmla="*/ 233938 w 7467600"/>
              <a:gd name="connsiteY26" fmla="*/ 5809416 h 6858000"/>
              <a:gd name="connsiteX27" fmla="*/ 883580 w 7467600"/>
              <a:gd name="connsiteY27" fmla="*/ 6180710 h 6858000"/>
              <a:gd name="connsiteX28" fmla="*/ 487337 w 7467600"/>
              <a:gd name="connsiteY28" fmla="*/ 5950182 h 6858000"/>
              <a:gd name="connsiteX29" fmla="*/ 354051 w 7467600"/>
              <a:gd name="connsiteY29" fmla="*/ 5854912 h 6858000"/>
              <a:gd name="connsiteX30" fmla="*/ 195436 w 7467600"/>
              <a:gd name="connsiteY30" fmla="*/ 5755068 h 6858000"/>
              <a:gd name="connsiteX31" fmla="*/ 103333 w 7467600"/>
              <a:gd name="connsiteY31" fmla="*/ 5699602 h 6858000"/>
              <a:gd name="connsiteX32" fmla="*/ 5539432 w 7467600"/>
              <a:gd name="connsiteY32" fmla="*/ 5642928 h 6858000"/>
              <a:gd name="connsiteX33" fmla="*/ 5555462 w 7467600"/>
              <a:gd name="connsiteY33" fmla="*/ 5694454 h 6858000"/>
              <a:gd name="connsiteX34" fmla="*/ 5828270 w 7467600"/>
              <a:gd name="connsiteY34" fmla="*/ 6320663 h 6858000"/>
              <a:gd name="connsiteX35" fmla="*/ 5947416 w 7467600"/>
              <a:gd name="connsiteY35" fmla="*/ 6574846 h 6858000"/>
              <a:gd name="connsiteX36" fmla="*/ 5539432 w 7467600"/>
              <a:gd name="connsiteY36" fmla="*/ 5642928 h 6858000"/>
              <a:gd name="connsiteX37" fmla="*/ 51253 w 7467600"/>
              <a:gd name="connsiteY37" fmla="*/ 5631825 h 6858000"/>
              <a:gd name="connsiteX38" fmla="*/ 211622 w 7467600"/>
              <a:gd name="connsiteY38" fmla="*/ 5728803 h 6858000"/>
              <a:gd name="connsiteX39" fmla="*/ 371652 w 7467600"/>
              <a:gd name="connsiteY39" fmla="*/ 5829062 h 6858000"/>
              <a:gd name="connsiteX40" fmla="*/ 505903 w 7467600"/>
              <a:gd name="connsiteY40" fmla="*/ 5925221 h 6858000"/>
              <a:gd name="connsiteX41" fmla="*/ 899240 w 7467600"/>
              <a:gd name="connsiteY41" fmla="*/ 6153068 h 6858000"/>
              <a:gd name="connsiteX42" fmla="*/ 988114 w 7467600"/>
              <a:gd name="connsiteY42" fmla="*/ 6174204 h 6858000"/>
              <a:gd name="connsiteX43" fmla="*/ 845971 w 7467600"/>
              <a:gd name="connsiteY43" fmla="*/ 6067177 h 6858000"/>
              <a:gd name="connsiteX44" fmla="*/ 448057 w 7467600"/>
              <a:gd name="connsiteY44" fmla="*/ 5841376 h 6858000"/>
              <a:gd name="connsiteX45" fmla="*/ 51253 w 7467600"/>
              <a:gd name="connsiteY45" fmla="*/ 5631825 h 6858000"/>
              <a:gd name="connsiteX46" fmla="*/ 2606687 w 7467600"/>
              <a:gd name="connsiteY46" fmla="*/ 5630718 h 6858000"/>
              <a:gd name="connsiteX47" fmla="*/ 2645658 w 7467600"/>
              <a:gd name="connsiteY47" fmla="*/ 6640259 h 6858000"/>
              <a:gd name="connsiteX48" fmla="*/ 2606687 w 7467600"/>
              <a:gd name="connsiteY48" fmla="*/ 5630718 h 6858000"/>
              <a:gd name="connsiteX49" fmla="*/ 3642057 w 7467600"/>
              <a:gd name="connsiteY49" fmla="*/ 5573487 h 6858000"/>
              <a:gd name="connsiteX50" fmla="*/ 3632981 w 7467600"/>
              <a:gd name="connsiteY50" fmla="*/ 5579437 h 6858000"/>
              <a:gd name="connsiteX51" fmla="*/ 3382436 w 7467600"/>
              <a:gd name="connsiteY51" fmla="*/ 5952726 h 6858000"/>
              <a:gd name="connsiteX52" fmla="*/ 3191929 w 7467600"/>
              <a:gd name="connsiteY52" fmla="*/ 6662669 h 6858000"/>
              <a:gd name="connsiteX53" fmla="*/ 3369898 w 7467600"/>
              <a:gd name="connsiteY53" fmla="*/ 6081771 h 6858000"/>
              <a:gd name="connsiteX54" fmla="*/ 3642057 w 7467600"/>
              <a:gd name="connsiteY54" fmla="*/ 5573487 h 6858000"/>
              <a:gd name="connsiteX55" fmla="*/ 2650666 w 7467600"/>
              <a:gd name="connsiteY55" fmla="*/ 5530686 h 6858000"/>
              <a:gd name="connsiteX56" fmla="*/ 2650249 w 7467600"/>
              <a:gd name="connsiteY56" fmla="*/ 5532101 h 6858000"/>
              <a:gd name="connsiteX57" fmla="*/ 2663808 w 7467600"/>
              <a:gd name="connsiteY57" fmla="*/ 6535215 h 6858000"/>
              <a:gd name="connsiteX58" fmla="*/ 2665418 w 7467600"/>
              <a:gd name="connsiteY58" fmla="*/ 6132756 h 6858000"/>
              <a:gd name="connsiteX59" fmla="*/ 2650666 w 7467600"/>
              <a:gd name="connsiteY59" fmla="*/ 5530686 h 6858000"/>
              <a:gd name="connsiteX60" fmla="*/ 2680277 w 7467600"/>
              <a:gd name="connsiteY60" fmla="*/ 5479204 h 6858000"/>
              <a:gd name="connsiteX61" fmla="*/ 2678972 w 7467600"/>
              <a:gd name="connsiteY61" fmla="*/ 5481582 h 6858000"/>
              <a:gd name="connsiteX62" fmla="*/ 2696666 w 7467600"/>
              <a:gd name="connsiteY62" fmla="*/ 6133836 h 6858000"/>
              <a:gd name="connsiteX63" fmla="*/ 2695769 w 7467600"/>
              <a:gd name="connsiteY63" fmla="*/ 6390955 h 6858000"/>
              <a:gd name="connsiteX64" fmla="*/ 2739893 w 7467600"/>
              <a:gd name="connsiteY64" fmla="*/ 6108357 h 6858000"/>
              <a:gd name="connsiteX65" fmla="*/ 2680277 w 7467600"/>
              <a:gd name="connsiteY65" fmla="*/ 5479204 h 6858000"/>
              <a:gd name="connsiteX66" fmla="*/ 1132195 w 7467600"/>
              <a:gd name="connsiteY66" fmla="*/ 5467980 h 6858000"/>
              <a:gd name="connsiteX67" fmla="*/ 1679056 w 7467600"/>
              <a:gd name="connsiteY67" fmla="*/ 5516907 h 6858000"/>
              <a:gd name="connsiteX68" fmla="*/ 2128648 w 7467600"/>
              <a:gd name="connsiteY68" fmla="*/ 5474249 h 6858000"/>
              <a:gd name="connsiteX69" fmla="*/ 1825619 w 7467600"/>
              <a:gd name="connsiteY69" fmla="*/ 5478447 h 6858000"/>
              <a:gd name="connsiteX70" fmla="*/ 1737798 w 7467600"/>
              <a:gd name="connsiteY70" fmla="*/ 5483353 h 6858000"/>
              <a:gd name="connsiteX71" fmla="*/ 1132195 w 7467600"/>
              <a:gd name="connsiteY71" fmla="*/ 5467980 h 6858000"/>
              <a:gd name="connsiteX72" fmla="*/ 1456157 w 7467600"/>
              <a:gd name="connsiteY72" fmla="*/ 5371404 h 6858000"/>
              <a:gd name="connsiteX73" fmla="*/ 1244432 w 7467600"/>
              <a:gd name="connsiteY73" fmla="*/ 5385601 h 6858000"/>
              <a:gd name="connsiteX74" fmla="*/ 973990 w 7467600"/>
              <a:gd name="connsiteY74" fmla="*/ 5424940 h 6858000"/>
              <a:gd name="connsiteX75" fmla="*/ 1103809 w 7467600"/>
              <a:gd name="connsiteY75" fmla="*/ 5433720 h 6858000"/>
              <a:gd name="connsiteX76" fmla="*/ 1123454 w 7467600"/>
              <a:gd name="connsiteY76" fmla="*/ 5435727 h 6858000"/>
              <a:gd name="connsiteX77" fmla="*/ 1737017 w 7467600"/>
              <a:gd name="connsiteY77" fmla="*/ 5452183 h 6858000"/>
              <a:gd name="connsiteX78" fmla="*/ 1824397 w 7467600"/>
              <a:gd name="connsiteY78" fmla="*/ 5447757 h 6858000"/>
              <a:gd name="connsiteX79" fmla="*/ 2070059 w 7467600"/>
              <a:gd name="connsiteY79" fmla="*/ 5441660 h 6858000"/>
              <a:gd name="connsiteX80" fmla="*/ 1456157 w 7467600"/>
              <a:gd name="connsiteY80" fmla="*/ 5371404 h 6858000"/>
              <a:gd name="connsiteX81" fmla="*/ 4988186 w 7467600"/>
              <a:gd name="connsiteY81" fmla="*/ 5216467 h 6858000"/>
              <a:gd name="connsiteX82" fmla="*/ 4777334 w 7467600"/>
              <a:gd name="connsiteY82" fmla="*/ 5406072 h 6858000"/>
              <a:gd name="connsiteX83" fmla="*/ 4718341 w 7467600"/>
              <a:gd name="connsiteY83" fmla="*/ 5468043 h 6858000"/>
              <a:gd name="connsiteX84" fmla="*/ 4604655 w 7467600"/>
              <a:gd name="connsiteY84" fmla="*/ 5583434 h 6858000"/>
              <a:gd name="connsiteX85" fmla="*/ 4565074 w 7467600"/>
              <a:gd name="connsiteY85" fmla="*/ 5618550 h 6858000"/>
              <a:gd name="connsiteX86" fmla="*/ 4988186 w 7467600"/>
              <a:gd name="connsiteY86" fmla="*/ 5216467 h 6858000"/>
              <a:gd name="connsiteX87" fmla="*/ 4978032 w 7467600"/>
              <a:gd name="connsiteY87" fmla="*/ 5183809 h 6858000"/>
              <a:gd name="connsiteX88" fmla="*/ 4463413 w 7467600"/>
              <a:gd name="connsiteY88" fmla="*/ 5615162 h 6858000"/>
              <a:gd name="connsiteX89" fmla="*/ 4358134 w 7467600"/>
              <a:gd name="connsiteY89" fmla="*/ 5742791 h 6858000"/>
              <a:gd name="connsiteX90" fmla="*/ 4376219 w 7467600"/>
              <a:gd name="connsiteY90" fmla="*/ 5729027 h 6858000"/>
              <a:gd name="connsiteX91" fmla="*/ 4582340 w 7467600"/>
              <a:gd name="connsiteY91" fmla="*/ 5561037 h 6858000"/>
              <a:gd name="connsiteX92" fmla="*/ 4694684 w 7467600"/>
              <a:gd name="connsiteY92" fmla="*/ 5447098 h 6858000"/>
              <a:gd name="connsiteX93" fmla="*/ 4754123 w 7467600"/>
              <a:gd name="connsiteY93" fmla="*/ 5384643 h 6858000"/>
              <a:gd name="connsiteX94" fmla="*/ 4978032 w 7467600"/>
              <a:gd name="connsiteY94" fmla="*/ 5183809 h 6858000"/>
              <a:gd name="connsiteX95" fmla="*/ 1903353 w 7467600"/>
              <a:gd name="connsiteY95" fmla="*/ 5044827 h 6858000"/>
              <a:gd name="connsiteX96" fmla="*/ 1936931 w 7467600"/>
              <a:gd name="connsiteY96" fmla="*/ 5093954 h 6858000"/>
              <a:gd name="connsiteX97" fmla="*/ 2195868 w 7467600"/>
              <a:gd name="connsiteY97" fmla="*/ 5396574 h 6858000"/>
              <a:gd name="connsiteX98" fmla="*/ 2088852 w 7467600"/>
              <a:gd name="connsiteY98" fmla="*/ 5166123 h 6858000"/>
              <a:gd name="connsiteX99" fmla="*/ 1958241 w 7467600"/>
              <a:gd name="connsiteY99" fmla="*/ 5067955 h 6858000"/>
              <a:gd name="connsiteX100" fmla="*/ 1903353 w 7467600"/>
              <a:gd name="connsiteY100" fmla="*/ 5044827 h 6858000"/>
              <a:gd name="connsiteX101" fmla="*/ 1979378 w 7467600"/>
              <a:gd name="connsiteY101" fmla="*/ 4769504 h 6858000"/>
              <a:gd name="connsiteX102" fmla="*/ 2882120 w 7467600"/>
              <a:gd name="connsiteY102" fmla="*/ 5064547 h 6858000"/>
              <a:gd name="connsiteX103" fmla="*/ 2793103 w 7467600"/>
              <a:gd name="connsiteY103" fmla="*/ 5039699 h 6858000"/>
              <a:gd name="connsiteX104" fmla="*/ 2770041 w 7467600"/>
              <a:gd name="connsiteY104" fmla="*/ 5033634 h 6858000"/>
              <a:gd name="connsiteX105" fmla="*/ 1979378 w 7467600"/>
              <a:gd name="connsiteY105" fmla="*/ 4769504 h 6858000"/>
              <a:gd name="connsiteX106" fmla="*/ 1927410 w 7467600"/>
              <a:gd name="connsiteY106" fmla="*/ 4716164 h 6858000"/>
              <a:gd name="connsiteX107" fmla="*/ 1959587 w 7467600"/>
              <a:gd name="connsiteY107" fmla="*/ 4728849 h 6858000"/>
              <a:gd name="connsiteX108" fmla="*/ 2777707 w 7467600"/>
              <a:gd name="connsiteY108" fmla="*/ 5003991 h 6858000"/>
              <a:gd name="connsiteX109" fmla="*/ 2800768 w 7467600"/>
              <a:gd name="connsiteY109" fmla="*/ 5010056 h 6858000"/>
              <a:gd name="connsiteX110" fmla="*/ 2879408 w 7467600"/>
              <a:gd name="connsiteY110" fmla="*/ 5031590 h 6858000"/>
              <a:gd name="connsiteX111" fmla="*/ 2862295 w 7467600"/>
              <a:gd name="connsiteY111" fmla="*/ 5022958 h 6858000"/>
              <a:gd name="connsiteX112" fmla="*/ 2813343 w 7467600"/>
              <a:gd name="connsiteY112" fmla="*/ 4998369 h 6858000"/>
              <a:gd name="connsiteX113" fmla="*/ 2646245 w 7467600"/>
              <a:gd name="connsiteY113" fmla="*/ 4930999 h 6858000"/>
              <a:gd name="connsiteX114" fmla="*/ 1999243 w 7467600"/>
              <a:gd name="connsiteY114" fmla="*/ 4730524 h 6858000"/>
              <a:gd name="connsiteX115" fmla="*/ 1979527 w 7467600"/>
              <a:gd name="connsiteY115" fmla="*/ 4726651 h 6858000"/>
              <a:gd name="connsiteX116" fmla="*/ 1927410 w 7467600"/>
              <a:gd name="connsiteY116" fmla="*/ 4716164 h 6858000"/>
              <a:gd name="connsiteX117" fmla="*/ 1997014 w 7467600"/>
              <a:gd name="connsiteY117" fmla="*/ 4698007 h 6858000"/>
              <a:gd name="connsiteX118" fmla="*/ 2005458 w 7467600"/>
              <a:gd name="connsiteY118" fmla="*/ 4699540 h 6858000"/>
              <a:gd name="connsiteX119" fmla="*/ 2657186 w 7467600"/>
              <a:gd name="connsiteY119" fmla="*/ 4901687 h 6858000"/>
              <a:gd name="connsiteX120" fmla="*/ 2826662 w 7467600"/>
              <a:gd name="connsiteY120" fmla="*/ 4970362 h 6858000"/>
              <a:gd name="connsiteX121" fmla="*/ 2876100 w 7467600"/>
              <a:gd name="connsiteY121" fmla="*/ 4995397 h 6858000"/>
              <a:gd name="connsiteX122" fmla="*/ 3042600 w 7467600"/>
              <a:gd name="connsiteY122" fmla="*/ 5059532 h 6858000"/>
              <a:gd name="connsiteX123" fmla="*/ 1997014 w 7467600"/>
              <a:gd name="connsiteY123" fmla="*/ 4698007 h 6858000"/>
              <a:gd name="connsiteX124" fmla="*/ 2305292 w 7467600"/>
              <a:gd name="connsiteY124" fmla="*/ 4219492 h 6858000"/>
              <a:gd name="connsiteX125" fmla="*/ 3360922 w 7467600"/>
              <a:gd name="connsiteY125" fmla="*/ 4529373 h 6858000"/>
              <a:gd name="connsiteX126" fmla="*/ 3492420 w 7467600"/>
              <a:gd name="connsiteY126" fmla="*/ 4510145 h 6858000"/>
              <a:gd name="connsiteX127" fmla="*/ 3364086 w 7467600"/>
              <a:gd name="connsiteY127" fmla="*/ 4480340 h 6858000"/>
              <a:gd name="connsiteX128" fmla="*/ 3225818 w 7467600"/>
              <a:gd name="connsiteY128" fmla="*/ 4411822 h 6858000"/>
              <a:gd name="connsiteX129" fmla="*/ 3129696 w 7467600"/>
              <a:gd name="connsiteY129" fmla="*/ 4360704 h 6858000"/>
              <a:gd name="connsiteX130" fmla="*/ 2814545 w 7467600"/>
              <a:gd name="connsiteY130" fmla="*/ 4282955 h 6858000"/>
              <a:gd name="connsiteX131" fmla="*/ 2305292 w 7467600"/>
              <a:gd name="connsiteY131" fmla="*/ 4219492 h 6858000"/>
              <a:gd name="connsiteX132" fmla="*/ 2626982 w 7467600"/>
              <a:gd name="connsiteY132" fmla="*/ 4206450 h 6858000"/>
              <a:gd name="connsiteX133" fmla="*/ 2490617 w 7467600"/>
              <a:gd name="connsiteY133" fmla="*/ 4206951 h 6858000"/>
              <a:gd name="connsiteX134" fmla="*/ 2819869 w 7467600"/>
              <a:gd name="connsiteY134" fmla="*/ 4252936 h 6858000"/>
              <a:gd name="connsiteX135" fmla="*/ 3143018 w 7467600"/>
              <a:gd name="connsiteY135" fmla="*/ 4332698 h 6858000"/>
              <a:gd name="connsiteX136" fmla="*/ 3241520 w 7467600"/>
              <a:gd name="connsiteY136" fmla="*/ 4385112 h 6858000"/>
              <a:gd name="connsiteX137" fmla="*/ 3374575 w 7467600"/>
              <a:gd name="connsiteY137" fmla="*/ 4451517 h 6858000"/>
              <a:gd name="connsiteX138" fmla="*/ 3505221 w 7467600"/>
              <a:gd name="connsiteY138" fmla="*/ 4480757 h 6858000"/>
              <a:gd name="connsiteX139" fmla="*/ 2626982 w 7467600"/>
              <a:gd name="connsiteY139" fmla="*/ 4206450 h 6858000"/>
              <a:gd name="connsiteX140" fmla="*/ 1310106 w 7467600"/>
              <a:gd name="connsiteY140" fmla="*/ 3943217 h 6858000"/>
              <a:gd name="connsiteX141" fmla="*/ 854994 w 7467600"/>
              <a:gd name="connsiteY141" fmla="*/ 4399136 h 6858000"/>
              <a:gd name="connsiteX142" fmla="*/ 742462 w 7467600"/>
              <a:gd name="connsiteY142" fmla="*/ 4594648 h 6858000"/>
              <a:gd name="connsiteX143" fmla="*/ 820602 w 7467600"/>
              <a:gd name="connsiteY143" fmla="*/ 4485915 h 6858000"/>
              <a:gd name="connsiteX144" fmla="*/ 878295 w 7467600"/>
              <a:gd name="connsiteY144" fmla="*/ 4403594 h 6858000"/>
              <a:gd name="connsiteX145" fmla="*/ 1240607 w 7467600"/>
              <a:gd name="connsiteY145" fmla="*/ 4010401 h 6858000"/>
              <a:gd name="connsiteX146" fmla="*/ 1310106 w 7467600"/>
              <a:gd name="connsiteY146" fmla="*/ 3943217 h 6858000"/>
              <a:gd name="connsiteX147" fmla="*/ 1423113 w 7467600"/>
              <a:gd name="connsiteY147" fmla="*/ 3874565 h 6858000"/>
              <a:gd name="connsiteX148" fmla="*/ 1260565 w 7467600"/>
              <a:gd name="connsiteY148" fmla="*/ 4031982 h 6858000"/>
              <a:gd name="connsiteX149" fmla="*/ 901900 w 7467600"/>
              <a:gd name="connsiteY149" fmla="*/ 4421236 h 6858000"/>
              <a:gd name="connsiteX150" fmla="*/ 845044 w 7467600"/>
              <a:gd name="connsiteY150" fmla="*/ 4502436 h 6858000"/>
              <a:gd name="connsiteX151" fmla="*/ 685926 w 7467600"/>
              <a:gd name="connsiteY151" fmla="*/ 4703069 h 6858000"/>
              <a:gd name="connsiteX152" fmla="*/ 684248 w 7467600"/>
              <a:gd name="connsiteY152" fmla="*/ 4706721 h 6858000"/>
              <a:gd name="connsiteX153" fmla="*/ 1423113 w 7467600"/>
              <a:gd name="connsiteY153" fmla="*/ 3874565 h 6858000"/>
              <a:gd name="connsiteX154" fmla="*/ 3316479 w 7467600"/>
              <a:gd name="connsiteY154" fmla="*/ 3872136 h 6858000"/>
              <a:gd name="connsiteX155" fmla="*/ 3546806 w 7467600"/>
              <a:gd name="connsiteY155" fmla="*/ 4356139 h 6858000"/>
              <a:gd name="connsiteX156" fmla="*/ 3364433 w 7467600"/>
              <a:gd name="connsiteY156" fmla="*/ 3953121 h 6858000"/>
              <a:gd name="connsiteX157" fmla="*/ 3316479 w 7467600"/>
              <a:gd name="connsiteY157" fmla="*/ 3872136 h 6858000"/>
              <a:gd name="connsiteX158" fmla="*/ 3291335 w 7467600"/>
              <a:gd name="connsiteY158" fmla="*/ 3767420 h 6858000"/>
              <a:gd name="connsiteX159" fmla="*/ 3390805 w 7467600"/>
              <a:gd name="connsiteY159" fmla="*/ 3937163 h 6858000"/>
              <a:gd name="connsiteX160" fmla="*/ 3579062 w 7467600"/>
              <a:gd name="connsiteY160" fmla="*/ 4359040 h 6858000"/>
              <a:gd name="connsiteX161" fmla="*/ 3467355 w 7467600"/>
              <a:gd name="connsiteY161" fmla="*/ 3988130 h 6858000"/>
              <a:gd name="connsiteX162" fmla="*/ 3310753 w 7467600"/>
              <a:gd name="connsiteY162" fmla="*/ 3787140 h 6858000"/>
              <a:gd name="connsiteX163" fmla="*/ 3291335 w 7467600"/>
              <a:gd name="connsiteY163" fmla="*/ 3767420 h 6858000"/>
              <a:gd name="connsiteX164" fmla="*/ 1635889 w 7467600"/>
              <a:gd name="connsiteY164" fmla="*/ 3709494 h 6858000"/>
              <a:gd name="connsiteX165" fmla="*/ 1634800 w 7467600"/>
              <a:gd name="connsiteY165" fmla="*/ 3731111 h 6858000"/>
              <a:gd name="connsiteX166" fmla="*/ 1635889 w 7467600"/>
              <a:gd name="connsiteY166" fmla="*/ 3709494 h 6858000"/>
              <a:gd name="connsiteX167" fmla="*/ 1510397 w 7467600"/>
              <a:gd name="connsiteY167" fmla="*/ 3684705 h 6858000"/>
              <a:gd name="connsiteX168" fmla="*/ 1146550 w 7467600"/>
              <a:gd name="connsiteY168" fmla="*/ 3802012 h 6858000"/>
              <a:gd name="connsiteX169" fmla="*/ 698834 w 7467600"/>
              <a:gd name="connsiteY169" fmla="*/ 3952272 h 6858000"/>
              <a:gd name="connsiteX170" fmla="*/ 34256 w 7467600"/>
              <a:gd name="connsiteY170" fmla="*/ 4347603 h 6858000"/>
              <a:gd name="connsiteX171" fmla="*/ 527241 w 7467600"/>
              <a:gd name="connsiteY171" fmla="*/ 4065078 h 6858000"/>
              <a:gd name="connsiteX172" fmla="*/ 1510397 w 7467600"/>
              <a:gd name="connsiteY172" fmla="*/ 3684705 h 6858000"/>
              <a:gd name="connsiteX173" fmla="*/ 1313114 w 7467600"/>
              <a:gd name="connsiteY173" fmla="*/ 3655216 h 6858000"/>
              <a:gd name="connsiteX174" fmla="*/ 1109304 w 7467600"/>
              <a:gd name="connsiteY174" fmla="*/ 3669030 h 6858000"/>
              <a:gd name="connsiteX175" fmla="*/ 8129 w 7467600"/>
              <a:gd name="connsiteY175" fmla="*/ 4330519 h 6858000"/>
              <a:gd name="connsiteX176" fmla="*/ 687572 w 7467600"/>
              <a:gd name="connsiteY176" fmla="*/ 3925629 h 6858000"/>
              <a:gd name="connsiteX177" fmla="*/ 1138365 w 7467600"/>
              <a:gd name="connsiteY177" fmla="*/ 3774515 h 6858000"/>
              <a:gd name="connsiteX178" fmla="*/ 1505579 w 7467600"/>
              <a:gd name="connsiteY178" fmla="*/ 3655526 h 6858000"/>
              <a:gd name="connsiteX179" fmla="*/ 1313114 w 7467600"/>
              <a:gd name="connsiteY179" fmla="*/ 3655216 h 6858000"/>
              <a:gd name="connsiteX180" fmla="*/ 3655073 w 7467600"/>
              <a:gd name="connsiteY180" fmla="*/ 3650884 h 6858000"/>
              <a:gd name="connsiteX181" fmla="*/ 3989938 w 7467600"/>
              <a:gd name="connsiteY181" fmla="*/ 3991685 h 6858000"/>
              <a:gd name="connsiteX182" fmla="*/ 4393907 w 7467600"/>
              <a:gd name="connsiteY182" fmla="*/ 4261258 h 6858000"/>
              <a:gd name="connsiteX183" fmla="*/ 4648051 w 7467600"/>
              <a:gd name="connsiteY183" fmla="*/ 4374051 h 6858000"/>
              <a:gd name="connsiteX184" fmla="*/ 4383389 w 7467600"/>
              <a:gd name="connsiteY184" fmla="*/ 4184369 h 6858000"/>
              <a:gd name="connsiteX185" fmla="*/ 4165508 w 7467600"/>
              <a:gd name="connsiteY185" fmla="*/ 4035196 h 6858000"/>
              <a:gd name="connsiteX186" fmla="*/ 4068162 w 7467600"/>
              <a:gd name="connsiteY186" fmla="*/ 3953394 h 6858000"/>
              <a:gd name="connsiteX187" fmla="*/ 3981416 w 7467600"/>
              <a:gd name="connsiteY187" fmla="*/ 3880482 h 6858000"/>
              <a:gd name="connsiteX188" fmla="*/ 3800147 w 7467600"/>
              <a:gd name="connsiteY188" fmla="*/ 3749872 h 6858000"/>
              <a:gd name="connsiteX189" fmla="*/ 3655073 w 7467600"/>
              <a:gd name="connsiteY189" fmla="*/ 3650884 h 6858000"/>
              <a:gd name="connsiteX190" fmla="*/ 3670252 w 7467600"/>
              <a:gd name="connsiteY190" fmla="*/ 3622798 h 6858000"/>
              <a:gd name="connsiteX191" fmla="*/ 3817258 w 7467600"/>
              <a:gd name="connsiteY191" fmla="*/ 3723577 h 6858000"/>
              <a:gd name="connsiteX192" fmla="*/ 4000461 w 7467600"/>
              <a:gd name="connsiteY192" fmla="*/ 3855966 h 6858000"/>
              <a:gd name="connsiteX193" fmla="*/ 4088180 w 7467600"/>
              <a:gd name="connsiteY193" fmla="*/ 3929774 h 6858000"/>
              <a:gd name="connsiteX194" fmla="*/ 4184555 w 7467600"/>
              <a:gd name="connsiteY194" fmla="*/ 4010683 h 6858000"/>
              <a:gd name="connsiteX195" fmla="*/ 4399563 w 7467600"/>
              <a:gd name="connsiteY195" fmla="*/ 4158106 h 6858000"/>
              <a:gd name="connsiteX196" fmla="*/ 4684469 w 7467600"/>
              <a:gd name="connsiteY196" fmla="*/ 4364680 h 6858000"/>
              <a:gd name="connsiteX197" fmla="*/ 4690271 w 7467600"/>
              <a:gd name="connsiteY197" fmla="*/ 4370034 h 6858000"/>
              <a:gd name="connsiteX198" fmla="*/ 4136093 w 7467600"/>
              <a:gd name="connsiteY198" fmla="*/ 3858466 h 6858000"/>
              <a:gd name="connsiteX199" fmla="*/ 3670252 w 7467600"/>
              <a:gd name="connsiteY199" fmla="*/ 3622798 h 6858000"/>
              <a:gd name="connsiteX200" fmla="*/ 4440129 w 7467600"/>
              <a:gd name="connsiteY200" fmla="*/ 3448571 h 6858000"/>
              <a:gd name="connsiteX201" fmla="*/ 4856525 w 7467600"/>
              <a:gd name="connsiteY201" fmla="*/ 3915351 h 6858000"/>
              <a:gd name="connsiteX202" fmla="*/ 5059055 w 7467600"/>
              <a:gd name="connsiteY202" fmla="*/ 4108918 h 6858000"/>
              <a:gd name="connsiteX203" fmla="*/ 5290070 w 7467600"/>
              <a:gd name="connsiteY203" fmla="*/ 4263619 h 6858000"/>
              <a:gd name="connsiteX204" fmla="*/ 4834991 w 7467600"/>
              <a:gd name="connsiteY204" fmla="*/ 3830985 h 6858000"/>
              <a:gd name="connsiteX205" fmla="*/ 4440129 w 7467600"/>
              <a:gd name="connsiteY205" fmla="*/ 3448571 h 6858000"/>
              <a:gd name="connsiteX206" fmla="*/ 4441737 w 7467600"/>
              <a:gd name="connsiteY206" fmla="*/ 3399734 h 6858000"/>
              <a:gd name="connsiteX207" fmla="*/ 4431236 w 7467600"/>
              <a:gd name="connsiteY207" fmla="*/ 3400954 h 6858000"/>
              <a:gd name="connsiteX208" fmla="*/ 4557150 w 7467600"/>
              <a:gd name="connsiteY208" fmla="*/ 3510023 h 6858000"/>
              <a:gd name="connsiteX209" fmla="*/ 4856936 w 7467600"/>
              <a:gd name="connsiteY209" fmla="*/ 3809146 h 6858000"/>
              <a:gd name="connsiteX210" fmla="*/ 5111996 w 7467600"/>
              <a:gd name="connsiteY210" fmla="*/ 4065759 h 6858000"/>
              <a:gd name="connsiteX211" fmla="*/ 5388878 w 7467600"/>
              <a:gd name="connsiteY211" fmla="*/ 4300185 h 6858000"/>
              <a:gd name="connsiteX212" fmla="*/ 5425556 w 7467600"/>
              <a:gd name="connsiteY212" fmla="*/ 4308967 h 6858000"/>
              <a:gd name="connsiteX213" fmla="*/ 4943646 w 7467600"/>
              <a:gd name="connsiteY213" fmla="*/ 3822916 h 6858000"/>
              <a:gd name="connsiteX214" fmla="*/ 4594837 w 7467600"/>
              <a:gd name="connsiteY214" fmla="*/ 3532274 h 6858000"/>
              <a:gd name="connsiteX215" fmla="*/ 4441737 w 7467600"/>
              <a:gd name="connsiteY215" fmla="*/ 3399734 h 6858000"/>
              <a:gd name="connsiteX216" fmla="*/ 5425834 w 7467600"/>
              <a:gd name="connsiteY216" fmla="*/ 3162785 h 6858000"/>
              <a:gd name="connsiteX217" fmla="*/ 5401644 w 7467600"/>
              <a:gd name="connsiteY217" fmla="*/ 3617847 h 6858000"/>
              <a:gd name="connsiteX218" fmla="*/ 5467256 w 7467600"/>
              <a:gd name="connsiteY218" fmla="*/ 4175494 h 6858000"/>
              <a:gd name="connsiteX219" fmla="*/ 5448069 w 7467600"/>
              <a:gd name="connsiteY219" fmla="*/ 3567554 h 6858000"/>
              <a:gd name="connsiteX220" fmla="*/ 5425834 w 7467600"/>
              <a:gd name="connsiteY220" fmla="*/ 3162785 h 6858000"/>
              <a:gd name="connsiteX221" fmla="*/ 1318687 w 7467600"/>
              <a:gd name="connsiteY221" fmla="*/ 3113840 h 6858000"/>
              <a:gd name="connsiteX222" fmla="*/ 1066793 w 7467600"/>
              <a:gd name="connsiteY222" fmla="*/ 3212171 h 6858000"/>
              <a:gd name="connsiteX223" fmla="*/ 993319 w 7467600"/>
              <a:gd name="connsiteY223" fmla="*/ 3247648 h 6858000"/>
              <a:gd name="connsiteX224" fmla="*/ 853081 w 7467600"/>
              <a:gd name="connsiteY224" fmla="*/ 3312410 h 6858000"/>
              <a:gd name="connsiteX225" fmla="*/ 805957 w 7467600"/>
              <a:gd name="connsiteY225" fmla="*/ 3330443 h 6858000"/>
              <a:gd name="connsiteX226" fmla="*/ 1318687 w 7467600"/>
              <a:gd name="connsiteY226" fmla="*/ 3113840 h 6858000"/>
              <a:gd name="connsiteX227" fmla="*/ 5453702 w 7467600"/>
              <a:gd name="connsiteY227" fmla="*/ 3090882 h 6858000"/>
              <a:gd name="connsiteX228" fmla="*/ 5480135 w 7467600"/>
              <a:gd name="connsiteY228" fmla="*/ 3565802 h 6858000"/>
              <a:gd name="connsiteX229" fmla="*/ 5499023 w 7467600"/>
              <a:gd name="connsiteY229" fmla="*/ 4166310 h 6858000"/>
              <a:gd name="connsiteX230" fmla="*/ 5547022 w 7467600"/>
              <a:gd name="connsiteY230" fmla="*/ 3607838 h 6858000"/>
              <a:gd name="connsiteX231" fmla="*/ 5515964 w 7467600"/>
              <a:gd name="connsiteY231" fmla="*/ 3378541 h 6858000"/>
              <a:gd name="connsiteX232" fmla="*/ 5453702 w 7467600"/>
              <a:gd name="connsiteY232" fmla="*/ 3090882 h 6858000"/>
              <a:gd name="connsiteX233" fmla="*/ 1238695 w 7467600"/>
              <a:gd name="connsiteY233" fmla="*/ 3076820 h 6858000"/>
              <a:gd name="connsiteX234" fmla="*/ 716371 w 7467600"/>
              <a:gd name="connsiteY234" fmla="*/ 3293249 h 6858000"/>
              <a:gd name="connsiteX235" fmla="*/ 579522 w 7467600"/>
              <a:gd name="connsiteY235" fmla="*/ 3371759 h 6858000"/>
              <a:gd name="connsiteX236" fmla="*/ 600288 w 7467600"/>
              <a:gd name="connsiteY236" fmla="*/ 3365555 h 6858000"/>
              <a:gd name="connsiteX237" fmla="*/ 840692 w 7467600"/>
              <a:gd name="connsiteY237" fmla="*/ 3284921 h 6858000"/>
              <a:gd name="connsiteX238" fmla="*/ 979248 w 7467600"/>
              <a:gd name="connsiteY238" fmla="*/ 3221003 h 6858000"/>
              <a:gd name="connsiteX239" fmla="*/ 1053282 w 7467600"/>
              <a:gd name="connsiteY239" fmla="*/ 3185247 h 6858000"/>
              <a:gd name="connsiteX240" fmla="*/ 1320603 w 7467600"/>
              <a:gd name="connsiteY240" fmla="*/ 3081281 h 6858000"/>
              <a:gd name="connsiteX241" fmla="*/ 1238695 w 7467600"/>
              <a:gd name="connsiteY241" fmla="*/ 3076820 h 6858000"/>
              <a:gd name="connsiteX242" fmla="*/ 5425627 w 7467600"/>
              <a:gd name="connsiteY242" fmla="*/ 2954192 h 6858000"/>
              <a:gd name="connsiteX243" fmla="*/ 5470770 w 7467600"/>
              <a:gd name="connsiteY243" fmla="*/ 3005435 h 6858000"/>
              <a:gd name="connsiteX244" fmla="*/ 5519779 w 7467600"/>
              <a:gd name="connsiteY244" fmla="*/ 4359223 h 6858000"/>
              <a:gd name="connsiteX245" fmla="*/ 5520293 w 7467600"/>
              <a:gd name="connsiteY245" fmla="*/ 4360602 h 6858000"/>
              <a:gd name="connsiteX246" fmla="*/ 5767221 w 7467600"/>
              <a:gd name="connsiteY246" fmla="*/ 4665564 h 6858000"/>
              <a:gd name="connsiteX247" fmla="*/ 6937169 w 7467600"/>
              <a:gd name="connsiteY247" fmla="*/ 4815941 h 6858000"/>
              <a:gd name="connsiteX248" fmla="*/ 6953922 w 7467600"/>
              <a:gd name="connsiteY248" fmla="*/ 4890068 h 6858000"/>
              <a:gd name="connsiteX249" fmla="*/ 6071359 w 7467600"/>
              <a:gd name="connsiteY249" fmla="*/ 4770770 h 6858000"/>
              <a:gd name="connsiteX250" fmla="*/ 6038839 w 7467600"/>
              <a:gd name="connsiteY250" fmla="*/ 4764474 h 6858000"/>
              <a:gd name="connsiteX251" fmla="*/ 6038706 w 7467600"/>
              <a:gd name="connsiteY251" fmla="*/ 4763847 h 6858000"/>
              <a:gd name="connsiteX252" fmla="*/ 6037784 w 7467600"/>
              <a:gd name="connsiteY252" fmla="*/ 4764270 h 6858000"/>
              <a:gd name="connsiteX253" fmla="*/ 6038839 w 7467600"/>
              <a:gd name="connsiteY253" fmla="*/ 4764474 h 6858000"/>
              <a:gd name="connsiteX254" fmla="*/ 6040338 w 7467600"/>
              <a:gd name="connsiteY254" fmla="*/ 4771418 h 6858000"/>
              <a:gd name="connsiteX255" fmla="*/ 6024488 w 7467600"/>
              <a:gd name="connsiteY255" fmla="*/ 4809903 h 6858000"/>
              <a:gd name="connsiteX256" fmla="*/ 5599771 w 7467600"/>
              <a:gd name="connsiteY256" fmla="*/ 5509652 h 6858000"/>
              <a:gd name="connsiteX257" fmla="*/ 5548843 w 7467600"/>
              <a:gd name="connsiteY257" fmla="*/ 5563845 h 6858000"/>
              <a:gd name="connsiteX258" fmla="*/ 5940952 w 7467600"/>
              <a:gd name="connsiteY258" fmla="*/ 6250028 h 6858000"/>
              <a:gd name="connsiteX259" fmla="*/ 6043441 w 7467600"/>
              <a:gd name="connsiteY259" fmla="*/ 6665847 h 6858000"/>
              <a:gd name="connsiteX260" fmla="*/ 6093432 w 7467600"/>
              <a:gd name="connsiteY260" fmla="*/ 6858000 h 6858000"/>
              <a:gd name="connsiteX261" fmla="*/ 6034344 w 7467600"/>
              <a:gd name="connsiteY261" fmla="*/ 6858000 h 6858000"/>
              <a:gd name="connsiteX262" fmla="*/ 6026679 w 7467600"/>
              <a:gd name="connsiteY262" fmla="*/ 6836959 h 6858000"/>
              <a:gd name="connsiteX263" fmla="*/ 5800441 w 7467600"/>
              <a:gd name="connsiteY263" fmla="*/ 6335286 h 6858000"/>
              <a:gd name="connsiteX264" fmla="*/ 5526562 w 7467600"/>
              <a:gd name="connsiteY264" fmla="*/ 5705388 h 6858000"/>
              <a:gd name="connsiteX265" fmla="*/ 5519640 w 7467600"/>
              <a:gd name="connsiteY265" fmla="*/ 5683774 h 6858000"/>
              <a:gd name="connsiteX266" fmla="*/ 5844559 w 7467600"/>
              <a:gd name="connsiteY266" fmla="*/ 6553349 h 6858000"/>
              <a:gd name="connsiteX267" fmla="*/ 5975994 w 7467600"/>
              <a:gd name="connsiteY267" fmla="*/ 6858000 h 6858000"/>
              <a:gd name="connsiteX268" fmla="*/ 5898547 w 7467600"/>
              <a:gd name="connsiteY268" fmla="*/ 6858000 h 6858000"/>
              <a:gd name="connsiteX269" fmla="*/ 5682041 w 7467600"/>
              <a:gd name="connsiteY269" fmla="*/ 6355860 h 6858000"/>
              <a:gd name="connsiteX270" fmla="*/ 5461758 w 7467600"/>
              <a:gd name="connsiteY270" fmla="*/ 5820220 h 6858000"/>
              <a:gd name="connsiteX271" fmla="*/ 5237282 w 7467600"/>
              <a:gd name="connsiteY271" fmla="*/ 6579086 h 6858000"/>
              <a:gd name="connsiteX272" fmla="*/ 5115009 w 7467600"/>
              <a:gd name="connsiteY272" fmla="*/ 6858000 h 6858000"/>
              <a:gd name="connsiteX273" fmla="*/ 5028074 w 7467600"/>
              <a:gd name="connsiteY273" fmla="*/ 6858000 h 6858000"/>
              <a:gd name="connsiteX274" fmla="*/ 5079508 w 7467600"/>
              <a:gd name="connsiteY274" fmla="*/ 6749074 h 6858000"/>
              <a:gd name="connsiteX275" fmla="*/ 5371846 w 7467600"/>
              <a:gd name="connsiteY275" fmla="*/ 5924413 h 6858000"/>
              <a:gd name="connsiteX276" fmla="*/ 5270512 w 7467600"/>
              <a:gd name="connsiteY276" fmla="*/ 6138975 h 6858000"/>
              <a:gd name="connsiteX277" fmla="*/ 5062409 w 7467600"/>
              <a:gd name="connsiteY277" fmla="*/ 6653544 h 6858000"/>
              <a:gd name="connsiteX278" fmla="*/ 5036628 w 7467600"/>
              <a:gd name="connsiteY278" fmla="*/ 6754247 h 6858000"/>
              <a:gd name="connsiteX279" fmla="*/ 5009112 w 7467600"/>
              <a:gd name="connsiteY279" fmla="*/ 6858000 h 6858000"/>
              <a:gd name="connsiteX280" fmla="*/ 4976679 w 7467600"/>
              <a:gd name="connsiteY280" fmla="*/ 6858000 h 6858000"/>
              <a:gd name="connsiteX281" fmla="*/ 5006537 w 7467600"/>
              <a:gd name="connsiteY281" fmla="*/ 6747068 h 6858000"/>
              <a:gd name="connsiteX282" fmla="*/ 5032723 w 7467600"/>
              <a:gd name="connsiteY282" fmla="*/ 6644957 h 6858000"/>
              <a:gd name="connsiteX283" fmla="*/ 5242949 w 7467600"/>
              <a:gd name="connsiteY283" fmla="*/ 6125175 h 6858000"/>
              <a:gd name="connsiteX284" fmla="*/ 5286321 w 7467600"/>
              <a:gd name="connsiteY284" fmla="*/ 6033555 h 6858000"/>
              <a:gd name="connsiteX285" fmla="*/ 5008210 w 7467600"/>
              <a:gd name="connsiteY285" fmla="*/ 6649194 h 6858000"/>
              <a:gd name="connsiteX286" fmla="*/ 4986321 w 7467600"/>
              <a:gd name="connsiteY286" fmla="*/ 6765687 h 6858000"/>
              <a:gd name="connsiteX287" fmla="*/ 4973474 w 7467600"/>
              <a:gd name="connsiteY287" fmla="*/ 6858000 h 6858000"/>
              <a:gd name="connsiteX288" fmla="*/ 4907178 w 7467600"/>
              <a:gd name="connsiteY288" fmla="*/ 6858000 h 6858000"/>
              <a:gd name="connsiteX289" fmla="*/ 4910810 w 7467600"/>
              <a:gd name="connsiteY289" fmla="*/ 6829660 h 6858000"/>
              <a:gd name="connsiteX290" fmla="*/ 4987461 w 7467600"/>
              <a:gd name="connsiteY290" fmla="*/ 6432994 h 6858000"/>
              <a:gd name="connsiteX291" fmla="*/ 5179262 w 7467600"/>
              <a:gd name="connsiteY291" fmla="*/ 6035044 h 6858000"/>
              <a:gd name="connsiteX292" fmla="*/ 4689678 w 7467600"/>
              <a:gd name="connsiteY292" fmla="*/ 6440241 h 6858000"/>
              <a:gd name="connsiteX293" fmla="*/ 4477543 w 7467600"/>
              <a:gd name="connsiteY293" fmla="*/ 6674836 h 6858000"/>
              <a:gd name="connsiteX294" fmla="*/ 4329957 w 7467600"/>
              <a:gd name="connsiteY294" fmla="*/ 6858000 h 6858000"/>
              <a:gd name="connsiteX295" fmla="*/ 4218595 w 7467600"/>
              <a:gd name="connsiteY295" fmla="*/ 6858000 h 6858000"/>
              <a:gd name="connsiteX296" fmla="*/ 4368888 w 7467600"/>
              <a:gd name="connsiteY296" fmla="*/ 6668412 h 6858000"/>
              <a:gd name="connsiteX297" fmla="*/ 4563091 w 7467600"/>
              <a:gd name="connsiteY297" fmla="*/ 6442508 h 6858000"/>
              <a:gd name="connsiteX298" fmla="*/ 5387324 w 7467600"/>
              <a:gd name="connsiteY298" fmla="*/ 5705830 h 6858000"/>
              <a:gd name="connsiteX299" fmla="*/ 5073620 w 7467600"/>
              <a:gd name="connsiteY299" fmla="*/ 5955437 h 6858000"/>
              <a:gd name="connsiteX300" fmla="*/ 4689789 w 7467600"/>
              <a:gd name="connsiteY300" fmla="*/ 6268382 h 6858000"/>
              <a:gd name="connsiteX301" fmla="*/ 4418722 w 7467600"/>
              <a:gd name="connsiteY301" fmla="*/ 6570886 h 6858000"/>
              <a:gd name="connsiteX302" fmla="*/ 4214944 w 7467600"/>
              <a:gd name="connsiteY302" fmla="*/ 6858000 h 6858000"/>
              <a:gd name="connsiteX303" fmla="*/ 4177898 w 7467600"/>
              <a:gd name="connsiteY303" fmla="*/ 6858000 h 6858000"/>
              <a:gd name="connsiteX304" fmla="*/ 4391597 w 7467600"/>
              <a:gd name="connsiteY304" fmla="*/ 6556370 h 6858000"/>
              <a:gd name="connsiteX305" fmla="*/ 4668889 w 7467600"/>
              <a:gd name="connsiteY305" fmla="*/ 6246399 h 6858000"/>
              <a:gd name="connsiteX306" fmla="*/ 5055427 w 7467600"/>
              <a:gd name="connsiteY306" fmla="*/ 5931476 h 6858000"/>
              <a:gd name="connsiteX307" fmla="*/ 5371814 w 7467600"/>
              <a:gd name="connsiteY307" fmla="*/ 5678975 h 6858000"/>
              <a:gd name="connsiteX308" fmla="*/ 4987918 w 7467600"/>
              <a:gd name="connsiteY308" fmla="*/ 5838701 h 6858000"/>
              <a:gd name="connsiteX309" fmla="*/ 4317146 w 7467600"/>
              <a:gd name="connsiteY309" fmla="*/ 6587716 h 6858000"/>
              <a:gd name="connsiteX310" fmla="*/ 4171627 w 7467600"/>
              <a:gd name="connsiteY310" fmla="*/ 6858000 h 6858000"/>
              <a:gd name="connsiteX311" fmla="*/ 4081585 w 7467600"/>
              <a:gd name="connsiteY311" fmla="*/ 6858000 h 6858000"/>
              <a:gd name="connsiteX312" fmla="*/ 4238603 w 7467600"/>
              <a:gd name="connsiteY312" fmla="*/ 6559341 h 6858000"/>
              <a:gd name="connsiteX313" fmla="*/ 4778333 w 7467600"/>
              <a:gd name="connsiteY313" fmla="*/ 5873626 h 6858000"/>
              <a:gd name="connsiteX314" fmla="*/ 5414185 w 7467600"/>
              <a:gd name="connsiteY314" fmla="*/ 5573882 h 6858000"/>
              <a:gd name="connsiteX315" fmla="*/ 5959648 w 7467600"/>
              <a:gd name="connsiteY315" fmla="*/ 4760797 h 6858000"/>
              <a:gd name="connsiteX316" fmla="*/ 5355019 w 7467600"/>
              <a:gd name="connsiteY316" fmla="*/ 4734672 h 6858000"/>
              <a:gd name="connsiteX317" fmla="*/ 5083565 w 7467600"/>
              <a:gd name="connsiteY317" fmla="*/ 5179121 h 6858000"/>
              <a:gd name="connsiteX318" fmla="*/ 4713577 w 7467600"/>
              <a:gd name="connsiteY318" fmla="*/ 5616803 h 6858000"/>
              <a:gd name="connsiteX319" fmla="*/ 3989559 w 7467600"/>
              <a:gd name="connsiteY319" fmla="*/ 6145945 h 6858000"/>
              <a:gd name="connsiteX320" fmla="*/ 3939824 w 7467600"/>
              <a:gd name="connsiteY320" fmla="*/ 6066900 h 6858000"/>
              <a:gd name="connsiteX321" fmla="*/ 4584537 w 7467600"/>
              <a:gd name="connsiteY321" fmla="*/ 5324826 h 6858000"/>
              <a:gd name="connsiteX322" fmla="*/ 5037105 w 7467600"/>
              <a:gd name="connsiteY322" fmla="*/ 5088765 h 6858000"/>
              <a:gd name="connsiteX323" fmla="*/ 5039930 w 7467600"/>
              <a:gd name="connsiteY323" fmla="*/ 5089585 h 6858000"/>
              <a:gd name="connsiteX324" fmla="*/ 5263764 w 7467600"/>
              <a:gd name="connsiteY324" fmla="*/ 4735525 h 6858000"/>
              <a:gd name="connsiteX325" fmla="*/ 4086300 w 7467600"/>
              <a:gd name="connsiteY325" fmla="*/ 4884599 h 6858000"/>
              <a:gd name="connsiteX326" fmla="*/ 4085485 w 7467600"/>
              <a:gd name="connsiteY326" fmla="*/ 4899070 h 6858000"/>
              <a:gd name="connsiteX327" fmla="*/ 3871915 w 7467600"/>
              <a:gd name="connsiteY327" fmla="*/ 5253645 h 6858000"/>
              <a:gd name="connsiteX328" fmla="*/ 3799374 w 7467600"/>
              <a:gd name="connsiteY328" fmla="*/ 5466127 h 6858000"/>
              <a:gd name="connsiteX329" fmla="*/ 3498850 w 7467600"/>
              <a:gd name="connsiteY329" fmla="*/ 6661888 h 6858000"/>
              <a:gd name="connsiteX330" fmla="*/ 3399216 w 7467600"/>
              <a:gd name="connsiteY330" fmla="*/ 6858000 h 6858000"/>
              <a:gd name="connsiteX331" fmla="*/ 3303688 w 7467600"/>
              <a:gd name="connsiteY331" fmla="*/ 6858000 h 6858000"/>
              <a:gd name="connsiteX332" fmla="*/ 3391774 w 7467600"/>
              <a:gd name="connsiteY332" fmla="*/ 6697181 h 6858000"/>
              <a:gd name="connsiteX333" fmla="*/ 3735540 w 7467600"/>
              <a:gd name="connsiteY333" fmla="*/ 5546923 h 6858000"/>
              <a:gd name="connsiteX334" fmla="*/ 3729438 w 7467600"/>
              <a:gd name="connsiteY334" fmla="*/ 5569058 h 6858000"/>
              <a:gd name="connsiteX335" fmla="*/ 3707782 w 7467600"/>
              <a:gd name="connsiteY335" fmla="*/ 5644908 h 6858000"/>
              <a:gd name="connsiteX336" fmla="*/ 3583827 w 7467600"/>
              <a:gd name="connsiteY336" fmla="*/ 6039215 h 6858000"/>
              <a:gd name="connsiteX337" fmla="*/ 3547861 w 7467600"/>
              <a:gd name="connsiteY337" fmla="*/ 6129609 h 6858000"/>
              <a:gd name="connsiteX338" fmla="*/ 3490905 w 7467600"/>
              <a:gd name="connsiteY338" fmla="*/ 6277660 h 6858000"/>
              <a:gd name="connsiteX339" fmla="*/ 3455859 w 7467600"/>
              <a:gd name="connsiteY339" fmla="*/ 6391301 h 6858000"/>
              <a:gd name="connsiteX340" fmla="*/ 3429112 w 7467600"/>
              <a:gd name="connsiteY340" fmla="*/ 6479469 h 6858000"/>
              <a:gd name="connsiteX341" fmla="*/ 3304862 w 7467600"/>
              <a:gd name="connsiteY341" fmla="*/ 6796476 h 6858000"/>
              <a:gd name="connsiteX342" fmla="*/ 3276071 w 7467600"/>
              <a:gd name="connsiteY342" fmla="*/ 6858000 h 6858000"/>
              <a:gd name="connsiteX343" fmla="*/ 3240805 w 7467600"/>
              <a:gd name="connsiteY343" fmla="*/ 6858000 h 6858000"/>
              <a:gd name="connsiteX344" fmla="*/ 3275917 w 7467600"/>
              <a:gd name="connsiteY344" fmla="*/ 6783192 h 6858000"/>
              <a:gd name="connsiteX345" fmla="*/ 3399358 w 7467600"/>
              <a:gd name="connsiteY345" fmla="*/ 6469011 h 6858000"/>
              <a:gd name="connsiteX346" fmla="*/ 3425650 w 7467600"/>
              <a:gd name="connsiteY346" fmla="*/ 6381333 h 6858000"/>
              <a:gd name="connsiteX347" fmla="*/ 3460661 w 7467600"/>
              <a:gd name="connsiteY347" fmla="*/ 6266763 h 6858000"/>
              <a:gd name="connsiteX348" fmla="*/ 3518021 w 7467600"/>
              <a:gd name="connsiteY348" fmla="*/ 6117298 h 6858000"/>
              <a:gd name="connsiteX349" fmla="*/ 3554035 w 7467600"/>
              <a:gd name="connsiteY349" fmla="*/ 6027832 h 6858000"/>
              <a:gd name="connsiteX350" fmla="*/ 3677174 w 7467600"/>
              <a:gd name="connsiteY350" fmla="*/ 5636351 h 6858000"/>
              <a:gd name="connsiteX351" fmla="*/ 3698819 w 7467600"/>
              <a:gd name="connsiteY351" fmla="*/ 5560503 h 6858000"/>
              <a:gd name="connsiteX352" fmla="*/ 3702094 w 7467600"/>
              <a:gd name="connsiteY352" fmla="*/ 5549194 h 6858000"/>
              <a:gd name="connsiteX353" fmla="*/ 3398355 w 7467600"/>
              <a:gd name="connsiteY353" fmla="*/ 6094603 h 6858000"/>
              <a:gd name="connsiteX354" fmla="*/ 3193941 w 7467600"/>
              <a:gd name="connsiteY354" fmla="*/ 6798775 h 6858000"/>
              <a:gd name="connsiteX355" fmla="*/ 3184140 w 7467600"/>
              <a:gd name="connsiteY355" fmla="*/ 6858000 h 6858000"/>
              <a:gd name="connsiteX356" fmla="*/ 3099978 w 7467600"/>
              <a:gd name="connsiteY356" fmla="*/ 6858000 h 6858000"/>
              <a:gd name="connsiteX357" fmla="*/ 3101556 w 7467600"/>
              <a:gd name="connsiteY357" fmla="*/ 6843337 h 6858000"/>
              <a:gd name="connsiteX358" fmla="*/ 3370162 w 7467600"/>
              <a:gd name="connsiteY358" fmla="*/ 5785550 h 6858000"/>
              <a:gd name="connsiteX359" fmla="*/ 3746477 w 7467600"/>
              <a:gd name="connsiteY359" fmla="*/ 5377889 h 6858000"/>
              <a:gd name="connsiteX360" fmla="*/ 3863399 w 7467600"/>
              <a:gd name="connsiteY360" fmla="*/ 5087257 h 6858000"/>
              <a:gd name="connsiteX361" fmla="*/ 3968712 w 7467600"/>
              <a:gd name="connsiteY361" fmla="*/ 4913989 h 6858000"/>
              <a:gd name="connsiteX362" fmla="*/ 2792390 w 7467600"/>
              <a:gd name="connsiteY362" fmla="*/ 5382974 h 6858000"/>
              <a:gd name="connsiteX363" fmla="*/ 2714982 w 7467600"/>
              <a:gd name="connsiteY363" fmla="*/ 5427051 h 6858000"/>
              <a:gd name="connsiteX364" fmla="*/ 2813361 w 7467600"/>
              <a:gd name="connsiteY364" fmla="*/ 6023912 h 6858000"/>
              <a:gd name="connsiteX365" fmla="*/ 2688430 w 7467600"/>
              <a:gd name="connsiteY365" fmla="*/ 6801564 h 6858000"/>
              <a:gd name="connsiteX366" fmla="*/ 2629626 w 7467600"/>
              <a:gd name="connsiteY366" fmla="*/ 6763394 h 6858000"/>
              <a:gd name="connsiteX367" fmla="*/ 2565328 w 7467600"/>
              <a:gd name="connsiteY367" fmla="*/ 5516399 h 6858000"/>
              <a:gd name="connsiteX368" fmla="*/ 1922999 w 7467600"/>
              <a:gd name="connsiteY368" fmla="*/ 5980343 h 6858000"/>
              <a:gd name="connsiteX369" fmla="*/ 1950261 w 7467600"/>
              <a:gd name="connsiteY369" fmla="*/ 6405858 h 6858000"/>
              <a:gd name="connsiteX370" fmla="*/ 2365554 w 7467600"/>
              <a:gd name="connsiteY370" fmla="*/ 6759107 h 6858000"/>
              <a:gd name="connsiteX371" fmla="*/ 2424142 w 7467600"/>
              <a:gd name="connsiteY371" fmla="*/ 6858000 h 6858000"/>
              <a:gd name="connsiteX372" fmla="*/ 2395994 w 7467600"/>
              <a:gd name="connsiteY372" fmla="*/ 6858000 h 6858000"/>
              <a:gd name="connsiteX373" fmla="*/ 2392863 w 7467600"/>
              <a:gd name="connsiteY373" fmla="*/ 6852964 h 6858000"/>
              <a:gd name="connsiteX374" fmla="*/ 2017589 w 7467600"/>
              <a:gd name="connsiteY374" fmla="*/ 6493982 h 6858000"/>
              <a:gd name="connsiteX375" fmla="*/ 2147336 w 7467600"/>
              <a:gd name="connsiteY375" fmla="*/ 6594052 h 6858000"/>
              <a:gd name="connsiteX376" fmla="*/ 2207047 w 7467600"/>
              <a:gd name="connsiteY376" fmla="*/ 6654540 h 6858000"/>
              <a:gd name="connsiteX377" fmla="*/ 2299106 w 7467600"/>
              <a:gd name="connsiteY377" fmla="*/ 6778931 h 6858000"/>
              <a:gd name="connsiteX378" fmla="*/ 2314430 w 7467600"/>
              <a:gd name="connsiteY378" fmla="*/ 6801144 h 6858000"/>
              <a:gd name="connsiteX379" fmla="*/ 2352406 w 7467600"/>
              <a:gd name="connsiteY379" fmla="*/ 6858000 h 6858000"/>
              <a:gd name="connsiteX380" fmla="*/ 2314492 w 7467600"/>
              <a:gd name="connsiteY380" fmla="*/ 6858000 h 6858000"/>
              <a:gd name="connsiteX381" fmla="*/ 2288095 w 7467600"/>
              <a:gd name="connsiteY381" fmla="*/ 6818030 h 6858000"/>
              <a:gd name="connsiteX382" fmla="*/ 2272768 w 7467600"/>
              <a:gd name="connsiteY382" fmla="*/ 6795822 h 6858000"/>
              <a:gd name="connsiteX383" fmla="*/ 2182715 w 7467600"/>
              <a:gd name="connsiteY383" fmla="*/ 6675071 h 6858000"/>
              <a:gd name="connsiteX384" fmla="*/ 2032061 w 7467600"/>
              <a:gd name="connsiteY384" fmla="*/ 6541380 h 6858000"/>
              <a:gd name="connsiteX385" fmla="*/ 2257220 w 7467600"/>
              <a:gd name="connsiteY385" fmla="*/ 6826257 h 6858000"/>
              <a:gd name="connsiteX386" fmla="*/ 2281324 w 7467600"/>
              <a:gd name="connsiteY386" fmla="*/ 6858000 h 6858000"/>
              <a:gd name="connsiteX387" fmla="*/ 2242860 w 7467600"/>
              <a:gd name="connsiteY387" fmla="*/ 6858000 h 6858000"/>
              <a:gd name="connsiteX388" fmla="*/ 2232818 w 7467600"/>
              <a:gd name="connsiteY388" fmla="*/ 6844926 h 6858000"/>
              <a:gd name="connsiteX389" fmla="*/ 1990172 w 7467600"/>
              <a:gd name="connsiteY389" fmla="*/ 6542121 h 6858000"/>
              <a:gd name="connsiteX390" fmla="*/ 2124090 w 7467600"/>
              <a:gd name="connsiteY390" fmla="*/ 6761017 h 6858000"/>
              <a:gd name="connsiteX391" fmla="*/ 2200380 w 7467600"/>
              <a:gd name="connsiteY391" fmla="*/ 6858000 h 6858000"/>
              <a:gd name="connsiteX392" fmla="*/ 2147507 w 7467600"/>
              <a:gd name="connsiteY392" fmla="*/ 6858000 h 6858000"/>
              <a:gd name="connsiteX393" fmla="*/ 2070668 w 7467600"/>
              <a:gd name="connsiteY393" fmla="*/ 6761520 h 6858000"/>
              <a:gd name="connsiteX394" fmla="*/ 1975142 w 7467600"/>
              <a:gd name="connsiteY394" fmla="*/ 6585570 h 6858000"/>
              <a:gd name="connsiteX395" fmla="*/ 2050035 w 7467600"/>
              <a:gd name="connsiteY395" fmla="*/ 6813345 h 6858000"/>
              <a:gd name="connsiteX396" fmla="*/ 2063025 w 7467600"/>
              <a:gd name="connsiteY396" fmla="*/ 6858000 h 6858000"/>
              <a:gd name="connsiteX397" fmla="*/ 2021675 w 7467600"/>
              <a:gd name="connsiteY397" fmla="*/ 6858000 h 6858000"/>
              <a:gd name="connsiteX398" fmla="*/ 2019308 w 7467600"/>
              <a:gd name="connsiteY398" fmla="*/ 6847118 h 6858000"/>
              <a:gd name="connsiteX399" fmla="*/ 1938835 w 7467600"/>
              <a:gd name="connsiteY399" fmla="*/ 6551160 h 6858000"/>
              <a:gd name="connsiteX400" fmla="*/ 1953230 w 7467600"/>
              <a:gd name="connsiteY400" fmla="*/ 6759699 h 6858000"/>
              <a:gd name="connsiteX401" fmla="*/ 1956763 w 7467600"/>
              <a:gd name="connsiteY401" fmla="*/ 6778191 h 6858000"/>
              <a:gd name="connsiteX402" fmla="*/ 1967925 w 7467600"/>
              <a:gd name="connsiteY402" fmla="*/ 6858000 h 6858000"/>
              <a:gd name="connsiteX403" fmla="*/ 1936622 w 7467600"/>
              <a:gd name="connsiteY403" fmla="*/ 6858000 h 6858000"/>
              <a:gd name="connsiteX404" fmla="*/ 1926261 w 7467600"/>
              <a:gd name="connsiteY404" fmla="*/ 6784064 h 6858000"/>
              <a:gd name="connsiteX405" fmla="*/ 1922724 w 7467600"/>
              <a:gd name="connsiteY405" fmla="*/ 6765577 h 6858000"/>
              <a:gd name="connsiteX406" fmla="*/ 1904650 w 7467600"/>
              <a:gd name="connsiteY406" fmla="*/ 6639616 h 6858000"/>
              <a:gd name="connsiteX407" fmla="*/ 1885273 w 7467600"/>
              <a:gd name="connsiteY407" fmla="*/ 6858000 h 6858000"/>
              <a:gd name="connsiteX408" fmla="*/ 1854363 w 7467600"/>
              <a:gd name="connsiteY408" fmla="*/ 6858000 h 6858000"/>
              <a:gd name="connsiteX409" fmla="*/ 1880391 w 7467600"/>
              <a:gd name="connsiteY409" fmla="*/ 6603796 h 6858000"/>
              <a:gd name="connsiteX410" fmla="*/ 1818273 w 7467600"/>
              <a:gd name="connsiteY410" fmla="*/ 6715729 h 6858000"/>
              <a:gd name="connsiteX411" fmla="*/ 1794691 w 7467600"/>
              <a:gd name="connsiteY411" fmla="*/ 6843239 h 6858000"/>
              <a:gd name="connsiteX412" fmla="*/ 1794914 w 7467600"/>
              <a:gd name="connsiteY412" fmla="*/ 6858000 h 6858000"/>
              <a:gd name="connsiteX413" fmla="*/ 1746128 w 7467600"/>
              <a:gd name="connsiteY413" fmla="*/ 6858000 h 6858000"/>
              <a:gd name="connsiteX414" fmla="*/ 1753934 w 7467600"/>
              <a:gd name="connsiteY414" fmla="*/ 6724796 h 6858000"/>
              <a:gd name="connsiteX415" fmla="*/ 1792053 w 7467600"/>
              <a:gd name="connsiteY415" fmla="*/ 6572396 h 6858000"/>
              <a:gd name="connsiteX416" fmla="*/ 1862248 w 7467600"/>
              <a:gd name="connsiteY416" fmla="*/ 6266397 h 6858000"/>
              <a:gd name="connsiteX417" fmla="*/ 1862250 w 7467600"/>
              <a:gd name="connsiteY417" fmla="*/ 6033531 h 6858000"/>
              <a:gd name="connsiteX418" fmla="*/ 1211999 w 7467600"/>
              <a:gd name="connsiteY418" fmla="*/ 6683610 h 6858000"/>
              <a:gd name="connsiteX419" fmla="*/ 1213266 w 7467600"/>
              <a:gd name="connsiteY419" fmla="*/ 6691947 h 6858000"/>
              <a:gd name="connsiteX420" fmla="*/ 1203370 w 7467600"/>
              <a:gd name="connsiteY420" fmla="*/ 6850676 h 6858000"/>
              <a:gd name="connsiteX421" fmla="*/ 1203671 w 7467600"/>
              <a:gd name="connsiteY421" fmla="*/ 6858000 h 6858000"/>
              <a:gd name="connsiteX422" fmla="*/ 1143180 w 7467600"/>
              <a:gd name="connsiteY422" fmla="*/ 6858000 h 6858000"/>
              <a:gd name="connsiteX423" fmla="*/ 1142176 w 7467600"/>
              <a:gd name="connsiteY423" fmla="*/ 6766045 h 6858000"/>
              <a:gd name="connsiteX424" fmla="*/ 1067484 w 7467600"/>
              <a:gd name="connsiteY424" fmla="*/ 6858000 h 6858000"/>
              <a:gd name="connsiteX425" fmla="*/ 953928 w 7467600"/>
              <a:gd name="connsiteY425" fmla="*/ 6858000 h 6858000"/>
              <a:gd name="connsiteX426" fmla="*/ 959715 w 7467600"/>
              <a:gd name="connsiteY426" fmla="*/ 6850185 h 6858000"/>
              <a:gd name="connsiteX427" fmla="*/ 1483788 w 7467600"/>
              <a:gd name="connsiteY427" fmla="*/ 6259174 h 6858000"/>
              <a:gd name="connsiteX428" fmla="*/ 1100671 w 7467600"/>
              <a:gd name="connsiteY428" fmla="*/ 6252137 h 6858000"/>
              <a:gd name="connsiteX429" fmla="*/ 1090144 w 7467600"/>
              <a:gd name="connsiteY429" fmla="*/ 6256748 h 6858000"/>
              <a:gd name="connsiteX430" fmla="*/ 1095872 w 7467600"/>
              <a:gd name="connsiteY430" fmla="*/ 6271892 h 6858000"/>
              <a:gd name="connsiteX431" fmla="*/ 262785 w 7467600"/>
              <a:gd name="connsiteY431" fmla="*/ 6845450 h 6858000"/>
              <a:gd name="connsiteX432" fmla="*/ 209968 w 7467600"/>
              <a:gd name="connsiteY432" fmla="*/ 6770713 h 6858000"/>
              <a:gd name="connsiteX433" fmla="*/ 873460 w 7467600"/>
              <a:gd name="connsiteY433" fmla="*/ 6253768 h 6858000"/>
              <a:gd name="connsiteX434" fmla="*/ 192686 w 7467600"/>
              <a:gd name="connsiteY434" fmla="*/ 5849257 h 6858000"/>
              <a:gd name="connsiteX435" fmla="*/ 4696 w 7467600"/>
              <a:gd name="connsiteY435" fmla="*/ 5697668 h 6858000"/>
              <a:gd name="connsiteX436" fmla="*/ 0 w 7467600"/>
              <a:gd name="connsiteY436" fmla="*/ 5689984 h 6858000"/>
              <a:gd name="connsiteX437" fmla="*/ 0 w 7467600"/>
              <a:gd name="connsiteY437" fmla="*/ 5513472 h 6858000"/>
              <a:gd name="connsiteX438" fmla="*/ 174101 w 7467600"/>
              <a:gd name="connsiteY438" fmla="*/ 5620277 h 6858000"/>
              <a:gd name="connsiteX439" fmla="*/ 891800 w 7467600"/>
              <a:gd name="connsiteY439" fmla="*/ 6036935 h 6858000"/>
              <a:gd name="connsiteX440" fmla="*/ 1072219 w 7467600"/>
              <a:gd name="connsiteY440" fmla="*/ 6169443 h 6858000"/>
              <a:gd name="connsiteX441" fmla="*/ 1074117 w 7467600"/>
              <a:gd name="connsiteY441" fmla="*/ 6170301 h 6858000"/>
              <a:gd name="connsiteX442" fmla="*/ 1083114 w 7467600"/>
              <a:gd name="connsiteY442" fmla="*/ 6174131 h 6858000"/>
              <a:gd name="connsiteX443" fmla="*/ 1543010 w 7467600"/>
              <a:gd name="connsiteY443" fmla="*/ 6191140 h 6858000"/>
              <a:gd name="connsiteX444" fmla="*/ 1551080 w 7467600"/>
              <a:gd name="connsiteY444" fmla="*/ 6195006 h 6858000"/>
              <a:gd name="connsiteX445" fmla="*/ 2345443 w 7467600"/>
              <a:gd name="connsiteY445" fmla="*/ 5549882 h 6858000"/>
              <a:gd name="connsiteX446" fmla="*/ 1721499 w 7467600"/>
              <a:gd name="connsiteY446" fmla="*/ 5599969 h 6858000"/>
              <a:gd name="connsiteX447" fmla="*/ 767716 w 7467600"/>
              <a:gd name="connsiteY447" fmla="*/ 5472768 h 6858000"/>
              <a:gd name="connsiteX448" fmla="*/ 722147 w 7467600"/>
              <a:gd name="connsiteY448" fmla="*/ 5393091 h 6858000"/>
              <a:gd name="connsiteX449" fmla="*/ 1485552 w 7467600"/>
              <a:gd name="connsiteY449" fmla="*/ 5313202 h 6858000"/>
              <a:gd name="connsiteX450" fmla="*/ 2143004 w 7467600"/>
              <a:gd name="connsiteY450" fmla="*/ 5402420 h 6858000"/>
              <a:gd name="connsiteX451" fmla="*/ 1933391 w 7467600"/>
              <a:gd name="connsiteY451" fmla="*/ 5156971 h 6858000"/>
              <a:gd name="connsiteX452" fmla="*/ 1827118 w 7467600"/>
              <a:gd name="connsiteY452" fmla="*/ 4968410 h 6858000"/>
              <a:gd name="connsiteX453" fmla="*/ 1837349 w 7467600"/>
              <a:gd name="connsiteY453" fmla="*/ 4956357 h 6858000"/>
              <a:gd name="connsiteX454" fmla="*/ 2162835 w 7467600"/>
              <a:gd name="connsiteY454" fmla="*/ 5187853 h 6858000"/>
              <a:gd name="connsiteX455" fmla="*/ 2257167 w 7467600"/>
              <a:gd name="connsiteY455" fmla="*/ 5462123 h 6858000"/>
              <a:gd name="connsiteX456" fmla="*/ 2261598 w 7467600"/>
              <a:gd name="connsiteY456" fmla="*/ 5467998 h 6858000"/>
              <a:gd name="connsiteX457" fmla="*/ 2437177 w 7467600"/>
              <a:gd name="connsiteY457" fmla="*/ 5479608 h 6858000"/>
              <a:gd name="connsiteX458" fmla="*/ 2445247 w 7467600"/>
              <a:gd name="connsiteY458" fmla="*/ 5483476 h 6858000"/>
              <a:gd name="connsiteX459" fmla="*/ 2743626 w 7467600"/>
              <a:gd name="connsiteY459" fmla="*/ 5304819 h 6858000"/>
              <a:gd name="connsiteX460" fmla="*/ 3048102 w 7467600"/>
              <a:gd name="connsiteY460" fmla="*/ 5150595 h 6858000"/>
              <a:gd name="connsiteX461" fmla="*/ 1799414 w 7467600"/>
              <a:gd name="connsiteY461" fmla="*/ 4694732 h 6858000"/>
              <a:gd name="connsiteX462" fmla="*/ 1771735 w 7467600"/>
              <a:gd name="connsiteY462" fmla="*/ 4619929 h 6858000"/>
              <a:gd name="connsiteX463" fmla="*/ 3104273 w 7467600"/>
              <a:gd name="connsiteY463" fmla="*/ 5076159 h 6858000"/>
              <a:gd name="connsiteX464" fmla="*/ 3113245 w 7467600"/>
              <a:gd name="connsiteY464" fmla="*/ 5090705 h 6858000"/>
              <a:gd name="connsiteX465" fmla="*/ 3126294 w 7467600"/>
              <a:gd name="connsiteY465" fmla="*/ 5114400 h 6858000"/>
              <a:gd name="connsiteX466" fmla="*/ 3937433 w 7467600"/>
              <a:gd name="connsiteY466" fmla="*/ 4830473 h 6858000"/>
              <a:gd name="connsiteX467" fmla="*/ 3590475 w 7467600"/>
              <a:gd name="connsiteY467" fmla="*/ 4597974 h 6858000"/>
              <a:gd name="connsiteX468" fmla="*/ 3100264 w 7467600"/>
              <a:gd name="connsiteY468" fmla="*/ 4579845 h 6858000"/>
              <a:gd name="connsiteX469" fmla="*/ 2183576 w 7467600"/>
              <a:gd name="connsiteY469" fmla="*/ 4227150 h 6858000"/>
              <a:gd name="connsiteX470" fmla="*/ 2151029 w 7467600"/>
              <a:gd name="connsiteY470" fmla="*/ 4146947 h 6858000"/>
              <a:gd name="connsiteX471" fmla="*/ 3563434 w 7467600"/>
              <a:gd name="connsiteY471" fmla="*/ 4469115 h 6858000"/>
              <a:gd name="connsiteX472" fmla="*/ 3177952 w 7467600"/>
              <a:gd name="connsiteY472" fmla="*/ 3657386 h 6858000"/>
              <a:gd name="connsiteX473" fmla="*/ 3189263 w 7467600"/>
              <a:gd name="connsiteY473" fmla="*/ 3625726 h 6858000"/>
              <a:gd name="connsiteX474" fmla="*/ 3560912 w 7467600"/>
              <a:gd name="connsiteY474" fmla="*/ 4079863 h 6858000"/>
              <a:gd name="connsiteX475" fmla="*/ 3626636 w 7467600"/>
              <a:gd name="connsiteY475" fmla="*/ 4512230 h 6858000"/>
              <a:gd name="connsiteX476" fmla="*/ 3653088 w 7467600"/>
              <a:gd name="connsiteY476" fmla="*/ 4521417 h 6858000"/>
              <a:gd name="connsiteX477" fmla="*/ 3988128 w 7467600"/>
              <a:gd name="connsiteY477" fmla="*/ 4817267 h 6858000"/>
              <a:gd name="connsiteX478" fmla="*/ 4830582 w 7467600"/>
              <a:gd name="connsiteY478" fmla="*/ 4676000 h 6858000"/>
              <a:gd name="connsiteX479" fmla="*/ 4830100 w 7467600"/>
              <a:gd name="connsiteY479" fmla="*/ 4675554 h 6858000"/>
              <a:gd name="connsiteX480" fmla="*/ 4036318 w 7467600"/>
              <a:gd name="connsiteY480" fmla="*/ 4147013 h 6858000"/>
              <a:gd name="connsiteX481" fmla="*/ 3432098 w 7467600"/>
              <a:gd name="connsiteY481" fmla="*/ 3537312 h 6858000"/>
              <a:gd name="connsiteX482" fmla="*/ 3446761 w 7467600"/>
              <a:gd name="connsiteY482" fmla="*/ 3461278 h 6858000"/>
              <a:gd name="connsiteX483" fmla="*/ 4419733 w 7467600"/>
              <a:gd name="connsiteY483" fmla="*/ 3963555 h 6858000"/>
              <a:gd name="connsiteX484" fmla="*/ 4781371 w 7467600"/>
              <a:gd name="connsiteY484" fmla="*/ 4458604 h 6858000"/>
              <a:gd name="connsiteX485" fmla="*/ 4780440 w 7467600"/>
              <a:gd name="connsiteY485" fmla="*/ 4470290 h 6858000"/>
              <a:gd name="connsiteX486" fmla="*/ 4898954 w 7467600"/>
              <a:gd name="connsiteY486" fmla="*/ 4662092 h 6858000"/>
              <a:gd name="connsiteX487" fmla="*/ 4900699 w 7467600"/>
              <a:gd name="connsiteY487" fmla="*/ 4670867 h 6858000"/>
              <a:gd name="connsiteX488" fmla="*/ 5714511 w 7467600"/>
              <a:gd name="connsiteY488" fmla="*/ 4663483 h 6858000"/>
              <a:gd name="connsiteX489" fmla="*/ 5464793 w 7467600"/>
              <a:gd name="connsiteY489" fmla="*/ 4393556 h 6858000"/>
              <a:gd name="connsiteX490" fmla="*/ 5461897 w 7467600"/>
              <a:gd name="connsiteY490" fmla="*/ 4390879 h 6858000"/>
              <a:gd name="connsiteX491" fmla="*/ 4294126 w 7467600"/>
              <a:gd name="connsiteY491" fmla="*/ 3303048 h 6858000"/>
              <a:gd name="connsiteX492" fmla="*/ 4305321 w 7467600"/>
              <a:gd name="connsiteY492" fmla="*/ 3256953 h 6858000"/>
              <a:gd name="connsiteX493" fmla="*/ 4949299 w 7467600"/>
              <a:gd name="connsiteY493" fmla="*/ 3766336 h 6858000"/>
              <a:gd name="connsiteX494" fmla="*/ 5291452 w 7467600"/>
              <a:gd name="connsiteY494" fmla="*/ 4076801 h 6858000"/>
              <a:gd name="connsiteX495" fmla="*/ 5434998 w 7467600"/>
              <a:gd name="connsiteY495" fmla="*/ 4254100 h 6858000"/>
              <a:gd name="connsiteX496" fmla="*/ 5351015 w 7467600"/>
              <a:gd name="connsiteY496" fmla="*/ 3760989 h 6858000"/>
              <a:gd name="connsiteX497" fmla="*/ 5413780 w 7467600"/>
              <a:gd name="connsiteY497" fmla="*/ 2966265 h 6858000"/>
              <a:gd name="connsiteX498" fmla="*/ 5425627 w 7467600"/>
              <a:gd name="connsiteY498" fmla="*/ 2954192 h 6858000"/>
              <a:gd name="connsiteX499" fmla="*/ 6604735 w 7467600"/>
              <a:gd name="connsiteY499" fmla="*/ 2041381 h 6858000"/>
              <a:gd name="connsiteX500" fmla="*/ 7204487 w 7467600"/>
              <a:gd name="connsiteY500" fmla="*/ 2742112 h 6858000"/>
              <a:gd name="connsiteX501" fmla="*/ 7131592 w 7467600"/>
              <a:gd name="connsiteY501" fmla="*/ 2672096 h 6858000"/>
              <a:gd name="connsiteX502" fmla="*/ 6996344 w 7467600"/>
              <a:gd name="connsiteY502" fmla="*/ 2518310 h 6858000"/>
              <a:gd name="connsiteX503" fmla="*/ 6735495 w 7467600"/>
              <a:gd name="connsiteY503" fmla="*/ 2196890 h 6858000"/>
              <a:gd name="connsiteX504" fmla="*/ 6721901 w 7467600"/>
              <a:gd name="connsiteY504" fmla="*/ 2179274 h 6858000"/>
              <a:gd name="connsiteX505" fmla="*/ 6604735 w 7467600"/>
              <a:gd name="connsiteY505" fmla="*/ 2041381 h 6858000"/>
              <a:gd name="connsiteX506" fmla="*/ 6591670 w 7467600"/>
              <a:gd name="connsiteY506" fmla="*/ 1988277 h 6858000"/>
              <a:gd name="connsiteX507" fmla="*/ 6747349 w 7467600"/>
              <a:gd name="connsiteY507" fmla="*/ 2160069 h 6858000"/>
              <a:gd name="connsiteX508" fmla="*/ 6760943 w 7467600"/>
              <a:gd name="connsiteY508" fmla="*/ 2177686 h 6858000"/>
              <a:gd name="connsiteX509" fmla="*/ 7021065 w 7467600"/>
              <a:gd name="connsiteY509" fmla="*/ 2498102 h 6858000"/>
              <a:gd name="connsiteX510" fmla="*/ 7155223 w 7467600"/>
              <a:gd name="connsiteY510" fmla="*/ 2650386 h 6858000"/>
              <a:gd name="connsiteX511" fmla="*/ 7203167 w 7467600"/>
              <a:gd name="connsiteY511" fmla="*/ 2697288 h 6858000"/>
              <a:gd name="connsiteX512" fmla="*/ 6937703 w 7467600"/>
              <a:gd name="connsiteY512" fmla="*/ 2321981 h 6858000"/>
              <a:gd name="connsiteX513" fmla="*/ 6591670 w 7467600"/>
              <a:gd name="connsiteY513" fmla="*/ 1988277 h 6858000"/>
              <a:gd name="connsiteX514" fmla="*/ 5798671 w 7467600"/>
              <a:gd name="connsiteY514" fmla="*/ 1981601 h 6858000"/>
              <a:gd name="connsiteX515" fmla="*/ 5754709 w 7467600"/>
              <a:gd name="connsiteY515" fmla="*/ 2071454 h 6858000"/>
              <a:gd name="connsiteX516" fmla="*/ 5763044 w 7467600"/>
              <a:gd name="connsiteY516" fmla="*/ 2842206 h 6858000"/>
              <a:gd name="connsiteX517" fmla="*/ 5764974 w 7467600"/>
              <a:gd name="connsiteY517" fmla="*/ 2799609 h 6858000"/>
              <a:gd name="connsiteX518" fmla="*/ 5767665 w 7467600"/>
              <a:gd name="connsiteY518" fmla="*/ 2666409 h 6858000"/>
              <a:gd name="connsiteX519" fmla="*/ 5763055 w 7467600"/>
              <a:gd name="connsiteY519" fmla="*/ 2579705 h 6858000"/>
              <a:gd name="connsiteX520" fmla="*/ 5758079 w 7467600"/>
              <a:gd name="connsiteY520" fmla="*/ 2492508 h 6858000"/>
              <a:gd name="connsiteX521" fmla="*/ 5779325 w 7467600"/>
              <a:gd name="connsiteY521" fmla="*/ 2197069 h 6858000"/>
              <a:gd name="connsiteX522" fmla="*/ 5798671 w 7467600"/>
              <a:gd name="connsiteY522" fmla="*/ 1981601 h 6858000"/>
              <a:gd name="connsiteX523" fmla="*/ 5829202 w 7467600"/>
              <a:gd name="connsiteY523" fmla="*/ 1971679 h 6858000"/>
              <a:gd name="connsiteX524" fmla="*/ 5809558 w 7467600"/>
              <a:gd name="connsiteY524" fmla="*/ 2198043 h 6858000"/>
              <a:gd name="connsiteX525" fmla="*/ 5788653 w 7467600"/>
              <a:gd name="connsiteY525" fmla="*/ 2489430 h 6858000"/>
              <a:gd name="connsiteX526" fmla="*/ 5793439 w 7467600"/>
              <a:gd name="connsiteY526" fmla="*/ 2575235 h 6858000"/>
              <a:gd name="connsiteX527" fmla="*/ 5796837 w 7467600"/>
              <a:gd name="connsiteY527" fmla="*/ 2637633 h 6858000"/>
              <a:gd name="connsiteX528" fmla="*/ 5818614 w 7467600"/>
              <a:gd name="connsiteY528" fmla="*/ 2473055 h 6858000"/>
              <a:gd name="connsiteX529" fmla="*/ 5829202 w 7467600"/>
              <a:gd name="connsiteY529" fmla="*/ 1971679 h 6858000"/>
              <a:gd name="connsiteX530" fmla="*/ 5911389 w 7467600"/>
              <a:gd name="connsiteY530" fmla="*/ 1898371 h 6858000"/>
              <a:gd name="connsiteX531" fmla="*/ 6237627 w 7467600"/>
              <a:gd name="connsiteY531" fmla="*/ 2231921 h 6858000"/>
              <a:gd name="connsiteX532" fmla="*/ 5911389 w 7467600"/>
              <a:gd name="connsiteY532" fmla="*/ 1898371 h 6858000"/>
              <a:gd name="connsiteX533" fmla="*/ 6944437 w 7467600"/>
              <a:gd name="connsiteY533" fmla="*/ 1575402 h 6858000"/>
              <a:gd name="connsiteX534" fmla="*/ 6304730 w 7467600"/>
              <a:gd name="connsiteY534" fmla="*/ 1766654 h 6858000"/>
              <a:gd name="connsiteX535" fmla="*/ 6944437 w 7467600"/>
              <a:gd name="connsiteY535" fmla="*/ 1575402 h 6858000"/>
              <a:gd name="connsiteX536" fmla="*/ 7019523 w 7467600"/>
              <a:gd name="connsiteY536" fmla="*/ 1519450 h 6858000"/>
              <a:gd name="connsiteX537" fmla="*/ 6298091 w 7467600"/>
              <a:gd name="connsiteY537" fmla="*/ 1737122 h 6858000"/>
              <a:gd name="connsiteX538" fmla="*/ 7019523 w 7467600"/>
              <a:gd name="connsiteY538" fmla="*/ 1519450 h 6858000"/>
              <a:gd name="connsiteX539" fmla="*/ 2399523 w 7467600"/>
              <a:gd name="connsiteY539" fmla="*/ 1428234 h 6858000"/>
              <a:gd name="connsiteX540" fmla="*/ 2224982 w 7467600"/>
              <a:gd name="connsiteY540" fmla="*/ 1826201 h 6858000"/>
              <a:gd name="connsiteX541" fmla="*/ 2096099 w 7467600"/>
              <a:gd name="connsiteY541" fmla="*/ 2345900 h 6858000"/>
              <a:gd name="connsiteX542" fmla="*/ 2283317 w 7467600"/>
              <a:gd name="connsiteY542" fmla="*/ 1796925 h 6858000"/>
              <a:gd name="connsiteX543" fmla="*/ 2399523 w 7467600"/>
              <a:gd name="connsiteY543" fmla="*/ 1428234 h 6858000"/>
              <a:gd name="connsiteX544" fmla="*/ 2448558 w 7467600"/>
              <a:gd name="connsiteY544" fmla="*/ 1373435 h 6858000"/>
              <a:gd name="connsiteX545" fmla="*/ 2312521 w 7467600"/>
              <a:gd name="connsiteY545" fmla="*/ 1806140 h 6858000"/>
              <a:gd name="connsiteX546" fmla="*/ 2127533 w 7467600"/>
              <a:gd name="connsiteY546" fmla="*/ 2348380 h 6858000"/>
              <a:gd name="connsiteX547" fmla="*/ 2358080 w 7467600"/>
              <a:gd name="connsiteY547" fmla="*/ 1866134 h 6858000"/>
              <a:gd name="connsiteX548" fmla="*/ 2407436 w 7467600"/>
              <a:gd name="connsiteY548" fmla="*/ 1651070 h 6858000"/>
              <a:gd name="connsiteX549" fmla="*/ 2448558 w 7467600"/>
              <a:gd name="connsiteY549" fmla="*/ 1373435 h 6858000"/>
              <a:gd name="connsiteX550" fmla="*/ 278707 w 7467600"/>
              <a:gd name="connsiteY550" fmla="*/ 1352270 h 6858000"/>
              <a:gd name="connsiteX551" fmla="*/ 321570 w 7467600"/>
              <a:gd name="connsiteY551" fmla="*/ 1861610 h 6858000"/>
              <a:gd name="connsiteX552" fmla="*/ 294281 w 7467600"/>
              <a:gd name="connsiteY552" fmla="*/ 1440658 h 6858000"/>
              <a:gd name="connsiteX553" fmla="*/ 278707 w 7467600"/>
              <a:gd name="connsiteY553" fmla="*/ 1352270 h 6858000"/>
              <a:gd name="connsiteX554" fmla="*/ 1423821 w 7467600"/>
              <a:gd name="connsiteY554" fmla="*/ 1351958 h 6858000"/>
              <a:gd name="connsiteX555" fmla="*/ 1638521 w 7467600"/>
              <a:gd name="connsiteY555" fmla="*/ 1908470 h 6858000"/>
              <a:gd name="connsiteX556" fmla="*/ 1754199 w 7467600"/>
              <a:gd name="connsiteY556" fmla="*/ 2149284 h 6858000"/>
              <a:gd name="connsiteX557" fmla="*/ 1908359 w 7467600"/>
              <a:gd name="connsiteY557" fmla="*/ 2364988 h 6858000"/>
              <a:gd name="connsiteX558" fmla="*/ 1647661 w 7467600"/>
              <a:gd name="connsiteY558" fmla="*/ 1825945 h 6858000"/>
              <a:gd name="connsiteX559" fmla="*/ 1423821 w 7467600"/>
              <a:gd name="connsiteY559" fmla="*/ 1351958 h 6858000"/>
              <a:gd name="connsiteX560" fmla="*/ 1431890 w 7467600"/>
              <a:gd name="connsiteY560" fmla="*/ 1306475 h 6858000"/>
              <a:gd name="connsiteX561" fmla="*/ 1507597 w 7467600"/>
              <a:gd name="connsiteY561" fmla="*/ 1446132 h 6858000"/>
              <a:gd name="connsiteX562" fmla="*/ 1674586 w 7467600"/>
              <a:gd name="connsiteY562" fmla="*/ 1813832 h 6858000"/>
              <a:gd name="connsiteX563" fmla="*/ 1815950 w 7467600"/>
              <a:gd name="connsiteY563" fmla="*/ 2128564 h 6858000"/>
              <a:gd name="connsiteX564" fmla="*/ 1984242 w 7467600"/>
              <a:gd name="connsiteY564" fmla="*/ 2430829 h 6858000"/>
              <a:gd name="connsiteX565" fmla="*/ 2014023 w 7467600"/>
              <a:gd name="connsiteY565" fmla="*/ 2450995 h 6858000"/>
              <a:gd name="connsiteX566" fmla="*/ 1747337 w 7467600"/>
              <a:gd name="connsiteY566" fmla="*/ 1855264 h 6858000"/>
              <a:gd name="connsiteX567" fmla="*/ 1533749 w 7467600"/>
              <a:gd name="connsiteY567" fmla="*/ 1478656 h 6858000"/>
              <a:gd name="connsiteX568" fmla="*/ 1431890 w 7467600"/>
              <a:gd name="connsiteY568" fmla="*/ 1306475 h 6858000"/>
              <a:gd name="connsiteX569" fmla="*/ 5052692 w 7467600"/>
              <a:gd name="connsiteY569" fmla="*/ 1292994 h 6858000"/>
              <a:gd name="connsiteX570" fmla="*/ 5200661 w 7467600"/>
              <a:gd name="connsiteY570" fmla="*/ 1635186 h 6858000"/>
              <a:gd name="connsiteX571" fmla="*/ 5297138 w 7467600"/>
              <a:gd name="connsiteY571" fmla="*/ 1906351 h 6858000"/>
              <a:gd name="connsiteX572" fmla="*/ 5052692 w 7467600"/>
              <a:gd name="connsiteY572" fmla="*/ 1292994 h 6858000"/>
              <a:gd name="connsiteX573" fmla="*/ 5009948 w 7467600"/>
              <a:gd name="connsiteY573" fmla="*/ 1273619 h 6858000"/>
              <a:gd name="connsiteX574" fmla="*/ 5121777 w 7467600"/>
              <a:gd name="connsiteY574" fmla="*/ 1654213 h 6858000"/>
              <a:gd name="connsiteX575" fmla="*/ 5293545 w 7467600"/>
              <a:gd name="connsiteY575" fmla="*/ 2072247 h 6858000"/>
              <a:gd name="connsiteX576" fmla="*/ 5294042 w 7467600"/>
              <a:gd name="connsiteY576" fmla="*/ 2065019 h 6858000"/>
              <a:gd name="connsiteX577" fmla="*/ 5171936 w 7467600"/>
              <a:gd name="connsiteY577" fmla="*/ 1647613 h 6858000"/>
              <a:gd name="connsiteX578" fmla="*/ 5009948 w 7467600"/>
              <a:gd name="connsiteY578" fmla="*/ 1273619 h 6858000"/>
              <a:gd name="connsiteX579" fmla="*/ 655236 w 7467600"/>
              <a:gd name="connsiteY579" fmla="*/ 1268632 h 6858000"/>
              <a:gd name="connsiteX580" fmla="*/ 839521 w 7467600"/>
              <a:gd name="connsiteY580" fmla="*/ 1685315 h 6858000"/>
              <a:gd name="connsiteX581" fmla="*/ 1109416 w 7467600"/>
              <a:gd name="connsiteY581" fmla="*/ 2061663 h 6858000"/>
              <a:gd name="connsiteX582" fmla="*/ 1298300 w 7467600"/>
              <a:gd name="connsiteY582" fmla="*/ 2247742 h 6858000"/>
              <a:gd name="connsiteX583" fmla="*/ 1125871 w 7467600"/>
              <a:gd name="connsiteY583" fmla="*/ 1989513 h 6858000"/>
              <a:gd name="connsiteX584" fmla="*/ 981574 w 7467600"/>
              <a:gd name="connsiteY584" fmla="*/ 1783157 h 6858000"/>
              <a:gd name="connsiteX585" fmla="*/ 922198 w 7467600"/>
              <a:gd name="connsiteY585" fmla="*/ 1677437 h 6858000"/>
              <a:gd name="connsiteX586" fmla="*/ 869293 w 7467600"/>
              <a:gd name="connsiteY586" fmla="*/ 1583214 h 6858000"/>
              <a:gd name="connsiteX587" fmla="*/ 751431 w 7467600"/>
              <a:gd name="connsiteY587" fmla="*/ 1405731 h 6858000"/>
              <a:gd name="connsiteX588" fmla="*/ 655236 w 7467600"/>
              <a:gd name="connsiteY588" fmla="*/ 1268632 h 6858000"/>
              <a:gd name="connsiteX589" fmla="*/ 6516292 w 7467600"/>
              <a:gd name="connsiteY589" fmla="*/ 1263064 h 6858000"/>
              <a:gd name="connsiteX590" fmla="*/ 5736320 w 7467600"/>
              <a:gd name="connsiteY590" fmla="*/ 1501803 h 6858000"/>
              <a:gd name="connsiteX591" fmla="*/ 6516292 w 7467600"/>
              <a:gd name="connsiteY591" fmla="*/ 1263064 h 6858000"/>
              <a:gd name="connsiteX592" fmla="*/ 291466 w 7467600"/>
              <a:gd name="connsiteY592" fmla="*/ 1250369 h 6858000"/>
              <a:gd name="connsiteX593" fmla="*/ 323180 w 7467600"/>
              <a:gd name="connsiteY593" fmla="*/ 1435283 h 6858000"/>
              <a:gd name="connsiteX594" fmla="*/ 349381 w 7467600"/>
              <a:gd name="connsiteY594" fmla="*/ 1875041 h 6858000"/>
              <a:gd name="connsiteX595" fmla="*/ 374363 w 7467600"/>
              <a:gd name="connsiteY595" fmla="*/ 1506494 h 6858000"/>
              <a:gd name="connsiteX596" fmla="*/ 302168 w 7467600"/>
              <a:gd name="connsiteY596" fmla="*/ 1274495 h 6858000"/>
              <a:gd name="connsiteX597" fmla="*/ 291466 w 7467600"/>
              <a:gd name="connsiteY597" fmla="*/ 1250369 h 6858000"/>
              <a:gd name="connsiteX598" fmla="*/ 678222 w 7467600"/>
              <a:gd name="connsiteY598" fmla="*/ 1248670 h 6858000"/>
              <a:gd name="connsiteX599" fmla="*/ 775536 w 7467600"/>
              <a:gd name="connsiteY599" fmla="*/ 1388015 h 6858000"/>
              <a:gd name="connsiteX600" fmla="*/ 894529 w 7467600"/>
              <a:gd name="connsiteY600" fmla="*/ 1567739 h 6858000"/>
              <a:gd name="connsiteX601" fmla="*/ 948000 w 7467600"/>
              <a:gd name="connsiteY601" fmla="*/ 1663088 h 6858000"/>
              <a:gd name="connsiteX602" fmla="*/ 1006812 w 7467600"/>
              <a:gd name="connsiteY602" fmla="*/ 1767683 h 6858000"/>
              <a:gd name="connsiteX603" fmla="*/ 1149133 w 7467600"/>
              <a:gd name="connsiteY603" fmla="*/ 1971513 h 6858000"/>
              <a:gd name="connsiteX604" fmla="*/ 1333952 w 7467600"/>
              <a:gd name="connsiteY604" fmla="*/ 2251620 h 6858000"/>
              <a:gd name="connsiteX605" fmla="*/ 1337329 w 7467600"/>
              <a:gd name="connsiteY605" fmla="*/ 2258350 h 6858000"/>
              <a:gd name="connsiteX606" fmla="*/ 1014726 w 7467600"/>
              <a:gd name="connsiteY606" fmla="*/ 1615556 h 6858000"/>
              <a:gd name="connsiteX607" fmla="*/ 678222 w 7467600"/>
              <a:gd name="connsiteY607" fmla="*/ 1248670 h 6858000"/>
              <a:gd name="connsiteX608" fmla="*/ 6691602 w 7467600"/>
              <a:gd name="connsiteY608" fmla="*/ 1140573 h 6858000"/>
              <a:gd name="connsiteX609" fmla="*/ 6571100 w 7467600"/>
              <a:gd name="connsiteY609" fmla="*/ 1183662 h 6858000"/>
              <a:gd name="connsiteX610" fmla="*/ 6241687 w 7467600"/>
              <a:gd name="connsiteY610" fmla="*/ 1257600 h 6858000"/>
              <a:gd name="connsiteX611" fmla="*/ 5693009 w 7467600"/>
              <a:gd name="connsiteY611" fmla="*/ 1478256 h 6858000"/>
              <a:gd name="connsiteX612" fmla="*/ 6548420 w 7467600"/>
              <a:gd name="connsiteY612" fmla="*/ 1214599 h 6858000"/>
              <a:gd name="connsiteX613" fmla="*/ 6605473 w 7467600"/>
              <a:gd name="connsiteY613" fmla="*/ 1184686 h 6858000"/>
              <a:gd name="connsiteX614" fmla="*/ 6691602 w 7467600"/>
              <a:gd name="connsiteY614" fmla="*/ 1140573 h 6858000"/>
              <a:gd name="connsiteX615" fmla="*/ 4002475 w 7467600"/>
              <a:gd name="connsiteY615" fmla="*/ 1037802 h 6858000"/>
              <a:gd name="connsiteX616" fmla="*/ 4000324 w 7467600"/>
              <a:gd name="connsiteY616" fmla="*/ 1039362 h 6858000"/>
              <a:gd name="connsiteX617" fmla="*/ 4002862 w 7467600"/>
              <a:gd name="connsiteY617" fmla="*/ 1042866 h 6858000"/>
              <a:gd name="connsiteX618" fmla="*/ 4002475 w 7467600"/>
              <a:gd name="connsiteY618" fmla="*/ 1037802 h 6858000"/>
              <a:gd name="connsiteX619" fmla="*/ 506322 w 7467600"/>
              <a:gd name="connsiteY619" fmla="*/ 1020997 h 6858000"/>
              <a:gd name="connsiteX620" fmla="*/ 533068 w 7467600"/>
              <a:gd name="connsiteY620" fmla="*/ 1029409 h 6858000"/>
              <a:gd name="connsiteX621" fmla="*/ 1232525 w 7467600"/>
              <a:gd name="connsiteY621" fmla="*/ 1804675 h 6858000"/>
              <a:gd name="connsiteX622" fmla="*/ 1388858 w 7467600"/>
              <a:gd name="connsiteY622" fmla="*/ 2368011 h 6858000"/>
              <a:gd name="connsiteX623" fmla="*/ 1384098 w 7467600"/>
              <a:gd name="connsiteY623" fmla="*/ 2378125 h 6858000"/>
              <a:gd name="connsiteX624" fmla="*/ 1425393 w 7467600"/>
              <a:gd name="connsiteY624" fmla="*/ 2589124 h 6858000"/>
              <a:gd name="connsiteX625" fmla="*/ 1424001 w 7467600"/>
              <a:gd name="connsiteY625" fmla="*/ 2597541 h 6858000"/>
              <a:gd name="connsiteX626" fmla="*/ 2152729 w 7467600"/>
              <a:gd name="connsiteY626" fmla="*/ 2864487 h 6858000"/>
              <a:gd name="connsiteX627" fmla="*/ 2020609 w 7467600"/>
              <a:gd name="connsiteY627" fmla="*/ 2539671 h 6858000"/>
              <a:gd name="connsiteX628" fmla="*/ 2018920 w 7467600"/>
              <a:gd name="connsiteY628" fmla="*/ 2536309 h 6858000"/>
              <a:gd name="connsiteX629" fmla="*/ 1342441 w 7467600"/>
              <a:gd name="connsiteY629" fmla="*/ 1173017 h 6858000"/>
              <a:gd name="connsiteX630" fmla="*/ 1367925 w 7467600"/>
              <a:gd name="connsiteY630" fmla="*/ 1135648 h 6858000"/>
              <a:gd name="connsiteX631" fmla="*/ 1771401 w 7467600"/>
              <a:gd name="connsiteY631" fmla="*/ 1806673 h 6858000"/>
              <a:gd name="connsiteX632" fmla="*/ 1972385 w 7467600"/>
              <a:gd name="connsiteY632" fmla="*/ 2198735 h 6858000"/>
              <a:gd name="connsiteX633" fmla="*/ 2040892 w 7467600"/>
              <a:gd name="connsiteY633" fmla="*/ 2405205 h 6858000"/>
              <a:gd name="connsiteX634" fmla="*/ 2131689 w 7467600"/>
              <a:gd name="connsiteY634" fmla="*/ 1936926 h 6858000"/>
              <a:gd name="connsiteX635" fmla="*/ 2454820 w 7467600"/>
              <a:gd name="connsiteY635" fmla="*/ 1248808 h 6858000"/>
              <a:gd name="connsiteX636" fmla="*/ 2492512 w 7467600"/>
              <a:gd name="connsiteY636" fmla="*/ 1302920 h 6858000"/>
              <a:gd name="connsiteX637" fmla="*/ 2081216 w 7467600"/>
              <a:gd name="connsiteY637" fmla="*/ 2527513 h 6858000"/>
              <a:gd name="connsiteX638" fmla="*/ 2081211 w 7467600"/>
              <a:gd name="connsiteY638" fmla="*/ 2528916 h 6858000"/>
              <a:gd name="connsiteX639" fmla="*/ 2199067 w 7467600"/>
              <a:gd name="connsiteY639" fmla="*/ 2884061 h 6858000"/>
              <a:gd name="connsiteX640" fmla="*/ 3192586 w 7467600"/>
              <a:gd name="connsiteY640" fmla="*/ 3411496 h 6858000"/>
              <a:gd name="connsiteX641" fmla="*/ 3182620 w 7467600"/>
              <a:gd name="connsiteY641" fmla="*/ 3483279 h 6858000"/>
              <a:gd name="connsiteX642" fmla="*/ 2435119 w 7467600"/>
              <a:gd name="connsiteY642" fmla="*/ 3080173 h 6858000"/>
              <a:gd name="connsiteX643" fmla="*/ 2410152 w 7467600"/>
              <a:gd name="connsiteY643" fmla="*/ 3063751 h 6858000"/>
              <a:gd name="connsiteX644" fmla="*/ 2408099 w 7467600"/>
              <a:gd name="connsiteY644" fmla="*/ 3064403 h 6858000"/>
              <a:gd name="connsiteX645" fmla="*/ 2407218 w 7467600"/>
              <a:gd name="connsiteY645" fmla="*/ 3070324 h 6858000"/>
              <a:gd name="connsiteX646" fmla="*/ 2380138 w 7467600"/>
              <a:gd name="connsiteY646" fmla="*/ 3099341 h 6858000"/>
              <a:gd name="connsiteX647" fmla="*/ 1765923 w 7467600"/>
              <a:gd name="connsiteY647" fmla="*/ 3581043 h 6858000"/>
              <a:gd name="connsiteX648" fmla="*/ 1702258 w 7467600"/>
              <a:gd name="connsiteY648" fmla="*/ 3612286 h 6858000"/>
              <a:gd name="connsiteX649" fmla="*/ 1538370 w 7467600"/>
              <a:gd name="connsiteY649" fmla="*/ 3811804 h 6858000"/>
              <a:gd name="connsiteX650" fmla="*/ 542867 w 7467600"/>
              <a:gd name="connsiteY650" fmla="*/ 4944092 h 6858000"/>
              <a:gd name="connsiteX651" fmla="*/ 515800 w 7467600"/>
              <a:gd name="connsiteY651" fmla="*/ 4862180 h 6858000"/>
              <a:gd name="connsiteX652" fmla="*/ 909145 w 7467600"/>
              <a:gd name="connsiteY652" fmla="*/ 4199225 h 6858000"/>
              <a:gd name="connsiteX653" fmla="*/ 1214067 w 7467600"/>
              <a:gd name="connsiteY653" fmla="*/ 3908561 h 6858000"/>
              <a:gd name="connsiteX654" fmla="*/ 640967 w 7467600"/>
              <a:gd name="connsiteY654" fmla="*/ 4105601 h 6858000"/>
              <a:gd name="connsiteX655" fmla="*/ 112563 w 7467600"/>
              <a:gd name="connsiteY655" fmla="*/ 4396952 h 6858000"/>
              <a:gd name="connsiteX656" fmla="*/ 0 w 7467600"/>
              <a:gd name="connsiteY656" fmla="*/ 4466006 h 6858000"/>
              <a:gd name="connsiteX657" fmla="*/ 0 w 7467600"/>
              <a:gd name="connsiteY657" fmla="*/ 4233763 h 6858000"/>
              <a:gd name="connsiteX658" fmla="*/ 36881 w 7467600"/>
              <a:gd name="connsiteY658" fmla="*/ 4200118 h 6858000"/>
              <a:gd name="connsiteX659" fmla="*/ 910534 w 7467600"/>
              <a:gd name="connsiteY659" fmla="*/ 3629753 h 6858000"/>
              <a:gd name="connsiteX660" fmla="*/ 1578717 w 7467600"/>
              <a:gd name="connsiteY660" fmla="*/ 3575982 h 6858000"/>
              <a:gd name="connsiteX661" fmla="*/ 2338780 w 7467600"/>
              <a:gd name="connsiteY661" fmla="*/ 3033725 h 6858000"/>
              <a:gd name="connsiteX662" fmla="*/ 1807991 w 7467600"/>
              <a:gd name="connsiteY662" fmla="*/ 2807184 h 6858000"/>
              <a:gd name="connsiteX663" fmla="*/ 1416358 w 7467600"/>
              <a:gd name="connsiteY663" fmla="*/ 3112571 h 6858000"/>
              <a:gd name="connsiteX664" fmla="*/ 939066 w 7467600"/>
              <a:gd name="connsiteY664" fmla="*/ 3378798 h 6858000"/>
              <a:gd name="connsiteX665" fmla="*/ 115099 w 7467600"/>
              <a:gd name="connsiteY665" fmla="*/ 3607650 h 6858000"/>
              <a:gd name="connsiteX666" fmla="*/ 97284 w 7467600"/>
              <a:gd name="connsiteY666" fmla="*/ 3520393 h 6858000"/>
              <a:gd name="connsiteX667" fmla="*/ 922050 w 7467600"/>
              <a:gd name="connsiteY667" fmla="*/ 3074867 h 6858000"/>
              <a:gd name="connsiteX668" fmla="*/ 1405265 w 7467600"/>
              <a:gd name="connsiteY668" fmla="*/ 3016319 h 6858000"/>
              <a:gd name="connsiteX669" fmla="*/ 1407512 w 7467600"/>
              <a:gd name="connsiteY669" fmla="*/ 3018001 h 6858000"/>
              <a:gd name="connsiteX670" fmla="*/ 1726266 w 7467600"/>
              <a:gd name="connsiteY670" fmla="*/ 2777274 h 6858000"/>
              <a:gd name="connsiteX671" fmla="*/ 625390 w 7467600"/>
              <a:gd name="connsiteY671" fmla="*/ 2514541 h 6858000"/>
              <a:gd name="connsiteX672" fmla="*/ 619799 w 7467600"/>
              <a:gd name="connsiteY672" fmla="*/ 2527180 h 6858000"/>
              <a:gd name="connsiteX673" fmla="*/ 310030 w 7467600"/>
              <a:gd name="connsiteY673" fmla="*/ 2771818 h 6858000"/>
              <a:gd name="connsiteX674" fmla="*/ 173877 w 7467600"/>
              <a:gd name="connsiteY674" fmla="*/ 2937056 h 6858000"/>
              <a:gd name="connsiteX675" fmla="*/ 77889 w 7467600"/>
              <a:gd name="connsiteY675" fmla="*/ 3138440 h 6858000"/>
              <a:gd name="connsiteX676" fmla="*/ 0 w 7467600"/>
              <a:gd name="connsiteY676" fmla="*/ 3271395 h 6858000"/>
              <a:gd name="connsiteX677" fmla="*/ 0 w 7467600"/>
              <a:gd name="connsiteY677" fmla="*/ 3153002 h 6858000"/>
              <a:gd name="connsiteX678" fmla="*/ 2386 w 7467600"/>
              <a:gd name="connsiteY678" fmla="*/ 3149203 h 6858000"/>
              <a:gd name="connsiteX679" fmla="*/ 89753 w 7467600"/>
              <a:gd name="connsiteY679" fmla="*/ 2987702 h 6858000"/>
              <a:gd name="connsiteX680" fmla="*/ 76869 w 7467600"/>
              <a:gd name="connsiteY680" fmla="*/ 3005404 h 6858000"/>
              <a:gd name="connsiteX681" fmla="*/ 32049 w 7467600"/>
              <a:gd name="connsiteY681" fmla="*/ 3065814 h 6858000"/>
              <a:gd name="connsiteX682" fmla="*/ 0 w 7467600"/>
              <a:gd name="connsiteY682" fmla="*/ 3108744 h 6858000"/>
              <a:gd name="connsiteX683" fmla="*/ 0 w 7467600"/>
              <a:gd name="connsiteY683" fmla="*/ 3058059 h 6858000"/>
              <a:gd name="connsiteX684" fmla="*/ 7610 w 7467600"/>
              <a:gd name="connsiteY684" fmla="*/ 3047889 h 6858000"/>
              <a:gd name="connsiteX685" fmla="*/ 52419 w 7467600"/>
              <a:gd name="connsiteY685" fmla="*/ 2987479 h 6858000"/>
              <a:gd name="connsiteX686" fmla="*/ 59142 w 7467600"/>
              <a:gd name="connsiteY686" fmla="*/ 2978488 h 6858000"/>
              <a:gd name="connsiteX687" fmla="*/ 0 w 7467600"/>
              <a:gd name="connsiteY687" fmla="*/ 3015334 h 6858000"/>
              <a:gd name="connsiteX688" fmla="*/ 0 w 7467600"/>
              <a:gd name="connsiteY688" fmla="*/ 2914286 h 6858000"/>
              <a:gd name="connsiteX689" fmla="*/ 36383 w 7467600"/>
              <a:gd name="connsiteY689" fmla="*/ 2901128 h 6858000"/>
              <a:gd name="connsiteX690" fmla="*/ 156329 w 7467600"/>
              <a:gd name="connsiteY690" fmla="*/ 2840533 h 6858000"/>
              <a:gd name="connsiteX691" fmla="*/ 358355 w 7467600"/>
              <a:gd name="connsiteY691" fmla="*/ 2620471 h 6858000"/>
              <a:gd name="connsiteX692" fmla="*/ 510577 w 7467600"/>
              <a:gd name="connsiteY692" fmla="*/ 2501244 h 6858000"/>
              <a:gd name="connsiteX693" fmla="*/ 211967 w 7467600"/>
              <a:gd name="connsiteY693" fmla="*/ 2479171 h 6858000"/>
              <a:gd name="connsiteX694" fmla="*/ 0 w 7467600"/>
              <a:gd name="connsiteY694" fmla="*/ 2476398 h 6858000"/>
              <a:gd name="connsiteX695" fmla="*/ 0 w 7467600"/>
              <a:gd name="connsiteY695" fmla="*/ 2389189 h 6858000"/>
              <a:gd name="connsiteX696" fmla="*/ 103062 w 7467600"/>
              <a:gd name="connsiteY696" fmla="*/ 2389518 h 6858000"/>
              <a:gd name="connsiteX697" fmla="*/ 510734 w 7467600"/>
              <a:gd name="connsiteY697" fmla="*/ 2416201 h 6858000"/>
              <a:gd name="connsiteX698" fmla="*/ 279257 w 7467600"/>
              <a:gd name="connsiteY698" fmla="*/ 2092102 h 6858000"/>
              <a:gd name="connsiteX699" fmla="*/ 65265 w 7467600"/>
              <a:gd name="connsiteY699" fmla="*/ 2006049 h 6858000"/>
              <a:gd name="connsiteX700" fmla="*/ 0 w 7467600"/>
              <a:gd name="connsiteY700" fmla="*/ 1982532 h 6858000"/>
              <a:gd name="connsiteX701" fmla="*/ 0 w 7467600"/>
              <a:gd name="connsiteY701" fmla="*/ 1912789 h 6858000"/>
              <a:gd name="connsiteX702" fmla="*/ 97460 w 7467600"/>
              <a:gd name="connsiteY702" fmla="*/ 1953725 h 6858000"/>
              <a:gd name="connsiteX703" fmla="*/ 221272 w 7467600"/>
              <a:gd name="connsiteY703" fmla="*/ 1980766 h 6858000"/>
              <a:gd name="connsiteX704" fmla="*/ 116765 w 7467600"/>
              <a:gd name="connsiteY704" fmla="*/ 1911033 h 6858000"/>
              <a:gd name="connsiteX705" fmla="*/ 16405 w 7467600"/>
              <a:gd name="connsiteY705" fmla="*/ 1803412 h 6858000"/>
              <a:gd name="connsiteX706" fmla="*/ 0 w 7467600"/>
              <a:gd name="connsiteY706" fmla="*/ 1784777 h 6858000"/>
              <a:gd name="connsiteX707" fmla="*/ 0 w 7467600"/>
              <a:gd name="connsiteY707" fmla="*/ 1740082 h 6858000"/>
              <a:gd name="connsiteX708" fmla="*/ 39394 w 7467600"/>
              <a:gd name="connsiteY708" fmla="*/ 1784856 h 6858000"/>
              <a:gd name="connsiteX709" fmla="*/ 135813 w 7467600"/>
              <a:gd name="connsiteY709" fmla="*/ 1888838 h 6858000"/>
              <a:gd name="connsiteX710" fmla="*/ 242575 w 7467600"/>
              <a:gd name="connsiteY710" fmla="*/ 1958841 h 6858000"/>
              <a:gd name="connsiteX711" fmla="*/ 82197 w 7467600"/>
              <a:gd name="connsiteY711" fmla="*/ 1754826 h 6858000"/>
              <a:gd name="connsiteX712" fmla="*/ 0 w 7467600"/>
              <a:gd name="connsiteY712" fmla="*/ 1679650 h 6858000"/>
              <a:gd name="connsiteX713" fmla="*/ 0 w 7467600"/>
              <a:gd name="connsiteY713" fmla="*/ 1602463 h 6858000"/>
              <a:gd name="connsiteX714" fmla="*/ 84689 w 7467600"/>
              <a:gd name="connsiteY714" fmla="*/ 1677442 h 6858000"/>
              <a:gd name="connsiteX715" fmla="*/ 298437 w 7467600"/>
              <a:gd name="connsiteY715" fmla="*/ 1968019 h 6858000"/>
              <a:gd name="connsiteX716" fmla="*/ 227269 w 7467600"/>
              <a:gd name="connsiteY716" fmla="*/ 1114064 h 6858000"/>
              <a:gd name="connsiteX717" fmla="*/ 248003 w 7467600"/>
              <a:gd name="connsiteY717" fmla="*/ 1089613 h 6858000"/>
              <a:gd name="connsiteX718" fmla="*/ 427020 w 7467600"/>
              <a:gd name="connsiteY718" fmla="*/ 1619803 h 6858000"/>
              <a:gd name="connsiteX719" fmla="*/ 340345 w 7467600"/>
              <a:gd name="connsiteY719" fmla="*/ 2027739 h 6858000"/>
              <a:gd name="connsiteX720" fmla="*/ 360865 w 7467600"/>
              <a:gd name="connsiteY720" fmla="*/ 2044827 h 6858000"/>
              <a:gd name="connsiteX721" fmla="*/ 560414 w 7467600"/>
              <a:gd name="connsiteY721" fmla="*/ 2421457 h 6858000"/>
              <a:gd name="connsiteX722" fmla="*/ 1359703 w 7467600"/>
              <a:gd name="connsiteY722" fmla="*/ 2578554 h 6858000"/>
              <a:gd name="connsiteX723" fmla="*/ 1359422 w 7467600"/>
              <a:gd name="connsiteY723" fmla="*/ 2577994 h 6858000"/>
              <a:gd name="connsiteX724" fmla="*/ 828701 w 7467600"/>
              <a:gd name="connsiteY724" fmla="*/ 1839520 h 6858000"/>
              <a:gd name="connsiteX725" fmla="*/ 494427 w 7467600"/>
              <a:gd name="connsiteY725" fmla="*/ 1092333 h 6858000"/>
              <a:gd name="connsiteX726" fmla="*/ 506322 w 7467600"/>
              <a:gd name="connsiteY726" fmla="*/ 1020997 h 6858000"/>
              <a:gd name="connsiteX727" fmla="*/ 4570198 w 7467600"/>
              <a:gd name="connsiteY727" fmla="*/ 978081 h 6858000"/>
              <a:gd name="connsiteX728" fmla="*/ 4523691 w 7467600"/>
              <a:gd name="connsiteY728" fmla="*/ 1127776 h 6858000"/>
              <a:gd name="connsiteX729" fmla="*/ 4509875 w 7467600"/>
              <a:gd name="connsiteY729" fmla="*/ 1167552 h 6858000"/>
              <a:gd name="connsiteX730" fmla="*/ 4478168 w 7467600"/>
              <a:gd name="connsiteY730" fmla="*/ 1260735 h 6858000"/>
              <a:gd name="connsiteX731" fmla="*/ 4409309 w 7467600"/>
              <a:gd name="connsiteY731" fmla="*/ 1666996 h 6858000"/>
              <a:gd name="connsiteX732" fmla="*/ 4370031 w 7467600"/>
              <a:gd name="connsiteY732" fmla="*/ 1955666 h 6858000"/>
              <a:gd name="connsiteX733" fmla="*/ 4570198 w 7467600"/>
              <a:gd name="connsiteY733" fmla="*/ 978081 h 6858000"/>
              <a:gd name="connsiteX734" fmla="*/ 4557898 w 7467600"/>
              <a:gd name="connsiteY734" fmla="*/ 900011 h 6858000"/>
              <a:gd name="connsiteX735" fmla="*/ 4344840 w 7467600"/>
              <a:gd name="connsiteY735" fmla="*/ 1922038 h 6858000"/>
              <a:gd name="connsiteX736" fmla="*/ 4378710 w 7467600"/>
              <a:gd name="connsiteY736" fmla="*/ 1665516 h 6858000"/>
              <a:gd name="connsiteX737" fmla="*/ 4448798 w 7467600"/>
              <a:gd name="connsiteY737" fmla="*/ 1253024 h 6858000"/>
              <a:gd name="connsiteX738" fmla="*/ 4480315 w 7467600"/>
              <a:gd name="connsiteY738" fmla="*/ 1158454 h 6858000"/>
              <a:gd name="connsiteX739" fmla="*/ 4494133 w 7467600"/>
              <a:gd name="connsiteY739" fmla="*/ 1118676 h 6858000"/>
              <a:gd name="connsiteX740" fmla="*/ 4557898 w 7467600"/>
              <a:gd name="connsiteY740" fmla="*/ 900011 h 6858000"/>
              <a:gd name="connsiteX741" fmla="*/ 5870151 w 7467600"/>
              <a:gd name="connsiteY741" fmla="*/ 898890 h 6858000"/>
              <a:gd name="connsiteX742" fmla="*/ 5861335 w 7467600"/>
              <a:gd name="connsiteY742" fmla="*/ 899177 h 6858000"/>
              <a:gd name="connsiteX743" fmla="*/ 5843702 w 7467600"/>
              <a:gd name="connsiteY743" fmla="*/ 899748 h 6858000"/>
              <a:gd name="connsiteX744" fmla="*/ 5651107 w 7467600"/>
              <a:gd name="connsiteY744" fmla="*/ 920306 h 6858000"/>
              <a:gd name="connsiteX745" fmla="*/ 5459407 w 7467600"/>
              <a:gd name="connsiteY745" fmla="*/ 940975 h 6858000"/>
              <a:gd name="connsiteX746" fmla="*/ 5374846 w 7467600"/>
              <a:gd name="connsiteY746" fmla="*/ 941988 h 6858000"/>
              <a:gd name="connsiteX747" fmla="*/ 5256105 w 7467600"/>
              <a:gd name="connsiteY747" fmla="*/ 945632 h 6858000"/>
              <a:gd name="connsiteX748" fmla="*/ 5107071 w 7467600"/>
              <a:gd name="connsiteY748" fmla="*/ 969720 h 6858000"/>
              <a:gd name="connsiteX749" fmla="*/ 4998681 w 7467600"/>
              <a:gd name="connsiteY749" fmla="*/ 988771 h 6858000"/>
              <a:gd name="connsiteX750" fmla="*/ 5870151 w 7467600"/>
              <a:gd name="connsiteY750" fmla="*/ 898890 h 6858000"/>
              <a:gd name="connsiteX751" fmla="*/ 5504425 w 7467600"/>
              <a:gd name="connsiteY751" fmla="*/ 848067 h 6858000"/>
              <a:gd name="connsiteX752" fmla="*/ 4968849 w 7467600"/>
              <a:gd name="connsiteY752" fmla="*/ 962318 h 6858000"/>
              <a:gd name="connsiteX753" fmla="*/ 5104039 w 7467600"/>
              <a:gd name="connsiteY753" fmla="*/ 940634 h 6858000"/>
              <a:gd name="connsiteX754" fmla="*/ 5256311 w 7467600"/>
              <a:gd name="connsiteY754" fmla="*/ 916490 h 6858000"/>
              <a:gd name="connsiteX755" fmla="*/ 5377381 w 7467600"/>
              <a:gd name="connsiteY755" fmla="*/ 912671 h 6858000"/>
              <a:gd name="connsiteX756" fmla="*/ 5460148 w 7467600"/>
              <a:gd name="connsiteY756" fmla="*/ 911442 h 6858000"/>
              <a:gd name="connsiteX757" fmla="*/ 5648971 w 7467600"/>
              <a:gd name="connsiteY757" fmla="*/ 891331 h 6858000"/>
              <a:gd name="connsiteX758" fmla="*/ 5844807 w 7467600"/>
              <a:gd name="connsiteY758" fmla="*/ 870718 h 6858000"/>
              <a:gd name="connsiteX759" fmla="*/ 5862975 w 7467600"/>
              <a:gd name="connsiteY759" fmla="*/ 869756 h 6858000"/>
              <a:gd name="connsiteX760" fmla="*/ 5920887 w 7467600"/>
              <a:gd name="connsiteY760" fmla="*/ 865929 h 6858000"/>
              <a:gd name="connsiteX761" fmla="*/ 5504425 w 7467600"/>
              <a:gd name="connsiteY761" fmla="*/ 848067 h 6858000"/>
              <a:gd name="connsiteX762" fmla="*/ 3607114 w 7467600"/>
              <a:gd name="connsiteY762" fmla="*/ 467441 h 6858000"/>
              <a:gd name="connsiteX763" fmla="*/ 3296242 w 7467600"/>
              <a:gd name="connsiteY763" fmla="*/ 807991 h 6858000"/>
              <a:gd name="connsiteX764" fmla="*/ 3174674 w 7467600"/>
              <a:gd name="connsiteY764" fmla="*/ 919759 h 6858000"/>
              <a:gd name="connsiteX765" fmla="*/ 3042978 w 7467600"/>
              <a:gd name="connsiteY765" fmla="*/ 1054894 h 6858000"/>
              <a:gd name="connsiteX766" fmla="*/ 2968914 w 7467600"/>
              <a:gd name="connsiteY766" fmla="*/ 1133756 h 6858000"/>
              <a:gd name="connsiteX767" fmla="*/ 3103823 w 7467600"/>
              <a:gd name="connsiteY767" fmla="*/ 1026814 h 6858000"/>
              <a:gd name="connsiteX768" fmla="*/ 3607114 w 7467600"/>
              <a:gd name="connsiteY768" fmla="*/ 467441 h 6858000"/>
              <a:gd name="connsiteX769" fmla="*/ 3744487 w 7467600"/>
              <a:gd name="connsiteY769" fmla="*/ 383136 h 6858000"/>
              <a:gd name="connsiteX770" fmla="*/ 3970213 w 7467600"/>
              <a:gd name="connsiteY770" fmla="*/ 995559 h 6858000"/>
              <a:gd name="connsiteX771" fmla="*/ 3744487 w 7467600"/>
              <a:gd name="connsiteY771" fmla="*/ 383136 h 6858000"/>
              <a:gd name="connsiteX772" fmla="*/ 3624562 w 7467600"/>
              <a:gd name="connsiteY772" fmla="*/ 367041 h 6858000"/>
              <a:gd name="connsiteX773" fmla="*/ 3489712 w 7467600"/>
              <a:gd name="connsiteY773" fmla="*/ 485386 h 6858000"/>
              <a:gd name="connsiteX774" fmla="*/ 3182994 w 7467600"/>
              <a:gd name="connsiteY774" fmla="*/ 828265 h 6858000"/>
              <a:gd name="connsiteX775" fmla="*/ 2892114 w 7467600"/>
              <a:gd name="connsiteY775" fmla="*/ 1172635 h 6858000"/>
              <a:gd name="connsiteX776" fmla="*/ 3021459 w 7467600"/>
              <a:gd name="connsiteY776" fmla="*/ 1035385 h 6858000"/>
              <a:gd name="connsiteX777" fmla="*/ 3153873 w 7467600"/>
              <a:gd name="connsiteY777" fmla="*/ 898971 h 6858000"/>
              <a:gd name="connsiteX778" fmla="*/ 3276511 w 7467600"/>
              <a:gd name="connsiteY778" fmla="*/ 786423 h 6858000"/>
              <a:gd name="connsiteX779" fmla="*/ 3584154 w 7467600"/>
              <a:gd name="connsiteY779" fmla="*/ 448218 h 6858000"/>
              <a:gd name="connsiteX780" fmla="*/ 3624562 w 7467600"/>
              <a:gd name="connsiteY780" fmla="*/ 367041 h 6858000"/>
              <a:gd name="connsiteX781" fmla="*/ 3766672 w 7467600"/>
              <a:gd name="connsiteY781" fmla="*/ 359429 h 6858000"/>
              <a:gd name="connsiteX782" fmla="*/ 3996338 w 7467600"/>
              <a:gd name="connsiteY782" fmla="*/ 968237 h 6858000"/>
              <a:gd name="connsiteX783" fmla="*/ 3766672 w 7467600"/>
              <a:gd name="connsiteY783" fmla="*/ 359429 h 6858000"/>
              <a:gd name="connsiteX784" fmla="*/ 5805386 w 7467600"/>
              <a:gd name="connsiteY784" fmla="*/ 239240 h 6858000"/>
              <a:gd name="connsiteX785" fmla="*/ 5736947 w 7467600"/>
              <a:gd name="connsiteY785" fmla="*/ 261367 h 6858000"/>
              <a:gd name="connsiteX786" fmla="*/ 5427012 w 7467600"/>
              <a:gd name="connsiteY786" fmla="*/ 311272 h 6858000"/>
              <a:gd name="connsiteX787" fmla="*/ 5147818 w 7467600"/>
              <a:gd name="connsiteY787" fmla="*/ 322112 h 6858000"/>
              <a:gd name="connsiteX788" fmla="*/ 5060854 w 7467600"/>
              <a:gd name="connsiteY788" fmla="*/ 311882 h 6858000"/>
              <a:gd name="connsiteX789" fmla="*/ 4945989 w 7467600"/>
              <a:gd name="connsiteY789" fmla="*/ 300516 h 6858000"/>
              <a:gd name="connsiteX790" fmla="*/ 5410479 w 7467600"/>
              <a:gd name="connsiteY790" fmla="*/ 348434 h 6858000"/>
              <a:gd name="connsiteX791" fmla="*/ 5805386 w 7467600"/>
              <a:gd name="connsiteY791" fmla="*/ 239240 h 6858000"/>
              <a:gd name="connsiteX792" fmla="*/ 5905192 w 7467600"/>
              <a:gd name="connsiteY792" fmla="*/ 163079 h 6858000"/>
              <a:gd name="connsiteX793" fmla="*/ 5865655 w 7467600"/>
              <a:gd name="connsiteY793" fmla="*/ 171901 h 6858000"/>
              <a:gd name="connsiteX794" fmla="*/ 5259740 w 7467600"/>
              <a:gd name="connsiteY794" fmla="*/ 257013 h 6858000"/>
              <a:gd name="connsiteX795" fmla="*/ 5208466 w 7467600"/>
              <a:gd name="connsiteY795" fmla="*/ 257550 h 6858000"/>
              <a:gd name="connsiteX796" fmla="*/ 4980204 w 7467600"/>
              <a:gd name="connsiteY796" fmla="*/ 271903 h 6858000"/>
              <a:gd name="connsiteX797" fmla="*/ 5068068 w 7467600"/>
              <a:gd name="connsiteY797" fmla="*/ 282244 h 6858000"/>
              <a:gd name="connsiteX798" fmla="*/ 5153231 w 7467600"/>
              <a:gd name="connsiteY798" fmla="*/ 292240 h 6858000"/>
              <a:gd name="connsiteX799" fmla="*/ 5426491 w 7467600"/>
              <a:gd name="connsiteY799" fmla="*/ 281128 h 6858000"/>
              <a:gd name="connsiteX800" fmla="*/ 5731212 w 7467600"/>
              <a:gd name="connsiteY800" fmla="*/ 231951 h 6858000"/>
              <a:gd name="connsiteX801" fmla="*/ 5905192 w 7467600"/>
              <a:gd name="connsiteY801" fmla="*/ 163079 h 6858000"/>
              <a:gd name="connsiteX802" fmla="*/ 5944437 w 7467600"/>
              <a:gd name="connsiteY802" fmla="*/ 113829 h 6858000"/>
              <a:gd name="connsiteX803" fmla="*/ 5825032 w 7467600"/>
              <a:gd name="connsiteY803" fmla="*/ 146405 h 6858000"/>
              <a:gd name="connsiteX804" fmla="*/ 4955599 w 7467600"/>
              <a:gd name="connsiteY804" fmla="*/ 247008 h 6858000"/>
              <a:gd name="connsiteX805" fmla="*/ 5210104 w 7467600"/>
              <a:gd name="connsiteY805" fmla="*/ 228123 h 6858000"/>
              <a:gd name="connsiteX806" fmla="*/ 5261015 w 7467600"/>
              <a:gd name="connsiteY806" fmla="*/ 227087 h 6858000"/>
              <a:gd name="connsiteX807" fmla="*/ 5861181 w 7467600"/>
              <a:gd name="connsiteY807" fmla="*/ 143093 h 6858000"/>
              <a:gd name="connsiteX808" fmla="*/ 5961252 w 7467600"/>
              <a:gd name="connsiteY808" fmla="*/ 114820 h 6858000"/>
              <a:gd name="connsiteX809" fmla="*/ 5944437 w 7467600"/>
              <a:gd name="connsiteY809" fmla="*/ 113829 h 6858000"/>
              <a:gd name="connsiteX810" fmla="*/ 3882765 w 7467600"/>
              <a:gd name="connsiteY810" fmla="*/ 0 h 6858000"/>
              <a:gd name="connsiteX811" fmla="*/ 3995099 w 7467600"/>
              <a:gd name="connsiteY811" fmla="*/ 0 h 6858000"/>
              <a:gd name="connsiteX812" fmla="*/ 4163818 w 7467600"/>
              <a:gd name="connsiteY812" fmla="*/ 234104 h 6858000"/>
              <a:gd name="connsiteX813" fmla="*/ 4172099 w 7467600"/>
              <a:gd name="connsiteY813" fmla="*/ 234207 h 6858000"/>
              <a:gd name="connsiteX814" fmla="*/ 4784282 w 7467600"/>
              <a:gd name="connsiteY814" fmla="*/ 276561 h 6858000"/>
              <a:gd name="connsiteX815" fmla="*/ 4801687 w 7467600"/>
              <a:gd name="connsiteY815" fmla="*/ 267764 h 6858000"/>
              <a:gd name="connsiteX816" fmla="*/ 6082788 w 7467600"/>
              <a:gd name="connsiteY816" fmla="*/ 64119 h 6858000"/>
              <a:gd name="connsiteX817" fmla="*/ 6099442 w 7467600"/>
              <a:gd name="connsiteY817" fmla="*/ 82568 h 6858000"/>
              <a:gd name="connsiteX818" fmla="*/ 4804137 w 7467600"/>
              <a:gd name="connsiteY818" fmla="*/ 320931 h 6858000"/>
              <a:gd name="connsiteX819" fmla="*/ 4227047 w 7467600"/>
              <a:gd name="connsiteY819" fmla="*/ 313415 h 6858000"/>
              <a:gd name="connsiteX820" fmla="*/ 4346041 w 7467600"/>
              <a:gd name="connsiteY820" fmla="*/ 456086 h 6858000"/>
              <a:gd name="connsiteX821" fmla="*/ 4870967 w 7467600"/>
              <a:gd name="connsiteY821" fmla="*/ 963061 h 6858000"/>
              <a:gd name="connsiteX822" fmla="*/ 4889647 w 7467600"/>
              <a:gd name="connsiteY822" fmla="*/ 957147 h 6858000"/>
              <a:gd name="connsiteX823" fmla="*/ 5422504 w 7467600"/>
              <a:gd name="connsiteY823" fmla="*/ 805191 h 6858000"/>
              <a:gd name="connsiteX824" fmla="*/ 6087656 w 7467600"/>
              <a:gd name="connsiteY824" fmla="*/ 826703 h 6858000"/>
              <a:gd name="connsiteX825" fmla="*/ 6058717 w 7467600"/>
              <a:gd name="connsiteY825" fmla="*/ 865992 h 6858000"/>
              <a:gd name="connsiteX826" fmla="*/ 4974153 w 7467600"/>
              <a:gd name="connsiteY826" fmla="*/ 1045456 h 6858000"/>
              <a:gd name="connsiteX827" fmla="*/ 5627835 w 7467600"/>
              <a:gd name="connsiteY827" fmla="*/ 1472077 h 6858000"/>
              <a:gd name="connsiteX828" fmla="*/ 5629817 w 7467600"/>
              <a:gd name="connsiteY828" fmla="*/ 1471412 h 6858000"/>
              <a:gd name="connsiteX829" fmla="*/ 5634124 w 7467600"/>
              <a:gd name="connsiteY829" fmla="*/ 1470572 h 6858000"/>
              <a:gd name="connsiteX830" fmla="*/ 5755832 w 7467600"/>
              <a:gd name="connsiteY830" fmla="*/ 1383886 h 6858000"/>
              <a:gd name="connsiteX831" fmla="*/ 6014186 w 7467600"/>
              <a:gd name="connsiteY831" fmla="*/ 1279799 h 6858000"/>
              <a:gd name="connsiteX832" fmla="*/ 6901619 w 7467600"/>
              <a:gd name="connsiteY832" fmla="*/ 1047874 h 6858000"/>
              <a:gd name="connsiteX833" fmla="*/ 6931566 w 7467600"/>
              <a:gd name="connsiteY833" fmla="*/ 1062034 h 6858000"/>
              <a:gd name="connsiteX834" fmla="*/ 5790982 w 7467600"/>
              <a:gd name="connsiteY834" fmla="*/ 1561380 h 6858000"/>
              <a:gd name="connsiteX835" fmla="*/ 6188971 w 7467600"/>
              <a:gd name="connsiteY835" fmla="*/ 1755168 h 6858000"/>
              <a:gd name="connsiteX836" fmla="*/ 6202446 w 7467600"/>
              <a:gd name="connsiteY836" fmla="*/ 1752268 h 6858000"/>
              <a:gd name="connsiteX837" fmla="*/ 7179560 w 7467600"/>
              <a:gd name="connsiteY837" fmla="*/ 1467551 h 6858000"/>
              <a:gd name="connsiteX838" fmla="*/ 7158730 w 7467600"/>
              <a:gd name="connsiteY838" fmla="*/ 1507835 h 6858000"/>
              <a:gd name="connsiteX839" fmla="*/ 6326959 w 7467600"/>
              <a:gd name="connsiteY839" fmla="*/ 1817686 h 6858000"/>
              <a:gd name="connsiteX840" fmla="*/ 6537433 w 7467600"/>
              <a:gd name="connsiteY840" fmla="*/ 1907790 h 6858000"/>
              <a:gd name="connsiteX841" fmla="*/ 6550221 w 7467600"/>
              <a:gd name="connsiteY841" fmla="*/ 1910729 h 6858000"/>
              <a:gd name="connsiteX842" fmla="*/ 6964438 w 7467600"/>
              <a:gd name="connsiteY842" fmla="*/ 2209505 h 6858000"/>
              <a:gd name="connsiteX843" fmla="*/ 7367862 w 7467600"/>
              <a:gd name="connsiteY843" fmla="*/ 2806833 h 6858000"/>
              <a:gd name="connsiteX844" fmla="*/ 7364329 w 7467600"/>
              <a:gd name="connsiteY844" fmla="*/ 2826907 h 6858000"/>
              <a:gd name="connsiteX845" fmla="*/ 7290545 w 7467600"/>
              <a:gd name="connsiteY845" fmla="*/ 2850663 h 6858000"/>
              <a:gd name="connsiteX846" fmla="*/ 6472036 w 7467600"/>
              <a:gd name="connsiteY846" fmla="*/ 1959003 h 6858000"/>
              <a:gd name="connsiteX847" fmla="*/ 5792897 w 7467600"/>
              <a:gd name="connsiteY847" fmla="*/ 1647747 h 6858000"/>
              <a:gd name="connsiteX848" fmla="*/ 5842751 w 7467600"/>
              <a:gd name="connsiteY848" fmla="*/ 1816112 h 6858000"/>
              <a:gd name="connsiteX849" fmla="*/ 5847424 w 7467600"/>
              <a:gd name="connsiteY849" fmla="*/ 1815776 h 6858000"/>
              <a:gd name="connsiteX850" fmla="*/ 6399821 w 7467600"/>
              <a:gd name="connsiteY850" fmla="*/ 2344799 h 6858000"/>
              <a:gd name="connsiteX851" fmla="*/ 6323232 w 7467600"/>
              <a:gd name="connsiteY851" fmla="*/ 2389634 h 6858000"/>
              <a:gd name="connsiteX852" fmla="*/ 5942958 w 7467600"/>
              <a:gd name="connsiteY852" fmla="*/ 2077708 h 6858000"/>
              <a:gd name="connsiteX853" fmla="*/ 5921559 w 7467600"/>
              <a:gd name="connsiteY853" fmla="*/ 2378596 h 6858000"/>
              <a:gd name="connsiteX854" fmla="*/ 5817651 w 7467600"/>
              <a:gd name="connsiteY854" fmla="*/ 3023919 h 6858000"/>
              <a:gd name="connsiteX855" fmla="*/ 5729634 w 7467600"/>
              <a:gd name="connsiteY855" fmla="*/ 3051849 h 6858000"/>
              <a:gd name="connsiteX856" fmla="*/ 5611018 w 7467600"/>
              <a:gd name="connsiteY856" fmla="*/ 2316769 h 6858000"/>
              <a:gd name="connsiteX857" fmla="*/ 5687608 w 7467600"/>
              <a:gd name="connsiteY857" fmla="*/ 2039972 h 6858000"/>
              <a:gd name="connsiteX858" fmla="*/ 5657554 w 7467600"/>
              <a:gd name="connsiteY858" fmla="*/ 1576445 h 6858000"/>
              <a:gd name="connsiteX859" fmla="*/ 5150475 w 7467600"/>
              <a:gd name="connsiteY859" fmla="*/ 1274012 h 6858000"/>
              <a:gd name="connsiteX860" fmla="*/ 5349142 w 7467600"/>
              <a:gd name="connsiteY860" fmla="*/ 2204405 h 6858000"/>
              <a:gd name="connsiteX861" fmla="*/ 5262214 w 7467600"/>
              <a:gd name="connsiteY861" fmla="*/ 2233836 h 6858000"/>
              <a:gd name="connsiteX862" fmla="*/ 4981539 w 7467600"/>
              <a:gd name="connsiteY862" fmla="*/ 1542201 h 6858000"/>
              <a:gd name="connsiteX863" fmla="*/ 4958461 w 7467600"/>
              <a:gd name="connsiteY863" fmla="*/ 1136957 h 6858000"/>
              <a:gd name="connsiteX864" fmla="*/ 4655015 w 7467600"/>
              <a:gd name="connsiteY864" fmla="*/ 891426 h 6858000"/>
              <a:gd name="connsiteX865" fmla="*/ 4348002 w 7467600"/>
              <a:gd name="connsiteY865" fmla="*/ 2205895 h 6858000"/>
              <a:gd name="connsiteX866" fmla="*/ 4262250 w 7467600"/>
              <a:gd name="connsiteY866" fmla="*/ 2219972 h 6858000"/>
              <a:gd name="connsiteX867" fmla="*/ 4550611 w 7467600"/>
              <a:gd name="connsiteY867" fmla="*/ 817540 h 6858000"/>
              <a:gd name="connsiteX868" fmla="*/ 4564418 w 7467600"/>
              <a:gd name="connsiteY868" fmla="*/ 808293 h 6858000"/>
              <a:gd name="connsiteX869" fmla="*/ 4266388 w 7467600"/>
              <a:gd name="connsiteY869" fmla="*/ 500083 h 6858000"/>
              <a:gd name="connsiteX870" fmla="*/ 4032842 w 7467600"/>
              <a:gd name="connsiteY870" fmla="*/ 211809 h 6858000"/>
              <a:gd name="connsiteX871" fmla="*/ 3882765 w 7467600"/>
              <a:gd name="connsiteY871" fmla="*/ 0 h 6858000"/>
              <a:gd name="connsiteX872" fmla="*/ 3721337 w 7467600"/>
              <a:gd name="connsiteY872" fmla="*/ 0 h 6858000"/>
              <a:gd name="connsiteX873" fmla="*/ 3797544 w 7467600"/>
              <a:gd name="connsiteY873" fmla="*/ 0 h 6858000"/>
              <a:gd name="connsiteX874" fmla="*/ 3775734 w 7467600"/>
              <a:gd name="connsiteY874" fmla="*/ 95131 h 6858000"/>
              <a:gd name="connsiteX875" fmla="*/ 3724807 w 7467600"/>
              <a:gd name="connsiteY875" fmla="*/ 272257 h 6858000"/>
              <a:gd name="connsiteX876" fmla="*/ 3726844 w 7467600"/>
              <a:gd name="connsiteY876" fmla="*/ 282988 h 6858000"/>
              <a:gd name="connsiteX877" fmla="*/ 3742664 w 7467600"/>
              <a:gd name="connsiteY877" fmla="*/ 279918 h 6858000"/>
              <a:gd name="connsiteX878" fmla="*/ 4103910 w 7467600"/>
              <a:gd name="connsiteY878" fmla="*/ 1161917 h 6858000"/>
              <a:gd name="connsiteX879" fmla="*/ 4020269 w 7467600"/>
              <a:gd name="connsiteY879" fmla="*/ 1200406 h 6858000"/>
              <a:gd name="connsiteX880" fmla="*/ 3674882 w 7467600"/>
              <a:gd name="connsiteY880" fmla="*/ 488524 h 6858000"/>
              <a:gd name="connsiteX881" fmla="*/ 3132682 w 7467600"/>
              <a:gd name="connsiteY881" fmla="*/ 1072284 h 6858000"/>
              <a:gd name="connsiteX882" fmla="*/ 2716346 w 7467600"/>
              <a:gd name="connsiteY882" fmla="*/ 1276376 h 6858000"/>
              <a:gd name="connsiteX883" fmla="*/ 2716772 w 7467600"/>
              <a:gd name="connsiteY883" fmla="*/ 1255462 h 6858000"/>
              <a:gd name="connsiteX884" fmla="*/ 3471096 w 7467600"/>
              <a:gd name="connsiteY884" fmla="*/ 437072 h 6858000"/>
              <a:gd name="connsiteX885" fmla="*/ 3639057 w 7467600"/>
              <a:gd name="connsiteY885" fmla="*/ 286334 h 6858000"/>
              <a:gd name="connsiteX886" fmla="*/ 3640309 w 7467600"/>
              <a:gd name="connsiteY886" fmla="*/ 284664 h 6858000"/>
              <a:gd name="connsiteX887" fmla="*/ 3646022 w 7467600"/>
              <a:gd name="connsiteY887" fmla="*/ 276711 h 6858000"/>
              <a:gd name="connsiteX888" fmla="*/ 3707943 w 7467600"/>
              <a:gd name="connsiteY888" fmla="*/ 65958 h 6858000"/>
              <a:gd name="connsiteX889" fmla="*/ 3721337 w 7467600"/>
              <a:gd name="connsiteY889" fmla="*/ 0 h 6858000"/>
              <a:gd name="connsiteX890" fmla="*/ 2867960 w 7467600"/>
              <a:gd name="connsiteY890" fmla="*/ 0 h 6858000"/>
              <a:gd name="connsiteX891" fmla="*/ 2926351 w 7467600"/>
              <a:gd name="connsiteY891" fmla="*/ 0 h 6858000"/>
              <a:gd name="connsiteX892" fmla="*/ 2902823 w 7467600"/>
              <a:gd name="connsiteY892" fmla="*/ 262929 h 6858000"/>
              <a:gd name="connsiteX893" fmla="*/ 2940663 w 7467600"/>
              <a:gd name="connsiteY893" fmla="*/ 140884 h 6858000"/>
              <a:gd name="connsiteX894" fmla="*/ 2947039 w 7467600"/>
              <a:gd name="connsiteY894" fmla="*/ 122524 h 6858000"/>
              <a:gd name="connsiteX895" fmla="*/ 2984316 w 7467600"/>
              <a:gd name="connsiteY895" fmla="*/ 0 h 6858000"/>
              <a:gd name="connsiteX896" fmla="*/ 3016114 w 7467600"/>
              <a:gd name="connsiteY896" fmla="*/ 0 h 6858000"/>
              <a:gd name="connsiteX897" fmla="*/ 2979949 w 7467600"/>
              <a:gd name="connsiteY897" fmla="*/ 119274 h 6858000"/>
              <a:gd name="connsiteX898" fmla="*/ 3023879 w 7467600"/>
              <a:gd name="connsiteY898" fmla="*/ 0 h 6858000"/>
              <a:gd name="connsiteX899" fmla="*/ 3105400 w 7467600"/>
              <a:gd name="connsiteY899" fmla="*/ 0 h 6858000"/>
              <a:gd name="connsiteX900" fmla="*/ 3094669 w 7467600"/>
              <a:gd name="connsiteY900" fmla="*/ 30308 h 6858000"/>
              <a:gd name="connsiteX901" fmla="*/ 2901945 w 7467600"/>
              <a:gd name="connsiteY901" fmla="*/ 466538 h 6858000"/>
              <a:gd name="connsiteX902" fmla="*/ 2815209 w 7467600"/>
              <a:gd name="connsiteY902" fmla="*/ 497361 h 6858000"/>
              <a:gd name="connsiteX903" fmla="*/ 2844845 w 7467600"/>
              <a:gd name="connsiteY903" fmla="*/ 127638 h 6858000"/>
              <a:gd name="connsiteX904" fmla="*/ 2867960 w 7467600"/>
              <a:gd name="connsiteY904" fmla="*/ 0 h 6858000"/>
              <a:gd name="connsiteX905" fmla="*/ 1057230 w 7467600"/>
              <a:gd name="connsiteY905" fmla="*/ 0 h 6858000"/>
              <a:gd name="connsiteX906" fmla="*/ 1111003 w 7467600"/>
              <a:gd name="connsiteY906" fmla="*/ 0 h 6858000"/>
              <a:gd name="connsiteX907" fmla="*/ 1125553 w 7467600"/>
              <a:gd name="connsiteY907" fmla="*/ 52588 h 6858000"/>
              <a:gd name="connsiteX908" fmla="*/ 1304276 w 7467600"/>
              <a:gd name="connsiteY908" fmla="*/ 476275 h 6858000"/>
              <a:gd name="connsiteX909" fmla="*/ 1492066 w 7467600"/>
              <a:gd name="connsiteY909" fmla="*/ 886333 h 6858000"/>
              <a:gd name="connsiteX910" fmla="*/ 1423698 w 7467600"/>
              <a:gd name="connsiteY910" fmla="*/ 710817 h 6858000"/>
              <a:gd name="connsiteX911" fmla="*/ 1357609 w 7467600"/>
              <a:gd name="connsiteY911" fmla="*/ 532892 h 6858000"/>
              <a:gd name="connsiteX912" fmla="*/ 1309550 w 7467600"/>
              <a:gd name="connsiteY912" fmla="*/ 374031 h 6858000"/>
              <a:gd name="connsiteX913" fmla="*/ 1193673 w 7467600"/>
              <a:gd name="connsiteY913" fmla="*/ 49533 h 6858000"/>
              <a:gd name="connsiteX914" fmla="*/ 1164391 w 7467600"/>
              <a:gd name="connsiteY914" fmla="*/ 0 h 6858000"/>
              <a:gd name="connsiteX915" fmla="*/ 1200666 w 7467600"/>
              <a:gd name="connsiteY915" fmla="*/ 0 h 6858000"/>
              <a:gd name="connsiteX916" fmla="*/ 1223408 w 7467600"/>
              <a:gd name="connsiteY916" fmla="*/ 38996 h 6858000"/>
              <a:gd name="connsiteX917" fmla="*/ 1339635 w 7467600"/>
              <a:gd name="connsiteY917" fmla="*/ 365517 h 6858000"/>
              <a:gd name="connsiteX918" fmla="*/ 1387469 w 7467600"/>
              <a:gd name="connsiteY918" fmla="*/ 523079 h 6858000"/>
              <a:gd name="connsiteX919" fmla="*/ 1452685 w 7467600"/>
              <a:gd name="connsiteY919" fmla="*/ 699806 h 6858000"/>
              <a:gd name="connsiteX920" fmla="*/ 1492092 w 7467600"/>
              <a:gd name="connsiteY920" fmla="*/ 800424 h 6858000"/>
              <a:gd name="connsiteX921" fmla="*/ 1455302 w 7467600"/>
              <a:gd name="connsiteY921" fmla="*/ 632913 h 6858000"/>
              <a:gd name="connsiteX922" fmla="*/ 1222336 w 7467600"/>
              <a:gd name="connsiteY922" fmla="*/ 9480 h 6858000"/>
              <a:gd name="connsiteX923" fmla="*/ 1214634 w 7467600"/>
              <a:gd name="connsiteY923" fmla="*/ 0 h 6858000"/>
              <a:gd name="connsiteX924" fmla="*/ 1289827 w 7467600"/>
              <a:gd name="connsiteY924" fmla="*/ 0 h 6858000"/>
              <a:gd name="connsiteX925" fmla="*/ 1321076 w 7467600"/>
              <a:gd name="connsiteY925" fmla="*/ 59722 h 6858000"/>
              <a:gd name="connsiteX926" fmla="*/ 1512579 w 7467600"/>
              <a:gd name="connsiteY926" fmla="*/ 626441 h 6858000"/>
              <a:gd name="connsiteX927" fmla="*/ 1506076 w 7467600"/>
              <a:gd name="connsiteY927" fmla="*/ 1089289 h 6858000"/>
              <a:gd name="connsiteX928" fmla="*/ 1486346 w 7467600"/>
              <a:gd name="connsiteY928" fmla="*/ 1079919 h 6858000"/>
              <a:gd name="connsiteX929" fmla="*/ 1070511 w 7467600"/>
              <a:gd name="connsiteY929" fmla="*/ 48609 h 6858000"/>
              <a:gd name="connsiteX930" fmla="*/ 1057230 w 7467600"/>
              <a:gd name="connsiteY930" fmla="*/ 0 h 6858000"/>
              <a:gd name="connsiteX931" fmla="*/ 43151 w 7467600"/>
              <a:gd name="connsiteY931" fmla="*/ 0 h 6858000"/>
              <a:gd name="connsiteX932" fmla="*/ 95283 w 7467600"/>
              <a:gd name="connsiteY932" fmla="*/ 0 h 6858000"/>
              <a:gd name="connsiteX933" fmla="*/ 300708 w 7467600"/>
              <a:gd name="connsiteY933" fmla="*/ 154571 h 6858000"/>
              <a:gd name="connsiteX934" fmla="*/ 530414 w 7467600"/>
              <a:gd name="connsiteY934" fmla="*/ 354673 h 6858000"/>
              <a:gd name="connsiteX935" fmla="*/ 333785 w 7467600"/>
              <a:gd name="connsiteY935" fmla="*/ 161564 h 6858000"/>
              <a:gd name="connsiteX936" fmla="*/ 147005 w 7467600"/>
              <a:gd name="connsiteY936" fmla="*/ 0 h 6858000"/>
              <a:gd name="connsiteX937" fmla="*/ 272509 w 7467600"/>
              <a:gd name="connsiteY937" fmla="*/ 0 h 6858000"/>
              <a:gd name="connsiteX938" fmla="*/ 326276 w 7467600"/>
              <a:gd name="connsiteY938" fmla="*/ 45847 h 6858000"/>
              <a:gd name="connsiteX939" fmla="*/ 823759 w 7467600"/>
              <a:gd name="connsiteY939" fmla="*/ 574145 h 6858000"/>
              <a:gd name="connsiteX940" fmla="*/ 811254 w 7467600"/>
              <a:gd name="connsiteY940" fmla="*/ 665546 h 6858000"/>
              <a:gd name="connsiteX941" fmla="*/ 154042 w 7467600"/>
              <a:gd name="connsiteY941" fmla="*/ 261522 h 6858000"/>
              <a:gd name="connsiteX942" fmla="*/ 13550 w 7467600"/>
              <a:gd name="connsiteY942" fmla="*/ 158423 h 6858000"/>
              <a:gd name="connsiteX943" fmla="*/ 0 w 7467600"/>
              <a:gd name="connsiteY943" fmla="*/ 146618 h 6858000"/>
              <a:gd name="connsiteX944" fmla="*/ 0 w 7467600"/>
              <a:gd name="connsiteY944" fmla="*/ 59161 h 6858000"/>
              <a:gd name="connsiteX945" fmla="*/ 45427 w 7467600"/>
              <a:gd name="connsiteY945" fmla="*/ 101078 h 6858000"/>
              <a:gd name="connsiteX946" fmla="*/ 630103 w 7467600"/>
              <a:gd name="connsiteY946" fmla="*/ 485885 h 6858000"/>
              <a:gd name="connsiteX947" fmla="*/ 532040 w 7467600"/>
              <a:gd name="connsiteY947" fmla="*/ 399359 h 6858000"/>
              <a:gd name="connsiteX948" fmla="*/ 517618 w 7467600"/>
              <a:gd name="connsiteY948" fmla="*/ 385726 h 6858000"/>
              <a:gd name="connsiteX949" fmla="*/ 285074 w 7467600"/>
              <a:gd name="connsiteY949" fmla="*/ 182755 h 6858000"/>
              <a:gd name="connsiteX950" fmla="*/ 43151 w 7467600"/>
              <a:gd name="connsiteY95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3149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1019354 w 7467600"/>
              <a:gd name="connsiteY18" fmla="*/ 6315006 h 6858000"/>
              <a:gd name="connsiteX19" fmla="*/ 441046 w 7467600"/>
              <a:gd name="connsiteY19" fmla="*/ 6691153 h 6858000"/>
              <a:gd name="connsiteX20" fmla="*/ 1019354 w 7467600"/>
              <a:gd name="connsiteY20" fmla="*/ 6315006 h 6858000"/>
              <a:gd name="connsiteX21" fmla="*/ 991680 w 7467600"/>
              <a:gd name="connsiteY21" fmla="*/ 6298413 h 6858000"/>
              <a:gd name="connsiteX22" fmla="*/ 409060 w 7467600"/>
              <a:gd name="connsiteY22" fmla="*/ 6671470 h 6858000"/>
              <a:gd name="connsiteX23" fmla="*/ 991680 w 7467600"/>
              <a:gd name="connsiteY23" fmla="*/ 6298413 h 6858000"/>
              <a:gd name="connsiteX24" fmla="*/ 103333 w 7467600"/>
              <a:gd name="connsiteY24" fmla="*/ 5699602 h 6858000"/>
              <a:gd name="connsiteX25" fmla="*/ 233938 w 7467600"/>
              <a:gd name="connsiteY25" fmla="*/ 5809416 h 6858000"/>
              <a:gd name="connsiteX26" fmla="*/ 883580 w 7467600"/>
              <a:gd name="connsiteY26" fmla="*/ 6180710 h 6858000"/>
              <a:gd name="connsiteX27" fmla="*/ 487337 w 7467600"/>
              <a:gd name="connsiteY27" fmla="*/ 5950182 h 6858000"/>
              <a:gd name="connsiteX28" fmla="*/ 354051 w 7467600"/>
              <a:gd name="connsiteY28" fmla="*/ 5854912 h 6858000"/>
              <a:gd name="connsiteX29" fmla="*/ 195436 w 7467600"/>
              <a:gd name="connsiteY29" fmla="*/ 5755068 h 6858000"/>
              <a:gd name="connsiteX30" fmla="*/ 103333 w 7467600"/>
              <a:gd name="connsiteY30" fmla="*/ 5699602 h 6858000"/>
              <a:gd name="connsiteX31" fmla="*/ 5539432 w 7467600"/>
              <a:gd name="connsiteY31" fmla="*/ 5642928 h 6858000"/>
              <a:gd name="connsiteX32" fmla="*/ 5555462 w 7467600"/>
              <a:gd name="connsiteY32" fmla="*/ 5694454 h 6858000"/>
              <a:gd name="connsiteX33" fmla="*/ 5828270 w 7467600"/>
              <a:gd name="connsiteY33" fmla="*/ 6320663 h 6858000"/>
              <a:gd name="connsiteX34" fmla="*/ 5947416 w 7467600"/>
              <a:gd name="connsiteY34" fmla="*/ 6574846 h 6858000"/>
              <a:gd name="connsiteX35" fmla="*/ 5539432 w 7467600"/>
              <a:gd name="connsiteY35" fmla="*/ 5642928 h 6858000"/>
              <a:gd name="connsiteX36" fmla="*/ 51253 w 7467600"/>
              <a:gd name="connsiteY36" fmla="*/ 5631825 h 6858000"/>
              <a:gd name="connsiteX37" fmla="*/ 211622 w 7467600"/>
              <a:gd name="connsiteY37" fmla="*/ 5728803 h 6858000"/>
              <a:gd name="connsiteX38" fmla="*/ 371652 w 7467600"/>
              <a:gd name="connsiteY38" fmla="*/ 5829062 h 6858000"/>
              <a:gd name="connsiteX39" fmla="*/ 505903 w 7467600"/>
              <a:gd name="connsiteY39" fmla="*/ 5925221 h 6858000"/>
              <a:gd name="connsiteX40" fmla="*/ 899240 w 7467600"/>
              <a:gd name="connsiteY40" fmla="*/ 6153068 h 6858000"/>
              <a:gd name="connsiteX41" fmla="*/ 988114 w 7467600"/>
              <a:gd name="connsiteY41" fmla="*/ 6174204 h 6858000"/>
              <a:gd name="connsiteX42" fmla="*/ 845971 w 7467600"/>
              <a:gd name="connsiteY42" fmla="*/ 6067177 h 6858000"/>
              <a:gd name="connsiteX43" fmla="*/ 448057 w 7467600"/>
              <a:gd name="connsiteY43" fmla="*/ 5841376 h 6858000"/>
              <a:gd name="connsiteX44" fmla="*/ 51253 w 7467600"/>
              <a:gd name="connsiteY44" fmla="*/ 5631825 h 6858000"/>
              <a:gd name="connsiteX45" fmla="*/ 2606687 w 7467600"/>
              <a:gd name="connsiteY45" fmla="*/ 5630718 h 6858000"/>
              <a:gd name="connsiteX46" fmla="*/ 2645658 w 7467600"/>
              <a:gd name="connsiteY46" fmla="*/ 6640259 h 6858000"/>
              <a:gd name="connsiteX47" fmla="*/ 2606687 w 7467600"/>
              <a:gd name="connsiteY47" fmla="*/ 5630718 h 6858000"/>
              <a:gd name="connsiteX48" fmla="*/ 3642057 w 7467600"/>
              <a:gd name="connsiteY48" fmla="*/ 5573487 h 6858000"/>
              <a:gd name="connsiteX49" fmla="*/ 3632981 w 7467600"/>
              <a:gd name="connsiteY49" fmla="*/ 5579437 h 6858000"/>
              <a:gd name="connsiteX50" fmla="*/ 3382436 w 7467600"/>
              <a:gd name="connsiteY50" fmla="*/ 5952726 h 6858000"/>
              <a:gd name="connsiteX51" fmla="*/ 3191929 w 7467600"/>
              <a:gd name="connsiteY51" fmla="*/ 6662669 h 6858000"/>
              <a:gd name="connsiteX52" fmla="*/ 3369898 w 7467600"/>
              <a:gd name="connsiteY52" fmla="*/ 6081771 h 6858000"/>
              <a:gd name="connsiteX53" fmla="*/ 3642057 w 7467600"/>
              <a:gd name="connsiteY53" fmla="*/ 5573487 h 6858000"/>
              <a:gd name="connsiteX54" fmla="*/ 2650666 w 7467600"/>
              <a:gd name="connsiteY54" fmla="*/ 5530686 h 6858000"/>
              <a:gd name="connsiteX55" fmla="*/ 2650249 w 7467600"/>
              <a:gd name="connsiteY55" fmla="*/ 5532101 h 6858000"/>
              <a:gd name="connsiteX56" fmla="*/ 2663808 w 7467600"/>
              <a:gd name="connsiteY56" fmla="*/ 6535215 h 6858000"/>
              <a:gd name="connsiteX57" fmla="*/ 2665418 w 7467600"/>
              <a:gd name="connsiteY57" fmla="*/ 6132756 h 6858000"/>
              <a:gd name="connsiteX58" fmla="*/ 2650666 w 7467600"/>
              <a:gd name="connsiteY58" fmla="*/ 5530686 h 6858000"/>
              <a:gd name="connsiteX59" fmla="*/ 2680277 w 7467600"/>
              <a:gd name="connsiteY59" fmla="*/ 5479204 h 6858000"/>
              <a:gd name="connsiteX60" fmla="*/ 2678972 w 7467600"/>
              <a:gd name="connsiteY60" fmla="*/ 5481582 h 6858000"/>
              <a:gd name="connsiteX61" fmla="*/ 2696666 w 7467600"/>
              <a:gd name="connsiteY61" fmla="*/ 6133836 h 6858000"/>
              <a:gd name="connsiteX62" fmla="*/ 2695769 w 7467600"/>
              <a:gd name="connsiteY62" fmla="*/ 6390955 h 6858000"/>
              <a:gd name="connsiteX63" fmla="*/ 2739893 w 7467600"/>
              <a:gd name="connsiteY63" fmla="*/ 6108357 h 6858000"/>
              <a:gd name="connsiteX64" fmla="*/ 2680277 w 7467600"/>
              <a:gd name="connsiteY64" fmla="*/ 5479204 h 6858000"/>
              <a:gd name="connsiteX65" fmla="*/ 1132195 w 7467600"/>
              <a:gd name="connsiteY65" fmla="*/ 5467980 h 6858000"/>
              <a:gd name="connsiteX66" fmla="*/ 1679056 w 7467600"/>
              <a:gd name="connsiteY66" fmla="*/ 5516907 h 6858000"/>
              <a:gd name="connsiteX67" fmla="*/ 2128648 w 7467600"/>
              <a:gd name="connsiteY67" fmla="*/ 5474249 h 6858000"/>
              <a:gd name="connsiteX68" fmla="*/ 1825619 w 7467600"/>
              <a:gd name="connsiteY68" fmla="*/ 5478447 h 6858000"/>
              <a:gd name="connsiteX69" fmla="*/ 1737798 w 7467600"/>
              <a:gd name="connsiteY69" fmla="*/ 5483353 h 6858000"/>
              <a:gd name="connsiteX70" fmla="*/ 1132195 w 7467600"/>
              <a:gd name="connsiteY70" fmla="*/ 5467980 h 6858000"/>
              <a:gd name="connsiteX71" fmla="*/ 1456157 w 7467600"/>
              <a:gd name="connsiteY71" fmla="*/ 5371404 h 6858000"/>
              <a:gd name="connsiteX72" fmla="*/ 1244432 w 7467600"/>
              <a:gd name="connsiteY72" fmla="*/ 5385601 h 6858000"/>
              <a:gd name="connsiteX73" fmla="*/ 973990 w 7467600"/>
              <a:gd name="connsiteY73" fmla="*/ 5424940 h 6858000"/>
              <a:gd name="connsiteX74" fmla="*/ 1103809 w 7467600"/>
              <a:gd name="connsiteY74" fmla="*/ 5433720 h 6858000"/>
              <a:gd name="connsiteX75" fmla="*/ 1123454 w 7467600"/>
              <a:gd name="connsiteY75" fmla="*/ 5435727 h 6858000"/>
              <a:gd name="connsiteX76" fmla="*/ 1737017 w 7467600"/>
              <a:gd name="connsiteY76" fmla="*/ 5452183 h 6858000"/>
              <a:gd name="connsiteX77" fmla="*/ 1824397 w 7467600"/>
              <a:gd name="connsiteY77" fmla="*/ 5447757 h 6858000"/>
              <a:gd name="connsiteX78" fmla="*/ 2070059 w 7467600"/>
              <a:gd name="connsiteY78" fmla="*/ 5441660 h 6858000"/>
              <a:gd name="connsiteX79" fmla="*/ 1456157 w 7467600"/>
              <a:gd name="connsiteY79" fmla="*/ 5371404 h 6858000"/>
              <a:gd name="connsiteX80" fmla="*/ 4988186 w 7467600"/>
              <a:gd name="connsiteY80" fmla="*/ 5216467 h 6858000"/>
              <a:gd name="connsiteX81" fmla="*/ 4777334 w 7467600"/>
              <a:gd name="connsiteY81" fmla="*/ 5406072 h 6858000"/>
              <a:gd name="connsiteX82" fmla="*/ 4718341 w 7467600"/>
              <a:gd name="connsiteY82" fmla="*/ 5468043 h 6858000"/>
              <a:gd name="connsiteX83" fmla="*/ 4604655 w 7467600"/>
              <a:gd name="connsiteY83" fmla="*/ 5583434 h 6858000"/>
              <a:gd name="connsiteX84" fmla="*/ 4565074 w 7467600"/>
              <a:gd name="connsiteY84" fmla="*/ 5618550 h 6858000"/>
              <a:gd name="connsiteX85" fmla="*/ 4988186 w 7467600"/>
              <a:gd name="connsiteY85" fmla="*/ 5216467 h 6858000"/>
              <a:gd name="connsiteX86" fmla="*/ 4978032 w 7467600"/>
              <a:gd name="connsiteY86" fmla="*/ 5183809 h 6858000"/>
              <a:gd name="connsiteX87" fmla="*/ 4463413 w 7467600"/>
              <a:gd name="connsiteY87" fmla="*/ 5615162 h 6858000"/>
              <a:gd name="connsiteX88" fmla="*/ 4358134 w 7467600"/>
              <a:gd name="connsiteY88" fmla="*/ 5742791 h 6858000"/>
              <a:gd name="connsiteX89" fmla="*/ 4376219 w 7467600"/>
              <a:gd name="connsiteY89" fmla="*/ 5729027 h 6858000"/>
              <a:gd name="connsiteX90" fmla="*/ 4582340 w 7467600"/>
              <a:gd name="connsiteY90" fmla="*/ 5561037 h 6858000"/>
              <a:gd name="connsiteX91" fmla="*/ 4694684 w 7467600"/>
              <a:gd name="connsiteY91" fmla="*/ 5447098 h 6858000"/>
              <a:gd name="connsiteX92" fmla="*/ 4754123 w 7467600"/>
              <a:gd name="connsiteY92" fmla="*/ 5384643 h 6858000"/>
              <a:gd name="connsiteX93" fmla="*/ 4978032 w 7467600"/>
              <a:gd name="connsiteY93" fmla="*/ 5183809 h 6858000"/>
              <a:gd name="connsiteX94" fmla="*/ 1903353 w 7467600"/>
              <a:gd name="connsiteY94" fmla="*/ 5044827 h 6858000"/>
              <a:gd name="connsiteX95" fmla="*/ 1936931 w 7467600"/>
              <a:gd name="connsiteY95" fmla="*/ 5093954 h 6858000"/>
              <a:gd name="connsiteX96" fmla="*/ 2195868 w 7467600"/>
              <a:gd name="connsiteY96" fmla="*/ 5396574 h 6858000"/>
              <a:gd name="connsiteX97" fmla="*/ 2088852 w 7467600"/>
              <a:gd name="connsiteY97" fmla="*/ 5166123 h 6858000"/>
              <a:gd name="connsiteX98" fmla="*/ 1958241 w 7467600"/>
              <a:gd name="connsiteY98" fmla="*/ 5067955 h 6858000"/>
              <a:gd name="connsiteX99" fmla="*/ 1903353 w 7467600"/>
              <a:gd name="connsiteY99" fmla="*/ 5044827 h 6858000"/>
              <a:gd name="connsiteX100" fmla="*/ 1979378 w 7467600"/>
              <a:gd name="connsiteY100" fmla="*/ 4769504 h 6858000"/>
              <a:gd name="connsiteX101" fmla="*/ 2882120 w 7467600"/>
              <a:gd name="connsiteY101" fmla="*/ 5064547 h 6858000"/>
              <a:gd name="connsiteX102" fmla="*/ 2793103 w 7467600"/>
              <a:gd name="connsiteY102" fmla="*/ 5039699 h 6858000"/>
              <a:gd name="connsiteX103" fmla="*/ 2770041 w 7467600"/>
              <a:gd name="connsiteY103" fmla="*/ 5033634 h 6858000"/>
              <a:gd name="connsiteX104" fmla="*/ 1979378 w 7467600"/>
              <a:gd name="connsiteY104" fmla="*/ 4769504 h 6858000"/>
              <a:gd name="connsiteX105" fmla="*/ 1927410 w 7467600"/>
              <a:gd name="connsiteY105" fmla="*/ 4716164 h 6858000"/>
              <a:gd name="connsiteX106" fmla="*/ 1959587 w 7467600"/>
              <a:gd name="connsiteY106" fmla="*/ 4728849 h 6858000"/>
              <a:gd name="connsiteX107" fmla="*/ 2777707 w 7467600"/>
              <a:gd name="connsiteY107" fmla="*/ 5003991 h 6858000"/>
              <a:gd name="connsiteX108" fmla="*/ 2800768 w 7467600"/>
              <a:gd name="connsiteY108" fmla="*/ 5010056 h 6858000"/>
              <a:gd name="connsiteX109" fmla="*/ 2879408 w 7467600"/>
              <a:gd name="connsiteY109" fmla="*/ 5031590 h 6858000"/>
              <a:gd name="connsiteX110" fmla="*/ 2862295 w 7467600"/>
              <a:gd name="connsiteY110" fmla="*/ 5022958 h 6858000"/>
              <a:gd name="connsiteX111" fmla="*/ 2813343 w 7467600"/>
              <a:gd name="connsiteY111" fmla="*/ 4998369 h 6858000"/>
              <a:gd name="connsiteX112" fmla="*/ 2646245 w 7467600"/>
              <a:gd name="connsiteY112" fmla="*/ 4930999 h 6858000"/>
              <a:gd name="connsiteX113" fmla="*/ 1999243 w 7467600"/>
              <a:gd name="connsiteY113" fmla="*/ 4730524 h 6858000"/>
              <a:gd name="connsiteX114" fmla="*/ 1979527 w 7467600"/>
              <a:gd name="connsiteY114" fmla="*/ 4726651 h 6858000"/>
              <a:gd name="connsiteX115" fmla="*/ 1927410 w 7467600"/>
              <a:gd name="connsiteY115" fmla="*/ 4716164 h 6858000"/>
              <a:gd name="connsiteX116" fmla="*/ 1997014 w 7467600"/>
              <a:gd name="connsiteY116" fmla="*/ 4698007 h 6858000"/>
              <a:gd name="connsiteX117" fmla="*/ 2005458 w 7467600"/>
              <a:gd name="connsiteY117" fmla="*/ 4699540 h 6858000"/>
              <a:gd name="connsiteX118" fmla="*/ 2657186 w 7467600"/>
              <a:gd name="connsiteY118" fmla="*/ 4901687 h 6858000"/>
              <a:gd name="connsiteX119" fmla="*/ 2826662 w 7467600"/>
              <a:gd name="connsiteY119" fmla="*/ 4970362 h 6858000"/>
              <a:gd name="connsiteX120" fmla="*/ 2876100 w 7467600"/>
              <a:gd name="connsiteY120" fmla="*/ 4995397 h 6858000"/>
              <a:gd name="connsiteX121" fmla="*/ 3042600 w 7467600"/>
              <a:gd name="connsiteY121" fmla="*/ 5059532 h 6858000"/>
              <a:gd name="connsiteX122" fmla="*/ 1997014 w 7467600"/>
              <a:gd name="connsiteY122" fmla="*/ 4698007 h 6858000"/>
              <a:gd name="connsiteX123" fmla="*/ 2305292 w 7467600"/>
              <a:gd name="connsiteY123" fmla="*/ 4219492 h 6858000"/>
              <a:gd name="connsiteX124" fmla="*/ 3360922 w 7467600"/>
              <a:gd name="connsiteY124" fmla="*/ 4529373 h 6858000"/>
              <a:gd name="connsiteX125" fmla="*/ 3492420 w 7467600"/>
              <a:gd name="connsiteY125" fmla="*/ 4510145 h 6858000"/>
              <a:gd name="connsiteX126" fmla="*/ 3364086 w 7467600"/>
              <a:gd name="connsiteY126" fmla="*/ 4480340 h 6858000"/>
              <a:gd name="connsiteX127" fmla="*/ 3225818 w 7467600"/>
              <a:gd name="connsiteY127" fmla="*/ 4411822 h 6858000"/>
              <a:gd name="connsiteX128" fmla="*/ 3129696 w 7467600"/>
              <a:gd name="connsiteY128" fmla="*/ 4360704 h 6858000"/>
              <a:gd name="connsiteX129" fmla="*/ 2814545 w 7467600"/>
              <a:gd name="connsiteY129" fmla="*/ 4282955 h 6858000"/>
              <a:gd name="connsiteX130" fmla="*/ 2305292 w 7467600"/>
              <a:gd name="connsiteY130" fmla="*/ 4219492 h 6858000"/>
              <a:gd name="connsiteX131" fmla="*/ 2626982 w 7467600"/>
              <a:gd name="connsiteY131" fmla="*/ 4206450 h 6858000"/>
              <a:gd name="connsiteX132" fmla="*/ 2490617 w 7467600"/>
              <a:gd name="connsiteY132" fmla="*/ 4206951 h 6858000"/>
              <a:gd name="connsiteX133" fmla="*/ 2819869 w 7467600"/>
              <a:gd name="connsiteY133" fmla="*/ 4252936 h 6858000"/>
              <a:gd name="connsiteX134" fmla="*/ 3143018 w 7467600"/>
              <a:gd name="connsiteY134" fmla="*/ 4332698 h 6858000"/>
              <a:gd name="connsiteX135" fmla="*/ 3241520 w 7467600"/>
              <a:gd name="connsiteY135" fmla="*/ 4385112 h 6858000"/>
              <a:gd name="connsiteX136" fmla="*/ 3374575 w 7467600"/>
              <a:gd name="connsiteY136" fmla="*/ 4451517 h 6858000"/>
              <a:gd name="connsiteX137" fmla="*/ 3505221 w 7467600"/>
              <a:gd name="connsiteY137" fmla="*/ 4480757 h 6858000"/>
              <a:gd name="connsiteX138" fmla="*/ 2626982 w 7467600"/>
              <a:gd name="connsiteY138" fmla="*/ 4206450 h 6858000"/>
              <a:gd name="connsiteX139" fmla="*/ 1310106 w 7467600"/>
              <a:gd name="connsiteY139" fmla="*/ 3943217 h 6858000"/>
              <a:gd name="connsiteX140" fmla="*/ 854994 w 7467600"/>
              <a:gd name="connsiteY140" fmla="*/ 4399136 h 6858000"/>
              <a:gd name="connsiteX141" fmla="*/ 742462 w 7467600"/>
              <a:gd name="connsiteY141" fmla="*/ 4594648 h 6858000"/>
              <a:gd name="connsiteX142" fmla="*/ 820602 w 7467600"/>
              <a:gd name="connsiteY142" fmla="*/ 4485915 h 6858000"/>
              <a:gd name="connsiteX143" fmla="*/ 878295 w 7467600"/>
              <a:gd name="connsiteY143" fmla="*/ 4403594 h 6858000"/>
              <a:gd name="connsiteX144" fmla="*/ 1240607 w 7467600"/>
              <a:gd name="connsiteY144" fmla="*/ 4010401 h 6858000"/>
              <a:gd name="connsiteX145" fmla="*/ 1310106 w 7467600"/>
              <a:gd name="connsiteY145" fmla="*/ 3943217 h 6858000"/>
              <a:gd name="connsiteX146" fmla="*/ 1423113 w 7467600"/>
              <a:gd name="connsiteY146" fmla="*/ 3874565 h 6858000"/>
              <a:gd name="connsiteX147" fmla="*/ 1260565 w 7467600"/>
              <a:gd name="connsiteY147" fmla="*/ 4031982 h 6858000"/>
              <a:gd name="connsiteX148" fmla="*/ 901900 w 7467600"/>
              <a:gd name="connsiteY148" fmla="*/ 4421236 h 6858000"/>
              <a:gd name="connsiteX149" fmla="*/ 845044 w 7467600"/>
              <a:gd name="connsiteY149" fmla="*/ 4502436 h 6858000"/>
              <a:gd name="connsiteX150" fmla="*/ 685926 w 7467600"/>
              <a:gd name="connsiteY150" fmla="*/ 4703069 h 6858000"/>
              <a:gd name="connsiteX151" fmla="*/ 684248 w 7467600"/>
              <a:gd name="connsiteY151" fmla="*/ 4706721 h 6858000"/>
              <a:gd name="connsiteX152" fmla="*/ 1423113 w 7467600"/>
              <a:gd name="connsiteY152" fmla="*/ 3874565 h 6858000"/>
              <a:gd name="connsiteX153" fmla="*/ 3316479 w 7467600"/>
              <a:gd name="connsiteY153" fmla="*/ 3872136 h 6858000"/>
              <a:gd name="connsiteX154" fmla="*/ 3546806 w 7467600"/>
              <a:gd name="connsiteY154" fmla="*/ 4356139 h 6858000"/>
              <a:gd name="connsiteX155" fmla="*/ 3364433 w 7467600"/>
              <a:gd name="connsiteY155" fmla="*/ 3953121 h 6858000"/>
              <a:gd name="connsiteX156" fmla="*/ 3316479 w 7467600"/>
              <a:gd name="connsiteY156" fmla="*/ 3872136 h 6858000"/>
              <a:gd name="connsiteX157" fmla="*/ 3291335 w 7467600"/>
              <a:gd name="connsiteY157" fmla="*/ 3767420 h 6858000"/>
              <a:gd name="connsiteX158" fmla="*/ 3390805 w 7467600"/>
              <a:gd name="connsiteY158" fmla="*/ 3937163 h 6858000"/>
              <a:gd name="connsiteX159" fmla="*/ 3579062 w 7467600"/>
              <a:gd name="connsiteY159" fmla="*/ 4359040 h 6858000"/>
              <a:gd name="connsiteX160" fmla="*/ 3467355 w 7467600"/>
              <a:gd name="connsiteY160" fmla="*/ 3988130 h 6858000"/>
              <a:gd name="connsiteX161" fmla="*/ 3310753 w 7467600"/>
              <a:gd name="connsiteY161" fmla="*/ 3787140 h 6858000"/>
              <a:gd name="connsiteX162" fmla="*/ 3291335 w 7467600"/>
              <a:gd name="connsiteY162" fmla="*/ 3767420 h 6858000"/>
              <a:gd name="connsiteX163" fmla="*/ 1635889 w 7467600"/>
              <a:gd name="connsiteY163" fmla="*/ 3709494 h 6858000"/>
              <a:gd name="connsiteX164" fmla="*/ 1634800 w 7467600"/>
              <a:gd name="connsiteY164" fmla="*/ 3731111 h 6858000"/>
              <a:gd name="connsiteX165" fmla="*/ 1635889 w 7467600"/>
              <a:gd name="connsiteY165" fmla="*/ 3709494 h 6858000"/>
              <a:gd name="connsiteX166" fmla="*/ 1510397 w 7467600"/>
              <a:gd name="connsiteY166" fmla="*/ 3684705 h 6858000"/>
              <a:gd name="connsiteX167" fmla="*/ 1146550 w 7467600"/>
              <a:gd name="connsiteY167" fmla="*/ 3802012 h 6858000"/>
              <a:gd name="connsiteX168" fmla="*/ 698834 w 7467600"/>
              <a:gd name="connsiteY168" fmla="*/ 3952272 h 6858000"/>
              <a:gd name="connsiteX169" fmla="*/ 34256 w 7467600"/>
              <a:gd name="connsiteY169" fmla="*/ 4347603 h 6858000"/>
              <a:gd name="connsiteX170" fmla="*/ 527241 w 7467600"/>
              <a:gd name="connsiteY170" fmla="*/ 4065078 h 6858000"/>
              <a:gd name="connsiteX171" fmla="*/ 1510397 w 7467600"/>
              <a:gd name="connsiteY171" fmla="*/ 3684705 h 6858000"/>
              <a:gd name="connsiteX172" fmla="*/ 1313114 w 7467600"/>
              <a:gd name="connsiteY172" fmla="*/ 3655216 h 6858000"/>
              <a:gd name="connsiteX173" fmla="*/ 1109304 w 7467600"/>
              <a:gd name="connsiteY173" fmla="*/ 3669030 h 6858000"/>
              <a:gd name="connsiteX174" fmla="*/ 8129 w 7467600"/>
              <a:gd name="connsiteY174" fmla="*/ 4330519 h 6858000"/>
              <a:gd name="connsiteX175" fmla="*/ 687572 w 7467600"/>
              <a:gd name="connsiteY175" fmla="*/ 3925629 h 6858000"/>
              <a:gd name="connsiteX176" fmla="*/ 1138365 w 7467600"/>
              <a:gd name="connsiteY176" fmla="*/ 3774515 h 6858000"/>
              <a:gd name="connsiteX177" fmla="*/ 1505579 w 7467600"/>
              <a:gd name="connsiteY177" fmla="*/ 3655526 h 6858000"/>
              <a:gd name="connsiteX178" fmla="*/ 1313114 w 7467600"/>
              <a:gd name="connsiteY178" fmla="*/ 3655216 h 6858000"/>
              <a:gd name="connsiteX179" fmla="*/ 3655073 w 7467600"/>
              <a:gd name="connsiteY179" fmla="*/ 3650884 h 6858000"/>
              <a:gd name="connsiteX180" fmla="*/ 3989938 w 7467600"/>
              <a:gd name="connsiteY180" fmla="*/ 3991685 h 6858000"/>
              <a:gd name="connsiteX181" fmla="*/ 4393907 w 7467600"/>
              <a:gd name="connsiteY181" fmla="*/ 4261258 h 6858000"/>
              <a:gd name="connsiteX182" fmla="*/ 4648051 w 7467600"/>
              <a:gd name="connsiteY182" fmla="*/ 4374051 h 6858000"/>
              <a:gd name="connsiteX183" fmla="*/ 4383389 w 7467600"/>
              <a:gd name="connsiteY183" fmla="*/ 4184369 h 6858000"/>
              <a:gd name="connsiteX184" fmla="*/ 4165508 w 7467600"/>
              <a:gd name="connsiteY184" fmla="*/ 4035196 h 6858000"/>
              <a:gd name="connsiteX185" fmla="*/ 4068162 w 7467600"/>
              <a:gd name="connsiteY185" fmla="*/ 3953394 h 6858000"/>
              <a:gd name="connsiteX186" fmla="*/ 3981416 w 7467600"/>
              <a:gd name="connsiteY186" fmla="*/ 3880482 h 6858000"/>
              <a:gd name="connsiteX187" fmla="*/ 3800147 w 7467600"/>
              <a:gd name="connsiteY187" fmla="*/ 3749872 h 6858000"/>
              <a:gd name="connsiteX188" fmla="*/ 3655073 w 7467600"/>
              <a:gd name="connsiteY188" fmla="*/ 3650884 h 6858000"/>
              <a:gd name="connsiteX189" fmla="*/ 3670252 w 7467600"/>
              <a:gd name="connsiteY189" fmla="*/ 3622798 h 6858000"/>
              <a:gd name="connsiteX190" fmla="*/ 3817258 w 7467600"/>
              <a:gd name="connsiteY190" fmla="*/ 3723577 h 6858000"/>
              <a:gd name="connsiteX191" fmla="*/ 4000461 w 7467600"/>
              <a:gd name="connsiteY191" fmla="*/ 3855966 h 6858000"/>
              <a:gd name="connsiteX192" fmla="*/ 4088180 w 7467600"/>
              <a:gd name="connsiteY192" fmla="*/ 3929774 h 6858000"/>
              <a:gd name="connsiteX193" fmla="*/ 4184555 w 7467600"/>
              <a:gd name="connsiteY193" fmla="*/ 4010683 h 6858000"/>
              <a:gd name="connsiteX194" fmla="*/ 4399563 w 7467600"/>
              <a:gd name="connsiteY194" fmla="*/ 4158106 h 6858000"/>
              <a:gd name="connsiteX195" fmla="*/ 4684469 w 7467600"/>
              <a:gd name="connsiteY195" fmla="*/ 4364680 h 6858000"/>
              <a:gd name="connsiteX196" fmla="*/ 4690271 w 7467600"/>
              <a:gd name="connsiteY196" fmla="*/ 4370034 h 6858000"/>
              <a:gd name="connsiteX197" fmla="*/ 4136093 w 7467600"/>
              <a:gd name="connsiteY197" fmla="*/ 3858466 h 6858000"/>
              <a:gd name="connsiteX198" fmla="*/ 3670252 w 7467600"/>
              <a:gd name="connsiteY198" fmla="*/ 3622798 h 6858000"/>
              <a:gd name="connsiteX199" fmla="*/ 4440129 w 7467600"/>
              <a:gd name="connsiteY199" fmla="*/ 3448571 h 6858000"/>
              <a:gd name="connsiteX200" fmla="*/ 4856525 w 7467600"/>
              <a:gd name="connsiteY200" fmla="*/ 3915351 h 6858000"/>
              <a:gd name="connsiteX201" fmla="*/ 5059055 w 7467600"/>
              <a:gd name="connsiteY201" fmla="*/ 4108918 h 6858000"/>
              <a:gd name="connsiteX202" fmla="*/ 5290070 w 7467600"/>
              <a:gd name="connsiteY202" fmla="*/ 4263619 h 6858000"/>
              <a:gd name="connsiteX203" fmla="*/ 4834991 w 7467600"/>
              <a:gd name="connsiteY203" fmla="*/ 3830985 h 6858000"/>
              <a:gd name="connsiteX204" fmla="*/ 4440129 w 7467600"/>
              <a:gd name="connsiteY204" fmla="*/ 3448571 h 6858000"/>
              <a:gd name="connsiteX205" fmla="*/ 4441737 w 7467600"/>
              <a:gd name="connsiteY205" fmla="*/ 3399734 h 6858000"/>
              <a:gd name="connsiteX206" fmla="*/ 4431236 w 7467600"/>
              <a:gd name="connsiteY206" fmla="*/ 3400954 h 6858000"/>
              <a:gd name="connsiteX207" fmla="*/ 4557150 w 7467600"/>
              <a:gd name="connsiteY207" fmla="*/ 3510023 h 6858000"/>
              <a:gd name="connsiteX208" fmla="*/ 4856936 w 7467600"/>
              <a:gd name="connsiteY208" fmla="*/ 3809146 h 6858000"/>
              <a:gd name="connsiteX209" fmla="*/ 5111996 w 7467600"/>
              <a:gd name="connsiteY209" fmla="*/ 4065759 h 6858000"/>
              <a:gd name="connsiteX210" fmla="*/ 5388878 w 7467600"/>
              <a:gd name="connsiteY210" fmla="*/ 4300185 h 6858000"/>
              <a:gd name="connsiteX211" fmla="*/ 5425556 w 7467600"/>
              <a:gd name="connsiteY211" fmla="*/ 4308967 h 6858000"/>
              <a:gd name="connsiteX212" fmla="*/ 4943646 w 7467600"/>
              <a:gd name="connsiteY212" fmla="*/ 3822916 h 6858000"/>
              <a:gd name="connsiteX213" fmla="*/ 4594837 w 7467600"/>
              <a:gd name="connsiteY213" fmla="*/ 3532274 h 6858000"/>
              <a:gd name="connsiteX214" fmla="*/ 4441737 w 7467600"/>
              <a:gd name="connsiteY214" fmla="*/ 3399734 h 6858000"/>
              <a:gd name="connsiteX215" fmla="*/ 5425834 w 7467600"/>
              <a:gd name="connsiteY215" fmla="*/ 3162785 h 6858000"/>
              <a:gd name="connsiteX216" fmla="*/ 5401644 w 7467600"/>
              <a:gd name="connsiteY216" fmla="*/ 3617847 h 6858000"/>
              <a:gd name="connsiteX217" fmla="*/ 5467256 w 7467600"/>
              <a:gd name="connsiteY217" fmla="*/ 4175494 h 6858000"/>
              <a:gd name="connsiteX218" fmla="*/ 5448069 w 7467600"/>
              <a:gd name="connsiteY218" fmla="*/ 3567554 h 6858000"/>
              <a:gd name="connsiteX219" fmla="*/ 5425834 w 7467600"/>
              <a:gd name="connsiteY219" fmla="*/ 3162785 h 6858000"/>
              <a:gd name="connsiteX220" fmla="*/ 1318687 w 7467600"/>
              <a:gd name="connsiteY220" fmla="*/ 3113840 h 6858000"/>
              <a:gd name="connsiteX221" fmla="*/ 1066793 w 7467600"/>
              <a:gd name="connsiteY221" fmla="*/ 3212171 h 6858000"/>
              <a:gd name="connsiteX222" fmla="*/ 993319 w 7467600"/>
              <a:gd name="connsiteY222" fmla="*/ 3247648 h 6858000"/>
              <a:gd name="connsiteX223" fmla="*/ 853081 w 7467600"/>
              <a:gd name="connsiteY223" fmla="*/ 3312410 h 6858000"/>
              <a:gd name="connsiteX224" fmla="*/ 805957 w 7467600"/>
              <a:gd name="connsiteY224" fmla="*/ 3330443 h 6858000"/>
              <a:gd name="connsiteX225" fmla="*/ 1318687 w 7467600"/>
              <a:gd name="connsiteY225" fmla="*/ 3113840 h 6858000"/>
              <a:gd name="connsiteX226" fmla="*/ 5453702 w 7467600"/>
              <a:gd name="connsiteY226" fmla="*/ 3090882 h 6858000"/>
              <a:gd name="connsiteX227" fmla="*/ 5480135 w 7467600"/>
              <a:gd name="connsiteY227" fmla="*/ 3565802 h 6858000"/>
              <a:gd name="connsiteX228" fmla="*/ 5499023 w 7467600"/>
              <a:gd name="connsiteY228" fmla="*/ 4166310 h 6858000"/>
              <a:gd name="connsiteX229" fmla="*/ 5547022 w 7467600"/>
              <a:gd name="connsiteY229" fmla="*/ 3607838 h 6858000"/>
              <a:gd name="connsiteX230" fmla="*/ 5515964 w 7467600"/>
              <a:gd name="connsiteY230" fmla="*/ 3378541 h 6858000"/>
              <a:gd name="connsiteX231" fmla="*/ 5453702 w 7467600"/>
              <a:gd name="connsiteY231" fmla="*/ 3090882 h 6858000"/>
              <a:gd name="connsiteX232" fmla="*/ 1238695 w 7467600"/>
              <a:gd name="connsiteY232" fmla="*/ 3076820 h 6858000"/>
              <a:gd name="connsiteX233" fmla="*/ 716371 w 7467600"/>
              <a:gd name="connsiteY233" fmla="*/ 3293249 h 6858000"/>
              <a:gd name="connsiteX234" fmla="*/ 579522 w 7467600"/>
              <a:gd name="connsiteY234" fmla="*/ 3371759 h 6858000"/>
              <a:gd name="connsiteX235" fmla="*/ 600288 w 7467600"/>
              <a:gd name="connsiteY235" fmla="*/ 3365555 h 6858000"/>
              <a:gd name="connsiteX236" fmla="*/ 840692 w 7467600"/>
              <a:gd name="connsiteY236" fmla="*/ 3284921 h 6858000"/>
              <a:gd name="connsiteX237" fmla="*/ 979248 w 7467600"/>
              <a:gd name="connsiteY237" fmla="*/ 3221003 h 6858000"/>
              <a:gd name="connsiteX238" fmla="*/ 1053282 w 7467600"/>
              <a:gd name="connsiteY238" fmla="*/ 3185247 h 6858000"/>
              <a:gd name="connsiteX239" fmla="*/ 1320603 w 7467600"/>
              <a:gd name="connsiteY239" fmla="*/ 3081281 h 6858000"/>
              <a:gd name="connsiteX240" fmla="*/ 1238695 w 7467600"/>
              <a:gd name="connsiteY240" fmla="*/ 3076820 h 6858000"/>
              <a:gd name="connsiteX241" fmla="*/ 5425627 w 7467600"/>
              <a:gd name="connsiteY241" fmla="*/ 2954192 h 6858000"/>
              <a:gd name="connsiteX242" fmla="*/ 5470770 w 7467600"/>
              <a:gd name="connsiteY242" fmla="*/ 3005435 h 6858000"/>
              <a:gd name="connsiteX243" fmla="*/ 5519779 w 7467600"/>
              <a:gd name="connsiteY243" fmla="*/ 4359223 h 6858000"/>
              <a:gd name="connsiteX244" fmla="*/ 5520293 w 7467600"/>
              <a:gd name="connsiteY244" fmla="*/ 4360602 h 6858000"/>
              <a:gd name="connsiteX245" fmla="*/ 5767221 w 7467600"/>
              <a:gd name="connsiteY245" fmla="*/ 4665564 h 6858000"/>
              <a:gd name="connsiteX246" fmla="*/ 6937169 w 7467600"/>
              <a:gd name="connsiteY246" fmla="*/ 4815941 h 6858000"/>
              <a:gd name="connsiteX247" fmla="*/ 6953922 w 7467600"/>
              <a:gd name="connsiteY247" fmla="*/ 4890068 h 6858000"/>
              <a:gd name="connsiteX248" fmla="*/ 6071359 w 7467600"/>
              <a:gd name="connsiteY248" fmla="*/ 4770770 h 6858000"/>
              <a:gd name="connsiteX249" fmla="*/ 6038839 w 7467600"/>
              <a:gd name="connsiteY249" fmla="*/ 4764474 h 6858000"/>
              <a:gd name="connsiteX250" fmla="*/ 6038706 w 7467600"/>
              <a:gd name="connsiteY250" fmla="*/ 4763847 h 6858000"/>
              <a:gd name="connsiteX251" fmla="*/ 6037784 w 7467600"/>
              <a:gd name="connsiteY251" fmla="*/ 4764270 h 6858000"/>
              <a:gd name="connsiteX252" fmla="*/ 6038839 w 7467600"/>
              <a:gd name="connsiteY252" fmla="*/ 4764474 h 6858000"/>
              <a:gd name="connsiteX253" fmla="*/ 6040338 w 7467600"/>
              <a:gd name="connsiteY253" fmla="*/ 4771418 h 6858000"/>
              <a:gd name="connsiteX254" fmla="*/ 6024488 w 7467600"/>
              <a:gd name="connsiteY254" fmla="*/ 4809903 h 6858000"/>
              <a:gd name="connsiteX255" fmla="*/ 5599771 w 7467600"/>
              <a:gd name="connsiteY255" fmla="*/ 5509652 h 6858000"/>
              <a:gd name="connsiteX256" fmla="*/ 5548843 w 7467600"/>
              <a:gd name="connsiteY256" fmla="*/ 5563845 h 6858000"/>
              <a:gd name="connsiteX257" fmla="*/ 5940952 w 7467600"/>
              <a:gd name="connsiteY257" fmla="*/ 6250028 h 6858000"/>
              <a:gd name="connsiteX258" fmla="*/ 6043441 w 7467600"/>
              <a:gd name="connsiteY258" fmla="*/ 6665847 h 6858000"/>
              <a:gd name="connsiteX259" fmla="*/ 6093432 w 7467600"/>
              <a:gd name="connsiteY259" fmla="*/ 6858000 h 6858000"/>
              <a:gd name="connsiteX260" fmla="*/ 6034344 w 7467600"/>
              <a:gd name="connsiteY260" fmla="*/ 6858000 h 6858000"/>
              <a:gd name="connsiteX261" fmla="*/ 6026679 w 7467600"/>
              <a:gd name="connsiteY261" fmla="*/ 6836959 h 6858000"/>
              <a:gd name="connsiteX262" fmla="*/ 5800441 w 7467600"/>
              <a:gd name="connsiteY262" fmla="*/ 6335286 h 6858000"/>
              <a:gd name="connsiteX263" fmla="*/ 5526562 w 7467600"/>
              <a:gd name="connsiteY263" fmla="*/ 5705388 h 6858000"/>
              <a:gd name="connsiteX264" fmla="*/ 5519640 w 7467600"/>
              <a:gd name="connsiteY264" fmla="*/ 5683774 h 6858000"/>
              <a:gd name="connsiteX265" fmla="*/ 5844559 w 7467600"/>
              <a:gd name="connsiteY265" fmla="*/ 6553349 h 6858000"/>
              <a:gd name="connsiteX266" fmla="*/ 5975994 w 7467600"/>
              <a:gd name="connsiteY266" fmla="*/ 6858000 h 6858000"/>
              <a:gd name="connsiteX267" fmla="*/ 5898547 w 7467600"/>
              <a:gd name="connsiteY267" fmla="*/ 6858000 h 6858000"/>
              <a:gd name="connsiteX268" fmla="*/ 5682041 w 7467600"/>
              <a:gd name="connsiteY268" fmla="*/ 6355860 h 6858000"/>
              <a:gd name="connsiteX269" fmla="*/ 5461758 w 7467600"/>
              <a:gd name="connsiteY269" fmla="*/ 5820220 h 6858000"/>
              <a:gd name="connsiteX270" fmla="*/ 5237282 w 7467600"/>
              <a:gd name="connsiteY270" fmla="*/ 6579086 h 6858000"/>
              <a:gd name="connsiteX271" fmla="*/ 5115009 w 7467600"/>
              <a:gd name="connsiteY271" fmla="*/ 6858000 h 6858000"/>
              <a:gd name="connsiteX272" fmla="*/ 5028074 w 7467600"/>
              <a:gd name="connsiteY272" fmla="*/ 6858000 h 6858000"/>
              <a:gd name="connsiteX273" fmla="*/ 5079508 w 7467600"/>
              <a:gd name="connsiteY273" fmla="*/ 6749074 h 6858000"/>
              <a:gd name="connsiteX274" fmla="*/ 5371846 w 7467600"/>
              <a:gd name="connsiteY274" fmla="*/ 5924413 h 6858000"/>
              <a:gd name="connsiteX275" fmla="*/ 5270512 w 7467600"/>
              <a:gd name="connsiteY275" fmla="*/ 6138975 h 6858000"/>
              <a:gd name="connsiteX276" fmla="*/ 5062409 w 7467600"/>
              <a:gd name="connsiteY276" fmla="*/ 6653544 h 6858000"/>
              <a:gd name="connsiteX277" fmla="*/ 5036628 w 7467600"/>
              <a:gd name="connsiteY277" fmla="*/ 6754247 h 6858000"/>
              <a:gd name="connsiteX278" fmla="*/ 5009112 w 7467600"/>
              <a:gd name="connsiteY278" fmla="*/ 6858000 h 6858000"/>
              <a:gd name="connsiteX279" fmla="*/ 4976679 w 7467600"/>
              <a:gd name="connsiteY279" fmla="*/ 6858000 h 6858000"/>
              <a:gd name="connsiteX280" fmla="*/ 5006537 w 7467600"/>
              <a:gd name="connsiteY280" fmla="*/ 6747068 h 6858000"/>
              <a:gd name="connsiteX281" fmla="*/ 5032723 w 7467600"/>
              <a:gd name="connsiteY281" fmla="*/ 6644957 h 6858000"/>
              <a:gd name="connsiteX282" fmla="*/ 5242949 w 7467600"/>
              <a:gd name="connsiteY282" fmla="*/ 6125175 h 6858000"/>
              <a:gd name="connsiteX283" fmla="*/ 5286321 w 7467600"/>
              <a:gd name="connsiteY283" fmla="*/ 6033555 h 6858000"/>
              <a:gd name="connsiteX284" fmla="*/ 5008210 w 7467600"/>
              <a:gd name="connsiteY284" fmla="*/ 6649194 h 6858000"/>
              <a:gd name="connsiteX285" fmla="*/ 4986321 w 7467600"/>
              <a:gd name="connsiteY285" fmla="*/ 6765687 h 6858000"/>
              <a:gd name="connsiteX286" fmla="*/ 4973474 w 7467600"/>
              <a:gd name="connsiteY286" fmla="*/ 6858000 h 6858000"/>
              <a:gd name="connsiteX287" fmla="*/ 4907178 w 7467600"/>
              <a:gd name="connsiteY287" fmla="*/ 6858000 h 6858000"/>
              <a:gd name="connsiteX288" fmla="*/ 4910810 w 7467600"/>
              <a:gd name="connsiteY288" fmla="*/ 6829660 h 6858000"/>
              <a:gd name="connsiteX289" fmla="*/ 4987461 w 7467600"/>
              <a:gd name="connsiteY289" fmla="*/ 6432994 h 6858000"/>
              <a:gd name="connsiteX290" fmla="*/ 5179262 w 7467600"/>
              <a:gd name="connsiteY290" fmla="*/ 6035044 h 6858000"/>
              <a:gd name="connsiteX291" fmla="*/ 4689678 w 7467600"/>
              <a:gd name="connsiteY291" fmla="*/ 6440241 h 6858000"/>
              <a:gd name="connsiteX292" fmla="*/ 4477543 w 7467600"/>
              <a:gd name="connsiteY292" fmla="*/ 6674836 h 6858000"/>
              <a:gd name="connsiteX293" fmla="*/ 4329957 w 7467600"/>
              <a:gd name="connsiteY293" fmla="*/ 6858000 h 6858000"/>
              <a:gd name="connsiteX294" fmla="*/ 4218595 w 7467600"/>
              <a:gd name="connsiteY294" fmla="*/ 6858000 h 6858000"/>
              <a:gd name="connsiteX295" fmla="*/ 4368888 w 7467600"/>
              <a:gd name="connsiteY295" fmla="*/ 6668412 h 6858000"/>
              <a:gd name="connsiteX296" fmla="*/ 4563091 w 7467600"/>
              <a:gd name="connsiteY296" fmla="*/ 6442508 h 6858000"/>
              <a:gd name="connsiteX297" fmla="*/ 5387324 w 7467600"/>
              <a:gd name="connsiteY297" fmla="*/ 5705830 h 6858000"/>
              <a:gd name="connsiteX298" fmla="*/ 5073620 w 7467600"/>
              <a:gd name="connsiteY298" fmla="*/ 5955437 h 6858000"/>
              <a:gd name="connsiteX299" fmla="*/ 4689789 w 7467600"/>
              <a:gd name="connsiteY299" fmla="*/ 6268382 h 6858000"/>
              <a:gd name="connsiteX300" fmla="*/ 4418722 w 7467600"/>
              <a:gd name="connsiteY300" fmla="*/ 6570886 h 6858000"/>
              <a:gd name="connsiteX301" fmla="*/ 4214944 w 7467600"/>
              <a:gd name="connsiteY301" fmla="*/ 6858000 h 6858000"/>
              <a:gd name="connsiteX302" fmla="*/ 4177898 w 7467600"/>
              <a:gd name="connsiteY302" fmla="*/ 6858000 h 6858000"/>
              <a:gd name="connsiteX303" fmla="*/ 4391597 w 7467600"/>
              <a:gd name="connsiteY303" fmla="*/ 6556370 h 6858000"/>
              <a:gd name="connsiteX304" fmla="*/ 4668889 w 7467600"/>
              <a:gd name="connsiteY304" fmla="*/ 6246399 h 6858000"/>
              <a:gd name="connsiteX305" fmla="*/ 5055427 w 7467600"/>
              <a:gd name="connsiteY305" fmla="*/ 5931476 h 6858000"/>
              <a:gd name="connsiteX306" fmla="*/ 5371814 w 7467600"/>
              <a:gd name="connsiteY306" fmla="*/ 5678975 h 6858000"/>
              <a:gd name="connsiteX307" fmla="*/ 4987918 w 7467600"/>
              <a:gd name="connsiteY307" fmla="*/ 5838701 h 6858000"/>
              <a:gd name="connsiteX308" fmla="*/ 4317146 w 7467600"/>
              <a:gd name="connsiteY308" fmla="*/ 6587716 h 6858000"/>
              <a:gd name="connsiteX309" fmla="*/ 4171627 w 7467600"/>
              <a:gd name="connsiteY309" fmla="*/ 6858000 h 6858000"/>
              <a:gd name="connsiteX310" fmla="*/ 4081585 w 7467600"/>
              <a:gd name="connsiteY310" fmla="*/ 6858000 h 6858000"/>
              <a:gd name="connsiteX311" fmla="*/ 4238603 w 7467600"/>
              <a:gd name="connsiteY311" fmla="*/ 6559341 h 6858000"/>
              <a:gd name="connsiteX312" fmla="*/ 4778333 w 7467600"/>
              <a:gd name="connsiteY312" fmla="*/ 5873626 h 6858000"/>
              <a:gd name="connsiteX313" fmla="*/ 5414185 w 7467600"/>
              <a:gd name="connsiteY313" fmla="*/ 5573882 h 6858000"/>
              <a:gd name="connsiteX314" fmla="*/ 5959648 w 7467600"/>
              <a:gd name="connsiteY314" fmla="*/ 4760797 h 6858000"/>
              <a:gd name="connsiteX315" fmla="*/ 5355019 w 7467600"/>
              <a:gd name="connsiteY315" fmla="*/ 4734672 h 6858000"/>
              <a:gd name="connsiteX316" fmla="*/ 5083565 w 7467600"/>
              <a:gd name="connsiteY316" fmla="*/ 5179121 h 6858000"/>
              <a:gd name="connsiteX317" fmla="*/ 4713577 w 7467600"/>
              <a:gd name="connsiteY317" fmla="*/ 5616803 h 6858000"/>
              <a:gd name="connsiteX318" fmla="*/ 3989559 w 7467600"/>
              <a:gd name="connsiteY318" fmla="*/ 6145945 h 6858000"/>
              <a:gd name="connsiteX319" fmla="*/ 3939824 w 7467600"/>
              <a:gd name="connsiteY319" fmla="*/ 6066900 h 6858000"/>
              <a:gd name="connsiteX320" fmla="*/ 4584537 w 7467600"/>
              <a:gd name="connsiteY320" fmla="*/ 5324826 h 6858000"/>
              <a:gd name="connsiteX321" fmla="*/ 5037105 w 7467600"/>
              <a:gd name="connsiteY321" fmla="*/ 5088765 h 6858000"/>
              <a:gd name="connsiteX322" fmla="*/ 5039930 w 7467600"/>
              <a:gd name="connsiteY322" fmla="*/ 5089585 h 6858000"/>
              <a:gd name="connsiteX323" fmla="*/ 5263764 w 7467600"/>
              <a:gd name="connsiteY323" fmla="*/ 4735525 h 6858000"/>
              <a:gd name="connsiteX324" fmla="*/ 4086300 w 7467600"/>
              <a:gd name="connsiteY324" fmla="*/ 4884599 h 6858000"/>
              <a:gd name="connsiteX325" fmla="*/ 4085485 w 7467600"/>
              <a:gd name="connsiteY325" fmla="*/ 4899070 h 6858000"/>
              <a:gd name="connsiteX326" fmla="*/ 3871915 w 7467600"/>
              <a:gd name="connsiteY326" fmla="*/ 5253645 h 6858000"/>
              <a:gd name="connsiteX327" fmla="*/ 3799374 w 7467600"/>
              <a:gd name="connsiteY327" fmla="*/ 5466127 h 6858000"/>
              <a:gd name="connsiteX328" fmla="*/ 3498850 w 7467600"/>
              <a:gd name="connsiteY328" fmla="*/ 6661888 h 6858000"/>
              <a:gd name="connsiteX329" fmla="*/ 3399216 w 7467600"/>
              <a:gd name="connsiteY329" fmla="*/ 6858000 h 6858000"/>
              <a:gd name="connsiteX330" fmla="*/ 3303688 w 7467600"/>
              <a:gd name="connsiteY330" fmla="*/ 6858000 h 6858000"/>
              <a:gd name="connsiteX331" fmla="*/ 3391774 w 7467600"/>
              <a:gd name="connsiteY331" fmla="*/ 6697181 h 6858000"/>
              <a:gd name="connsiteX332" fmla="*/ 3735540 w 7467600"/>
              <a:gd name="connsiteY332" fmla="*/ 5546923 h 6858000"/>
              <a:gd name="connsiteX333" fmla="*/ 3729438 w 7467600"/>
              <a:gd name="connsiteY333" fmla="*/ 5569058 h 6858000"/>
              <a:gd name="connsiteX334" fmla="*/ 3707782 w 7467600"/>
              <a:gd name="connsiteY334" fmla="*/ 5644908 h 6858000"/>
              <a:gd name="connsiteX335" fmla="*/ 3583827 w 7467600"/>
              <a:gd name="connsiteY335" fmla="*/ 6039215 h 6858000"/>
              <a:gd name="connsiteX336" fmla="*/ 3547861 w 7467600"/>
              <a:gd name="connsiteY336" fmla="*/ 6129609 h 6858000"/>
              <a:gd name="connsiteX337" fmla="*/ 3490905 w 7467600"/>
              <a:gd name="connsiteY337" fmla="*/ 6277660 h 6858000"/>
              <a:gd name="connsiteX338" fmla="*/ 3455859 w 7467600"/>
              <a:gd name="connsiteY338" fmla="*/ 6391301 h 6858000"/>
              <a:gd name="connsiteX339" fmla="*/ 3429112 w 7467600"/>
              <a:gd name="connsiteY339" fmla="*/ 6479469 h 6858000"/>
              <a:gd name="connsiteX340" fmla="*/ 3304862 w 7467600"/>
              <a:gd name="connsiteY340" fmla="*/ 6796476 h 6858000"/>
              <a:gd name="connsiteX341" fmla="*/ 3276071 w 7467600"/>
              <a:gd name="connsiteY341" fmla="*/ 6858000 h 6858000"/>
              <a:gd name="connsiteX342" fmla="*/ 3240805 w 7467600"/>
              <a:gd name="connsiteY342" fmla="*/ 6858000 h 6858000"/>
              <a:gd name="connsiteX343" fmla="*/ 3275917 w 7467600"/>
              <a:gd name="connsiteY343" fmla="*/ 6783192 h 6858000"/>
              <a:gd name="connsiteX344" fmla="*/ 3399358 w 7467600"/>
              <a:gd name="connsiteY344" fmla="*/ 6469011 h 6858000"/>
              <a:gd name="connsiteX345" fmla="*/ 3425650 w 7467600"/>
              <a:gd name="connsiteY345" fmla="*/ 6381333 h 6858000"/>
              <a:gd name="connsiteX346" fmla="*/ 3460661 w 7467600"/>
              <a:gd name="connsiteY346" fmla="*/ 6266763 h 6858000"/>
              <a:gd name="connsiteX347" fmla="*/ 3518021 w 7467600"/>
              <a:gd name="connsiteY347" fmla="*/ 6117298 h 6858000"/>
              <a:gd name="connsiteX348" fmla="*/ 3554035 w 7467600"/>
              <a:gd name="connsiteY348" fmla="*/ 6027832 h 6858000"/>
              <a:gd name="connsiteX349" fmla="*/ 3677174 w 7467600"/>
              <a:gd name="connsiteY349" fmla="*/ 5636351 h 6858000"/>
              <a:gd name="connsiteX350" fmla="*/ 3698819 w 7467600"/>
              <a:gd name="connsiteY350" fmla="*/ 5560503 h 6858000"/>
              <a:gd name="connsiteX351" fmla="*/ 3702094 w 7467600"/>
              <a:gd name="connsiteY351" fmla="*/ 5549194 h 6858000"/>
              <a:gd name="connsiteX352" fmla="*/ 3398355 w 7467600"/>
              <a:gd name="connsiteY352" fmla="*/ 6094603 h 6858000"/>
              <a:gd name="connsiteX353" fmla="*/ 3193941 w 7467600"/>
              <a:gd name="connsiteY353" fmla="*/ 6798775 h 6858000"/>
              <a:gd name="connsiteX354" fmla="*/ 3184140 w 7467600"/>
              <a:gd name="connsiteY354" fmla="*/ 6858000 h 6858000"/>
              <a:gd name="connsiteX355" fmla="*/ 3099978 w 7467600"/>
              <a:gd name="connsiteY355" fmla="*/ 6858000 h 6858000"/>
              <a:gd name="connsiteX356" fmla="*/ 3101556 w 7467600"/>
              <a:gd name="connsiteY356" fmla="*/ 6843337 h 6858000"/>
              <a:gd name="connsiteX357" fmla="*/ 3370162 w 7467600"/>
              <a:gd name="connsiteY357" fmla="*/ 5785550 h 6858000"/>
              <a:gd name="connsiteX358" fmla="*/ 3746477 w 7467600"/>
              <a:gd name="connsiteY358" fmla="*/ 5377889 h 6858000"/>
              <a:gd name="connsiteX359" fmla="*/ 3863399 w 7467600"/>
              <a:gd name="connsiteY359" fmla="*/ 5087257 h 6858000"/>
              <a:gd name="connsiteX360" fmla="*/ 3968712 w 7467600"/>
              <a:gd name="connsiteY360" fmla="*/ 4913989 h 6858000"/>
              <a:gd name="connsiteX361" fmla="*/ 2792390 w 7467600"/>
              <a:gd name="connsiteY361" fmla="*/ 5382974 h 6858000"/>
              <a:gd name="connsiteX362" fmla="*/ 2714982 w 7467600"/>
              <a:gd name="connsiteY362" fmla="*/ 5427051 h 6858000"/>
              <a:gd name="connsiteX363" fmla="*/ 2813361 w 7467600"/>
              <a:gd name="connsiteY363" fmla="*/ 6023912 h 6858000"/>
              <a:gd name="connsiteX364" fmla="*/ 2688430 w 7467600"/>
              <a:gd name="connsiteY364" fmla="*/ 6801564 h 6858000"/>
              <a:gd name="connsiteX365" fmla="*/ 2629626 w 7467600"/>
              <a:gd name="connsiteY365" fmla="*/ 6763394 h 6858000"/>
              <a:gd name="connsiteX366" fmla="*/ 2565328 w 7467600"/>
              <a:gd name="connsiteY366" fmla="*/ 5516399 h 6858000"/>
              <a:gd name="connsiteX367" fmla="*/ 1922999 w 7467600"/>
              <a:gd name="connsiteY367" fmla="*/ 5980343 h 6858000"/>
              <a:gd name="connsiteX368" fmla="*/ 1950261 w 7467600"/>
              <a:gd name="connsiteY368" fmla="*/ 6405858 h 6858000"/>
              <a:gd name="connsiteX369" fmla="*/ 2365554 w 7467600"/>
              <a:gd name="connsiteY369" fmla="*/ 6759107 h 6858000"/>
              <a:gd name="connsiteX370" fmla="*/ 2424142 w 7467600"/>
              <a:gd name="connsiteY370" fmla="*/ 6858000 h 6858000"/>
              <a:gd name="connsiteX371" fmla="*/ 2395994 w 7467600"/>
              <a:gd name="connsiteY371" fmla="*/ 6858000 h 6858000"/>
              <a:gd name="connsiteX372" fmla="*/ 2392863 w 7467600"/>
              <a:gd name="connsiteY372" fmla="*/ 6852964 h 6858000"/>
              <a:gd name="connsiteX373" fmla="*/ 2017589 w 7467600"/>
              <a:gd name="connsiteY373" fmla="*/ 6493982 h 6858000"/>
              <a:gd name="connsiteX374" fmla="*/ 2147336 w 7467600"/>
              <a:gd name="connsiteY374" fmla="*/ 6594052 h 6858000"/>
              <a:gd name="connsiteX375" fmla="*/ 2207047 w 7467600"/>
              <a:gd name="connsiteY375" fmla="*/ 6654540 h 6858000"/>
              <a:gd name="connsiteX376" fmla="*/ 2299106 w 7467600"/>
              <a:gd name="connsiteY376" fmla="*/ 6778931 h 6858000"/>
              <a:gd name="connsiteX377" fmla="*/ 2314430 w 7467600"/>
              <a:gd name="connsiteY377" fmla="*/ 6801144 h 6858000"/>
              <a:gd name="connsiteX378" fmla="*/ 2352406 w 7467600"/>
              <a:gd name="connsiteY378" fmla="*/ 6858000 h 6858000"/>
              <a:gd name="connsiteX379" fmla="*/ 2314492 w 7467600"/>
              <a:gd name="connsiteY379" fmla="*/ 6858000 h 6858000"/>
              <a:gd name="connsiteX380" fmla="*/ 2288095 w 7467600"/>
              <a:gd name="connsiteY380" fmla="*/ 6818030 h 6858000"/>
              <a:gd name="connsiteX381" fmla="*/ 2272768 w 7467600"/>
              <a:gd name="connsiteY381" fmla="*/ 6795822 h 6858000"/>
              <a:gd name="connsiteX382" fmla="*/ 2182715 w 7467600"/>
              <a:gd name="connsiteY382" fmla="*/ 6675071 h 6858000"/>
              <a:gd name="connsiteX383" fmla="*/ 2032061 w 7467600"/>
              <a:gd name="connsiteY383" fmla="*/ 6541380 h 6858000"/>
              <a:gd name="connsiteX384" fmla="*/ 2257220 w 7467600"/>
              <a:gd name="connsiteY384" fmla="*/ 6826257 h 6858000"/>
              <a:gd name="connsiteX385" fmla="*/ 2281324 w 7467600"/>
              <a:gd name="connsiteY385" fmla="*/ 6858000 h 6858000"/>
              <a:gd name="connsiteX386" fmla="*/ 2242860 w 7467600"/>
              <a:gd name="connsiteY386" fmla="*/ 6858000 h 6858000"/>
              <a:gd name="connsiteX387" fmla="*/ 2232818 w 7467600"/>
              <a:gd name="connsiteY387" fmla="*/ 6844926 h 6858000"/>
              <a:gd name="connsiteX388" fmla="*/ 1990172 w 7467600"/>
              <a:gd name="connsiteY388" fmla="*/ 6542121 h 6858000"/>
              <a:gd name="connsiteX389" fmla="*/ 2124090 w 7467600"/>
              <a:gd name="connsiteY389" fmla="*/ 6761017 h 6858000"/>
              <a:gd name="connsiteX390" fmla="*/ 2200380 w 7467600"/>
              <a:gd name="connsiteY390" fmla="*/ 6858000 h 6858000"/>
              <a:gd name="connsiteX391" fmla="*/ 2147507 w 7467600"/>
              <a:gd name="connsiteY391" fmla="*/ 6858000 h 6858000"/>
              <a:gd name="connsiteX392" fmla="*/ 2070668 w 7467600"/>
              <a:gd name="connsiteY392" fmla="*/ 6761520 h 6858000"/>
              <a:gd name="connsiteX393" fmla="*/ 1975142 w 7467600"/>
              <a:gd name="connsiteY393" fmla="*/ 6585570 h 6858000"/>
              <a:gd name="connsiteX394" fmla="*/ 2050035 w 7467600"/>
              <a:gd name="connsiteY394" fmla="*/ 6813345 h 6858000"/>
              <a:gd name="connsiteX395" fmla="*/ 2063025 w 7467600"/>
              <a:gd name="connsiteY395" fmla="*/ 6858000 h 6858000"/>
              <a:gd name="connsiteX396" fmla="*/ 2021675 w 7467600"/>
              <a:gd name="connsiteY396" fmla="*/ 6858000 h 6858000"/>
              <a:gd name="connsiteX397" fmla="*/ 2019308 w 7467600"/>
              <a:gd name="connsiteY397" fmla="*/ 6847118 h 6858000"/>
              <a:gd name="connsiteX398" fmla="*/ 1938835 w 7467600"/>
              <a:gd name="connsiteY398" fmla="*/ 6551160 h 6858000"/>
              <a:gd name="connsiteX399" fmla="*/ 1953230 w 7467600"/>
              <a:gd name="connsiteY399" fmla="*/ 6759699 h 6858000"/>
              <a:gd name="connsiteX400" fmla="*/ 1956763 w 7467600"/>
              <a:gd name="connsiteY400" fmla="*/ 6778191 h 6858000"/>
              <a:gd name="connsiteX401" fmla="*/ 1967925 w 7467600"/>
              <a:gd name="connsiteY401" fmla="*/ 6858000 h 6858000"/>
              <a:gd name="connsiteX402" fmla="*/ 1936622 w 7467600"/>
              <a:gd name="connsiteY402" fmla="*/ 6858000 h 6858000"/>
              <a:gd name="connsiteX403" fmla="*/ 1926261 w 7467600"/>
              <a:gd name="connsiteY403" fmla="*/ 6784064 h 6858000"/>
              <a:gd name="connsiteX404" fmla="*/ 1922724 w 7467600"/>
              <a:gd name="connsiteY404" fmla="*/ 6765577 h 6858000"/>
              <a:gd name="connsiteX405" fmla="*/ 1904650 w 7467600"/>
              <a:gd name="connsiteY405" fmla="*/ 6639616 h 6858000"/>
              <a:gd name="connsiteX406" fmla="*/ 1885273 w 7467600"/>
              <a:gd name="connsiteY406" fmla="*/ 6858000 h 6858000"/>
              <a:gd name="connsiteX407" fmla="*/ 1854363 w 7467600"/>
              <a:gd name="connsiteY407" fmla="*/ 6858000 h 6858000"/>
              <a:gd name="connsiteX408" fmla="*/ 1880391 w 7467600"/>
              <a:gd name="connsiteY408" fmla="*/ 6603796 h 6858000"/>
              <a:gd name="connsiteX409" fmla="*/ 1818273 w 7467600"/>
              <a:gd name="connsiteY409" fmla="*/ 6715729 h 6858000"/>
              <a:gd name="connsiteX410" fmla="*/ 1794691 w 7467600"/>
              <a:gd name="connsiteY410" fmla="*/ 6843239 h 6858000"/>
              <a:gd name="connsiteX411" fmla="*/ 1794914 w 7467600"/>
              <a:gd name="connsiteY411" fmla="*/ 6858000 h 6858000"/>
              <a:gd name="connsiteX412" fmla="*/ 1746128 w 7467600"/>
              <a:gd name="connsiteY412" fmla="*/ 6858000 h 6858000"/>
              <a:gd name="connsiteX413" fmla="*/ 1753934 w 7467600"/>
              <a:gd name="connsiteY413" fmla="*/ 6724796 h 6858000"/>
              <a:gd name="connsiteX414" fmla="*/ 1792053 w 7467600"/>
              <a:gd name="connsiteY414" fmla="*/ 6572396 h 6858000"/>
              <a:gd name="connsiteX415" fmla="*/ 1862248 w 7467600"/>
              <a:gd name="connsiteY415" fmla="*/ 6266397 h 6858000"/>
              <a:gd name="connsiteX416" fmla="*/ 1862250 w 7467600"/>
              <a:gd name="connsiteY416" fmla="*/ 6033531 h 6858000"/>
              <a:gd name="connsiteX417" fmla="*/ 1211999 w 7467600"/>
              <a:gd name="connsiteY417" fmla="*/ 6683610 h 6858000"/>
              <a:gd name="connsiteX418" fmla="*/ 1213266 w 7467600"/>
              <a:gd name="connsiteY418" fmla="*/ 6691947 h 6858000"/>
              <a:gd name="connsiteX419" fmla="*/ 1203370 w 7467600"/>
              <a:gd name="connsiteY419" fmla="*/ 6850676 h 6858000"/>
              <a:gd name="connsiteX420" fmla="*/ 1203671 w 7467600"/>
              <a:gd name="connsiteY420" fmla="*/ 6858000 h 6858000"/>
              <a:gd name="connsiteX421" fmla="*/ 1143180 w 7467600"/>
              <a:gd name="connsiteY421" fmla="*/ 6858000 h 6858000"/>
              <a:gd name="connsiteX422" fmla="*/ 1142176 w 7467600"/>
              <a:gd name="connsiteY422" fmla="*/ 6766045 h 6858000"/>
              <a:gd name="connsiteX423" fmla="*/ 1067484 w 7467600"/>
              <a:gd name="connsiteY423" fmla="*/ 6858000 h 6858000"/>
              <a:gd name="connsiteX424" fmla="*/ 953928 w 7467600"/>
              <a:gd name="connsiteY424" fmla="*/ 6858000 h 6858000"/>
              <a:gd name="connsiteX425" fmla="*/ 959715 w 7467600"/>
              <a:gd name="connsiteY425" fmla="*/ 6850185 h 6858000"/>
              <a:gd name="connsiteX426" fmla="*/ 1483788 w 7467600"/>
              <a:gd name="connsiteY426" fmla="*/ 6259174 h 6858000"/>
              <a:gd name="connsiteX427" fmla="*/ 1100671 w 7467600"/>
              <a:gd name="connsiteY427" fmla="*/ 6252137 h 6858000"/>
              <a:gd name="connsiteX428" fmla="*/ 1090144 w 7467600"/>
              <a:gd name="connsiteY428" fmla="*/ 6256748 h 6858000"/>
              <a:gd name="connsiteX429" fmla="*/ 1095872 w 7467600"/>
              <a:gd name="connsiteY429" fmla="*/ 6271892 h 6858000"/>
              <a:gd name="connsiteX430" fmla="*/ 262785 w 7467600"/>
              <a:gd name="connsiteY430" fmla="*/ 6845450 h 6858000"/>
              <a:gd name="connsiteX431" fmla="*/ 209968 w 7467600"/>
              <a:gd name="connsiteY431" fmla="*/ 6770713 h 6858000"/>
              <a:gd name="connsiteX432" fmla="*/ 873460 w 7467600"/>
              <a:gd name="connsiteY432" fmla="*/ 6253768 h 6858000"/>
              <a:gd name="connsiteX433" fmla="*/ 192686 w 7467600"/>
              <a:gd name="connsiteY433" fmla="*/ 5849257 h 6858000"/>
              <a:gd name="connsiteX434" fmla="*/ 4696 w 7467600"/>
              <a:gd name="connsiteY434" fmla="*/ 5697668 h 6858000"/>
              <a:gd name="connsiteX435" fmla="*/ 0 w 7467600"/>
              <a:gd name="connsiteY435" fmla="*/ 5689984 h 6858000"/>
              <a:gd name="connsiteX436" fmla="*/ 0 w 7467600"/>
              <a:gd name="connsiteY436" fmla="*/ 5513472 h 6858000"/>
              <a:gd name="connsiteX437" fmla="*/ 174101 w 7467600"/>
              <a:gd name="connsiteY437" fmla="*/ 5620277 h 6858000"/>
              <a:gd name="connsiteX438" fmla="*/ 891800 w 7467600"/>
              <a:gd name="connsiteY438" fmla="*/ 6036935 h 6858000"/>
              <a:gd name="connsiteX439" fmla="*/ 1072219 w 7467600"/>
              <a:gd name="connsiteY439" fmla="*/ 6169443 h 6858000"/>
              <a:gd name="connsiteX440" fmla="*/ 1074117 w 7467600"/>
              <a:gd name="connsiteY440" fmla="*/ 6170301 h 6858000"/>
              <a:gd name="connsiteX441" fmla="*/ 1083114 w 7467600"/>
              <a:gd name="connsiteY441" fmla="*/ 6174131 h 6858000"/>
              <a:gd name="connsiteX442" fmla="*/ 1543010 w 7467600"/>
              <a:gd name="connsiteY442" fmla="*/ 6191140 h 6858000"/>
              <a:gd name="connsiteX443" fmla="*/ 1551080 w 7467600"/>
              <a:gd name="connsiteY443" fmla="*/ 6195006 h 6858000"/>
              <a:gd name="connsiteX444" fmla="*/ 2345443 w 7467600"/>
              <a:gd name="connsiteY444" fmla="*/ 5549882 h 6858000"/>
              <a:gd name="connsiteX445" fmla="*/ 1721499 w 7467600"/>
              <a:gd name="connsiteY445" fmla="*/ 5599969 h 6858000"/>
              <a:gd name="connsiteX446" fmla="*/ 767716 w 7467600"/>
              <a:gd name="connsiteY446" fmla="*/ 5472768 h 6858000"/>
              <a:gd name="connsiteX447" fmla="*/ 722147 w 7467600"/>
              <a:gd name="connsiteY447" fmla="*/ 5393091 h 6858000"/>
              <a:gd name="connsiteX448" fmla="*/ 1485552 w 7467600"/>
              <a:gd name="connsiteY448" fmla="*/ 5313202 h 6858000"/>
              <a:gd name="connsiteX449" fmla="*/ 2143004 w 7467600"/>
              <a:gd name="connsiteY449" fmla="*/ 5402420 h 6858000"/>
              <a:gd name="connsiteX450" fmla="*/ 1933391 w 7467600"/>
              <a:gd name="connsiteY450" fmla="*/ 5156971 h 6858000"/>
              <a:gd name="connsiteX451" fmla="*/ 1827118 w 7467600"/>
              <a:gd name="connsiteY451" fmla="*/ 4968410 h 6858000"/>
              <a:gd name="connsiteX452" fmla="*/ 1837349 w 7467600"/>
              <a:gd name="connsiteY452" fmla="*/ 4956357 h 6858000"/>
              <a:gd name="connsiteX453" fmla="*/ 2162835 w 7467600"/>
              <a:gd name="connsiteY453" fmla="*/ 5187853 h 6858000"/>
              <a:gd name="connsiteX454" fmla="*/ 2257167 w 7467600"/>
              <a:gd name="connsiteY454" fmla="*/ 5462123 h 6858000"/>
              <a:gd name="connsiteX455" fmla="*/ 2261598 w 7467600"/>
              <a:gd name="connsiteY455" fmla="*/ 5467998 h 6858000"/>
              <a:gd name="connsiteX456" fmla="*/ 2437177 w 7467600"/>
              <a:gd name="connsiteY456" fmla="*/ 5479608 h 6858000"/>
              <a:gd name="connsiteX457" fmla="*/ 2445247 w 7467600"/>
              <a:gd name="connsiteY457" fmla="*/ 5483476 h 6858000"/>
              <a:gd name="connsiteX458" fmla="*/ 2743626 w 7467600"/>
              <a:gd name="connsiteY458" fmla="*/ 5304819 h 6858000"/>
              <a:gd name="connsiteX459" fmla="*/ 3048102 w 7467600"/>
              <a:gd name="connsiteY459" fmla="*/ 5150595 h 6858000"/>
              <a:gd name="connsiteX460" fmla="*/ 1799414 w 7467600"/>
              <a:gd name="connsiteY460" fmla="*/ 4694732 h 6858000"/>
              <a:gd name="connsiteX461" fmla="*/ 1771735 w 7467600"/>
              <a:gd name="connsiteY461" fmla="*/ 4619929 h 6858000"/>
              <a:gd name="connsiteX462" fmla="*/ 3104273 w 7467600"/>
              <a:gd name="connsiteY462" fmla="*/ 5076159 h 6858000"/>
              <a:gd name="connsiteX463" fmla="*/ 3113245 w 7467600"/>
              <a:gd name="connsiteY463" fmla="*/ 5090705 h 6858000"/>
              <a:gd name="connsiteX464" fmla="*/ 3126294 w 7467600"/>
              <a:gd name="connsiteY464" fmla="*/ 5114400 h 6858000"/>
              <a:gd name="connsiteX465" fmla="*/ 3937433 w 7467600"/>
              <a:gd name="connsiteY465" fmla="*/ 4830473 h 6858000"/>
              <a:gd name="connsiteX466" fmla="*/ 3590475 w 7467600"/>
              <a:gd name="connsiteY466" fmla="*/ 4597974 h 6858000"/>
              <a:gd name="connsiteX467" fmla="*/ 3100264 w 7467600"/>
              <a:gd name="connsiteY467" fmla="*/ 4579845 h 6858000"/>
              <a:gd name="connsiteX468" fmla="*/ 2183576 w 7467600"/>
              <a:gd name="connsiteY468" fmla="*/ 4227150 h 6858000"/>
              <a:gd name="connsiteX469" fmla="*/ 2151029 w 7467600"/>
              <a:gd name="connsiteY469" fmla="*/ 4146947 h 6858000"/>
              <a:gd name="connsiteX470" fmla="*/ 3563434 w 7467600"/>
              <a:gd name="connsiteY470" fmla="*/ 4469115 h 6858000"/>
              <a:gd name="connsiteX471" fmla="*/ 3177952 w 7467600"/>
              <a:gd name="connsiteY471" fmla="*/ 3657386 h 6858000"/>
              <a:gd name="connsiteX472" fmla="*/ 3189263 w 7467600"/>
              <a:gd name="connsiteY472" fmla="*/ 3625726 h 6858000"/>
              <a:gd name="connsiteX473" fmla="*/ 3560912 w 7467600"/>
              <a:gd name="connsiteY473" fmla="*/ 4079863 h 6858000"/>
              <a:gd name="connsiteX474" fmla="*/ 3626636 w 7467600"/>
              <a:gd name="connsiteY474" fmla="*/ 4512230 h 6858000"/>
              <a:gd name="connsiteX475" fmla="*/ 3653088 w 7467600"/>
              <a:gd name="connsiteY475" fmla="*/ 4521417 h 6858000"/>
              <a:gd name="connsiteX476" fmla="*/ 3988128 w 7467600"/>
              <a:gd name="connsiteY476" fmla="*/ 4817267 h 6858000"/>
              <a:gd name="connsiteX477" fmla="*/ 4830582 w 7467600"/>
              <a:gd name="connsiteY477" fmla="*/ 4676000 h 6858000"/>
              <a:gd name="connsiteX478" fmla="*/ 4830100 w 7467600"/>
              <a:gd name="connsiteY478" fmla="*/ 4675554 h 6858000"/>
              <a:gd name="connsiteX479" fmla="*/ 4036318 w 7467600"/>
              <a:gd name="connsiteY479" fmla="*/ 4147013 h 6858000"/>
              <a:gd name="connsiteX480" fmla="*/ 3432098 w 7467600"/>
              <a:gd name="connsiteY480" fmla="*/ 3537312 h 6858000"/>
              <a:gd name="connsiteX481" fmla="*/ 3446761 w 7467600"/>
              <a:gd name="connsiteY481" fmla="*/ 3461278 h 6858000"/>
              <a:gd name="connsiteX482" fmla="*/ 4419733 w 7467600"/>
              <a:gd name="connsiteY482" fmla="*/ 3963555 h 6858000"/>
              <a:gd name="connsiteX483" fmla="*/ 4781371 w 7467600"/>
              <a:gd name="connsiteY483" fmla="*/ 4458604 h 6858000"/>
              <a:gd name="connsiteX484" fmla="*/ 4780440 w 7467600"/>
              <a:gd name="connsiteY484" fmla="*/ 4470290 h 6858000"/>
              <a:gd name="connsiteX485" fmla="*/ 4898954 w 7467600"/>
              <a:gd name="connsiteY485" fmla="*/ 4662092 h 6858000"/>
              <a:gd name="connsiteX486" fmla="*/ 4900699 w 7467600"/>
              <a:gd name="connsiteY486" fmla="*/ 4670867 h 6858000"/>
              <a:gd name="connsiteX487" fmla="*/ 5714511 w 7467600"/>
              <a:gd name="connsiteY487" fmla="*/ 4663483 h 6858000"/>
              <a:gd name="connsiteX488" fmla="*/ 5464793 w 7467600"/>
              <a:gd name="connsiteY488" fmla="*/ 4393556 h 6858000"/>
              <a:gd name="connsiteX489" fmla="*/ 5461897 w 7467600"/>
              <a:gd name="connsiteY489" fmla="*/ 4390879 h 6858000"/>
              <a:gd name="connsiteX490" fmla="*/ 4294126 w 7467600"/>
              <a:gd name="connsiteY490" fmla="*/ 3303048 h 6858000"/>
              <a:gd name="connsiteX491" fmla="*/ 4305321 w 7467600"/>
              <a:gd name="connsiteY491" fmla="*/ 3256953 h 6858000"/>
              <a:gd name="connsiteX492" fmla="*/ 4949299 w 7467600"/>
              <a:gd name="connsiteY492" fmla="*/ 3766336 h 6858000"/>
              <a:gd name="connsiteX493" fmla="*/ 5291452 w 7467600"/>
              <a:gd name="connsiteY493" fmla="*/ 4076801 h 6858000"/>
              <a:gd name="connsiteX494" fmla="*/ 5434998 w 7467600"/>
              <a:gd name="connsiteY494" fmla="*/ 4254100 h 6858000"/>
              <a:gd name="connsiteX495" fmla="*/ 5351015 w 7467600"/>
              <a:gd name="connsiteY495" fmla="*/ 3760989 h 6858000"/>
              <a:gd name="connsiteX496" fmla="*/ 5413780 w 7467600"/>
              <a:gd name="connsiteY496" fmla="*/ 2966265 h 6858000"/>
              <a:gd name="connsiteX497" fmla="*/ 5425627 w 7467600"/>
              <a:gd name="connsiteY497" fmla="*/ 2954192 h 6858000"/>
              <a:gd name="connsiteX498" fmla="*/ 6604735 w 7467600"/>
              <a:gd name="connsiteY498" fmla="*/ 2041381 h 6858000"/>
              <a:gd name="connsiteX499" fmla="*/ 7204487 w 7467600"/>
              <a:gd name="connsiteY499" fmla="*/ 2742112 h 6858000"/>
              <a:gd name="connsiteX500" fmla="*/ 7131592 w 7467600"/>
              <a:gd name="connsiteY500" fmla="*/ 2672096 h 6858000"/>
              <a:gd name="connsiteX501" fmla="*/ 6996344 w 7467600"/>
              <a:gd name="connsiteY501" fmla="*/ 2518310 h 6858000"/>
              <a:gd name="connsiteX502" fmla="*/ 6735495 w 7467600"/>
              <a:gd name="connsiteY502" fmla="*/ 2196890 h 6858000"/>
              <a:gd name="connsiteX503" fmla="*/ 6721901 w 7467600"/>
              <a:gd name="connsiteY503" fmla="*/ 2179274 h 6858000"/>
              <a:gd name="connsiteX504" fmla="*/ 6604735 w 7467600"/>
              <a:gd name="connsiteY504" fmla="*/ 2041381 h 6858000"/>
              <a:gd name="connsiteX505" fmla="*/ 6591670 w 7467600"/>
              <a:gd name="connsiteY505" fmla="*/ 1988277 h 6858000"/>
              <a:gd name="connsiteX506" fmla="*/ 6747349 w 7467600"/>
              <a:gd name="connsiteY506" fmla="*/ 2160069 h 6858000"/>
              <a:gd name="connsiteX507" fmla="*/ 6760943 w 7467600"/>
              <a:gd name="connsiteY507" fmla="*/ 2177686 h 6858000"/>
              <a:gd name="connsiteX508" fmla="*/ 7021065 w 7467600"/>
              <a:gd name="connsiteY508" fmla="*/ 2498102 h 6858000"/>
              <a:gd name="connsiteX509" fmla="*/ 7155223 w 7467600"/>
              <a:gd name="connsiteY509" fmla="*/ 2650386 h 6858000"/>
              <a:gd name="connsiteX510" fmla="*/ 7203167 w 7467600"/>
              <a:gd name="connsiteY510" fmla="*/ 2697288 h 6858000"/>
              <a:gd name="connsiteX511" fmla="*/ 6937703 w 7467600"/>
              <a:gd name="connsiteY511" fmla="*/ 2321981 h 6858000"/>
              <a:gd name="connsiteX512" fmla="*/ 6591670 w 7467600"/>
              <a:gd name="connsiteY512" fmla="*/ 1988277 h 6858000"/>
              <a:gd name="connsiteX513" fmla="*/ 5798671 w 7467600"/>
              <a:gd name="connsiteY513" fmla="*/ 1981601 h 6858000"/>
              <a:gd name="connsiteX514" fmla="*/ 5754709 w 7467600"/>
              <a:gd name="connsiteY514" fmla="*/ 2071454 h 6858000"/>
              <a:gd name="connsiteX515" fmla="*/ 5763044 w 7467600"/>
              <a:gd name="connsiteY515" fmla="*/ 2842206 h 6858000"/>
              <a:gd name="connsiteX516" fmla="*/ 5764974 w 7467600"/>
              <a:gd name="connsiteY516" fmla="*/ 2799609 h 6858000"/>
              <a:gd name="connsiteX517" fmla="*/ 5767665 w 7467600"/>
              <a:gd name="connsiteY517" fmla="*/ 2666409 h 6858000"/>
              <a:gd name="connsiteX518" fmla="*/ 5763055 w 7467600"/>
              <a:gd name="connsiteY518" fmla="*/ 2579705 h 6858000"/>
              <a:gd name="connsiteX519" fmla="*/ 5758079 w 7467600"/>
              <a:gd name="connsiteY519" fmla="*/ 2492508 h 6858000"/>
              <a:gd name="connsiteX520" fmla="*/ 5779325 w 7467600"/>
              <a:gd name="connsiteY520" fmla="*/ 2197069 h 6858000"/>
              <a:gd name="connsiteX521" fmla="*/ 5798671 w 7467600"/>
              <a:gd name="connsiteY521" fmla="*/ 1981601 h 6858000"/>
              <a:gd name="connsiteX522" fmla="*/ 5829202 w 7467600"/>
              <a:gd name="connsiteY522" fmla="*/ 1971679 h 6858000"/>
              <a:gd name="connsiteX523" fmla="*/ 5809558 w 7467600"/>
              <a:gd name="connsiteY523" fmla="*/ 2198043 h 6858000"/>
              <a:gd name="connsiteX524" fmla="*/ 5788653 w 7467600"/>
              <a:gd name="connsiteY524" fmla="*/ 2489430 h 6858000"/>
              <a:gd name="connsiteX525" fmla="*/ 5793439 w 7467600"/>
              <a:gd name="connsiteY525" fmla="*/ 2575235 h 6858000"/>
              <a:gd name="connsiteX526" fmla="*/ 5796837 w 7467600"/>
              <a:gd name="connsiteY526" fmla="*/ 2637633 h 6858000"/>
              <a:gd name="connsiteX527" fmla="*/ 5818614 w 7467600"/>
              <a:gd name="connsiteY527" fmla="*/ 2473055 h 6858000"/>
              <a:gd name="connsiteX528" fmla="*/ 5829202 w 7467600"/>
              <a:gd name="connsiteY528" fmla="*/ 1971679 h 6858000"/>
              <a:gd name="connsiteX529" fmla="*/ 5911389 w 7467600"/>
              <a:gd name="connsiteY529" fmla="*/ 1898371 h 6858000"/>
              <a:gd name="connsiteX530" fmla="*/ 6237627 w 7467600"/>
              <a:gd name="connsiteY530" fmla="*/ 2231921 h 6858000"/>
              <a:gd name="connsiteX531" fmla="*/ 5911389 w 7467600"/>
              <a:gd name="connsiteY531" fmla="*/ 1898371 h 6858000"/>
              <a:gd name="connsiteX532" fmla="*/ 6944437 w 7467600"/>
              <a:gd name="connsiteY532" fmla="*/ 1575402 h 6858000"/>
              <a:gd name="connsiteX533" fmla="*/ 6304730 w 7467600"/>
              <a:gd name="connsiteY533" fmla="*/ 1766654 h 6858000"/>
              <a:gd name="connsiteX534" fmla="*/ 6944437 w 7467600"/>
              <a:gd name="connsiteY534" fmla="*/ 1575402 h 6858000"/>
              <a:gd name="connsiteX535" fmla="*/ 7019523 w 7467600"/>
              <a:gd name="connsiteY535" fmla="*/ 1519450 h 6858000"/>
              <a:gd name="connsiteX536" fmla="*/ 6298091 w 7467600"/>
              <a:gd name="connsiteY536" fmla="*/ 1737122 h 6858000"/>
              <a:gd name="connsiteX537" fmla="*/ 7019523 w 7467600"/>
              <a:gd name="connsiteY537" fmla="*/ 1519450 h 6858000"/>
              <a:gd name="connsiteX538" fmla="*/ 2399523 w 7467600"/>
              <a:gd name="connsiteY538" fmla="*/ 1428234 h 6858000"/>
              <a:gd name="connsiteX539" fmla="*/ 2224982 w 7467600"/>
              <a:gd name="connsiteY539" fmla="*/ 1826201 h 6858000"/>
              <a:gd name="connsiteX540" fmla="*/ 2096099 w 7467600"/>
              <a:gd name="connsiteY540" fmla="*/ 2345900 h 6858000"/>
              <a:gd name="connsiteX541" fmla="*/ 2283317 w 7467600"/>
              <a:gd name="connsiteY541" fmla="*/ 1796925 h 6858000"/>
              <a:gd name="connsiteX542" fmla="*/ 2399523 w 7467600"/>
              <a:gd name="connsiteY542" fmla="*/ 1428234 h 6858000"/>
              <a:gd name="connsiteX543" fmla="*/ 2448558 w 7467600"/>
              <a:gd name="connsiteY543" fmla="*/ 1373435 h 6858000"/>
              <a:gd name="connsiteX544" fmla="*/ 2312521 w 7467600"/>
              <a:gd name="connsiteY544" fmla="*/ 1806140 h 6858000"/>
              <a:gd name="connsiteX545" fmla="*/ 2127533 w 7467600"/>
              <a:gd name="connsiteY545" fmla="*/ 2348380 h 6858000"/>
              <a:gd name="connsiteX546" fmla="*/ 2358080 w 7467600"/>
              <a:gd name="connsiteY546" fmla="*/ 1866134 h 6858000"/>
              <a:gd name="connsiteX547" fmla="*/ 2407436 w 7467600"/>
              <a:gd name="connsiteY547" fmla="*/ 1651070 h 6858000"/>
              <a:gd name="connsiteX548" fmla="*/ 2448558 w 7467600"/>
              <a:gd name="connsiteY548" fmla="*/ 1373435 h 6858000"/>
              <a:gd name="connsiteX549" fmla="*/ 278707 w 7467600"/>
              <a:gd name="connsiteY549" fmla="*/ 1352270 h 6858000"/>
              <a:gd name="connsiteX550" fmla="*/ 321570 w 7467600"/>
              <a:gd name="connsiteY550" fmla="*/ 1861610 h 6858000"/>
              <a:gd name="connsiteX551" fmla="*/ 294281 w 7467600"/>
              <a:gd name="connsiteY551" fmla="*/ 1440658 h 6858000"/>
              <a:gd name="connsiteX552" fmla="*/ 278707 w 7467600"/>
              <a:gd name="connsiteY552" fmla="*/ 1352270 h 6858000"/>
              <a:gd name="connsiteX553" fmla="*/ 1423821 w 7467600"/>
              <a:gd name="connsiteY553" fmla="*/ 1351958 h 6858000"/>
              <a:gd name="connsiteX554" fmla="*/ 1638521 w 7467600"/>
              <a:gd name="connsiteY554" fmla="*/ 1908470 h 6858000"/>
              <a:gd name="connsiteX555" fmla="*/ 1754199 w 7467600"/>
              <a:gd name="connsiteY555" fmla="*/ 2149284 h 6858000"/>
              <a:gd name="connsiteX556" fmla="*/ 1908359 w 7467600"/>
              <a:gd name="connsiteY556" fmla="*/ 2364988 h 6858000"/>
              <a:gd name="connsiteX557" fmla="*/ 1647661 w 7467600"/>
              <a:gd name="connsiteY557" fmla="*/ 1825945 h 6858000"/>
              <a:gd name="connsiteX558" fmla="*/ 1423821 w 7467600"/>
              <a:gd name="connsiteY558" fmla="*/ 1351958 h 6858000"/>
              <a:gd name="connsiteX559" fmla="*/ 1431890 w 7467600"/>
              <a:gd name="connsiteY559" fmla="*/ 1306475 h 6858000"/>
              <a:gd name="connsiteX560" fmla="*/ 1507597 w 7467600"/>
              <a:gd name="connsiteY560" fmla="*/ 1446132 h 6858000"/>
              <a:gd name="connsiteX561" fmla="*/ 1674586 w 7467600"/>
              <a:gd name="connsiteY561" fmla="*/ 1813832 h 6858000"/>
              <a:gd name="connsiteX562" fmla="*/ 1815950 w 7467600"/>
              <a:gd name="connsiteY562" fmla="*/ 2128564 h 6858000"/>
              <a:gd name="connsiteX563" fmla="*/ 1984242 w 7467600"/>
              <a:gd name="connsiteY563" fmla="*/ 2430829 h 6858000"/>
              <a:gd name="connsiteX564" fmla="*/ 2014023 w 7467600"/>
              <a:gd name="connsiteY564" fmla="*/ 2450995 h 6858000"/>
              <a:gd name="connsiteX565" fmla="*/ 1747337 w 7467600"/>
              <a:gd name="connsiteY565" fmla="*/ 1855264 h 6858000"/>
              <a:gd name="connsiteX566" fmla="*/ 1533749 w 7467600"/>
              <a:gd name="connsiteY566" fmla="*/ 1478656 h 6858000"/>
              <a:gd name="connsiteX567" fmla="*/ 1431890 w 7467600"/>
              <a:gd name="connsiteY567" fmla="*/ 1306475 h 6858000"/>
              <a:gd name="connsiteX568" fmla="*/ 5052692 w 7467600"/>
              <a:gd name="connsiteY568" fmla="*/ 1292994 h 6858000"/>
              <a:gd name="connsiteX569" fmla="*/ 5200661 w 7467600"/>
              <a:gd name="connsiteY569" fmla="*/ 1635186 h 6858000"/>
              <a:gd name="connsiteX570" fmla="*/ 5297138 w 7467600"/>
              <a:gd name="connsiteY570" fmla="*/ 1906351 h 6858000"/>
              <a:gd name="connsiteX571" fmla="*/ 5052692 w 7467600"/>
              <a:gd name="connsiteY571" fmla="*/ 1292994 h 6858000"/>
              <a:gd name="connsiteX572" fmla="*/ 5009948 w 7467600"/>
              <a:gd name="connsiteY572" fmla="*/ 1273619 h 6858000"/>
              <a:gd name="connsiteX573" fmla="*/ 5121777 w 7467600"/>
              <a:gd name="connsiteY573" fmla="*/ 1654213 h 6858000"/>
              <a:gd name="connsiteX574" fmla="*/ 5293545 w 7467600"/>
              <a:gd name="connsiteY574" fmla="*/ 2072247 h 6858000"/>
              <a:gd name="connsiteX575" fmla="*/ 5294042 w 7467600"/>
              <a:gd name="connsiteY575" fmla="*/ 2065019 h 6858000"/>
              <a:gd name="connsiteX576" fmla="*/ 5171936 w 7467600"/>
              <a:gd name="connsiteY576" fmla="*/ 1647613 h 6858000"/>
              <a:gd name="connsiteX577" fmla="*/ 5009948 w 7467600"/>
              <a:gd name="connsiteY577" fmla="*/ 1273619 h 6858000"/>
              <a:gd name="connsiteX578" fmla="*/ 655236 w 7467600"/>
              <a:gd name="connsiteY578" fmla="*/ 1268632 h 6858000"/>
              <a:gd name="connsiteX579" fmla="*/ 839521 w 7467600"/>
              <a:gd name="connsiteY579" fmla="*/ 1685315 h 6858000"/>
              <a:gd name="connsiteX580" fmla="*/ 1109416 w 7467600"/>
              <a:gd name="connsiteY580" fmla="*/ 2061663 h 6858000"/>
              <a:gd name="connsiteX581" fmla="*/ 1298300 w 7467600"/>
              <a:gd name="connsiteY581" fmla="*/ 2247742 h 6858000"/>
              <a:gd name="connsiteX582" fmla="*/ 1125871 w 7467600"/>
              <a:gd name="connsiteY582" fmla="*/ 1989513 h 6858000"/>
              <a:gd name="connsiteX583" fmla="*/ 981574 w 7467600"/>
              <a:gd name="connsiteY583" fmla="*/ 1783157 h 6858000"/>
              <a:gd name="connsiteX584" fmla="*/ 922198 w 7467600"/>
              <a:gd name="connsiteY584" fmla="*/ 1677437 h 6858000"/>
              <a:gd name="connsiteX585" fmla="*/ 869293 w 7467600"/>
              <a:gd name="connsiteY585" fmla="*/ 1583214 h 6858000"/>
              <a:gd name="connsiteX586" fmla="*/ 751431 w 7467600"/>
              <a:gd name="connsiteY586" fmla="*/ 1405731 h 6858000"/>
              <a:gd name="connsiteX587" fmla="*/ 655236 w 7467600"/>
              <a:gd name="connsiteY587" fmla="*/ 1268632 h 6858000"/>
              <a:gd name="connsiteX588" fmla="*/ 6516292 w 7467600"/>
              <a:gd name="connsiteY588" fmla="*/ 1263064 h 6858000"/>
              <a:gd name="connsiteX589" fmla="*/ 5736320 w 7467600"/>
              <a:gd name="connsiteY589" fmla="*/ 1501803 h 6858000"/>
              <a:gd name="connsiteX590" fmla="*/ 6516292 w 7467600"/>
              <a:gd name="connsiteY590" fmla="*/ 1263064 h 6858000"/>
              <a:gd name="connsiteX591" fmla="*/ 291466 w 7467600"/>
              <a:gd name="connsiteY591" fmla="*/ 1250369 h 6858000"/>
              <a:gd name="connsiteX592" fmla="*/ 323180 w 7467600"/>
              <a:gd name="connsiteY592" fmla="*/ 1435283 h 6858000"/>
              <a:gd name="connsiteX593" fmla="*/ 349381 w 7467600"/>
              <a:gd name="connsiteY593" fmla="*/ 1875041 h 6858000"/>
              <a:gd name="connsiteX594" fmla="*/ 374363 w 7467600"/>
              <a:gd name="connsiteY594" fmla="*/ 1506494 h 6858000"/>
              <a:gd name="connsiteX595" fmla="*/ 302168 w 7467600"/>
              <a:gd name="connsiteY595" fmla="*/ 1274495 h 6858000"/>
              <a:gd name="connsiteX596" fmla="*/ 291466 w 7467600"/>
              <a:gd name="connsiteY596" fmla="*/ 1250369 h 6858000"/>
              <a:gd name="connsiteX597" fmla="*/ 678222 w 7467600"/>
              <a:gd name="connsiteY597" fmla="*/ 1248670 h 6858000"/>
              <a:gd name="connsiteX598" fmla="*/ 775536 w 7467600"/>
              <a:gd name="connsiteY598" fmla="*/ 1388015 h 6858000"/>
              <a:gd name="connsiteX599" fmla="*/ 894529 w 7467600"/>
              <a:gd name="connsiteY599" fmla="*/ 1567739 h 6858000"/>
              <a:gd name="connsiteX600" fmla="*/ 948000 w 7467600"/>
              <a:gd name="connsiteY600" fmla="*/ 1663088 h 6858000"/>
              <a:gd name="connsiteX601" fmla="*/ 1006812 w 7467600"/>
              <a:gd name="connsiteY601" fmla="*/ 1767683 h 6858000"/>
              <a:gd name="connsiteX602" fmla="*/ 1149133 w 7467600"/>
              <a:gd name="connsiteY602" fmla="*/ 1971513 h 6858000"/>
              <a:gd name="connsiteX603" fmla="*/ 1333952 w 7467600"/>
              <a:gd name="connsiteY603" fmla="*/ 2251620 h 6858000"/>
              <a:gd name="connsiteX604" fmla="*/ 1337329 w 7467600"/>
              <a:gd name="connsiteY604" fmla="*/ 2258350 h 6858000"/>
              <a:gd name="connsiteX605" fmla="*/ 1014726 w 7467600"/>
              <a:gd name="connsiteY605" fmla="*/ 1615556 h 6858000"/>
              <a:gd name="connsiteX606" fmla="*/ 678222 w 7467600"/>
              <a:gd name="connsiteY606" fmla="*/ 1248670 h 6858000"/>
              <a:gd name="connsiteX607" fmla="*/ 6691602 w 7467600"/>
              <a:gd name="connsiteY607" fmla="*/ 1140573 h 6858000"/>
              <a:gd name="connsiteX608" fmla="*/ 6571100 w 7467600"/>
              <a:gd name="connsiteY608" fmla="*/ 1183662 h 6858000"/>
              <a:gd name="connsiteX609" fmla="*/ 6241687 w 7467600"/>
              <a:gd name="connsiteY609" fmla="*/ 1257600 h 6858000"/>
              <a:gd name="connsiteX610" fmla="*/ 5693009 w 7467600"/>
              <a:gd name="connsiteY610" fmla="*/ 1478256 h 6858000"/>
              <a:gd name="connsiteX611" fmla="*/ 6548420 w 7467600"/>
              <a:gd name="connsiteY611" fmla="*/ 1214599 h 6858000"/>
              <a:gd name="connsiteX612" fmla="*/ 6605473 w 7467600"/>
              <a:gd name="connsiteY612" fmla="*/ 1184686 h 6858000"/>
              <a:gd name="connsiteX613" fmla="*/ 6691602 w 7467600"/>
              <a:gd name="connsiteY613" fmla="*/ 1140573 h 6858000"/>
              <a:gd name="connsiteX614" fmla="*/ 4002475 w 7467600"/>
              <a:gd name="connsiteY614" fmla="*/ 1037802 h 6858000"/>
              <a:gd name="connsiteX615" fmla="*/ 4000324 w 7467600"/>
              <a:gd name="connsiteY615" fmla="*/ 1039362 h 6858000"/>
              <a:gd name="connsiteX616" fmla="*/ 4002862 w 7467600"/>
              <a:gd name="connsiteY616" fmla="*/ 1042866 h 6858000"/>
              <a:gd name="connsiteX617" fmla="*/ 4002475 w 7467600"/>
              <a:gd name="connsiteY617" fmla="*/ 1037802 h 6858000"/>
              <a:gd name="connsiteX618" fmla="*/ 506322 w 7467600"/>
              <a:gd name="connsiteY618" fmla="*/ 1020997 h 6858000"/>
              <a:gd name="connsiteX619" fmla="*/ 533068 w 7467600"/>
              <a:gd name="connsiteY619" fmla="*/ 1029409 h 6858000"/>
              <a:gd name="connsiteX620" fmla="*/ 1232525 w 7467600"/>
              <a:gd name="connsiteY620" fmla="*/ 1804675 h 6858000"/>
              <a:gd name="connsiteX621" fmla="*/ 1388858 w 7467600"/>
              <a:gd name="connsiteY621" fmla="*/ 2368011 h 6858000"/>
              <a:gd name="connsiteX622" fmla="*/ 1384098 w 7467600"/>
              <a:gd name="connsiteY622" fmla="*/ 2378125 h 6858000"/>
              <a:gd name="connsiteX623" fmla="*/ 1425393 w 7467600"/>
              <a:gd name="connsiteY623" fmla="*/ 2589124 h 6858000"/>
              <a:gd name="connsiteX624" fmla="*/ 1424001 w 7467600"/>
              <a:gd name="connsiteY624" fmla="*/ 2597541 h 6858000"/>
              <a:gd name="connsiteX625" fmla="*/ 2152729 w 7467600"/>
              <a:gd name="connsiteY625" fmla="*/ 2864487 h 6858000"/>
              <a:gd name="connsiteX626" fmla="*/ 2020609 w 7467600"/>
              <a:gd name="connsiteY626" fmla="*/ 2539671 h 6858000"/>
              <a:gd name="connsiteX627" fmla="*/ 2018920 w 7467600"/>
              <a:gd name="connsiteY627" fmla="*/ 2536309 h 6858000"/>
              <a:gd name="connsiteX628" fmla="*/ 1342441 w 7467600"/>
              <a:gd name="connsiteY628" fmla="*/ 1173017 h 6858000"/>
              <a:gd name="connsiteX629" fmla="*/ 1367925 w 7467600"/>
              <a:gd name="connsiteY629" fmla="*/ 1135648 h 6858000"/>
              <a:gd name="connsiteX630" fmla="*/ 1771401 w 7467600"/>
              <a:gd name="connsiteY630" fmla="*/ 1806673 h 6858000"/>
              <a:gd name="connsiteX631" fmla="*/ 1972385 w 7467600"/>
              <a:gd name="connsiteY631" fmla="*/ 2198735 h 6858000"/>
              <a:gd name="connsiteX632" fmla="*/ 2040892 w 7467600"/>
              <a:gd name="connsiteY632" fmla="*/ 2405205 h 6858000"/>
              <a:gd name="connsiteX633" fmla="*/ 2131689 w 7467600"/>
              <a:gd name="connsiteY633" fmla="*/ 1936926 h 6858000"/>
              <a:gd name="connsiteX634" fmla="*/ 2454820 w 7467600"/>
              <a:gd name="connsiteY634" fmla="*/ 1248808 h 6858000"/>
              <a:gd name="connsiteX635" fmla="*/ 2492512 w 7467600"/>
              <a:gd name="connsiteY635" fmla="*/ 1302920 h 6858000"/>
              <a:gd name="connsiteX636" fmla="*/ 2081216 w 7467600"/>
              <a:gd name="connsiteY636" fmla="*/ 2527513 h 6858000"/>
              <a:gd name="connsiteX637" fmla="*/ 2081211 w 7467600"/>
              <a:gd name="connsiteY637" fmla="*/ 2528916 h 6858000"/>
              <a:gd name="connsiteX638" fmla="*/ 2199067 w 7467600"/>
              <a:gd name="connsiteY638" fmla="*/ 2884061 h 6858000"/>
              <a:gd name="connsiteX639" fmla="*/ 3192586 w 7467600"/>
              <a:gd name="connsiteY639" fmla="*/ 3411496 h 6858000"/>
              <a:gd name="connsiteX640" fmla="*/ 3182620 w 7467600"/>
              <a:gd name="connsiteY640" fmla="*/ 3483279 h 6858000"/>
              <a:gd name="connsiteX641" fmla="*/ 2435119 w 7467600"/>
              <a:gd name="connsiteY641" fmla="*/ 3080173 h 6858000"/>
              <a:gd name="connsiteX642" fmla="*/ 2410152 w 7467600"/>
              <a:gd name="connsiteY642" fmla="*/ 3063751 h 6858000"/>
              <a:gd name="connsiteX643" fmla="*/ 2408099 w 7467600"/>
              <a:gd name="connsiteY643" fmla="*/ 3064403 h 6858000"/>
              <a:gd name="connsiteX644" fmla="*/ 2407218 w 7467600"/>
              <a:gd name="connsiteY644" fmla="*/ 3070324 h 6858000"/>
              <a:gd name="connsiteX645" fmla="*/ 2380138 w 7467600"/>
              <a:gd name="connsiteY645" fmla="*/ 3099341 h 6858000"/>
              <a:gd name="connsiteX646" fmla="*/ 1765923 w 7467600"/>
              <a:gd name="connsiteY646" fmla="*/ 3581043 h 6858000"/>
              <a:gd name="connsiteX647" fmla="*/ 1702258 w 7467600"/>
              <a:gd name="connsiteY647" fmla="*/ 3612286 h 6858000"/>
              <a:gd name="connsiteX648" fmla="*/ 1538370 w 7467600"/>
              <a:gd name="connsiteY648" fmla="*/ 3811804 h 6858000"/>
              <a:gd name="connsiteX649" fmla="*/ 542867 w 7467600"/>
              <a:gd name="connsiteY649" fmla="*/ 4944092 h 6858000"/>
              <a:gd name="connsiteX650" fmla="*/ 515800 w 7467600"/>
              <a:gd name="connsiteY650" fmla="*/ 4862180 h 6858000"/>
              <a:gd name="connsiteX651" fmla="*/ 909145 w 7467600"/>
              <a:gd name="connsiteY651" fmla="*/ 4199225 h 6858000"/>
              <a:gd name="connsiteX652" fmla="*/ 1214067 w 7467600"/>
              <a:gd name="connsiteY652" fmla="*/ 3908561 h 6858000"/>
              <a:gd name="connsiteX653" fmla="*/ 640967 w 7467600"/>
              <a:gd name="connsiteY653" fmla="*/ 4105601 h 6858000"/>
              <a:gd name="connsiteX654" fmla="*/ 112563 w 7467600"/>
              <a:gd name="connsiteY654" fmla="*/ 4396952 h 6858000"/>
              <a:gd name="connsiteX655" fmla="*/ 0 w 7467600"/>
              <a:gd name="connsiteY655" fmla="*/ 4466006 h 6858000"/>
              <a:gd name="connsiteX656" fmla="*/ 0 w 7467600"/>
              <a:gd name="connsiteY656" fmla="*/ 4233763 h 6858000"/>
              <a:gd name="connsiteX657" fmla="*/ 36881 w 7467600"/>
              <a:gd name="connsiteY657" fmla="*/ 4200118 h 6858000"/>
              <a:gd name="connsiteX658" fmla="*/ 910534 w 7467600"/>
              <a:gd name="connsiteY658" fmla="*/ 3629753 h 6858000"/>
              <a:gd name="connsiteX659" fmla="*/ 1578717 w 7467600"/>
              <a:gd name="connsiteY659" fmla="*/ 3575982 h 6858000"/>
              <a:gd name="connsiteX660" fmla="*/ 2338780 w 7467600"/>
              <a:gd name="connsiteY660" fmla="*/ 3033725 h 6858000"/>
              <a:gd name="connsiteX661" fmla="*/ 1807991 w 7467600"/>
              <a:gd name="connsiteY661" fmla="*/ 2807184 h 6858000"/>
              <a:gd name="connsiteX662" fmla="*/ 1416358 w 7467600"/>
              <a:gd name="connsiteY662" fmla="*/ 3112571 h 6858000"/>
              <a:gd name="connsiteX663" fmla="*/ 939066 w 7467600"/>
              <a:gd name="connsiteY663" fmla="*/ 3378798 h 6858000"/>
              <a:gd name="connsiteX664" fmla="*/ 115099 w 7467600"/>
              <a:gd name="connsiteY664" fmla="*/ 3607650 h 6858000"/>
              <a:gd name="connsiteX665" fmla="*/ 97284 w 7467600"/>
              <a:gd name="connsiteY665" fmla="*/ 3520393 h 6858000"/>
              <a:gd name="connsiteX666" fmla="*/ 922050 w 7467600"/>
              <a:gd name="connsiteY666" fmla="*/ 3074867 h 6858000"/>
              <a:gd name="connsiteX667" fmla="*/ 1405265 w 7467600"/>
              <a:gd name="connsiteY667" fmla="*/ 3016319 h 6858000"/>
              <a:gd name="connsiteX668" fmla="*/ 1407512 w 7467600"/>
              <a:gd name="connsiteY668" fmla="*/ 3018001 h 6858000"/>
              <a:gd name="connsiteX669" fmla="*/ 1726266 w 7467600"/>
              <a:gd name="connsiteY669" fmla="*/ 2777274 h 6858000"/>
              <a:gd name="connsiteX670" fmla="*/ 625390 w 7467600"/>
              <a:gd name="connsiteY670" fmla="*/ 2514541 h 6858000"/>
              <a:gd name="connsiteX671" fmla="*/ 619799 w 7467600"/>
              <a:gd name="connsiteY671" fmla="*/ 2527180 h 6858000"/>
              <a:gd name="connsiteX672" fmla="*/ 310030 w 7467600"/>
              <a:gd name="connsiteY672" fmla="*/ 2771818 h 6858000"/>
              <a:gd name="connsiteX673" fmla="*/ 173877 w 7467600"/>
              <a:gd name="connsiteY673" fmla="*/ 2937056 h 6858000"/>
              <a:gd name="connsiteX674" fmla="*/ 77889 w 7467600"/>
              <a:gd name="connsiteY674" fmla="*/ 3138440 h 6858000"/>
              <a:gd name="connsiteX675" fmla="*/ 0 w 7467600"/>
              <a:gd name="connsiteY675" fmla="*/ 3271395 h 6858000"/>
              <a:gd name="connsiteX676" fmla="*/ 0 w 7467600"/>
              <a:gd name="connsiteY676" fmla="*/ 3153002 h 6858000"/>
              <a:gd name="connsiteX677" fmla="*/ 2386 w 7467600"/>
              <a:gd name="connsiteY677" fmla="*/ 3149203 h 6858000"/>
              <a:gd name="connsiteX678" fmla="*/ 89753 w 7467600"/>
              <a:gd name="connsiteY678" fmla="*/ 2987702 h 6858000"/>
              <a:gd name="connsiteX679" fmla="*/ 76869 w 7467600"/>
              <a:gd name="connsiteY679" fmla="*/ 3005404 h 6858000"/>
              <a:gd name="connsiteX680" fmla="*/ 32049 w 7467600"/>
              <a:gd name="connsiteY680" fmla="*/ 3065814 h 6858000"/>
              <a:gd name="connsiteX681" fmla="*/ 0 w 7467600"/>
              <a:gd name="connsiteY681" fmla="*/ 3108744 h 6858000"/>
              <a:gd name="connsiteX682" fmla="*/ 0 w 7467600"/>
              <a:gd name="connsiteY682" fmla="*/ 3058059 h 6858000"/>
              <a:gd name="connsiteX683" fmla="*/ 7610 w 7467600"/>
              <a:gd name="connsiteY683" fmla="*/ 3047889 h 6858000"/>
              <a:gd name="connsiteX684" fmla="*/ 52419 w 7467600"/>
              <a:gd name="connsiteY684" fmla="*/ 2987479 h 6858000"/>
              <a:gd name="connsiteX685" fmla="*/ 59142 w 7467600"/>
              <a:gd name="connsiteY685" fmla="*/ 2978488 h 6858000"/>
              <a:gd name="connsiteX686" fmla="*/ 0 w 7467600"/>
              <a:gd name="connsiteY686" fmla="*/ 3015334 h 6858000"/>
              <a:gd name="connsiteX687" fmla="*/ 0 w 7467600"/>
              <a:gd name="connsiteY687" fmla="*/ 2914286 h 6858000"/>
              <a:gd name="connsiteX688" fmla="*/ 36383 w 7467600"/>
              <a:gd name="connsiteY688" fmla="*/ 2901128 h 6858000"/>
              <a:gd name="connsiteX689" fmla="*/ 156329 w 7467600"/>
              <a:gd name="connsiteY689" fmla="*/ 2840533 h 6858000"/>
              <a:gd name="connsiteX690" fmla="*/ 358355 w 7467600"/>
              <a:gd name="connsiteY690" fmla="*/ 2620471 h 6858000"/>
              <a:gd name="connsiteX691" fmla="*/ 510577 w 7467600"/>
              <a:gd name="connsiteY691" fmla="*/ 2501244 h 6858000"/>
              <a:gd name="connsiteX692" fmla="*/ 211967 w 7467600"/>
              <a:gd name="connsiteY692" fmla="*/ 2479171 h 6858000"/>
              <a:gd name="connsiteX693" fmla="*/ 0 w 7467600"/>
              <a:gd name="connsiteY693" fmla="*/ 2476398 h 6858000"/>
              <a:gd name="connsiteX694" fmla="*/ 0 w 7467600"/>
              <a:gd name="connsiteY694" fmla="*/ 2389189 h 6858000"/>
              <a:gd name="connsiteX695" fmla="*/ 103062 w 7467600"/>
              <a:gd name="connsiteY695" fmla="*/ 2389518 h 6858000"/>
              <a:gd name="connsiteX696" fmla="*/ 510734 w 7467600"/>
              <a:gd name="connsiteY696" fmla="*/ 2416201 h 6858000"/>
              <a:gd name="connsiteX697" fmla="*/ 279257 w 7467600"/>
              <a:gd name="connsiteY697" fmla="*/ 2092102 h 6858000"/>
              <a:gd name="connsiteX698" fmla="*/ 65265 w 7467600"/>
              <a:gd name="connsiteY698" fmla="*/ 2006049 h 6858000"/>
              <a:gd name="connsiteX699" fmla="*/ 0 w 7467600"/>
              <a:gd name="connsiteY699" fmla="*/ 1982532 h 6858000"/>
              <a:gd name="connsiteX700" fmla="*/ 0 w 7467600"/>
              <a:gd name="connsiteY700" fmla="*/ 1912789 h 6858000"/>
              <a:gd name="connsiteX701" fmla="*/ 97460 w 7467600"/>
              <a:gd name="connsiteY701" fmla="*/ 1953725 h 6858000"/>
              <a:gd name="connsiteX702" fmla="*/ 221272 w 7467600"/>
              <a:gd name="connsiteY702" fmla="*/ 1980766 h 6858000"/>
              <a:gd name="connsiteX703" fmla="*/ 116765 w 7467600"/>
              <a:gd name="connsiteY703" fmla="*/ 1911033 h 6858000"/>
              <a:gd name="connsiteX704" fmla="*/ 16405 w 7467600"/>
              <a:gd name="connsiteY704" fmla="*/ 1803412 h 6858000"/>
              <a:gd name="connsiteX705" fmla="*/ 0 w 7467600"/>
              <a:gd name="connsiteY705" fmla="*/ 1784777 h 6858000"/>
              <a:gd name="connsiteX706" fmla="*/ 0 w 7467600"/>
              <a:gd name="connsiteY706" fmla="*/ 1740082 h 6858000"/>
              <a:gd name="connsiteX707" fmla="*/ 39394 w 7467600"/>
              <a:gd name="connsiteY707" fmla="*/ 1784856 h 6858000"/>
              <a:gd name="connsiteX708" fmla="*/ 135813 w 7467600"/>
              <a:gd name="connsiteY708" fmla="*/ 1888838 h 6858000"/>
              <a:gd name="connsiteX709" fmla="*/ 242575 w 7467600"/>
              <a:gd name="connsiteY709" fmla="*/ 1958841 h 6858000"/>
              <a:gd name="connsiteX710" fmla="*/ 82197 w 7467600"/>
              <a:gd name="connsiteY710" fmla="*/ 1754826 h 6858000"/>
              <a:gd name="connsiteX711" fmla="*/ 0 w 7467600"/>
              <a:gd name="connsiteY711" fmla="*/ 1679650 h 6858000"/>
              <a:gd name="connsiteX712" fmla="*/ 0 w 7467600"/>
              <a:gd name="connsiteY712" fmla="*/ 1602463 h 6858000"/>
              <a:gd name="connsiteX713" fmla="*/ 84689 w 7467600"/>
              <a:gd name="connsiteY713" fmla="*/ 1677442 h 6858000"/>
              <a:gd name="connsiteX714" fmla="*/ 298437 w 7467600"/>
              <a:gd name="connsiteY714" fmla="*/ 1968019 h 6858000"/>
              <a:gd name="connsiteX715" fmla="*/ 227269 w 7467600"/>
              <a:gd name="connsiteY715" fmla="*/ 1114064 h 6858000"/>
              <a:gd name="connsiteX716" fmla="*/ 248003 w 7467600"/>
              <a:gd name="connsiteY716" fmla="*/ 1089613 h 6858000"/>
              <a:gd name="connsiteX717" fmla="*/ 427020 w 7467600"/>
              <a:gd name="connsiteY717" fmla="*/ 1619803 h 6858000"/>
              <a:gd name="connsiteX718" fmla="*/ 340345 w 7467600"/>
              <a:gd name="connsiteY718" fmla="*/ 2027739 h 6858000"/>
              <a:gd name="connsiteX719" fmla="*/ 360865 w 7467600"/>
              <a:gd name="connsiteY719" fmla="*/ 2044827 h 6858000"/>
              <a:gd name="connsiteX720" fmla="*/ 560414 w 7467600"/>
              <a:gd name="connsiteY720" fmla="*/ 2421457 h 6858000"/>
              <a:gd name="connsiteX721" fmla="*/ 1359703 w 7467600"/>
              <a:gd name="connsiteY721" fmla="*/ 2578554 h 6858000"/>
              <a:gd name="connsiteX722" fmla="*/ 1359422 w 7467600"/>
              <a:gd name="connsiteY722" fmla="*/ 2577994 h 6858000"/>
              <a:gd name="connsiteX723" fmla="*/ 828701 w 7467600"/>
              <a:gd name="connsiteY723" fmla="*/ 1839520 h 6858000"/>
              <a:gd name="connsiteX724" fmla="*/ 494427 w 7467600"/>
              <a:gd name="connsiteY724" fmla="*/ 1092333 h 6858000"/>
              <a:gd name="connsiteX725" fmla="*/ 506322 w 7467600"/>
              <a:gd name="connsiteY725" fmla="*/ 1020997 h 6858000"/>
              <a:gd name="connsiteX726" fmla="*/ 4570198 w 7467600"/>
              <a:gd name="connsiteY726" fmla="*/ 978081 h 6858000"/>
              <a:gd name="connsiteX727" fmla="*/ 4523691 w 7467600"/>
              <a:gd name="connsiteY727" fmla="*/ 1127776 h 6858000"/>
              <a:gd name="connsiteX728" fmla="*/ 4509875 w 7467600"/>
              <a:gd name="connsiteY728" fmla="*/ 1167552 h 6858000"/>
              <a:gd name="connsiteX729" fmla="*/ 4478168 w 7467600"/>
              <a:gd name="connsiteY729" fmla="*/ 1260735 h 6858000"/>
              <a:gd name="connsiteX730" fmla="*/ 4409309 w 7467600"/>
              <a:gd name="connsiteY730" fmla="*/ 1666996 h 6858000"/>
              <a:gd name="connsiteX731" fmla="*/ 4370031 w 7467600"/>
              <a:gd name="connsiteY731" fmla="*/ 1955666 h 6858000"/>
              <a:gd name="connsiteX732" fmla="*/ 4570198 w 7467600"/>
              <a:gd name="connsiteY732" fmla="*/ 978081 h 6858000"/>
              <a:gd name="connsiteX733" fmla="*/ 4557898 w 7467600"/>
              <a:gd name="connsiteY733" fmla="*/ 900011 h 6858000"/>
              <a:gd name="connsiteX734" fmla="*/ 4344840 w 7467600"/>
              <a:gd name="connsiteY734" fmla="*/ 1922038 h 6858000"/>
              <a:gd name="connsiteX735" fmla="*/ 4378710 w 7467600"/>
              <a:gd name="connsiteY735" fmla="*/ 1665516 h 6858000"/>
              <a:gd name="connsiteX736" fmla="*/ 4448798 w 7467600"/>
              <a:gd name="connsiteY736" fmla="*/ 1253024 h 6858000"/>
              <a:gd name="connsiteX737" fmla="*/ 4480315 w 7467600"/>
              <a:gd name="connsiteY737" fmla="*/ 1158454 h 6858000"/>
              <a:gd name="connsiteX738" fmla="*/ 4494133 w 7467600"/>
              <a:gd name="connsiteY738" fmla="*/ 1118676 h 6858000"/>
              <a:gd name="connsiteX739" fmla="*/ 4557898 w 7467600"/>
              <a:gd name="connsiteY739" fmla="*/ 900011 h 6858000"/>
              <a:gd name="connsiteX740" fmla="*/ 5870151 w 7467600"/>
              <a:gd name="connsiteY740" fmla="*/ 898890 h 6858000"/>
              <a:gd name="connsiteX741" fmla="*/ 5861335 w 7467600"/>
              <a:gd name="connsiteY741" fmla="*/ 899177 h 6858000"/>
              <a:gd name="connsiteX742" fmla="*/ 5843702 w 7467600"/>
              <a:gd name="connsiteY742" fmla="*/ 899748 h 6858000"/>
              <a:gd name="connsiteX743" fmla="*/ 5651107 w 7467600"/>
              <a:gd name="connsiteY743" fmla="*/ 920306 h 6858000"/>
              <a:gd name="connsiteX744" fmla="*/ 5459407 w 7467600"/>
              <a:gd name="connsiteY744" fmla="*/ 940975 h 6858000"/>
              <a:gd name="connsiteX745" fmla="*/ 5374846 w 7467600"/>
              <a:gd name="connsiteY745" fmla="*/ 941988 h 6858000"/>
              <a:gd name="connsiteX746" fmla="*/ 5256105 w 7467600"/>
              <a:gd name="connsiteY746" fmla="*/ 945632 h 6858000"/>
              <a:gd name="connsiteX747" fmla="*/ 5107071 w 7467600"/>
              <a:gd name="connsiteY747" fmla="*/ 969720 h 6858000"/>
              <a:gd name="connsiteX748" fmla="*/ 4998681 w 7467600"/>
              <a:gd name="connsiteY748" fmla="*/ 988771 h 6858000"/>
              <a:gd name="connsiteX749" fmla="*/ 5870151 w 7467600"/>
              <a:gd name="connsiteY749" fmla="*/ 898890 h 6858000"/>
              <a:gd name="connsiteX750" fmla="*/ 5504425 w 7467600"/>
              <a:gd name="connsiteY750" fmla="*/ 848067 h 6858000"/>
              <a:gd name="connsiteX751" fmla="*/ 4968849 w 7467600"/>
              <a:gd name="connsiteY751" fmla="*/ 962318 h 6858000"/>
              <a:gd name="connsiteX752" fmla="*/ 5104039 w 7467600"/>
              <a:gd name="connsiteY752" fmla="*/ 940634 h 6858000"/>
              <a:gd name="connsiteX753" fmla="*/ 5256311 w 7467600"/>
              <a:gd name="connsiteY753" fmla="*/ 916490 h 6858000"/>
              <a:gd name="connsiteX754" fmla="*/ 5377381 w 7467600"/>
              <a:gd name="connsiteY754" fmla="*/ 912671 h 6858000"/>
              <a:gd name="connsiteX755" fmla="*/ 5460148 w 7467600"/>
              <a:gd name="connsiteY755" fmla="*/ 911442 h 6858000"/>
              <a:gd name="connsiteX756" fmla="*/ 5648971 w 7467600"/>
              <a:gd name="connsiteY756" fmla="*/ 891331 h 6858000"/>
              <a:gd name="connsiteX757" fmla="*/ 5844807 w 7467600"/>
              <a:gd name="connsiteY757" fmla="*/ 870718 h 6858000"/>
              <a:gd name="connsiteX758" fmla="*/ 5862975 w 7467600"/>
              <a:gd name="connsiteY758" fmla="*/ 869756 h 6858000"/>
              <a:gd name="connsiteX759" fmla="*/ 5920887 w 7467600"/>
              <a:gd name="connsiteY759" fmla="*/ 865929 h 6858000"/>
              <a:gd name="connsiteX760" fmla="*/ 5504425 w 7467600"/>
              <a:gd name="connsiteY760" fmla="*/ 848067 h 6858000"/>
              <a:gd name="connsiteX761" fmla="*/ 3607114 w 7467600"/>
              <a:gd name="connsiteY761" fmla="*/ 467441 h 6858000"/>
              <a:gd name="connsiteX762" fmla="*/ 3296242 w 7467600"/>
              <a:gd name="connsiteY762" fmla="*/ 807991 h 6858000"/>
              <a:gd name="connsiteX763" fmla="*/ 3174674 w 7467600"/>
              <a:gd name="connsiteY763" fmla="*/ 919759 h 6858000"/>
              <a:gd name="connsiteX764" fmla="*/ 3042978 w 7467600"/>
              <a:gd name="connsiteY764" fmla="*/ 1054894 h 6858000"/>
              <a:gd name="connsiteX765" fmla="*/ 2968914 w 7467600"/>
              <a:gd name="connsiteY765" fmla="*/ 1133756 h 6858000"/>
              <a:gd name="connsiteX766" fmla="*/ 3103823 w 7467600"/>
              <a:gd name="connsiteY766" fmla="*/ 1026814 h 6858000"/>
              <a:gd name="connsiteX767" fmla="*/ 3607114 w 7467600"/>
              <a:gd name="connsiteY767" fmla="*/ 467441 h 6858000"/>
              <a:gd name="connsiteX768" fmla="*/ 3744487 w 7467600"/>
              <a:gd name="connsiteY768" fmla="*/ 383136 h 6858000"/>
              <a:gd name="connsiteX769" fmla="*/ 3970213 w 7467600"/>
              <a:gd name="connsiteY769" fmla="*/ 995559 h 6858000"/>
              <a:gd name="connsiteX770" fmla="*/ 3744487 w 7467600"/>
              <a:gd name="connsiteY770" fmla="*/ 383136 h 6858000"/>
              <a:gd name="connsiteX771" fmla="*/ 3624562 w 7467600"/>
              <a:gd name="connsiteY771" fmla="*/ 367041 h 6858000"/>
              <a:gd name="connsiteX772" fmla="*/ 3489712 w 7467600"/>
              <a:gd name="connsiteY772" fmla="*/ 485386 h 6858000"/>
              <a:gd name="connsiteX773" fmla="*/ 3182994 w 7467600"/>
              <a:gd name="connsiteY773" fmla="*/ 828265 h 6858000"/>
              <a:gd name="connsiteX774" fmla="*/ 2892114 w 7467600"/>
              <a:gd name="connsiteY774" fmla="*/ 1172635 h 6858000"/>
              <a:gd name="connsiteX775" fmla="*/ 3021459 w 7467600"/>
              <a:gd name="connsiteY775" fmla="*/ 1035385 h 6858000"/>
              <a:gd name="connsiteX776" fmla="*/ 3153873 w 7467600"/>
              <a:gd name="connsiteY776" fmla="*/ 898971 h 6858000"/>
              <a:gd name="connsiteX777" fmla="*/ 3276511 w 7467600"/>
              <a:gd name="connsiteY777" fmla="*/ 786423 h 6858000"/>
              <a:gd name="connsiteX778" fmla="*/ 3584154 w 7467600"/>
              <a:gd name="connsiteY778" fmla="*/ 448218 h 6858000"/>
              <a:gd name="connsiteX779" fmla="*/ 3624562 w 7467600"/>
              <a:gd name="connsiteY779" fmla="*/ 367041 h 6858000"/>
              <a:gd name="connsiteX780" fmla="*/ 3766672 w 7467600"/>
              <a:gd name="connsiteY780" fmla="*/ 359429 h 6858000"/>
              <a:gd name="connsiteX781" fmla="*/ 3996338 w 7467600"/>
              <a:gd name="connsiteY781" fmla="*/ 968237 h 6858000"/>
              <a:gd name="connsiteX782" fmla="*/ 3766672 w 7467600"/>
              <a:gd name="connsiteY782" fmla="*/ 359429 h 6858000"/>
              <a:gd name="connsiteX783" fmla="*/ 5805386 w 7467600"/>
              <a:gd name="connsiteY783" fmla="*/ 239240 h 6858000"/>
              <a:gd name="connsiteX784" fmla="*/ 5736947 w 7467600"/>
              <a:gd name="connsiteY784" fmla="*/ 261367 h 6858000"/>
              <a:gd name="connsiteX785" fmla="*/ 5427012 w 7467600"/>
              <a:gd name="connsiteY785" fmla="*/ 311272 h 6858000"/>
              <a:gd name="connsiteX786" fmla="*/ 5147818 w 7467600"/>
              <a:gd name="connsiteY786" fmla="*/ 322112 h 6858000"/>
              <a:gd name="connsiteX787" fmla="*/ 5060854 w 7467600"/>
              <a:gd name="connsiteY787" fmla="*/ 311882 h 6858000"/>
              <a:gd name="connsiteX788" fmla="*/ 4945989 w 7467600"/>
              <a:gd name="connsiteY788" fmla="*/ 300516 h 6858000"/>
              <a:gd name="connsiteX789" fmla="*/ 5410479 w 7467600"/>
              <a:gd name="connsiteY789" fmla="*/ 348434 h 6858000"/>
              <a:gd name="connsiteX790" fmla="*/ 5805386 w 7467600"/>
              <a:gd name="connsiteY790" fmla="*/ 239240 h 6858000"/>
              <a:gd name="connsiteX791" fmla="*/ 5905192 w 7467600"/>
              <a:gd name="connsiteY791" fmla="*/ 163079 h 6858000"/>
              <a:gd name="connsiteX792" fmla="*/ 5865655 w 7467600"/>
              <a:gd name="connsiteY792" fmla="*/ 171901 h 6858000"/>
              <a:gd name="connsiteX793" fmla="*/ 5259740 w 7467600"/>
              <a:gd name="connsiteY793" fmla="*/ 257013 h 6858000"/>
              <a:gd name="connsiteX794" fmla="*/ 5208466 w 7467600"/>
              <a:gd name="connsiteY794" fmla="*/ 257550 h 6858000"/>
              <a:gd name="connsiteX795" fmla="*/ 4980204 w 7467600"/>
              <a:gd name="connsiteY795" fmla="*/ 271903 h 6858000"/>
              <a:gd name="connsiteX796" fmla="*/ 5068068 w 7467600"/>
              <a:gd name="connsiteY796" fmla="*/ 282244 h 6858000"/>
              <a:gd name="connsiteX797" fmla="*/ 5153231 w 7467600"/>
              <a:gd name="connsiteY797" fmla="*/ 292240 h 6858000"/>
              <a:gd name="connsiteX798" fmla="*/ 5426491 w 7467600"/>
              <a:gd name="connsiteY798" fmla="*/ 281128 h 6858000"/>
              <a:gd name="connsiteX799" fmla="*/ 5731212 w 7467600"/>
              <a:gd name="connsiteY799" fmla="*/ 231951 h 6858000"/>
              <a:gd name="connsiteX800" fmla="*/ 5905192 w 7467600"/>
              <a:gd name="connsiteY800" fmla="*/ 163079 h 6858000"/>
              <a:gd name="connsiteX801" fmla="*/ 5944437 w 7467600"/>
              <a:gd name="connsiteY801" fmla="*/ 113829 h 6858000"/>
              <a:gd name="connsiteX802" fmla="*/ 5825032 w 7467600"/>
              <a:gd name="connsiteY802" fmla="*/ 146405 h 6858000"/>
              <a:gd name="connsiteX803" fmla="*/ 4955599 w 7467600"/>
              <a:gd name="connsiteY803" fmla="*/ 247008 h 6858000"/>
              <a:gd name="connsiteX804" fmla="*/ 5210104 w 7467600"/>
              <a:gd name="connsiteY804" fmla="*/ 228123 h 6858000"/>
              <a:gd name="connsiteX805" fmla="*/ 5261015 w 7467600"/>
              <a:gd name="connsiteY805" fmla="*/ 227087 h 6858000"/>
              <a:gd name="connsiteX806" fmla="*/ 5861181 w 7467600"/>
              <a:gd name="connsiteY806" fmla="*/ 143093 h 6858000"/>
              <a:gd name="connsiteX807" fmla="*/ 5961252 w 7467600"/>
              <a:gd name="connsiteY807" fmla="*/ 114820 h 6858000"/>
              <a:gd name="connsiteX808" fmla="*/ 5944437 w 7467600"/>
              <a:gd name="connsiteY808" fmla="*/ 113829 h 6858000"/>
              <a:gd name="connsiteX809" fmla="*/ 3882765 w 7467600"/>
              <a:gd name="connsiteY809" fmla="*/ 0 h 6858000"/>
              <a:gd name="connsiteX810" fmla="*/ 3995099 w 7467600"/>
              <a:gd name="connsiteY810" fmla="*/ 0 h 6858000"/>
              <a:gd name="connsiteX811" fmla="*/ 4163818 w 7467600"/>
              <a:gd name="connsiteY811" fmla="*/ 234104 h 6858000"/>
              <a:gd name="connsiteX812" fmla="*/ 4172099 w 7467600"/>
              <a:gd name="connsiteY812" fmla="*/ 234207 h 6858000"/>
              <a:gd name="connsiteX813" fmla="*/ 4784282 w 7467600"/>
              <a:gd name="connsiteY813" fmla="*/ 276561 h 6858000"/>
              <a:gd name="connsiteX814" fmla="*/ 4801687 w 7467600"/>
              <a:gd name="connsiteY814" fmla="*/ 267764 h 6858000"/>
              <a:gd name="connsiteX815" fmla="*/ 6082788 w 7467600"/>
              <a:gd name="connsiteY815" fmla="*/ 64119 h 6858000"/>
              <a:gd name="connsiteX816" fmla="*/ 6099442 w 7467600"/>
              <a:gd name="connsiteY816" fmla="*/ 82568 h 6858000"/>
              <a:gd name="connsiteX817" fmla="*/ 4804137 w 7467600"/>
              <a:gd name="connsiteY817" fmla="*/ 320931 h 6858000"/>
              <a:gd name="connsiteX818" fmla="*/ 4227047 w 7467600"/>
              <a:gd name="connsiteY818" fmla="*/ 313415 h 6858000"/>
              <a:gd name="connsiteX819" fmla="*/ 4346041 w 7467600"/>
              <a:gd name="connsiteY819" fmla="*/ 456086 h 6858000"/>
              <a:gd name="connsiteX820" fmla="*/ 4870967 w 7467600"/>
              <a:gd name="connsiteY820" fmla="*/ 963061 h 6858000"/>
              <a:gd name="connsiteX821" fmla="*/ 4889647 w 7467600"/>
              <a:gd name="connsiteY821" fmla="*/ 957147 h 6858000"/>
              <a:gd name="connsiteX822" fmla="*/ 5422504 w 7467600"/>
              <a:gd name="connsiteY822" fmla="*/ 805191 h 6858000"/>
              <a:gd name="connsiteX823" fmla="*/ 6087656 w 7467600"/>
              <a:gd name="connsiteY823" fmla="*/ 826703 h 6858000"/>
              <a:gd name="connsiteX824" fmla="*/ 6058717 w 7467600"/>
              <a:gd name="connsiteY824" fmla="*/ 865992 h 6858000"/>
              <a:gd name="connsiteX825" fmla="*/ 4974153 w 7467600"/>
              <a:gd name="connsiteY825" fmla="*/ 1045456 h 6858000"/>
              <a:gd name="connsiteX826" fmla="*/ 5627835 w 7467600"/>
              <a:gd name="connsiteY826" fmla="*/ 1472077 h 6858000"/>
              <a:gd name="connsiteX827" fmla="*/ 5629817 w 7467600"/>
              <a:gd name="connsiteY827" fmla="*/ 1471412 h 6858000"/>
              <a:gd name="connsiteX828" fmla="*/ 5634124 w 7467600"/>
              <a:gd name="connsiteY828" fmla="*/ 1470572 h 6858000"/>
              <a:gd name="connsiteX829" fmla="*/ 5755832 w 7467600"/>
              <a:gd name="connsiteY829" fmla="*/ 1383886 h 6858000"/>
              <a:gd name="connsiteX830" fmla="*/ 6014186 w 7467600"/>
              <a:gd name="connsiteY830" fmla="*/ 1279799 h 6858000"/>
              <a:gd name="connsiteX831" fmla="*/ 6901619 w 7467600"/>
              <a:gd name="connsiteY831" fmla="*/ 1047874 h 6858000"/>
              <a:gd name="connsiteX832" fmla="*/ 6931566 w 7467600"/>
              <a:gd name="connsiteY832" fmla="*/ 1062034 h 6858000"/>
              <a:gd name="connsiteX833" fmla="*/ 5790982 w 7467600"/>
              <a:gd name="connsiteY833" fmla="*/ 1561380 h 6858000"/>
              <a:gd name="connsiteX834" fmla="*/ 6188971 w 7467600"/>
              <a:gd name="connsiteY834" fmla="*/ 1755168 h 6858000"/>
              <a:gd name="connsiteX835" fmla="*/ 6202446 w 7467600"/>
              <a:gd name="connsiteY835" fmla="*/ 1752268 h 6858000"/>
              <a:gd name="connsiteX836" fmla="*/ 7179560 w 7467600"/>
              <a:gd name="connsiteY836" fmla="*/ 1467551 h 6858000"/>
              <a:gd name="connsiteX837" fmla="*/ 7158730 w 7467600"/>
              <a:gd name="connsiteY837" fmla="*/ 1507835 h 6858000"/>
              <a:gd name="connsiteX838" fmla="*/ 6326959 w 7467600"/>
              <a:gd name="connsiteY838" fmla="*/ 1817686 h 6858000"/>
              <a:gd name="connsiteX839" fmla="*/ 6537433 w 7467600"/>
              <a:gd name="connsiteY839" fmla="*/ 1907790 h 6858000"/>
              <a:gd name="connsiteX840" fmla="*/ 6550221 w 7467600"/>
              <a:gd name="connsiteY840" fmla="*/ 1910729 h 6858000"/>
              <a:gd name="connsiteX841" fmla="*/ 6964438 w 7467600"/>
              <a:gd name="connsiteY841" fmla="*/ 2209505 h 6858000"/>
              <a:gd name="connsiteX842" fmla="*/ 7367862 w 7467600"/>
              <a:gd name="connsiteY842" fmla="*/ 2806833 h 6858000"/>
              <a:gd name="connsiteX843" fmla="*/ 7364329 w 7467600"/>
              <a:gd name="connsiteY843" fmla="*/ 2826907 h 6858000"/>
              <a:gd name="connsiteX844" fmla="*/ 7290545 w 7467600"/>
              <a:gd name="connsiteY844" fmla="*/ 2850663 h 6858000"/>
              <a:gd name="connsiteX845" fmla="*/ 6472036 w 7467600"/>
              <a:gd name="connsiteY845" fmla="*/ 1959003 h 6858000"/>
              <a:gd name="connsiteX846" fmla="*/ 5792897 w 7467600"/>
              <a:gd name="connsiteY846" fmla="*/ 1647747 h 6858000"/>
              <a:gd name="connsiteX847" fmla="*/ 5842751 w 7467600"/>
              <a:gd name="connsiteY847" fmla="*/ 1816112 h 6858000"/>
              <a:gd name="connsiteX848" fmla="*/ 5847424 w 7467600"/>
              <a:gd name="connsiteY848" fmla="*/ 1815776 h 6858000"/>
              <a:gd name="connsiteX849" fmla="*/ 6399821 w 7467600"/>
              <a:gd name="connsiteY849" fmla="*/ 2344799 h 6858000"/>
              <a:gd name="connsiteX850" fmla="*/ 6323232 w 7467600"/>
              <a:gd name="connsiteY850" fmla="*/ 2389634 h 6858000"/>
              <a:gd name="connsiteX851" fmla="*/ 5942958 w 7467600"/>
              <a:gd name="connsiteY851" fmla="*/ 2077708 h 6858000"/>
              <a:gd name="connsiteX852" fmla="*/ 5921559 w 7467600"/>
              <a:gd name="connsiteY852" fmla="*/ 2378596 h 6858000"/>
              <a:gd name="connsiteX853" fmla="*/ 5817651 w 7467600"/>
              <a:gd name="connsiteY853" fmla="*/ 3023919 h 6858000"/>
              <a:gd name="connsiteX854" fmla="*/ 5729634 w 7467600"/>
              <a:gd name="connsiteY854" fmla="*/ 3051849 h 6858000"/>
              <a:gd name="connsiteX855" fmla="*/ 5611018 w 7467600"/>
              <a:gd name="connsiteY855" fmla="*/ 2316769 h 6858000"/>
              <a:gd name="connsiteX856" fmla="*/ 5687608 w 7467600"/>
              <a:gd name="connsiteY856" fmla="*/ 2039972 h 6858000"/>
              <a:gd name="connsiteX857" fmla="*/ 5657554 w 7467600"/>
              <a:gd name="connsiteY857" fmla="*/ 1576445 h 6858000"/>
              <a:gd name="connsiteX858" fmla="*/ 5150475 w 7467600"/>
              <a:gd name="connsiteY858" fmla="*/ 1274012 h 6858000"/>
              <a:gd name="connsiteX859" fmla="*/ 5349142 w 7467600"/>
              <a:gd name="connsiteY859" fmla="*/ 2204405 h 6858000"/>
              <a:gd name="connsiteX860" fmla="*/ 5262214 w 7467600"/>
              <a:gd name="connsiteY860" fmla="*/ 2233836 h 6858000"/>
              <a:gd name="connsiteX861" fmla="*/ 4981539 w 7467600"/>
              <a:gd name="connsiteY861" fmla="*/ 1542201 h 6858000"/>
              <a:gd name="connsiteX862" fmla="*/ 4958461 w 7467600"/>
              <a:gd name="connsiteY862" fmla="*/ 1136957 h 6858000"/>
              <a:gd name="connsiteX863" fmla="*/ 4655015 w 7467600"/>
              <a:gd name="connsiteY863" fmla="*/ 891426 h 6858000"/>
              <a:gd name="connsiteX864" fmla="*/ 4348002 w 7467600"/>
              <a:gd name="connsiteY864" fmla="*/ 2205895 h 6858000"/>
              <a:gd name="connsiteX865" fmla="*/ 4262250 w 7467600"/>
              <a:gd name="connsiteY865" fmla="*/ 2219972 h 6858000"/>
              <a:gd name="connsiteX866" fmla="*/ 4550611 w 7467600"/>
              <a:gd name="connsiteY866" fmla="*/ 817540 h 6858000"/>
              <a:gd name="connsiteX867" fmla="*/ 4564418 w 7467600"/>
              <a:gd name="connsiteY867" fmla="*/ 808293 h 6858000"/>
              <a:gd name="connsiteX868" fmla="*/ 4266388 w 7467600"/>
              <a:gd name="connsiteY868" fmla="*/ 500083 h 6858000"/>
              <a:gd name="connsiteX869" fmla="*/ 4032842 w 7467600"/>
              <a:gd name="connsiteY869" fmla="*/ 211809 h 6858000"/>
              <a:gd name="connsiteX870" fmla="*/ 3882765 w 7467600"/>
              <a:gd name="connsiteY870" fmla="*/ 0 h 6858000"/>
              <a:gd name="connsiteX871" fmla="*/ 3721337 w 7467600"/>
              <a:gd name="connsiteY871" fmla="*/ 0 h 6858000"/>
              <a:gd name="connsiteX872" fmla="*/ 3797544 w 7467600"/>
              <a:gd name="connsiteY872" fmla="*/ 0 h 6858000"/>
              <a:gd name="connsiteX873" fmla="*/ 3775734 w 7467600"/>
              <a:gd name="connsiteY873" fmla="*/ 95131 h 6858000"/>
              <a:gd name="connsiteX874" fmla="*/ 3724807 w 7467600"/>
              <a:gd name="connsiteY874" fmla="*/ 272257 h 6858000"/>
              <a:gd name="connsiteX875" fmla="*/ 3726844 w 7467600"/>
              <a:gd name="connsiteY875" fmla="*/ 282988 h 6858000"/>
              <a:gd name="connsiteX876" fmla="*/ 3742664 w 7467600"/>
              <a:gd name="connsiteY876" fmla="*/ 279918 h 6858000"/>
              <a:gd name="connsiteX877" fmla="*/ 4103910 w 7467600"/>
              <a:gd name="connsiteY877" fmla="*/ 1161917 h 6858000"/>
              <a:gd name="connsiteX878" fmla="*/ 4020269 w 7467600"/>
              <a:gd name="connsiteY878" fmla="*/ 1200406 h 6858000"/>
              <a:gd name="connsiteX879" fmla="*/ 3674882 w 7467600"/>
              <a:gd name="connsiteY879" fmla="*/ 488524 h 6858000"/>
              <a:gd name="connsiteX880" fmla="*/ 3132682 w 7467600"/>
              <a:gd name="connsiteY880" fmla="*/ 1072284 h 6858000"/>
              <a:gd name="connsiteX881" fmla="*/ 2716346 w 7467600"/>
              <a:gd name="connsiteY881" fmla="*/ 1276376 h 6858000"/>
              <a:gd name="connsiteX882" fmla="*/ 2716772 w 7467600"/>
              <a:gd name="connsiteY882" fmla="*/ 1255462 h 6858000"/>
              <a:gd name="connsiteX883" fmla="*/ 3471096 w 7467600"/>
              <a:gd name="connsiteY883" fmla="*/ 437072 h 6858000"/>
              <a:gd name="connsiteX884" fmla="*/ 3639057 w 7467600"/>
              <a:gd name="connsiteY884" fmla="*/ 286334 h 6858000"/>
              <a:gd name="connsiteX885" fmla="*/ 3640309 w 7467600"/>
              <a:gd name="connsiteY885" fmla="*/ 284664 h 6858000"/>
              <a:gd name="connsiteX886" fmla="*/ 3646022 w 7467600"/>
              <a:gd name="connsiteY886" fmla="*/ 276711 h 6858000"/>
              <a:gd name="connsiteX887" fmla="*/ 3707943 w 7467600"/>
              <a:gd name="connsiteY887" fmla="*/ 65958 h 6858000"/>
              <a:gd name="connsiteX888" fmla="*/ 3721337 w 7467600"/>
              <a:gd name="connsiteY888" fmla="*/ 0 h 6858000"/>
              <a:gd name="connsiteX889" fmla="*/ 2867960 w 7467600"/>
              <a:gd name="connsiteY889" fmla="*/ 0 h 6858000"/>
              <a:gd name="connsiteX890" fmla="*/ 2926351 w 7467600"/>
              <a:gd name="connsiteY890" fmla="*/ 0 h 6858000"/>
              <a:gd name="connsiteX891" fmla="*/ 2902823 w 7467600"/>
              <a:gd name="connsiteY891" fmla="*/ 262929 h 6858000"/>
              <a:gd name="connsiteX892" fmla="*/ 2940663 w 7467600"/>
              <a:gd name="connsiteY892" fmla="*/ 140884 h 6858000"/>
              <a:gd name="connsiteX893" fmla="*/ 2947039 w 7467600"/>
              <a:gd name="connsiteY893" fmla="*/ 122524 h 6858000"/>
              <a:gd name="connsiteX894" fmla="*/ 2984316 w 7467600"/>
              <a:gd name="connsiteY894" fmla="*/ 0 h 6858000"/>
              <a:gd name="connsiteX895" fmla="*/ 3016114 w 7467600"/>
              <a:gd name="connsiteY895" fmla="*/ 0 h 6858000"/>
              <a:gd name="connsiteX896" fmla="*/ 2979949 w 7467600"/>
              <a:gd name="connsiteY896" fmla="*/ 119274 h 6858000"/>
              <a:gd name="connsiteX897" fmla="*/ 3023879 w 7467600"/>
              <a:gd name="connsiteY897" fmla="*/ 0 h 6858000"/>
              <a:gd name="connsiteX898" fmla="*/ 3105400 w 7467600"/>
              <a:gd name="connsiteY898" fmla="*/ 0 h 6858000"/>
              <a:gd name="connsiteX899" fmla="*/ 3094669 w 7467600"/>
              <a:gd name="connsiteY899" fmla="*/ 30308 h 6858000"/>
              <a:gd name="connsiteX900" fmla="*/ 2901945 w 7467600"/>
              <a:gd name="connsiteY900" fmla="*/ 466538 h 6858000"/>
              <a:gd name="connsiteX901" fmla="*/ 2815209 w 7467600"/>
              <a:gd name="connsiteY901" fmla="*/ 497361 h 6858000"/>
              <a:gd name="connsiteX902" fmla="*/ 2844845 w 7467600"/>
              <a:gd name="connsiteY902" fmla="*/ 127638 h 6858000"/>
              <a:gd name="connsiteX903" fmla="*/ 2867960 w 7467600"/>
              <a:gd name="connsiteY903" fmla="*/ 0 h 6858000"/>
              <a:gd name="connsiteX904" fmla="*/ 1057230 w 7467600"/>
              <a:gd name="connsiteY904" fmla="*/ 0 h 6858000"/>
              <a:gd name="connsiteX905" fmla="*/ 1111003 w 7467600"/>
              <a:gd name="connsiteY905" fmla="*/ 0 h 6858000"/>
              <a:gd name="connsiteX906" fmla="*/ 1125553 w 7467600"/>
              <a:gd name="connsiteY906" fmla="*/ 52588 h 6858000"/>
              <a:gd name="connsiteX907" fmla="*/ 1304276 w 7467600"/>
              <a:gd name="connsiteY907" fmla="*/ 476275 h 6858000"/>
              <a:gd name="connsiteX908" fmla="*/ 1492066 w 7467600"/>
              <a:gd name="connsiteY908" fmla="*/ 886333 h 6858000"/>
              <a:gd name="connsiteX909" fmla="*/ 1423698 w 7467600"/>
              <a:gd name="connsiteY909" fmla="*/ 710817 h 6858000"/>
              <a:gd name="connsiteX910" fmla="*/ 1357609 w 7467600"/>
              <a:gd name="connsiteY910" fmla="*/ 532892 h 6858000"/>
              <a:gd name="connsiteX911" fmla="*/ 1309550 w 7467600"/>
              <a:gd name="connsiteY911" fmla="*/ 374031 h 6858000"/>
              <a:gd name="connsiteX912" fmla="*/ 1193673 w 7467600"/>
              <a:gd name="connsiteY912" fmla="*/ 49533 h 6858000"/>
              <a:gd name="connsiteX913" fmla="*/ 1164391 w 7467600"/>
              <a:gd name="connsiteY913" fmla="*/ 0 h 6858000"/>
              <a:gd name="connsiteX914" fmla="*/ 1200666 w 7467600"/>
              <a:gd name="connsiteY914" fmla="*/ 0 h 6858000"/>
              <a:gd name="connsiteX915" fmla="*/ 1223408 w 7467600"/>
              <a:gd name="connsiteY915" fmla="*/ 38996 h 6858000"/>
              <a:gd name="connsiteX916" fmla="*/ 1339635 w 7467600"/>
              <a:gd name="connsiteY916" fmla="*/ 365517 h 6858000"/>
              <a:gd name="connsiteX917" fmla="*/ 1387469 w 7467600"/>
              <a:gd name="connsiteY917" fmla="*/ 523079 h 6858000"/>
              <a:gd name="connsiteX918" fmla="*/ 1452685 w 7467600"/>
              <a:gd name="connsiteY918" fmla="*/ 699806 h 6858000"/>
              <a:gd name="connsiteX919" fmla="*/ 1492092 w 7467600"/>
              <a:gd name="connsiteY919" fmla="*/ 800424 h 6858000"/>
              <a:gd name="connsiteX920" fmla="*/ 1455302 w 7467600"/>
              <a:gd name="connsiteY920" fmla="*/ 632913 h 6858000"/>
              <a:gd name="connsiteX921" fmla="*/ 1222336 w 7467600"/>
              <a:gd name="connsiteY921" fmla="*/ 9480 h 6858000"/>
              <a:gd name="connsiteX922" fmla="*/ 1214634 w 7467600"/>
              <a:gd name="connsiteY922" fmla="*/ 0 h 6858000"/>
              <a:gd name="connsiteX923" fmla="*/ 1289827 w 7467600"/>
              <a:gd name="connsiteY923" fmla="*/ 0 h 6858000"/>
              <a:gd name="connsiteX924" fmla="*/ 1321076 w 7467600"/>
              <a:gd name="connsiteY924" fmla="*/ 59722 h 6858000"/>
              <a:gd name="connsiteX925" fmla="*/ 1512579 w 7467600"/>
              <a:gd name="connsiteY925" fmla="*/ 626441 h 6858000"/>
              <a:gd name="connsiteX926" fmla="*/ 1506076 w 7467600"/>
              <a:gd name="connsiteY926" fmla="*/ 1089289 h 6858000"/>
              <a:gd name="connsiteX927" fmla="*/ 1486346 w 7467600"/>
              <a:gd name="connsiteY927" fmla="*/ 1079919 h 6858000"/>
              <a:gd name="connsiteX928" fmla="*/ 1070511 w 7467600"/>
              <a:gd name="connsiteY928" fmla="*/ 48609 h 6858000"/>
              <a:gd name="connsiteX929" fmla="*/ 1057230 w 7467600"/>
              <a:gd name="connsiteY929" fmla="*/ 0 h 6858000"/>
              <a:gd name="connsiteX930" fmla="*/ 43151 w 7467600"/>
              <a:gd name="connsiteY930" fmla="*/ 0 h 6858000"/>
              <a:gd name="connsiteX931" fmla="*/ 95283 w 7467600"/>
              <a:gd name="connsiteY931" fmla="*/ 0 h 6858000"/>
              <a:gd name="connsiteX932" fmla="*/ 300708 w 7467600"/>
              <a:gd name="connsiteY932" fmla="*/ 154571 h 6858000"/>
              <a:gd name="connsiteX933" fmla="*/ 530414 w 7467600"/>
              <a:gd name="connsiteY933" fmla="*/ 354673 h 6858000"/>
              <a:gd name="connsiteX934" fmla="*/ 333785 w 7467600"/>
              <a:gd name="connsiteY934" fmla="*/ 161564 h 6858000"/>
              <a:gd name="connsiteX935" fmla="*/ 147005 w 7467600"/>
              <a:gd name="connsiteY935" fmla="*/ 0 h 6858000"/>
              <a:gd name="connsiteX936" fmla="*/ 272509 w 7467600"/>
              <a:gd name="connsiteY936" fmla="*/ 0 h 6858000"/>
              <a:gd name="connsiteX937" fmla="*/ 326276 w 7467600"/>
              <a:gd name="connsiteY937" fmla="*/ 45847 h 6858000"/>
              <a:gd name="connsiteX938" fmla="*/ 823759 w 7467600"/>
              <a:gd name="connsiteY938" fmla="*/ 574145 h 6858000"/>
              <a:gd name="connsiteX939" fmla="*/ 811254 w 7467600"/>
              <a:gd name="connsiteY939" fmla="*/ 665546 h 6858000"/>
              <a:gd name="connsiteX940" fmla="*/ 154042 w 7467600"/>
              <a:gd name="connsiteY940" fmla="*/ 261522 h 6858000"/>
              <a:gd name="connsiteX941" fmla="*/ 13550 w 7467600"/>
              <a:gd name="connsiteY941" fmla="*/ 158423 h 6858000"/>
              <a:gd name="connsiteX942" fmla="*/ 0 w 7467600"/>
              <a:gd name="connsiteY942" fmla="*/ 146618 h 6858000"/>
              <a:gd name="connsiteX943" fmla="*/ 0 w 7467600"/>
              <a:gd name="connsiteY943" fmla="*/ 59161 h 6858000"/>
              <a:gd name="connsiteX944" fmla="*/ 45427 w 7467600"/>
              <a:gd name="connsiteY944" fmla="*/ 101078 h 6858000"/>
              <a:gd name="connsiteX945" fmla="*/ 630103 w 7467600"/>
              <a:gd name="connsiteY945" fmla="*/ 485885 h 6858000"/>
              <a:gd name="connsiteX946" fmla="*/ 532040 w 7467600"/>
              <a:gd name="connsiteY946" fmla="*/ 399359 h 6858000"/>
              <a:gd name="connsiteX947" fmla="*/ 517618 w 7467600"/>
              <a:gd name="connsiteY947" fmla="*/ 385726 h 6858000"/>
              <a:gd name="connsiteX948" fmla="*/ 285074 w 7467600"/>
              <a:gd name="connsiteY948" fmla="*/ 182755 h 6858000"/>
              <a:gd name="connsiteX949" fmla="*/ 43151 w 7467600"/>
              <a:gd name="connsiteY94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05948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1019354 w 7467600"/>
              <a:gd name="connsiteY17" fmla="*/ 6315006 h 6858000"/>
              <a:gd name="connsiteX18" fmla="*/ 441046 w 7467600"/>
              <a:gd name="connsiteY18" fmla="*/ 6691153 h 6858000"/>
              <a:gd name="connsiteX19" fmla="*/ 1019354 w 7467600"/>
              <a:gd name="connsiteY19" fmla="*/ 6315006 h 6858000"/>
              <a:gd name="connsiteX20" fmla="*/ 991680 w 7467600"/>
              <a:gd name="connsiteY20" fmla="*/ 6298413 h 6858000"/>
              <a:gd name="connsiteX21" fmla="*/ 409060 w 7467600"/>
              <a:gd name="connsiteY21" fmla="*/ 6671470 h 6858000"/>
              <a:gd name="connsiteX22" fmla="*/ 991680 w 7467600"/>
              <a:gd name="connsiteY22" fmla="*/ 6298413 h 6858000"/>
              <a:gd name="connsiteX23" fmla="*/ 103333 w 7467600"/>
              <a:gd name="connsiteY23" fmla="*/ 5699602 h 6858000"/>
              <a:gd name="connsiteX24" fmla="*/ 233938 w 7467600"/>
              <a:gd name="connsiteY24" fmla="*/ 5809416 h 6858000"/>
              <a:gd name="connsiteX25" fmla="*/ 883580 w 7467600"/>
              <a:gd name="connsiteY25" fmla="*/ 6180710 h 6858000"/>
              <a:gd name="connsiteX26" fmla="*/ 487337 w 7467600"/>
              <a:gd name="connsiteY26" fmla="*/ 5950182 h 6858000"/>
              <a:gd name="connsiteX27" fmla="*/ 354051 w 7467600"/>
              <a:gd name="connsiteY27" fmla="*/ 5854912 h 6858000"/>
              <a:gd name="connsiteX28" fmla="*/ 195436 w 7467600"/>
              <a:gd name="connsiteY28" fmla="*/ 5755068 h 6858000"/>
              <a:gd name="connsiteX29" fmla="*/ 103333 w 7467600"/>
              <a:gd name="connsiteY29" fmla="*/ 5699602 h 6858000"/>
              <a:gd name="connsiteX30" fmla="*/ 5539432 w 7467600"/>
              <a:gd name="connsiteY30" fmla="*/ 5642928 h 6858000"/>
              <a:gd name="connsiteX31" fmla="*/ 5555462 w 7467600"/>
              <a:gd name="connsiteY31" fmla="*/ 5694454 h 6858000"/>
              <a:gd name="connsiteX32" fmla="*/ 5828270 w 7467600"/>
              <a:gd name="connsiteY32" fmla="*/ 6320663 h 6858000"/>
              <a:gd name="connsiteX33" fmla="*/ 5947416 w 7467600"/>
              <a:gd name="connsiteY33" fmla="*/ 6574846 h 6858000"/>
              <a:gd name="connsiteX34" fmla="*/ 5539432 w 7467600"/>
              <a:gd name="connsiteY34" fmla="*/ 5642928 h 6858000"/>
              <a:gd name="connsiteX35" fmla="*/ 51253 w 7467600"/>
              <a:gd name="connsiteY35" fmla="*/ 5631825 h 6858000"/>
              <a:gd name="connsiteX36" fmla="*/ 211622 w 7467600"/>
              <a:gd name="connsiteY36" fmla="*/ 5728803 h 6858000"/>
              <a:gd name="connsiteX37" fmla="*/ 371652 w 7467600"/>
              <a:gd name="connsiteY37" fmla="*/ 5829062 h 6858000"/>
              <a:gd name="connsiteX38" fmla="*/ 505903 w 7467600"/>
              <a:gd name="connsiteY38" fmla="*/ 5925221 h 6858000"/>
              <a:gd name="connsiteX39" fmla="*/ 899240 w 7467600"/>
              <a:gd name="connsiteY39" fmla="*/ 6153068 h 6858000"/>
              <a:gd name="connsiteX40" fmla="*/ 988114 w 7467600"/>
              <a:gd name="connsiteY40" fmla="*/ 6174204 h 6858000"/>
              <a:gd name="connsiteX41" fmla="*/ 845971 w 7467600"/>
              <a:gd name="connsiteY41" fmla="*/ 6067177 h 6858000"/>
              <a:gd name="connsiteX42" fmla="*/ 448057 w 7467600"/>
              <a:gd name="connsiteY42" fmla="*/ 5841376 h 6858000"/>
              <a:gd name="connsiteX43" fmla="*/ 51253 w 7467600"/>
              <a:gd name="connsiteY43" fmla="*/ 5631825 h 6858000"/>
              <a:gd name="connsiteX44" fmla="*/ 2606687 w 7467600"/>
              <a:gd name="connsiteY44" fmla="*/ 5630718 h 6858000"/>
              <a:gd name="connsiteX45" fmla="*/ 2645658 w 7467600"/>
              <a:gd name="connsiteY45" fmla="*/ 6640259 h 6858000"/>
              <a:gd name="connsiteX46" fmla="*/ 2606687 w 7467600"/>
              <a:gd name="connsiteY46" fmla="*/ 5630718 h 6858000"/>
              <a:gd name="connsiteX47" fmla="*/ 3642057 w 7467600"/>
              <a:gd name="connsiteY47" fmla="*/ 5573487 h 6858000"/>
              <a:gd name="connsiteX48" fmla="*/ 3632981 w 7467600"/>
              <a:gd name="connsiteY48" fmla="*/ 5579437 h 6858000"/>
              <a:gd name="connsiteX49" fmla="*/ 3382436 w 7467600"/>
              <a:gd name="connsiteY49" fmla="*/ 5952726 h 6858000"/>
              <a:gd name="connsiteX50" fmla="*/ 3191929 w 7467600"/>
              <a:gd name="connsiteY50" fmla="*/ 6662669 h 6858000"/>
              <a:gd name="connsiteX51" fmla="*/ 3369898 w 7467600"/>
              <a:gd name="connsiteY51" fmla="*/ 6081771 h 6858000"/>
              <a:gd name="connsiteX52" fmla="*/ 3642057 w 7467600"/>
              <a:gd name="connsiteY52" fmla="*/ 5573487 h 6858000"/>
              <a:gd name="connsiteX53" fmla="*/ 2650666 w 7467600"/>
              <a:gd name="connsiteY53" fmla="*/ 5530686 h 6858000"/>
              <a:gd name="connsiteX54" fmla="*/ 2650249 w 7467600"/>
              <a:gd name="connsiteY54" fmla="*/ 5532101 h 6858000"/>
              <a:gd name="connsiteX55" fmla="*/ 2663808 w 7467600"/>
              <a:gd name="connsiteY55" fmla="*/ 6535215 h 6858000"/>
              <a:gd name="connsiteX56" fmla="*/ 2665418 w 7467600"/>
              <a:gd name="connsiteY56" fmla="*/ 6132756 h 6858000"/>
              <a:gd name="connsiteX57" fmla="*/ 2650666 w 7467600"/>
              <a:gd name="connsiteY57" fmla="*/ 5530686 h 6858000"/>
              <a:gd name="connsiteX58" fmla="*/ 2680277 w 7467600"/>
              <a:gd name="connsiteY58" fmla="*/ 5479204 h 6858000"/>
              <a:gd name="connsiteX59" fmla="*/ 2678972 w 7467600"/>
              <a:gd name="connsiteY59" fmla="*/ 5481582 h 6858000"/>
              <a:gd name="connsiteX60" fmla="*/ 2696666 w 7467600"/>
              <a:gd name="connsiteY60" fmla="*/ 6133836 h 6858000"/>
              <a:gd name="connsiteX61" fmla="*/ 2695769 w 7467600"/>
              <a:gd name="connsiteY61" fmla="*/ 6390955 h 6858000"/>
              <a:gd name="connsiteX62" fmla="*/ 2739893 w 7467600"/>
              <a:gd name="connsiteY62" fmla="*/ 6108357 h 6858000"/>
              <a:gd name="connsiteX63" fmla="*/ 2680277 w 7467600"/>
              <a:gd name="connsiteY63" fmla="*/ 5479204 h 6858000"/>
              <a:gd name="connsiteX64" fmla="*/ 1132195 w 7467600"/>
              <a:gd name="connsiteY64" fmla="*/ 5467980 h 6858000"/>
              <a:gd name="connsiteX65" fmla="*/ 1679056 w 7467600"/>
              <a:gd name="connsiteY65" fmla="*/ 5516907 h 6858000"/>
              <a:gd name="connsiteX66" fmla="*/ 2128648 w 7467600"/>
              <a:gd name="connsiteY66" fmla="*/ 5474249 h 6858000"/>
              <a:gd name="connsiteX67" fmla="*/ 1825619 w 7467600"/>
              <a:gd name="connsiteY67" fmla="*/ 5478447 h 6858000"/>
              <a:gd name="connsiteX68" fmla="*/ 1737798 w 7467600"/>
              <a:gd name="connsiteY68" fmla="*/ 5483353 h 6858000"/>
              <a:gd name="connsiteX69" fmla="*/ 1132195 w 7467600"/>
              <a:gd name="connsiteY69" fmla="*/ 5467980 h 6858000"/>
              <a:gd name="connsiteX70" fmla="*/ 1456157 w 7467600"/>
              <a:gd name="connsiteY70" fmla="*/ 5371404 h 6858000"/>
              <a:gd name="connsiteX71" fmla="*/ 1244432 w 7467600"/>
              <a:gd name="connsiteY71" fmla="*/ 5385601 h 6858000"/>
              <a:gd name="connsiteX72" fmla="*/ 973990 w 7467600"/>
              <a:gd name="connsiteY72" fmla="*/ 5424940 h 6858000"/>
              <a:gd name="connsiteX73" fmla="*/ 1103809 w 7467600"/>
              <a:gd name="connsiteY73" fmla="*/ 5433720 h 6858000"/>
              <a:gd name="connsiteX74" fmla="*/ 1123454 w 7467600"/>
              <a:gd name="connsiteY74" fmla="*/ 5435727 h 6858000"/>
              <a:gd name="connsiteX75" fmla="*/ 1737017 w 7467600"/>
              <a:gd name="connsiteY75" fmla="*/ 5452183 h 6858000"/>
              <a:gd name="connsiteX76" fmla="*/ 1824397 w 7467600"/>
              <a:gd name="connsiteY76" fmla="*/ 5447757 h 6858000"/>
              <a:gd name="connsiteX77" fmla="*/ 2070059 w 7467600"/>
              <a:gd name="connsiteY77" fmla="*/ 5441660 h 6858000"/>
              <a:gd name="connsiteX78" fmla="*/ 1456157 w 7467600"/>
              <a:gd name="connsiteY78" fmla="*/ 5371404 h 6858000"/>
              <a:gd name="connsiteX79" fmla="*/ 4988186 w 7467600"/>
              <a:gd name="connsiteY79" fmla="*/ 5216467 h 6858000"/>
              <a:gd name="connsiteX80" fmla="*/ 4777334 w 7467600"/>
              <a:gd name="connsiteY80" fmla="*/ 5406072 h 6858000"/>
              <a:gd name="connsiteX81" fmla="*/ 4718341 w 7467600"/>
              <a:gd name="connsiteY81" fmla="*/ 5468043 h 6858000"/>
              <a:gd name="connsiteX82" fmla="*/ 4604655 w 7467600"/>
              <a:gd name="connsiteY82" fmla="*/ 5583434 h 6858000"/>
              <a:gd name="connsiteX83" fmla="*/ 4565074 w 7467600"/>
              <a:gd name="connsiteY83" fmla="*/ 5618550 h 6858000"/>
              <a:gd name="connsiteX84" fmla="*/ 4988186 w 7467600"/>
              <a:gd name="connsiteY84" fmla="*/ 5216467 h 6858000"/>
              <a:gd name="connsiteX85" fmla="*/ 4978032 w 7467600"/>
              <a:gd name="connsiteY85" fmla="*/ 5183809 h 6858000"/>
              <a:gd name="connsiteX86" fmla="*/ 4463413 w 7467600"/>
              <a:gd name="connsiteY86" fmla="*/ 5615162 h 6858000"/>
              <a:gd name="connsiteX87" fmla="*/ 4358134 w 7467600"/>
              <a:gd name="connsiteY87" fmla="*/ 5742791 h 6858000"/>
              <a:gd name="connsiteX88" fmla="*/ 4376219 w 7467600"/>
              <a:gd name="connsiteY88" fmla="*/ 5729027 h 6858000"/>
              <a:gd name="connsiteX89" fmla="*/ 4582340 w 7467600"/>
              <a:gd name="connsiteY89" fmla="*/ 5561037 h 6858000"/>
              <a:gd name="connsiteX90" fmla="*/ 4694684 w 7467600"/>
              <a:gd name="connsiteY90" fmla="*/ 5447098 h 6858000"/>
              <a:gd name="connsiteX91" fmla="*/ 4754123 w 7467600"/>
              <a:gd name="connsiteY91" fmla="*/ 5384643 h 6858000"/>
              <a:gd name="connsiteX92" fmla="*/ 4978032 w 7467600"/>
              <a:gd name="connsiteY92" fmla="*/ 5183809 h 6858000"/>
              <a:gd name="connsiteX93" fmla="*/ 1903353 w 7467600"/>
              <a:gd name="connsiteY93" fmla="*/ 5044827 h 6858000"/>
              <a:gd name="connsiteX94" fmla="*/ 1936931 w 7467600"/>
              <a:gd name="connsiteY94" fmla="*/ 5093954 h 6858000"/>
              <a:gd name="connsiteX95" fmla="*/ 2195868 w 7467600"/>
              <a:gd name="connsiteY95" fmla="*/ 5396574 h 6858000"/>
              <a:gd name="connsiteX96" fmla="*/ 2088852 w 7467600"/>
              <a:gd name="connsiteY96" fmla="*/ 5166123 h 6858000"/>
              <a:gd name="connsiteX97" fmla="*/ 1958241 w 7467600"/>
              <a:gd name="connsiteY97" fmla="*/ 5067955 h 6858000"/>
              <a:gd name="connsiteX98" fmla="*/ 1903353 w 7467600"/>
              <a:gd name="connsiteY98" fmla="*/ 5044827 h 6858000"/>
              <a:gd name="connsiteX99" fmla="*/ 1979378 w 7467600"/>
              <a:gd name="connsiteY99" fmla="*/ 4769504 h 6858000"/>
              <a:gd name="connsiteX100" fmla="*/ 2882120 w 7467600"/>
              <a:gd name="connsiteY100" fmla="*/ 5064547 h 6858000"/>
              <a:gd name="connsiteX101" fmla="*/ 2793103 w 7467600"/>
              <a:gd name="connsiteY101" fmla="*/ 5039699 h 6858000"/>
              <a:gd name="connsiteX102" fmla="*/ 2770041 w 7467600"/>
              <a:gd name="connsiteY102" fmla="*/ 5033634 h 6858000"/>
              <a:gd name="connsiteX103" fmla="*/ 1979378 w 7467600"/>
              <a:gd name="connsiteY103" fmla="*/ 4769504 h 6858000"/>
              <a:gd name="connsiteX104" fmla="*/ 1927410 w 7467600"/>
              <a:gd name="connsiteY104" fmla="*/ 4716164 h 6858000"/>
              <a:gd name="connsiteX105" fmla="*/ 1959587 w 7467600"/>
              <a:gd name="connsiteY105" fmla="*/ 4728849 h 6858000"/>
              <a:gd name="connsiteX106" fmla="*/ 2777707 w 7467600"/>
              <a:gd name="connsiteY106" fmla="*/ 5003991 h 6858000"/>
              <a:gd name="connsiteX107" fmla="*/ 2800768 w 7467600"/>
              <a:gd name="connsiteY107" fmla="*/ 5010056 h 6858000"/>
              <a:gd name="connsiteX108" fmla="*/ 2879408 w 7467600"/>
              <a:gd name="connsiteY108" fmla="*/ 5031590 h 6858000"/>
              <a:gd name="connsiteX109" fmla="*/ 2862295 w 7467600"/>
              <a:gd name="connsiteY109" fmla="*/ 5022958 h 6858000"/>
              <a:gd name="connsiteX110" fmla="*/ 2813343 w 7467600"/>
              <a:gd name="connsiteY110" fmla="*/ 4998369 h 6858000"/>
              <a:gd name="connsiteX111" fmla="*/ 2646245 w 7467600"/>
              <a:gd name="connsiteY111" fmla="*/ 4930999 h 6858000"/>
              <a:gd name="connsiteX112" fmla="*/ 1999243 w 7467600"/>
              <a:gd name="connsiteY112" fmla="*/ 4730524 h 6858000"/>
              <a:gd name="connsiteX113" fmla="*/ 1979527 w 7467600"/>
              <a:gd name="connsiteY113" fmla="*/ 4726651 h 6858000"/>
              <a:gd name="connsiteX114" fmla="*/ 1927410 w 7467600"/>
              <a:gd name="connsiteY114" fmla="*/ 4716164 h 6858000"/>
              <a:gd name="connsiteX115" fmla="*/ 1997014 w 7467600"/>
              <a:gd name="connsiteY115" fmla="*/ 4698007 h 6858000"/>
              <a:gd name="connsiteX116" fmla="*/ 2005458 w 7467600"/>
              <a:gd name="connsiteY116" fmla="*/ 4699540 h 6858000"/>
              <a:gd name="connsiteX117" fmla="*/ 2657186 w 7467600"/>
              <a:gd name="connsiteY117" fmla="*/ 4901687 h 6858000"/>
              <a:gd name="connsiteX118" fmla="*/ 2826662 w 7467600"/>
              <a:gd name="connsiteY118" fmla="*/ 4970362 h 6858000"/>
              <a:gd name="connsiteX119" fmla="*/ 2876100 w 7467600"/>
              <a:gd name="connsiteY119" fmla="*/ 4995397 h 6858000"/>
              <a:gd name="connsiteX120" fmla="*/ 3042600 w 7467600"/>
              <a:gd name="connsiteY120" fmla="*/ 5059532 h 6858000"/>
              <a:gd name="connsiteX121" fmla="*/ 1997014 w 7467600"/>
              <a:gd name="connsiteY121" fmla="*/ 4698007 h 6858000"/>
              <a:gd name="connsiteX122" fmla="*/ 2305292 w 7467600"/>
              <a:gd name="connsiteY122" fmla="*/ 4219492 h 6858000"/>
              <a:gd name="connsiteX123" fmla="*/ 3360922 w 7467600"/>
              <a:gd name="connsiteY123" fmla="*/ 4529373 h 6858000"/>
              <a:gd name="connsiteX124" fmla="*/ 3492420 w 7467600"/>
              <a:gd name="connsiteY124" fmla="*/ 4510145 h 6858000"/>
              <a:gd name="connsiteX125" fmla="*/ 3364086 w 7467600"/>
              <a:gd name="connsiteY125" fmla="*/ 4480340 h 6858000"/>
              <a:gd name="connsiteX126" fmla="*/ 3225818 w 7467600"/>
              <a:gd name="connsiteY126" fmla="*/ 4411822 h 6858000"/>
              <a:gd name="connsiteX127" fmla="*/ 3129696 w 7467600"/>
              <a:gd name="connsiteY127" fmla="*/ 4360704 h 6858000"/>
              <a:gd name="connsiteX128" fmla="*/ 2814545 w 7467600"/>
              <a:gd name="connsiteY128" fmla="*/ 4282955 h 6858000"/>
              <a:gd name="connsiteX129" fmla="*/ 2305292 w 7467600"/>
              <a:gd name="connsiteY129" fmla="*/ 4219492 h 6858000"/>
              <a:gd name="connsiteX130" fmla="*/ 2626982 w 7467600"/>
              <a:gd name="connsiteY130" fmla="*/ 4206450 h 6858000"/>
              <a:gd name="connsiteX131" fmla="*/ 2490617 w 7467600"/>
              <a:gd name="connsiteY131" fmla="*/ 4206951 h 6858000"/>
              <a:gd name="connsiteX132" fmla="*/ 2819869 w 7467600"/>
              <a:gd name="connsiteY132" fmla="*/ 4252936 h 6858000"/>
              <a:gd name="connsiteX133" fmla="*/ 3143018 w 7467600"/>
              <a:gd name="connsiteY133" fmla="*/ 4332698 h 6858000"/>
              <a:gd name="connsiteX134" fmla="*/ 3241520 w 7467600"/>
              <a:gd name="connsiteY134" fmla="*/ 4385112 h 6858000"/>
              <a:gd name="connsiteX135" fmla="*/ 3374575 w 7467600"/>
              <a:gd name="connsiteY135" fmla="*/ 4451517 h 6858000"/>
              <a:gd name="connsiteX136" fmla="*/ 3505221 w 7467600"/>
              <a:gd name="connsiteY136" fmla="*/ 4480757 h 6858000"/>
              <a:gd name="connsiteX137" fmla="*/ 2626982 w 7467600"/>
              <a:gd name="connsiteY137" fmla="*/ 4206450 h 6858000"/>
              <a:gd name="connsiteX138" fmla="*/ 1310106 w 7467600"/>
              <a:gd name="connsiteY138" fmla="*/ 3943217 h 6858000"/>
              <a:gd name="connsiteX139" fmla="*/ 854994 w 7467600"/>
              <a:gd name="connsiteY139" fmla="*/ 4399136 h 6858000"/>
              <a:gd name="connsiteX140" fmla="*/ 742462 w 7467600"/>
              <a:gd name="connsiteY140" fmla="*/ 4594648 h 6858000"/>
              <a:gd name="connsiteX141" fmla="*/ 820602 w 7467600"/>
              <a:gd name="connsiteY141" fmla="*/ 4485915 h 6858000"/>
              <a:gd name="connsiteX142" fmla="*/ 878295 w 7467600"/>
              <a:gd name="connsiteY142" fmla="*/ 4403594 h 6858000"/>
              <a:gd name="connsiteX143" fmla="*/ 1240607 w 7467600"/>
              <a:gd name="connsiteY143" fmla="*/ 4010401 h 6858000"/>
              <a:gd name="connsiteX144" fmla="*/ 1310106 w 7467600"/>
              <a:gd name="connsiteY144" fmla="*/ 3943217 h 6858000"/>
              <a:gd name="connsiteX145" fmla="*/ 1423113 w 7467600"/>
              <a:gd name="connsiteY145" fmla="*/ 3874565 h 6858000"/>
              <a:gd name="connsiteX146" fmla="*/ 1260565 w 7467600"/>
              <a:gd name="connsiteY146" fmla="*/ 4031982 h 6858000"/>
              <a:gd name="connsiteX147" fmla="*/ 901900 w 7467600"/>
              <a:gd name="connsiteY147" fmla="*/ 4421236 h 6858000"/>
              <a:gd name="connsiteX148" fmla="*/ 845044 w 7467600"/>
              <a:gd name="connsiteY148" fmla="*/ 4502436 h 6858000"/>
              <a:gd name="connsiteX149" fmla="*/ 685926 w 7467600"/>
              <a:gd name="connsiteY149" fmla="*/ 4703069 h 6858000"/>
              <a:gd name="connsiteX150" fmla="*/ 684248 w 7467600"/>
              <a:gd name="connsiteY150" fmla="*/ 4706721 h 6858000"/>
              <a:gd name="connsiteX151" fmla="*/ 1423113 w 7467600"/>
              <a:gd name="connsiteY151" fmla="*/ 3874565 h 6858000"/>
              <a:gd name="connsiteX152" fmla="*/ 3316479 w 7467600"/>
              <a:gd name="connsiteY152" fmla="*/ 3872136 h 6858000"/>
              <a:gd name="connsiteX153" fmla="*/ 3546806 w 7467600"/>
              <a:gd name="connsiteY153" fmla="*/ 4356139 h 6858000"/>
              <a:gd name="connsiteX154" fmla="*/ 3364433 w 7467600"/>
              <a:gd name="connsiteY154" fmla="*/ 3953121 h 6858000"/>
              <a:gd name="connsiteX155" fmla="*/ 3316479 w 7467600"/>
              <a:gd name="connsiteY155" fmla="*/ 3872136 h 6858000"/>
              <a:gd name="connsiteX156" fmla="*/ 3291335 w 7467600"/>
              <a:gd name="connsiteY156" fmla="*/ 3767420 h 6858000"/>
              <a:gd name="connsiteX157" fmla="*/ 3390805 w 7467600"/>
              <a:gd name="connsiteY157" fmla="*/ 3937163 h 6858000"/>
              <a:gd name="connsiteX158" fmla="*/ 3579062 w 7467600"/>
              <a:gd name="connsiteY158" fmla="*/ 4359040 h 6858000"/>
              <a:gd name="connsiteX159" fmla="*/ 3467355 w 7467600"/>
              <a:gd name="connsiteY159" fmla="*/ 3988130 h 6858000"/>
              <a:gd name="connsiteX160" fmla="*/ 3310753 w 7467600"/>
              <a:gd name="connsiteY160" fmla="*/ 3787140 h 6858000"/>
              <a:gd name="connsiteX161" fmla="*/ 3291335 w 7467600"/>
              <a:gd name="connsiteY161" fmla="*/ 3767420 h 6858000"/>
              <a:gd name="connsiteX162" fmla="*/ 1635889 w 7467600"/>
              <a:gd name="connsiteY162" fmla="*/ 3709494 h 6858000"/>
              <a:gd name="connsiteX163" fmla="*/ 1634800 w 7467600"/>
              <a:gd name="connsiteY163" fmla="*/ 3731111 h 6858000"/>
              <a:gd name="connsiteX164" fmla="*/ 1635889 w 7467600"/>
              <a:gd name="connsiteY164" fmla="*/ 3709494 h 6858000"/>
              <a:gd name="connsiteX165" fmla="*/ 1510397 w 7467600"/>
              <a:gd name="connsiteY165" fmla="*/ 3684705 h 6858000"/>
              <a:gd name="connsiteX166" fmla="*/ 1146550 w 7467600"/>
              <a:gd name="connsiteY166" fmla="*/ 3802012 h 6858000"/>
              <a:gd name="connsiteX167" fmla="*/ 698834 w 7467600"/>
              <a:gd name="connsiteY167" fmla="*/ 3952272 h 6858000"/>
              <a:gd name="connsiteX168" fmla="*/ 34256 w 7467600"/>
              <a:gd name="connsiteY168" fmla="*/ 4347603 h 6858000"/>
              <a:gd name="connsiteX169" fmla="*/ 527241 w 7467600"/>
              <a:gd name="connsiteY169" fmla="*/ 4065078 h 6858000"/>
              <a:gd name="connsiteX170" fmla="*/ 1510397 w 7467600"/>
              <a:gd name="connsiteY170" fmla="*/ 3684705 h 6858000"/>
              <a:gd name="connsiteX171" fmla="*/ 1313114 w 7467600"/>
              <a:gd name="connsiteY171" fmla="*/ 3655216 h 6858000"/>
              <a:gd name="connsiteX172" fmla="*/ 1109304 w 7467600"/>
              <a:gd name="connsiteY172" fmla="*/ 3669030 h 6858000"/>
              <a:gd name="connsiteX173" fmla="*/ 8129 w 7467600"/>
              <a:gd name="connsiteY173" fmla="*/ 4330519 h 6858000"/>
              <a:gd name="connsiteX174" fmla="*/ 687572 w 7467600"/>
              <a:gd name="connsiteY174" fmla="*/ 3925629 h 6858000"/>
              <a:gd name="connsiteX175" fmla="*/ 1138365 w 7467600"/>
              <a:gd name="connsiteY175" fmla="*/ 3774515 h 6858000"/>
              <a:gd name="connsiteX176" fmla="*/ 1505579 w 7467600"/>
              <a:gd name="connsiteY176" fmla="*/ 3655526 h 6858000"/>
              <a:gd name="connsiteX177" fmla="*/ 1313114 w 7467600"/>
              <a:gd name="connsiteY177" fmla="*/ 3655216 h 6858000"/>
              <a:gd name="connsiteX178" fmla="*/ 3655073 w 7467600"/>
              <a:gd name="connsiteY178" fmla="*/ 3650884 h 6858000"/>
              <a:gd name="connsiteX179" fmla="*/ 3989938 w 7467600"/>
              <a:gd name="connsiteY179" fmla="*/ 3991685 h 6858000"/>
              <a:gd name="connsiteX180" fmla="*/ 4393907 w 7467600"/>
              <a:gd name="connsiteY180" fmla="*/ 4261258 h 6858000"/>
              <a:gd name="connsiteX181" fmla="*/ 4648051 w 7467600"/>
              <a:gd name="connsiteY181" fmla="*/ 4374051 h 6858000"/>
              <a:gd name="connsiteX182" fmla="*/ 4383389 w 7467600"/>
              <a:gd name="connsiteY182" fmla="*/ 4184369 h 6858000"/>
              <a:gd name="connsiteX183" fmla="*/ 4165508 w 7467600"/>
              <a:gd name="connsiteY183" fmla="*/ 4035196 h 6858000"/>
              <a:gd name="connsiteX184" fmla="*/ 4068162 w 7467600"/>
              <a:gd name="connsiteY184" fmla="*/ 3953394 h 6858000"/>
              <a:gd name="connsiteX185" fmla="*/ 3981416 w 7467600"/>
              <a:gd name="connsiteY185" fmla="*/ 3880482 h 6858000"/>
              <a:gd name="connsiteX186" fmla="*/ 3800147 w 7467600"/>
              <a:gd name="connsiteY186" fmla="*/ 3749872 h 6858000"/>
              <a:gd name="connsiteX187" fmla="*/ 3655073 w 7467600"/>
              <a:gd name="connsiteY187" fmla="*/ 3650884 h 6858000"/>
              <a:gd name="connsiteX188" fmla="*/ 3670252 w 7467600"/>
              <a:gd name="connsiteY188" fmla="*/ 3622798 h 6858000"/>
              <a:gd name="connsiteX189" fmla="*/ 3817258 w 7467600"/>
              <a:gd name="connsiteY189" fmla="*/ 3723577 h 6858000"/>
              <a:gd name="connsiteX190" fmla="*/ 4000461 w 7467600"/>
              <a:gd name="connsiteY190" fmla="*/ 3855966 h 6858000"/>
              <a:gd name="connsiteX191" fmla="*/ 4088180 w 7467600"/>
              <a:gd name="connsiteY191" fmla="*/ 3929774 h 6858000"/>
              <a:gd name="connsiteX192" fmla="*/ 4184555 w 7467600"/>
              <a:gd name="connsiteY192" fmla="*/ 4010683 h 6858000"/>
              <a:gd name="connsiteX193" fmla="*/ 4399563 w 7467600"/>
              <a:gd name="connsiteY193" fmla="*/ 4158106 h 6858000"/>
              <a:gd name="connsiteX194" fmla="*/ 4684469 w 7467600"/>
              <a:gd name="connsiteY194" fmla="*/ 4364680 h 6858000"/>
              <a:gd name="connsiteX195" fmla="*/ 4690271 w 7467600"/>
              <a:gd name="connsiteY195" fmla="*/ 4370034 h 6858000"/>
              <a:gd name="connsiteX196" fmla="*/ 4136093 w 7467600"/>
              <a:gd name="connsiteY196" fmla="*/ 3858466 h 6858000"/>
              <a:gd name="connsiteX197" fmla="*/ 3670252 w 7467600"/>
              <a:gd name="connsiteY197" fmla="*/ 3622798 h 6858000"/>
              <a:gd name="connsiteX198" fmla="*/ 4440129 w 7467600"/>
              <a:gd name="connsiteY198" fmla="*/ 3448571 h 6858000"/>
              <a:gd name="connsiteX199" fmla="*/ 4856525 w 7467600"/>
              <a:gd name="connsiteY199" fmla="*/ 3915351 h 6858000"/>
              <a:gd name="connsiteX200" fmla="*/ 5059055 w 7467600"/>
              <a:gd name="connsiteY200" fmla="*/ 4108918 h 6858000"/>
              <a:gd name="connsiteX201" fmla="*/ 5290070 w 7467600"/>
              <a:gd name="connsiteY201" fmla="*/ 4263619 h 6858000"/>
              <a:gd name="connsiteX202" fmla="*/ 4834991 w 7467600"/>
              <a:gd name="connsiteY202" fmla="*/ 3830985 h 6858000"/>
              <a:gd name="connsiteX203" fmla="*/ 4440129 w 7467600"/>
              <a:gd name="connsiteY203" fmla="*/ 3448571 h 6858000"/>
              <a:gd name="connsiteX204" fmla="*/ 4441737 w 7467600"/>
              <a:gd name="connsiteY204" fmla="*/ 3399734 h 6858000"/>
              <a:gd name="connsiteX205" fmla="*/ 4431236 w 7467600"/>
              <a:gd name="connsiteY205" fmla="*/ 3400954 h 6858000"/>
              <a:gd name="connsiteX206" fmla="*/ 4557150 w 7467600"/>
              <a:gd name="connsiteY206" fmla="*/ 3510023 h 6858000"/>
              <a:gd name="connsiteX207" fmla="*/ 4856936 w 7467600"/>
              <a:gd name="connsiteY207" fmla="*/ 3809146 h 6858000"/>
              <a:gd name="connsiteX208" fmla="*/ 5111996 w 7467600"/>
              <a:gd name="connsiteY208" fmla="*/ 4065759 h 6858000"/>
              <a:gd name="connsiteX209" fmla="*/ 5388878 w 7467600"/>
              <a:gd name="connsiteY209" fmla="*/ 4300185 h 6858000"/>
              <a:gd name="connsiteX210" fmla="*/ 5425556 w 7467600"/>
              <a:gd name="connsiteY210" fmla="*/ 4308967 h 6858000"/>
              <a:gd name="connsiteX211" fmla="*/ 4943646 w 7467600"/>
              <a:gd name="connsiteY211" fmla="*/ 3822916 h 6858000"/>
              <a:gd name="connsiteX212" fmla="*/ 4594837 w 7467600"/>
              <a:gd name="connsiteY212" fmla="*/ 3532274 h 6858000"/>
              <a:gd name="connsiteX213" fmla="*/ 4441737 w 7467600"/>
              <a:gd name="connsiteY213" fmla="*/ 3399734 h 6858000"/>
              <a:gd name="connsiteX214" fmla="*/ 5425834 w 7467600"/>
              <a:gd name="connsiteY214" fmla="*/ 3162785 h 6858000"/>
              <a:gd name="connsiteX215" fmla="*/ 5401644 w 7467600"/>
              <a:gd name="connsiteY215" fmla="*/ 3617847 h 6858000"/>
              <a:gd name="connsiteX216" fmla="*/ 5467256 w 7467600"/>
              <a:gd name="connsiteY216" fmla="*/ 4175494 h 6858000"/>
              <a:gd name="connsiteX217" fmla="*/ 5448069 w 7467600"/>
              <a:gd name="connsiteY217" fmla="*/ 3567554 h 6858000"/>
              <a:gd name="connsiteX218" fmla="*/ 5425834 w 7467600"/>
              <a:gd name="connsiteY218" fmla="*/ 3162785 h 6858000"/>
              <a:gd name="connsiteX219" fmla="*/ 1318687 w 7467600"/>
              <a:gd name="connsiteY219" fmla="*/ 3113840 h 6858000"/>
              <a:gd name="connsiteX220" fmla="*/ 1066793 w 7467600"/>
              <a:gd name="connsiteY220" fmla="*/ 3212171 h 6858000"/>
              <a:gd name="connsiteX221" fmla="*/ 993319 w 7467600"/>
              <a:gd name="connsiteY221" fmla="*/ 3247648 h 6858000"/>
              <a:gd name="connsiteX222" fmla="*/ 853081 w 7467600"/>
              <a:gd name="connsiteY222" fmla="*/ 3312410 h 6858000"/>
              <a:gd name="connsiteX223" fmla="*/ 805957 w 7467600"/>
              <a:gd name="connsiteY223" fmla="*/ 3330443 h 6858000"/>
              <a:gd name="connsiteX224" fmla="*/ 1318687 w 7467600"/>
              <a:gd name="connsiteY224" fmla="*/ 3113840 h 6858000"/>
              <a:gd name="connsiteX225" fmla="*/ 5453702 w 7467600"/>
              <a:gd name="connsiteY225" fmla="*/ 3090882 h 6858000"/>
              <a:gd name="connsiteX226" fmla="*/ 5480135 w 7467600"/>
              <a:gd name="connsiteY226" fmla="*/ 3565802 h 6858000"/>
              <a:gd name="connsiteX227" fmla="*/ 5499023 w 7467600"/>
              <a:gd name="connsiteY227" fmla="*/ 4166310 h 6858000"/>
              <a:gd name="connsiteX228" fmla="*/ 5547022 w 7467600"/>
              <a:gd name="connsiteY228" fmla="*/ 3607838 h 6858000"/>
              <a:gd name="connsiteX229" fmla="*/ 5515964 w 7467600"/>
              <a:gd name="connsiteY229" fmla="*/ 3378541 h 6858000"/>
              <a:gd name="connsiteX230" fmla="*/ 5453702 w 7467600"/>
              <a:gd name="connsiteY230" fmla="*/ 3090882 h 6858000"/>
              <a:gd name="connsiteX231" fmla="*/ 1238695 w 7467600"/>
              <a:gd name="connsiteY231" fmla="*/ 3076820 h 6858000"/>
              <a:gd name="connsiteX232" fmla="*/ 716371 w 7467600"/>
              <a:gd name="connsiteY232" fmla="*/ 3293249 h 6858000"/>
              <a:gd name="connsiteX233" fmla="*/ 579522 w 7467600"/>
              <a:gd name="connsiteY233" fmla="*/ 3371759 h 6858000"/>
              <a:gd name="connsiteX234" fmla="*/ 600288 w 7467600"/>
              <a:gd name="connsiteY234" fmla="*/ 3365555 h 6858000"/>
              <a:gd name="connsiteX235" fmla="*/ 840692 w 7467600"/>
              <a:gd name="connsiteY235" fmla="*/ 3284921 h 6858000"/>
              <a:gd name="connsiteX236" fmla="*/ 979248 w 7467600"/>
              <a:gd name="connsiteY236" fmla="*/ 3221003 h 6858000"/>
              <a:gd name="connsiteX237" fmla="*/ 1053282 w 7467600"/>
              <a:gd name="connsiteY237" fmla="*/ 3185247 h 6858000"/>
              <a:gd name="connsiteX238" fmla="*/ 1320603 w 7467600"/>
              <a:gd name="connsiteY238" fmla="*/ 3081281 h 6858000"/>
              <a:gd name="connsiteX239" fmla="*/ 1238695 w 7467600"/>
              <a:gd name="connsiteY239" fmla="*/ 3076820 h 6858000"/>
              <a:gd name="connsiteX240" fmla="*/ 5425627 w 7467600"/>
              <a:gd name="connsiteY240" fmla="*/ 2954192 h 6858000"/>
              <a:gd name="connsiteX241" fmla="*/ 5470770 w 7467600"/>
              <a:gd name="connsiteY241" fmla="*/ 3005435 h 6858000"/>
              <a:gd name="connsiteX242" fmla="*/ 5519779 w 7467600"/>
              <a:gd name="connsiteY242" fmla="*/ 4359223 h 6858000"/>
              <a:gd name="connsiteX243" fmla="*/ 5520293 w 7467600"/>
              <a:gd name="connsiteY243" fmla="*/ 4360602 h 6858000"/>
              <a:gd name="connsiteX244" fmla="*/ 5767221 w 7467600"/>
              <a:gd name="connsiteY244" fmla="*/ 4665564 h 6858000"/>
              <a:gd name="connsiteX245" fmla="*/ 6937169 w 7467600"/>
              <a:gd name="connsiteY245" fmla="*/ 4815941 h 6858000"/>
              <a:gd name="connsiteX246" fmla="*/ 6953922 w 7467600"/>
              <a:gd name="connsiteY246" fmla="*/ 4890068 h 6858000"/>
              <a:gd name="connsiteX247" fmla="*/ 6071359 w 7467600"/>
              <a:gd name="connsiteY247" fmla="*/ 4770770 h 6858000"/>
              <a:gd name="connsiteX248" fmla="*/ 6038839 w 7467600"/>
              <a:gd name="connsiteY248" fmla="*/ 4764474 h 6858000"/>
              <a:gd name="connsiteX249" fmla="*/ 6038706 w 7467600"/>
              <a:gd name="connsiteY249" fmla="*/ 4763847 h 6858000"/>
              <a:gd name="connsiteX250" fmla="*/ 6037784 w 7467600"/>
              <a:gd name="connsiteY250" fmla="*/ 4764270 h 6858000"/>
              <a:gd name="connsiteX251" fmla="*/ 6038839 w 7467600"/>
              <a:gd name="connsiteY251" fmla="*/ 4764474 h 6858000"/>
              <a:gd name="connsiteX252" fmla="*/ 6040338 w 7467600"/>
              <a:gd name="connsiteY252" fmla="*/ 4771418 h 6858000"/>
              <a:gd name="connsiteX253" fmla="*/ 6024488 w 7467600"/>
              <a:gd name="connsiteY253" fmla="*/ 4809903 h 6858000"/>
              <a:gd name="connsiteX254" fmla="*/ 5599771 w 7467600"/>
              <a:gd name="connsiteY254" fmla="*/ 5509652 h 6858000"/>
              <a:gd name="connsiteX255" fmla="*/ 5548843 w 7467600"/>
              <a:gd name="connsiteY255" fmla="*/ 5563845 h 6858000"/>
              <a:gd name="connsiteX256" fmla="*/ 5940952 w 7467600"/>
              <a:gd name="connsiteY256" fmla="*/ 6250028 h 6858000"/>
              <a:gd name="connsiteX257" fmla="*/ 6043441 w 7467600"/>
              <a:gd name="connsiteY257" fmla="*/ 6665847 h 6858000"/>
              <a:gd name="connsiteX258" fmla="*/ 6093432 w 7467600"/>
              <a:gd name="connsiteY258" fmla="*/ 6858000 h 6858000"/>
              <a:gd name="connsiteX259" fmla="*/ 6034344 w 7467600"/>
              <a:gd name="connsiteY259" fmla="*/ 6858000 h 6858000"/>
              <a:gd name="connsiteX260" fmla="*/ 6026679 w 7467600"/>
              <a:gd name="connsiteY260" fmla="*/ 6836959 h 6858000"/>
              <a:gd name="connsiteX261" fmla="*/ 5800441 w 7467600"/>
              <a:gd name="connsiteY261" fmla="*/ 6335286 h 6858000"/>
              <a:gd name="connsiteX262" fmla="*/ 5526562 w 7467600"/>
              <a:gd name="connsiteY262" fmla="*/ 5705388 h 6858000"/>
              <a:gd name="connsiteX263" fmla="*/ 5519640 w 7467600"/>
              <a:gd name="connsiteY263" fmla="*/ 5683774 h 6858000"/>
              <a:gd name="connsiteX264" fmla="*/ 5844559 w 7467600"/>
              <a:gd name="connsiteY264" fmla="*/ 6553349 h 6858000"/>
              <a:gd name="connsiteX265" fmla="*/ 5975994 w 7467600"/>
              <a:gd name="connsiteY265" fmla="*/ 6858000 h 6858000"/>
              <a:gd name="connsiteX266" fmla="*/ 5898547 w 7467600"/>
              <a:gd name="connsiteY266" fmla="*/ 6858000 h 6858000"/>
              <a:gd name="connsiteX267" fmla="*/ 5682041 w 7467600"/>
              <a:gd name="connsiteY267" fmla="*/ 6355860 h 6858000"/>
              <a:gd name="connsiteX268" fmla="*/ 5461758 w 7467600"/>
              <a:gd name="connsiteY268" fmla="*/ 5820220 h 6858000"/>
              <a:gd name="connsiteX269" fmla="*/ 5237282 w 7467600"/>
              <a:gd name="connsiteY269" fmla="*/ 6579086 h 6858000"/>
              <a:gd name="connsiteX270" fmla="*/ 5115009 w 7467600"/>
              <a:gd name="connsiteY270" fmla="*/ 6858000 h 6858000"/>
              <a:gd name="connsiteX271" fmla="*/ 5028074 w 7467600"/>
              <a:gd name="connsiteY271" fmla="*/ 6858000 h 6858000"/>
              <a:gd name="connsiteX272" fmla="*/ 5079508 w 7467600"/>
              <a:gd name="connsiteY272" fmla="*/ 6749074 h 6858000"/>
              <a:gd name="connsiteX273" fmla="*/ 5371846 w 7467600"/>
              <a:gd name="connsiteY273" fmla="*/ 5924413 h 6858000"/>
              <a:gd name="connsiteX274" fmla="*/ 5270512 w 7467600"/>
              <a:gd name="connsiteY274" fmla="*/ 6138975 h 6858000"/>
              <a:gd name="connsiteX275" fmla="*/ 5062409 w 7467600"/>
              <a:gd name="connsiteY275" fmla="*/ 6653544 h 6858000"/>
              <a:gd name="connsiteX276" fmla="*/ 5036628 w 7467600"/>
              <a:gd name="connsiteY276" fmla="*/ 6754247 h 6858000"/>
              <a:gd name="connsiteX277" fmla="*/ 5009112 w 7467600"/>
              <a:gd name="connsiteY277" fmla="*/ 6858000 h 6858000"/>
              <a:gd name="connsiteX278" fmla="*/ 4976679 w 7467600"/>
              <a:gd name="connsiteY278" fmla="*/ 6858000 h 6858000"/>
              <a:gd name="connsiteX279" fmla="*/ 5006537 w 7467600"/>
              <a:gd name="connsiteY279" fmla="*/ 6747068 h 6858000"/>
              <a:gd name="connsiteX280" fmla="*/ 5032723 w 7467600"/>
              <a:gd name="connsiteY280" fmla="*/ 6644957 h 6858000"/>
              <a:gd name="connsiteX281" fmla="*/ 5242949 w 7467600"/>
              <a:gd name="connsiteY281" fmla="*/ 6125175 h 6858000"/>
              <a:gd name="connsiteX282" fmla="*/ 5286321 w 7467600"/>
              <a:gd name="connsiteY282" fmla="*/ 6033555 h 6858000"/>
              <a:gd name="connsiteX283" fmla="*/ 5008210 w 7467600"/>
              <a:gd name="connsiteY283" fmla="*/ 6649194 h 6858000"/>
              <a:gd name="connsiteX284" fmla="*/ 4986321 w 7467600"/>
              <a:gd name="connsiteY284" fmla="*/ 6765687 h 6858000"/>
              <a:gd name="connsiteX285" fmla="*/ 4973474 w 7467600"/>
              <a:gd name="connsiteY285" fmla="*/ 6858000 h 6858000"/>
              <a:gd name="connsiteX286" fmla="*/ 4907178 w 7467600"/>
              <a:gd name="connsiteY286" fmla="*/ 6858000 h 6858000"/>
              <a:gd name="connsiteX287" fmla="*/ 4910810 w 7467600"/>
              <a:gd name="connsiteY287" fmla="*/ 6829660 h 6858000"/>
              <a:gd name="connsiteX288" fmla="*/ 4987461 w 7467600"/>
              <a:gd name="connsiteY288" fmla="*/ 6432994 h 6858000"/>
              <a:gd name="connsiteX289" fmla="*/ 5179262 w 7467600"/>
              <a:gd name="connsiteY289" fmla="*/ 6035044 h 6858000"/>
              <a:gd name="connsiteX290" fmla="*/ 4689678 w 7467600"/>
              <a:gd name="connsiteY290" fmla="*/ 6440241 h 6858000"/>
              <a:gd name="connsiteX291" fmla="*/ 4477543 w 7467600"/>
              <a:gd name="connsiteY291" fmla="*/ 6674836 h 6858000"/>
              <a:gd name="connsiteX292" fmla="*/ 4329957 w 7467600"/>
              <a:gd name="connsiteY292" fmla="*/ 6858000 h 6858000"/>
              <a:gd name="connsiteX293" fmla="*/ 4218595 w 7467600"/>
              <a:gd name="connsiteY293" fmla="*/ 6858000 h 6858000"/>
              <a:gd name="connsiteX294" fmla="*/ 4368888 w 7467600"/>
              <a:gd name="connsiteY294" fmla="*/ 6668412 h 6858000"/>
              <a:gd name="connsiteX295" fmla="*/ 4563091 w 7467600"/>
              <a:gd name="connsiteY295" fmla="*/ 6442508 h 6858000"/>
              <a:gd name="connsiteX296" fmla="*/ 5387324 w 7467600"/>
              <a:gd name="connsiteY296" fmla="*/ 5705830 h 6858000"/>
              <a:gd name="connsiteX297" fmla="*/ 5073620 w 7467600"/>
              <a:gd name="connsiteY297" fmla="*/ 5955437 h 6858000"/>
              <a:gd name="connsiteX298" fmla="*/ 4689789 w 7467600"/>
              <a:gd name="connsiteY298" fmla="*/ 6268382 h 6858000"/>
              <a:gd name="connsiteX299" fmla="*/ 4418722 w 7467600"/>
              <a:gd name="connsiteY299" fmla="*/ 6570886 h 6858000"/>
              <a:gd name="connsiteX300" fmla="*/ 4214944 w 7467600"/>
              <a:gd name="connsiteY300" fmla="*/ 6858000 h 6858000"/>
              <a:gd name="connsiteX301" fmla="*/ 4177898 w 7467600"/>
              <a:gd name="connsiteY301" fmla="*/ 6858000 h 6858000"/>
              <a:gd name="connsiteX302" fmla="*/ 4391597 w 7467600"/>
              <a:gd name="connsiteY302" fmla="*/ 6556370 h 6858000"/>
              <a:gd name="connsiteX303" fmla="*/ 4668889 w 7467600"/>
              <a:gd name="connsiteY303" fmla="*/ 6246399 h 6858000"/>
              <a:gd name="connsiteX304" fmla="*/ 5055427 w 7467600"/>
              <a:gd name="connsiteY304" fmla="*/ 5931476 h 6858000"/>
              <a:gd name="connsiteX305" fmla="*/ 5371814 w 7467600"/>
              <a:gd name="connsiteY305" fmla="*/ 5678975 h 6858000"/>
              <a:gd name="connsiteX306" fmla="*/ 4987918 w 7467600"/>
              <a:gd name="connsiteY306" fmla="*/ 5838701 h 6858000"/>
              <a:gd name="connsiteX307" fmla="*/ 4317146 w 7467600"/>
              <a:gd name="connsiteY307" fmla="*/ 6587716 h 6858000"/>
              <a:gd name="connsiteX308" fmla="*/ 4171627 w 7467600"/>
              <a:gd name="connsiteY308" fmla="*/ 6858000 h 6858000"/>
              <a:gd name="connsiteX309" fmla="*/ 4081585 w 7467600"/>
              <a:gd name="connsiteY309" fmla="*/ 6858000 h 6858000"/>
              <a:gd name="connsiteX310" fmla="*/ 4238603 w 7467600"/>
              <a:gd name="connsiteY310" fmla="*/ 6559341 h 6858000"/>
              <a:gd name="connsiteX311" fmla="*/ 4778333 w 7467600"/>
              <a:gd name="connsiteY311" fmla="*/ 5873626 h 6858000"/>
              <a:gd name="connsiteX312" fmla="*/ 5414185 w 7467600"/>
              <a:gd name="connsiteY312" fmla="*/ 5573882 h 6858000"/>
              <a:gd name="connsiteX313" fmla="*/ 5959648 w 7467600"/>
              <a:gd name="connsiteY313" fmla="*/ 4760797 h 6858000"/>
              <a:gd name="connsiteX314" fmla="*/ 5355019 w 7467600"/>
              <a:gd name="connsiteY314" fmla="*/ 4734672 h 6858000"/>
              <a:gd name="connsiteX315" fmla="*/ 5083565 w 7467600"/>
              <a:gd name="connsiteY315" fmla="*/ 5179121 h 6858000"/>
              <a:gd name="connsiteX316" fmla="*/ 4713577 w 7467600"/>
              <a:gd name="connsiteY316" fmla="*/ 5616803 h 6858000"/>
              <a:gd name="connsiteX317" fmla="*/ 3989559 w 7467600"/>
              <a:gd name="connsiteY317" fmla="*/ 6145945 h 6858000"/>
              <a:gd name="connsiteX318" fmla="*/ 3939824 w 7467600"/>
              <a:gd name="connsiteY318" fmla="*/ 6066900 h 6858000"/>
              <a:gd name="connsiteX319" fmla="*/ 4584537 w 7467600"/>
              <a:gd name="connsiteY319" fmla="*/ 5324826 h 6858000"/>
              <a:gd name="connsiteX320" fmla="*/ 5037105 w 7467600"/>
              <a:gd name="connsiteY320" fmla="*/ 5088765 h 6858000"/>
              <a:gd name="connsiteX321" fmla="*/ 5039930 w 7467600"/>
              <a:gd name="connsiteY321" fmla="*/ 5089585 h 6858000"/>
              <a:gd name="connsiteX322" fmla="*/ 5263764 w 7467600"/>
              <a:gd name="connsiteY322" fmla="*/ 4735525 h 6858000"/>
              <a:gd name="connsiteX323" fmla="*/ 4086300 w 7467600"/>
              <a:gd name="connsiteY323" fmla="*/ 4884599 h 6858000"/>
              <a:gd name="connsiteX324" fmla="*/ 4085485 w 7467600"/>
              <a:gd name="connsiteY324" fmla="*/ 4899070 h 6858000"/>
              <a:gd name="connsiteX325" fmla="*/ 3871915 w 7467600"/>
              <a:gd name="connsiteY325" fmla="*/ 5253645 h 6858000"/>
              <a:gd name="connsiteX326" fmla="*/ 3799374 w 7467600"/>
              <a:gd name="connsiteY326" fmla="*/ 5466127 h 6858000"/>
              <a:gd name="connsiteX327" fmla="*/ 3498850 w 7467600"/>
              <a:gd name="connsiteY327" fmla="*/ 6661888 h 6858000"/>
              <a:gd name="connsiteX328" fmla="*/ 3399216 w 7467600"/>
              <a:gd name="connsiteY328" fmla="*/ 6858000 h 6858000"/>
              <a:gd name="connsiteX329" fmla="*/ 3303688 w 7467600"/>
              <a:gd name="connsiteY329" fmla="*/ 6858000 h 6858000"/>
              <a:gd name="connsiteX330" fmla="*/ 3391774 w 7467600"/>
              <a:gd name="connsiteY330" fmla="*/ 6697181 h 6858000"/>
              <a:gd name="connsiteX331" fmla="*/ 3735540 w 7467600"/>
              <a:gd name="connsiteY331" fmla="*/ 5546923 h 6858000"/>
              <a:gd name="connsiteX332" fmla="*/ 3729438 w 7467600"/>
              <a:gd name="connsiteY332" fmla="*/ 5569058 h 6858000"/>
              <a:gd name="connsiteX333" fmla="*/ 3707782 w 7467600"/>
              <a:gd name="connsiteY333" fmla="*/ 5644908 h 6858000"/>
              <a:gd name="connsiteX334" fmla="*/ 3583827 w 7467600"/>
              <a:gd name="connsiteY334" fmla="*/ 6039215 h 6858000"/>
              <a:gd name="connsiteX335" fmla="*/ 3547861 w 7467600"/>
              <a:gd name="connsiteY335" fmla="*/ 6129609 h 6858000"/>
              <a:gd name="connsiteX336" fmla="*/ 3490905 w 7467600"/>
              <a:gd name="connsiteY336" fmla="*/ 6277660 h 6858000"/>
              <a:gd name="connsiteX337" fmla="*/ 3455859 w 7467600"/>
              <a:gd name="connsiteY337" fmla="*/ 6391301 h 6858000"/>
              <a:gd name="connsiteX338" fmla="*/ 3429112 w 7467600"/>
              <a:gd name="connsiteY338" fmla="*/ 6479469 h 6858000"/>
              <a:gd name="connsiteX339" fmla="*/ 3304862 w 7467600"/>
              <a:gd name="connsiteY339" fmla="*/ 6796476 h 6858000"/>
              <a:gd name="connsiteX340" fmla="*/ 3276071 w 7467600"/>
              <a:gd name="connsiteY340" fmla="*/ 6858000 h 6858000"/>
              <a:gd name="connsiteX341" fmla="*/ 3240805 w 7467600"/>
              <a:gd name="connsiteY341" fmla="*/ 6858000 h 6858000"/>
              <a:gd name="connsiteX342" fmla="*/ 3275917 w 7467600"/>
              <a:gd name="connsiteY342" fmla="*/ 6783192 h 6858000"/>
              <a:gd name="connsiteX343" fmla="*/ 3399358 w 7467600"/>
              <a:gd name="connsiteY343" fmla="*/ 6469011 h 6858000"/>
              <a:gd name="connsiteX344" fmla="*/ 3425650 w 7467600"/>
              <a:gd name="connsiteY344" fmla="*/ 6381333 h 6858000"/>
              <a:gd name="connsiteX345" fmla="*/ 3460661 w 7467600"/>
              <a:gd name="connsiteY345" fmla="*/ 6266763 h 6858000"/>
              <a:gd name="connsiteX346" fmla="*/ 3518021 w 7467600"/>
              <a:gd name="connsiteY346" fmla="*/ 6117298 h 6858000"/>
              <a:gd name="connsiteX347" fmla="*/ 3554035 w 7467600"/>
              <a:gd name="connsiteY347" fmla="*/ 6027832 h 6858000"/>
              <a:gd name="connsiteX348" fmla="*/ 3677174 w 7467600"/>
              <a:gd name="connsiteY348" fmla="*/ 5636351 h 6858000"/>
              <a:gd name="connsiteX349" fmla="*/ 3698819 w 7467600"/>
              <a:gd name="connsiteY349" fmla="*/ 5560503 h 6858000"/>
              <a:gd name="connsiteX350" fmla="*/ 3702094 w 7467600"/>
              <a:gd name="connsiteY350" fmla="*/ 5549194 h 6858000"/>
              <a:gd name="connsiteX351" fmla="*/ 3398355 w 7467600"/>
              <a:gd name="connsiteY351" fmla="*/ 6094603 h 6858000"/>
              <a:gd name="connsiteX352" fmla="*/ 3193941 w 7467600"/>
              <a:gd name="connsiteY352" fmla="*/ 6798775 h 6858000"/>
              <a:gd name="connsiteX353" fmla="*/ 3184140 w 7467600"/>
              <a:gd name="connsiteY353" fmla="*/ 6858000 h 6858000"/>
              <a:gd name="connsiteX354" fmla="*/ 3099978 w 7467600"/>
              <a:gd name="connsiteY354" fmla="*/ 6858000 h 6858000"/>
              <a:gd name="connsiteX355" fmla="*/ 3101556 w 7467600"/>
              <a:gd name="connsiteY355" fmla="*/ 6843337 h 6858000"/>
              <a:gd name="connsiteX356" fmla="*/ 3370162 w 7467600"/>
              <a:gd name="connsiteY356" fmla="*/ 5785550 h 6858000"/>
              <a:gd name="connsiteX357" fmla="*/ 3746477 w 7467600"/>
              <a:gd name="connsiteY357" fmla="*/ 5377889 h 6858000"/>
              <a:gd name="connsiteX358" fmla="*/ 3863399 w 7467600"/>
              <a:gd name="connsiteY358" fmla="*/ 5087257 h 6858000"/>
              <a:gd name="connsiteX359" fmla="*/ 3968712 w 7467600"/>
              <a:gd name="connsiteY359" fmla="*/ 4913989 h 6858000"/>
              <a:gd name="connsiteX360" fmla="*/ 2792390 w 7467600"/>
              <a:gd name="connsiteY360" fmla="*/ 5382974 h 6858000"/>
              <a:gd name="connsiteX361" fmla="*/ 2714982 w 7467600"/>
              <a:gd name="connsiteY361" fmla="*/ 5427051 h 6858000"/>
              <a:gd name="connsiteX362" fmla="*/ 2813361 w 7467600"/>
              <a:gd name="connsiteY362" fmla="*/ 6023912 h 6858000"/>
              <a:gd name="connsiteX363" fmla="*/ 2688430 w 7467600"/>
              <a:gd name="connsiteY363" fmla="*/ 6801564 h 6858000"/>
              <a:gd name="connsiteX364" fmla="*/ 2629626 w 7467600"/>
              <a:gd name="connsiteY364" fmla="*/ 6763394 h 6858000"/>
              <a:gd name="connsiteX365" fmla="*/ 2565328 w 7467600"/>
              <a:gd name="connsiteY365" fmla="*/ 5516399 h 6858000"/>
              <a:gd name="connsiteX366" fmla="*/ 1922999 w 7467600"/>
              <a:gd name="connsiteY366" fmla="*/ 5980343 h 6858000"/>
              <a:gd name="connsiteX367" fmla="*/ 1950261 w 7467600"/>
              <a:gd name="connsiteY367" fmla="*/ 6405858 h 6858000"/>
              <a:gd name="connsiteX368" fmla="*/ 2365554 w 7467600"/>
              <a:gd name="connsiteY368" fmla="*/ 6759107 h 6858000"/>
              <a:gd name="connsiteX369" fmla="*/ 2424142 w 7467600"/>
              <a:gd name="connsiteY369" fmla="*/ 6858000 h 6858000"/>
              <a:gd name="connsiteX370" fmla="*/ 2395994 w 7467600"/>
              <a:gd name="connsiteY370" fmla="*/ 6858000 h 6858000"/>
              <a:gd name="connsiteX371" fmla="*/ 2392863 w 7467600"/>
              <a:gd name="connsiteY371" fmla="*/ 6852964 h 6858000"/>
              <a:gd name="connsiteX372" fmla="*/ 2017589 w 7467600"/>
              <a:gd name="connsiteY372" fmla="*/ 6493982 h 6858000"/>
              <a:gd name="connsiteX373" fmla="*/ 2147336 w 7467600"/>
              <a:gd name="connsiteY373" fmla="*/ 6594052 h 6858000"/>
              <a:gd name="connsiteX374" fmla="*/ 2207047 w 7467600"/>
              <a:gd name="connsiteY374" fmla="*/ 6654540 h 6858000"/>
              <a:gd name="connsiteX375" fmla="*/ 2299106 w 7467600"/>
              <a:gd name="connsiteY375" fmla="*/ 6778931 h 6858000"/>
              <a:gd name="connsiteX376" fmla="*/ 2314430 w 7467600"/>
              <a:gd name="connsiteY376" fmla="*/ 6801144 h 6858000"/>
              <a:gd name="connsiteX377" fmla="*/ 2352406 w 7467600"/>
              <a:gd name="connsiteY377" fmla="*/ 6858000 h 6858000"/>
              <a:gd name="connsiteX378" fmla="*/ 2314492 w 7467600"/>
              <a:gd name="connsiteY378" fmla="*/ 6858000 h 6858000"/>
              <a:gd name="connsiteX379" fmla="*/ 2288095 w 7467600"/>
              <a:gd name="connsiteY379" fmla="*/ 6818030 h 6858000"/>
              <a:gd name="connsiteX380" fmla="*/ 2272768 w 7467600"/>
              <a:gd name="connsiteY380" fmla="*/ 6795822 h 6858000"/>
              <a:gd name="connsiteX381" fmla="*/ 2182715 w 7467600"/>
              <a:gd name="connsiteY381" fmla="*/ 6675071 h 6858000"/>
              <a:gd name="connsiteX382" fmla="*/ 2032061 w 7467600"/>
              <a:gd name="connsiteY382" fmla="*/ 6541380 h 6858000"/>
              <a:gd name="connsiteX383" fmla="*/ 2257220 w 7467600"/>
              <a:gd name="connsiteY383" fmla="*/ 6826257 h 6858000"/>
              <a:gd name="connsiteX384" fmla="*/ 2281324 w 7467600"/>
              <a:gd name="connsiteY384" fmla="*/ 6858000 h 6858000"/>
              <a:gd name="connsiteX385" fmla="*/ 2242860 w 7467600"/>
              <a:gd name="connsiteY385" fmla="*/ 6858000 h 6858000"/>
              <a:gd name="connsiteX386" fmla="*/ 2232818 w 7467600"/>
              <a:gd name="connsiteY386" fmla="*/ 6844926 h 6858000"/>
              <a:gd name="connsiteX387" fmla="*/ 1990172 w 7467600"/>
              <a:gd name="connsiteY387" fmla="*/ 6542121 h 6858000"/>
              <a:gd name="connsiteX388" fmla="*/ 2124090 w 7467600"/>
              <a:gd name="connsiteY388" fmla="*/ 6761017 h 6858000"/>
              <a:gd name="connsiteX389" fmla="*/ 2200380 w 7467600"/>
              <a:gd name="connsiteY389" fmla="*/ 6858000 h 6858000"/>
              <a:gd name="connsiteX390" fmla="*/ 2147507 w 7467600"/>
              <a:gd name="connsiteY390" fmla="*/ 6858000 h 6858000"/>
              <a:gd name="connsiteX391" fmla="*/ 2070668 w 7467600"/>
              <a:gd name="connsiteY391" fmla="*/ 6761520 h 6858000"/>
              <a:gd name="connsiteX392" fmla="*/ 1975142 w 7467600"/>
              <a:gd name="connsiteY392" fmla="*/ 6585570 h 6858000"/>
              <a:gd name="connsiteX393" fmla="*/ 2050035 w 7467600"/>
              <a:gd name="connsiteY393" fmla="*/ 6813345 h 6858000"/>
              <a:gd name="connsiteX394" fmla="*/ 2063025 w 7467600"/>
              <a:gd name="connsiteY394" fmla="*/ 6858000 h 6858000"/>
              <a:gd name="connsiteX395" fmla="*/ 2021675 w 7467600"/>
              <a:gd name="connsiteY395" fmla="*/ 6858000 h 6858000"/>
              <a:gd name="connsiteX396" fmla="*/ 2019308 w 7467600"/>
              <a:gd name="connsiteY396" fmla="*/ 6847118 h 6858000"/>
              <a:gd name="connsiteX397" fmla="*/ 1938835 w 7467600"/>
              <a:gd name="connsiteY397" fmla="*/ 6551160 h 6858000"/>
              <a:gd name="connsiteX398" fmla="*/ 1953230 w 7467600"/>
              <a:gd name="connsiteY398" fmla="*/ 6759699 h 6858000"/>
              <a:gd name="connsiteX399" fmla="*/ 1956763 w 7467600"/>
              <a:gd name="connsiteY399" fmla="*/ 6778191 h 6858000"/>
              <a:gd name="connsiteX400" fmla="*/ 1967925 w 7467600"/>
              <a:gd name="connsiteY400" fmla="*/ 6858000 h 6858000"/>
              <a:gd name="connsiteX401" fmla="*/ 1936622 w 7467600"/>
              <a:gd name="connsiteY401" fmla="*/ 6858000 h 6858000"/>
              <a:gd name="connsiteX402" fmla="*/ 1926261 w 7467600"/>
              <a:gd name="connsiteY402" fmla="*/ 6784064 h 6858000"/>
              <a:gd name="connsiteX403" fmla="*/ 1922724 w 7467600"/>
              <a:gd name="connsiteY403" fmla="*/ 6765577 h 6858000"/>
              <a:gd name="connsiteX404" fmla="*/ 1904650 w 7467600"/>
              <a:gd name="connsiteY404" fmla="*/ 6639616 h 6858000"/>
              <a:gd name="connsiteX405" fmla="*/ 1885273 w 7467600"/>
              <a:gd name="connsiteY405" fmla="*/ 6858000 h 6858000"/>
              <a:gd name="connsiteX406" fmla="*/ 1854363 w 7467600"/>
              <a:gd name="connsiteY406" fmla="*/ 6858000 h 6858000"/>
              <a:gd name="connsiteX407" fmla="*/ 1880391 w 7467600"/>
              <a:gd name="connsiteY407" fmla="*/ 6603796 h 6858000"/>
              <a:gd name="connsiteX408" fmla="*/ 1818273 w 7467600"/>
              <a:gd name="connsiteY408" fmla="*/ 6715729 h 6858000"/>
              <a:gd name="connsiteX409" fmla="*/ 1794691 w 7467600"/>
              <a:gd name="connsiteY409" fmla="*/ 6843239 h 6858000"/>
              <a:gd name="connsiteX410" fmla="*/ 1794914 w 7467600"/>
              <a:gd name="connsiteY410" fmla="*/ 6858000 h 6858000"/>
              <a:gd name="connsiteX411" fmla="*/ 1746128 w 7467600"/>
              <a:gd name="connsiteY411" fmla="*/ 6858000 h 6858000"/>
              <a:gd name="connsiteX412" fmla="*/ 1753934 w 7467600"/>
              <a:gd name="connsiteY412" fmla="*/ 6724796 h 6858000"/>
              <a:gd name="connsiteX413" fmla="*/ 1792053 w 7467600"/>
              <a:gd name="connsiteY413" fmla="*/ 6572396 h 6858000"/>
              <a:gd name="connsiteX414" fmla="*/ 1862248 w 7467600"/>
              <a:gd name="connsiteY414" fmla="*/ 6266397 h 6858000"/>
              <a:gd name="connsiteX415" fmla="*/ 1862250 w 7467600"/>
              <a:gd name="connsiteY415" fmla="*/ 6033531 h 6858000"/>
              <a:gd name="connsiteX416" fmla="*/ 1211999 w 7467600"/>
              <a:gd name="connsiteY416" fmla="*/ 6683610 h 6858000"/>
              <a:gd name="connsiteX417" fmla="*/ 1213266 w 7467600"/>
              <a:gd name="connsiteY417" fmla="*/ 6691947 h 6858000"/>
              <a:gd name="connsiteX418" fmla="*/ 1203370 w 7467600"/>
              <a:gd name="connsiteY418" fmla="*/ 6850676 h 6858000"/>
              <a:gd name="connsiteX419" fmla="*/ 1203671 w 7467600"/>
              <a:gd name="connsiteY419" fmla="*/ 6858000 h 6858000"/>
              <a:gd name="connsiteX420" fmla="*/ 1143180 w 7467600"/>
              <a:gd name="connsiteY420" fmla="*/ 6858000 h 6858000"/>
              <a:gd name="connsiteX421" fmla="*/ 1142176 w 7467600"/>
              <a:gd name="connsiteY421" fmla="*/ 6766045 h 6858000"/>
              <a:gd name="connsiteX422" fmla="*/ 1067484 w 7467600"/>
              <a:gd name="connsiteY422" fmla="*/ 6858000 h 6858000"/>
              <a:gd name="connsiteX423" fmla="*/ 953928 w 7467600"/>
              <a:gd name="connsiteY423" fmla="*/ 6858000 h 6858000"/>
              <a:gd name="connsiteX424" fmla="*/ 959715 w 7467600"/>
              <a:gd name="connsiteY424" fmla="*/ 6850185 h 6858000"/>
              <a:gd name="connsiteX425" fmla="*/ 1483788 w 7467600"/>
              <a:gd name="connsiteY425" fmla="*/ 6259174 h 6858000"/>
              <a:gd name="connsiteX426" fmla="*/ 1100671 w 7467600"/>
              <a:gd name="connsiteY426" fmla="*/ 6252137 h 6858000"/>
              <a:gd name="connsiteX427" fmla="*/ 1090144 w 7467600"/>
              <a:gd name="connsiteY427" fmla="*/ 6256748 h 6858000"/>
              <a:gd name="connsiteX428" fmla="*/ 1095872 w 7467600"/>
              <a:gd name="connsiteY428" fmla="*/ 6271892 h 6858000"/>
              <a:gd name="connsiteX429" fmla="*/ 262785 w 7467600"/>
              <a:gd name="connsiteY429" fmla="*/ 6845450 h 6858000"/>
              <a:gd name="connsiteX430" fmla="*/ 209968 w 7467600"/>
              <a:gd name="connsiteY430" fmla="*/ 6770713 h 6858000"/>
              <a:gd name="connsiteX431" fmla="*/ 873460 w 7467600"/>
              <a:gd name="connsiteY431" fmla="*/ 6253768 h 6858000"/>
              <a:gd name="connsiteX432" fmla="*/ 192686 w 7467600"/>
              <a:gd name="connsiteY432" fmla="*/ 5849257 h 6858000"/>
              <a:gd name="connsiteX433" fmla="*/ 4696 w 7467600"/>
              <a:gd name="connsiteY433" fmla="*/ 5697668 h 6858000"/>
              <a:gd name="connsiteX434" fmla="*/ 0 w 7467600"/>
              <a:gd name="connsiteY434" fmla="*/ 5689984 h 6858000"/>
              <a:gd name="connsiteX435" fmla="*/ 0 w 7467600"/>
              <a:gd name="connsiteY435" fmla="*/ 5513472 h 6858000"/>
              <a:gd name="connsiteX436" fmla="*/ 174101 w 7467600"/>
              <a:gd name="connsiteY436" fmla="*/ 5620277 h 6858000"/>
              <a:gd name="connsiteX437" fmla="*/ 891800 w 7467600"/>
              <a:gd name="connsiteY437" fmla="*/ 6036935 h 6858000"/>
              <a:gd name="connsiteX438" fmla="*/ 1072219 w 7467600"/>
              <a:gd name="connsiteY438" fmla="*/ 6169443 h 6858000"/>
              <a:gd name="connsiteX439" fmla="*/ 1074117 w 7467600"/>
              <a:gd name="connsiteY439" fmla="*/ 6170301 h 6858000"/>
              <a:gd name="connsiteX440" fmla="*/ 1083114 w 7467600"/>
              <a:gd name="connsiteY440" fmla="*/ 6174131 h 6858000"/>
              <a:gd name="connsiteX441" fmla="*/ 1543010 w 7467600"/>
              <a:gd name="connsiteY441" fmla="*/ 6191140 h 6858000"/>
              <a:gd name="connsiteX442" fmla="*/ 1551080 w 7467600"/>
              <a:gd name="connsiteY442" fmla="*/ 6195006 h 6858000"/>
              <a:gd name="connsiteX443" fmla="*/ 2345443 w 7467600"/>
              <a:gd name="connsiteY443" fmla="*/ 5549882 h 6858000"/>
              <a:gd name="connsiteX444" fmla="*/ 1721499 w 7467600"/>
              <a:gd name="connsiteY444" fmla="*/ 5599969 h 6858000"/>
              <a:gd name="connsiteX445" fmla="*/ 767716 w 7467600"/>
              <a:gd name="connsiteY445" fmla="*/ 5472768 h 6858000"/>
              <a:gd name="connsiteX446" fmla="*/ 722147 w 7467600"/>
              <a:gd name="connsiteY446" fmla="*/ 5393091 h 6858000"/>
              <a:gd name="connsiteX447" fmla="*/ 1485552 w 7467600"/>
              <a:gd name="connsiteY447" fmla="*/ 5313202 h 6858000"/>
              <a:gd name="connsiteX448" fmla="*/ 2143004 w 7467600"/>
              <a:gd name="connsiteY448" fmla="*/ 5402420 h 6858000"/>
              <a:gd name="connsiteX449" fmla="*/ 1933391 w 7467600"/>
              <a:gd name="connsiteY449" fmla="*/ 5156971 h 6858000"/>
              <a:gd name="connsiteX450" fmla="*/ 1827118 w 7467600"/>
              <a:gd name="connsiteY450" fmla="*/ 4968410 h 6858000"/>
              <a:gd name="connsiteX451" fmla="*/ 1837349 w 7467600"/>
              <a:gd name="connsiteY451" fmla="*/ 4956357 h 6858000"/>
              <a:gd name="connsiteX452" fmla="*/ 2162835 w 7467600"/>
              <a:gd name="connsiteY452" fmla="*/ 5187853 h 6858000"/>
              <a:gd name="connsiteX453" fmla="*/ 2257167 w 7467600"/>
              <a:gd name="connsiteY453" fmla="*/ 5462123 h 6858000"/>
              <a:gd name="connsiteX454" fmla="*/ 2261598 w 7467600"/>
              <a:gd name="connsiteY454" fmla="*/ 5467998 h 6858000"/>
              <a:gd name="connsiteX455" fmla="*/ 2437177 w 7467600"/>
              <a:gd name="connsiteY455" fmla="*/ 5479608 h 6858000"/>
              <a:gd name="connsiteX456" fmla="*/ 2445247 w 7467600"/>
              <a:gd name="connsiteY456" fmla="*/ 5483476 h 6858000"/>
              <a:gd name="connsiteX457" fmla="*/ 2743626 w 7467600"/>
              <a:gd name="connsiteY457" fmla="*/ 5304819 h 6858000"/>
              <a:gd name="connsiteX458" fmla="*/ 3048102 w 7467600"/>
              <a:gd name="connsiteY458" fmla="*/ 5150595 h 6858000"/>
              <a:gd name="connsiteX459" fmla="*/ 1799414 w 7467600"/>
              <a:gd name="connsiteY459" fmla="*/ 4694732 h 6858000"/>
              <a:gd name="connsiteX460" fmla="*/ 1771735 w 7467600"/>
              <a:gd name="connsiteY460" fmla="*/ 4619929 h 6858000"/>
              <a:gd name="connsiteX461" fmla="*/ 3104273 w 7467600"/>
              <a:gd name="connsiteY461" fmla="*/ 5076159 h 6858000"/>
              <a:gd name="connsiteX462" fmla="*/ 3113245 w 7467600"/>
              <a:gd name="connsiteY462" fmla="*/ 5090705 h 6858000"/>
              <a:gd name="connsiteX463" fmla="*/ 3126294 w 7467600"/>
              <a:gd name="connsiteY463" fmla="*/ 5114400 h 6858000"/>
              <a:gd name="connsiteX464" fmla="*/ 3937433 w 7467600"/>
              <a:gd name="connsiteY464" fmla="*/ 4830473 h 6858000"/>
              <a:gd name="connsiteX465" fmla="*/ 3590475 w 7467600"/>
              <a:gd name="connsiteY465" fmla="*/ 4597974 h 6858000"/>
              <a:gd name="connsiteX466" fmla="*/ 3100264 w 7467600"/>
              <a:gd name="connsiteY466" fmla="*/ 4579845 h 6858000"/>
              <a:gd name="connsiteX467" fmla="*/ 2183576 w 7467600"/>
              <a:gd name="connsiteY467" fmla="*/ 4227150 h 6858000"/>
              <a:gd name="connsiteX468" fmla="*/ 2151029 w 7467600"/>
              <a:gd name="connsiteY468" fmla="*/ 4146947 h 6858000"/>
              <a:gd name="connsiteX469" fmla="*/ 3563434 w 7467600"/>
              <a:gd name="connsiteY469" fmla="*/ 4469115 h 6858000"/>
              <a:gd name="connsiteX470" fmla="*/ 3177952 w 7467600"/>
              <a:gd name="connsiteY470" fmla="*/ 3657386 h 6858000"/>
              <a:gd name="connsiteX471" fmla="*/ 3189263 w 7467600"/>
              <a:gd name="connsiteY471" fmla="*/ 3625726 h 6858000"/>
              <a:gd name="connsiteX472" fmla="*/ 3560912 w 7467600"/>
              <a:gd name="connsiteY472" fmla="*/ 4079863 h 6858000"/>
              <a:gd name="connsiteX473" fmla="*/ 3626636 w 7467600"/>
              <a:gd name="connsiteY473" fmla="*/ 4512230 h 6858000"/>
              <a:gd name="connsiteX474" fmla="*/ 3653088 w 7467600"/>
              <a:gd name="connsiteY474" fmla="*/ 4521417 h 6858000"/>
              <a:gd name="connsiteX475" fmla="*/ 3988128 w 7467600"/>
              <a:gd name="connsiteY475" fmla="*/ 4817267 h 6858000"/>
              <a:gd name="connsiteX476" fmla="*/ 4830582 w 7467600"/>
              <a:gd name="connsiteY476" fmla="*/ 4676000 h 6858000"/>
              <a:gd name="connsiteX477" fmla="*/ 4830100 w 7467600"/>
              <a:gd name="connsiteY477" fmla="*/ 4675554 h 6858000"/>
              <a:gd name="connsiteX478" fmla="*/ 4036318 w 7467600"/>
              <a:gd name="connsiteY478" fmla="*/ 4147013 h 6858000"/>
              <a:gd name="connsiteX479" fmla="*/ 3432098 w 7467600"/>
              <a:gd name="connsiteY479" fmla="*/ 3537312 h 6858000"/>
              <a:gd name="connsiteX480" fmla="*/ 3446761 w 7467600"/>
              <a:gd name="connsiteY480" fmla="*/ 3461278 h 6858000"/>
              <a:gd name="connsiteX481" fmla="*/ 4419733 w 7467600"/>
              <a:gd name="connsiteY481" fmla="*/ 3963555 h 6858000"/>
              <a:gd name="connsiteX482" fmla="*/ 4781371 w 7467600"/>
              <a:gd name="connsiteY482" fmla="*/ 4458604 h 6858000"/>
              <a:gd name="connsiteX483" fmla="*/ 4780440 w 7467600"/>
              <a:gd name="connsiteY483" fmla="*/ 4470290 h 6858000"/>
              <a:gd name="connsiteX484" fmla="*/ 4898954 w 7467600"/>
              <a:gd name="connsiteY484" fmla="*/ 4662092 h 6858000"/>
              <a:gd name="connsiteX485" fmla="*/ 4900699 w 7467600"/>
              <a:gd name="connsiteY485" fmla="*/ 4670867 h 6858000"/>
              <a:gd name="connsiteX486" fmla="*/ 5714511 w 7467600"/>
              <a:gd name="connsiteY486" fmla="*/ 4663483 h 6858000"/>
              <a:gd name="connsiteX487" fmla="*/ 5464793 w 7467600"/>
              <a:gd name="connsiteY487" fmla="*/ 4393556 h 6858000"/>
              <a:gd name="connsiteX488" fmla="*/ 5461897 w 7467600"/>
              <a:gd name="connsiteY488" fmla="*/ 4390879 h 6858000"/>
              <a:gd name="connsiteX489" fmla="*/ 4294126 w 7467600"/>
              <a:gd name="connsiteY489" fmla="*/ 3303048 h 6858000"/>
              <a:gd name="connsiteX490" fmla="*/ 4305321 w 7467600"/>
              <a:gd name="connsiteY490" fmla="*/ 3256953 h 6858000"/>
              <a:gd name="connsiteX491" fmla="*/ 4949299 w 7467600"/>
              <a:gd name="connsiteY491" fmla="*/ 3766336 h 6858000"/>
              <a:gd name="connsiteX492" fmla="*/ 5291452 w 7467600"/>
              <a:gd name="connsiteY492" fmla="*/ 4076801 h 6858000"/>
              <a:gd name="connsiteX493" fmla="*/ 5434998 w 7467600"/>
              <a:gd name="connsiteY493" fmla="*/ 4254100 h 6858000"/>
              <a:gd name="connsiteX494" fmla="*/ 5351015 w 7467600"/>
              <a:gd name="connsiteY494" fmla="*/ 3760989 h 6858000"/>
              <a:gd name="connsiteX495" fmla="*/ 5413780 w 7467600"/>
              <a:gd name="connsiteY495" fmla="*/ 2966265 h 6858000"/>
              <a:gd name="connsiteX496" fmla="*/ 5425627 w 7467600"/>
              <a:gd name="connsiteY496" fmla="*/ 2954192 h 6858000"/>
              <a:gd name="connsiteX497" fmla="*/ 6604735 w 7467600"/>
              <a:gd name="connsiteY497" fmla="*/ 2041381 h 6858000"/>
              <a:gd name="connsiteX498" fmla="*/ 7204487 w 7467600"/>
              <a:gd name="connsiteY498" fmla="*/ 2742112 h 6858000"/>
              <a:gd name="connsiteX499" fmla="*/ 7131592 w 7467600"/>
              <a:gd name="connsiteY499" fmla="*/ 2672096 h 6858000"/>
              <a:gd name="connsiteX500" fmla="*/ 6996344 w 7467600"/>
              <a:gd name="connsiteY500" fmla="*/ 2518310 h 6858000"/>
              <a:gd name="connsiteX501" fmla="*/ 6735495 w 7467600"/>
              <a:gd name="connsiteY501" fmla="*/ 2196890 h 6858000"/>
              <a:gd name="connsiteX502" fmla="*/ 6721901 w 7467600"/>
              <a:gd name="connsiteY502" fmla="*/ 2179274 h 6858000"/>
              <a:gd name="connsiteX503" fmla="*/ 6604735 w 7467600"/>
              <a:gd name="connsiteY503" fmla="*/ 2041381 h 6858000"/>
              <a:gd name="connsiteX504" fmla="*/ 6591670 w 7467600"/>
              <a:gd name="connsiteY504" fmla="*/ 1988277 h 6858000"/>
              <a:gd name="connsiteX505" fmla="*/ 6747349 w 7467600"/>
              <a:gd name="connsiteY505" fmla="*/ 2160069 h 6858000"/>
              <a:gd name="connsiteX506" fmla="*/ 6760943 w 7467600"/>
              <a:gd name="connsiteY506" fmla="*/ 2177686 h 6858000"/>
              <a:gd name="connsiteX507" fmla="*/ 7021065 w 7467600"/>
              <a:gd name="connsiteY507" fmla="*/ 2498102 h 6858000"/>
              <a:gd name="connsiteX508" fmla="*/ 7155223 w 7467600"/>
              <a:gd name="connsiteY508" fmla="*/ 2650386 h 6858000"/>
              <a:gd name="connsiteX509" fmla="*/ 7203167 w 7467600"/>
              <a:gd name="connsiteY509" fmla="*/ 2697288 h 6858000"/>
              <a:gd name="connsiteX510" fmla="*/ 6937703 w 7467600"/>
              <a:gd name="connsiteY510" fmla="*/ 2321981 h 6858000"/>
              <a:gd name="connsiteX511" fmla="*/ 6591670 w 7467600"/>
              <a:gd name="connsiteY511" fmla="*/ 1988277 h 6858000"/>
              <a:gd name="connsiteX512" fmla="*/ 5798671 w 7467600"/>
              <a:gd name="connsiteY512" fmla="*/ 1981601 h 6858000"/>
              <a:gd name="connsiteX513" fmla="*/ 5754709 w 7467600"/>
              <a:gd name="connsiteY513" fmla="*/ 2071454 h 6858000"/>
              <a:gd name="connsiteX514" fmla="*/ 5763044 w 7467600"/>
              <a:gd name="connsiteY514" fmla="*/ 2842206 h 6858000"/>
              <a:gd name="connsiteX515" fmla="*/ 5764974 w 7467600"/>
              <a:gd name="connsiteY515" fmla="*/ 2799609 h 6858000"/>
              <a:gd name="connsiteX516" fmla="*/ 5767665 w 7467600"/>
              <a:gd name="connsiteY516" fmla="*/ 2666409 h 6858000"/>
              <a:gd name="connsiteX517" fmla="*/ 5763055 w 7467600"/>
              <a:gd name="connsiteY517" fmla="*/ 2579705 h 6858000"/>
              <a:gd name="connsiteX518" fmla="*/ 5758079 w 7467600"/>
              <a:gd name="connsiteY518" fmla="*/ 2492508 h 6858000"/>
              <a:gd name="connsiteX519" fmla="*/ 5779325 w 7467600"/>
              <a:gd name="connsiteY519" fmla="*/ 2197069 h 6858000"/>
              <a:gd name="connsiteX520" fmla="*/ 5798671 w 7467600"/>
              <a:gd name="connsiteY520" fmla="*/ 1981601 h 6858000"/>
              <a:gd name="connsiteX521" fmla="*/ 5829202 w 7467600"/>
              <a:gd name="connsiteY521" fmla="*/ 1971679 h 6858000"/>
              <a:gd name="connsiteX522" fmla="*/ 5809558 w 7467600"/>
              <a:gd name="connsiteY522" fmla="*/ 2198043 h 6858000"/>
              <a:gd name="connsiteX523" fmla="*/ 5788653 w 7467600"/>
              <a:gd name="connsiteY523" fmla="*/ 2489430 h 6858000"/>
              <a:gd name="connsiteX524" fmla="*/ 5793439 w 7467600"/>
              <a:gd name="connsiteY524" fmla="*/ 2575235 h 6858000"/>
              <a:gd name="connsiteX525" fmla="*/ 5796837 w 7467600"/>
              <a:gd name="connsiteY525" fmla="*/ 2637633 h 6858000"/>
              <a:gd name="connsiteX526" fmla="*/ 5818614 w 7467600"/>
              <a:gd name="connsiteY526" fmla="*/ 2473055 h 6858000"/>
              <a:gd name="connsiteX527" fmla="*/ 5829202 w 7467600"/>
              <a:gd name="connsiteY527" fmla="*/ 1971679 h 6858000"/>
              <a:gd name="connsiteX528" fmla="*/ 5911389 w 7467600"/>
              <a:gd name="connsiteY528" fmla="*/ 1898371 h 6858000"/>
              <a:gd name="connsiteX529" fmla="*/ 6237627 w 7467600"/>
              <a:gd name="connsiteY529" fmla="*/ 2231921 h 6858000"/>
              <a:gd name="connsiteX530" fmla="*/ 5911389 w 7467600"/>
              <a:gd name="connsiteY530" fmla="*/ 1898371 h 6858000"/>
              <a:gd name="connsiteX531" fmla="*/ 6944437 w 7467600"/>
              <a:gd name="connsiteY531" fmla="*/ 1575402 h 6858000"/>
              <a:gd name="connsiteX532" fmla="*/ 6304730 w 7467600"/>
              <a:gd name="connsiteY532" fmla="*/ 1766654 h 6858000"/>
              <a:gd name="connsiteX533" fmla="*/ 6944437 w 7467600"/>
              <a:gd name="connsiteY533" fmla="*/ 1575402 h 6858000"/>
              <a:gd name="connsiteX534" fmla="*/ 7019523 w 7467600"/>
              <a:gd name="connsiteY534" fmla="*/ 1519450 h 6858000"/>
              <a:gd name="connsiteX535" fmla="*/ 6298091 w 7467600"/>
              <a:gd name="connsiteY535" fmla="*/ 1737122 h 6858000"/>
              <a:gd name="connsiteX536" fmla="*/ 7019523 w 7467600"/>
              <a:gd name="connsiteY536" fmla="*/ 1519450 h 6858000"/>
              <a:gd name="connsiteX537" fmla="*/ 2399523 w 7467600"/>
              <a:gd name="connsiteY537" fmla="*/ 1428234 h 6858000"/>
              <a:gd name="connsiteX538" fmla="*/ 2224982 w 7467600"/>
              <a:gd name="connsiteY538" fmla="*/ 1826201 h 6858000"/>
              <a:gd name="connsiteX539" fmla="*/ 2096099 w 7467600"/>
              <a:gd name="connsiteY539" fmla="*/ 2345900 h 6858000"/>
              <a:gd name="connsiteX540" fmla="*/ 2283317 w 7467600"/>
              <a:gd name="connsiteY540" fmla="*/ 1796925 h 6858000"/>
              <a:gd name="connsiteX541" fmla="*/ 2399523 w 7467600"/>
              <a:gd name="connsiteY541" fmla="*/ 1428234 h 6858000"/>
              <a:gd name="connsiteX542" fmla="*/ 2448558 w 7467600"/>
              <a:gd name="connsiteY542" fmla="*/ 1373435 h 6858000"/>
              <a:gd name="connsiteX543" fmla="*/ 2312521 w 7467600"/>
              <a:gd name="connsiteY543" fmla="*/ 1806140 h 6858000"/>
              <a:gd name="connsiteX544" fmla="*/ 2127533 w 7467600"/>
              <a:gd name="connsiteY544" fmla="*/ 2348380 h 6858000"/>
              <a:gd name="connsiteX545" fmla="*/ 2358080 w 7467600"/>
              <a:gd name="connsiteY545" fmla="*/ 1866134 h 6858000"/>
              <a:gd name="connsiteX546" fmla="*/ 2407436 w 7467600"/>
              <a:gd name="connsiteY546" fmla="*/ 1651070 h 6858000"/>
              <a:gd name="connsiteX547" fmla="*/ 2448558 w 7467600"/>
              <a:gd name="connsiteY547" fmla="*/ 1373435 h 6858000"/>
              <a:gd name="connsiteX548" fmla="*/ 278707 w 7467600"/>
              <a:gd name="connsiteY548" fmla="*/ 1352270 h 6858000"/>
              <a:gd name="connsiteX549" fmla="*/ 321570 w 7467600"/>
              <a:gd name="connsiteY549" fmla="*/ 1861610 h 6858000"/>
              <a:gd name="connsiteX550" fmla="*/ 294281 w 7467600"/>
              <a:gd name="connsiteY550" fmla="*/ 1440658 h 6858000"/>
              <a:gd name="connsiteX551" fmla="*/ 278707 w 7467600"/>
              <a:gd name="connsiteY551" fmla="*/ 1352270 h 6858000"/>
              <a:gd name="connsiteX552" fmla="*/ 1423821 w 7467600"/>
              <a:gd name="connsiteY552" fmla="*/ 1351958 h 6858000"/>
              <a:gd name="connsiteX553" fmla="*/ 1638521 w 7467600"/>
              <a:gd name="connsiteY553" fmla="*/ 1908470 h 6858000"/>
              <a:gd name="connsiteX554" fmla="*/ 1754199 w 7467600"/>
              <a:gd name="connsiteY554" fmla="*/ 2149284 h 6858000"/>
              <a:gd name="connsiteX555" fmla="*/ 1908359 w 7467600"/>
              <a:gd name="connsiteY555" fmla="*/ 2364988 h 6858000"/>
              <a:gd name="connsiteX556" fmla="*/ 1647661 w 7467600"/>
              <a:gd name="connsiteY556" fmla="*/ 1825945 h 6858000"/>
              <a:gd name="connsiteX557" fmla="*/ 1423821 w 7467600"/>
              <a:gd name="connsiteY557" fmla="*/ 1351958 h 6858000"/>
              <a:gd name="connsiteX558" fmla="*/ 1431890 w 7467600"/>
              <a:gd name="connsiteY558" fmla="*/ 1306475 h 6858000"/>
              <a:gd name="connsiteX559" fmla="*/ 1507597 w 7467600"/>
              <a:gd name="connsiteY559" fmla="*/ 1446132 h 6858000"/>
              <a:gd name="connsiteX560" fmla="*/ 1674586 w 7467600"/>
              <a:gd name="connsiteY560" fmla="*/ 1813832 h 6858000"/>
              <a:gd name="connsiteX561" fmla="*/ 1815950 w 7467600"/>
              <a:gd name="connsiteY561" fmla="*/ 2128564 h 6858000"/>
              <a:gd name="connsiteX562" fmla="*/ 1984242 w 7467600"/>
              <a:gd name="connsiteY562" fmla="*/ 2430829 h 6858000"/>
              <a:gd name="connsiteX563" fmla="*/ 2014023 w 7467600"/>
              <a:gd name="connsiteY563" fmla="*/ 2450995 h 6858000"/>
              <a:gd name="connsiteX564" fmla="*/ 1747337 w 7467600"/>
              <a:gd name="connsiteY564" fmla="*/ 1855264 h 6858000"/>
              <a:gd name="connsiteX565" fmla="*/ 1533749 w 7467600"/>
              <a:gd name="connsiteY565" fmla="*/ 1478656 h 6858000"/>
              <a:gd name="connsiteX566" fmla="*/ 1431890 w 7467600"/>
              <a:gd name="connsiteY566" fmla="*/ 1306475 h 6858000"/>
              <a:gd name="connsiteX567" fmla="*/ 5052692 w 7467600"/>
              <a:gd name="connsiteY567" fmla="*/ 1292994 h 6858000"/>
              <a:gd name="connsiteX568" fmla="*/ 5200661 w 7467600"/>
              <a:gd name="connsiteY568" fmla="*/ 1635186 h 6858000"/>
              <a:gd name="connsiteX569" fmla="*/ 5297138 w 7467600"/>
              <a:gd name="connsiteY569" fmla="*/ 1906351 h 6858000"/>
              <a:gd name="connsiteX570" fmla="*/ 5052692 w 7467600"/>
              <a:gd name="connsiteY570" fmla="*/ 1292994 h 6858000"/>
              <a:gd name="connsiteX571" fmla="*/ 5009948 w 7467600"/>
              <a:gd name="connsiteY571" fmla="*/ 1273619 h 6858000"/>
              <a:gd name="connsiteX572" fmla="*/ 5121777 w 7467600"/>
              <a:gd name="connsiteY572" fmla="*/ 1654213 h 6858000"/>
              <a:gd name="connsiteX573" fmla="*/ 5293545 w 7467600"/>
              <a:gd name="connsiteY573" fmla="*/ 2072247 h 6858000"/>
              <a:gd name="connsiteX574" fmla="*/ 5294042 w 7467600"/>
              <a:gd name="connsiteY574" fmla="*/ 2065019 h 6858000"/>
              <a:gd name="connsiteX575" fmla="*/ 5171936 w 7467600"/>
              <a:gd name="connsiteY575" fmla="*/ 1647613 h 6858000"/>
              <a:gd name="connsiteX576" fmla="*/ 5009948 w 7467600"/>
              <a:gd name="connsiteY576" fmla="*/ 1273619 h 6858000"/>
              <a:gd name="connsiteX577" fmla="*/ 655236 w 7467600"/>
              <a:gd name="connsiteY577" fmla="*/ 1268632 h 6858000"/>
              <a:gd name="connsiteX578" fmla="*/ 839521 w 7467600"/>
              <a:gd name="connsiteY578" fmla="*/ 1685315 h 6858000"/>
              <a:gd name="connsiteX579" fmla="*/ 1109416 w 7467600"/>
              <a:gd name="connsiteY579" fmla="*/ 2061663 h 6858000"/>
              <a:gd name="connsiteX580" fmla="*/ 1298300 w 7467600"/>
              <a:gd name="connsiteY580" fmla="*/ 2247742 h 6858000"/>
              <a:gd name="connsiteX581" fmla="*/ 1125871 w 7467600"/>
              <a:gd name="connsiteY581" fmla="*/ 1989513 h 6858000"/>
              <a:gd name="connsiteX582" fmla="*/ 981574 w 7467600"/>
              <a:gd name="connsiteY582" fmla="*/ 1783157 h 6858000"/>
              <a:gd name="connsiteX583" fmla="*/ 922198 w 7467600"/>
              <a:gd name="connsiteY583" fmla="*/ 1677437 h 6858000"/>
              <a:gd name="connsiteX584" fmla="*/ 869293 w 7467600"/>
              <a:gd name="connsiteY584" fmla="*/ 1583214 h 6858000"/>
              <a:gd name="connsiteX585" fmla="*/ 751431 w 7467600"/>
              <a:gd name="connsiteY585" fmla="*/ 1405731 h 6858000"/>
              <a:gd name="connsiteX586" fmla="*/ 655236 w 7467600"/>
              <a:gd name="connsiteY586" fmla="*/ 1268632 h 6858000"/>
              <a:gd name="connsiteX587" fmla="*/ 6516292 w 7467600"/>
              <a:gd name="connsiteY587" fmla="*/ 1263064 h 6858000"/>
              <a:gd name="connsiteX588" fmla="*/ 5736320 w 7467600"/>
              <a:gd name="connsiteY588" fmla="*/ 1501803 h 6858000"/>
              <a:gd name="connsiteX589" fmla="*/ 6516292 w 7467600"/>
              <a:gd name="connsiteY589" fmla="*/ 1263064 h 6858000"/>
              <a:gd name="connsiteX590" fmla="*/ 291466 w 7467600"/>
              <a:gd name="connsiteY590" fmla="*/ 1250369 h 6858000"/>
              <a:gd name="connsiteX591" fmla="*/ 323180 w 7467600"/>
              <a:gd name="connsiteY591" fmla="*/ 1435283 h 6858000"/>
              <a:gd name="connsiteX592" fmla="*/ 349381 w 7467600"/>
              <a:gd name="connsiteY592" fmla="*/ 1875041 h 6858000"/>
              <a:gd name="connsiteX593" fmla="*/ 374363 w 7467600"/>
              <a:gd name="connsiteY593" fmla="*/ 1506494 h 6858000"/>
              <a:gd name="connsiteX594" fmla="*/ 302168 w 7467600"/>
              <a:gd name="connsiteY594" fmla="*/ 1274495 h 6858000"/>
              <a:gd name="connsiteX595" fmla="*/ 291466 w 7467600"/>
              <a:gd name="connsiteY595" fmla="*/ 1250369 h 6858000"/>
              <a:gd name="connsiteX596" fmla="*/ 678222 w 7467600"/>
              <a:gd name="connsiteY596" fmla="*/ 1248670 h 6858000"/>
              <a:gd name="connsiteX597" fmla="*/ 775536 w 7467600"/>
              <a:gd name="connsiteY597" fmla="*/ 1388015 h 6858000"/>
              <a:gd name="connsiteX598" fmla="*/ 894529 w 7467600"/>
              <a:gd name="connsiteY598" fmla="*/ 1567739 h 6858000"/>
              <a:gd name="connsiteX599" fmla="*/ 948000 w 7467600"/>
              <a:gd name="connsiteY599" fmla="*/ 1663088 h 6858000"/>
              <a:gd name="connsiteX600" fmla="*/ 1006812 w 7467600"/>
              <a:gd name="connsiteY600" fmla="*/ 1767683 h 6858000"/>
              <a:gd name="connsiteX601" fmla="*/ 1149133 w 7467600"/>
              <a:gd name="connsiteY601" fmla="*/ 1971513 h 6858000"/>
              <a:gd name="connsiteX602" fmla="*/ 1333952 w 7467600"/>
              <a:gd name="connsiteY602" fmla="*/ 2251620 h 6858000"/>
              <a:gd name="connsiteX603" fmla="*/ 1337329 w 7467600"/>
              <a:gd name="connsiteY603" fmla="*/ 2258350 h 6858000"/>
              <a:gd name="connsiteX604" fmla="*/ 1014726 w 7467600"/>
              <a:gd name="connsiteY604" fmla="*/ 1615556 h 6858000"/>
              <a:gd name="connsiteX605" fmla="*/ 678222 w 7467600"/>
              <a:gd name="connsiteY605" fmla="*/ 1248670 h 6858000"/>
              <a:gd name="connsiteX606" fmla="*/ 6691602 w 7467600"/>
              <a:gd name="connsiteY606" fmla="*/ 1140573 h 6858000"/>
              <a:gd name="connsiteX607" fmla="*/ 6571100 w 7467600"/>
              <a:gd name="connsiteY607" fmla="*/ 1183662 h 6858000"/>
              <a:gd name="connsiteX608" fmla="*/ 6241687 w 7467600"/>
              <a:gd name="connsiteY608" fmla="*/ 1257600 h 6858000"/>
              <a:gd name="connsiteX609" fmla="*/ 5693009 w 7467600"/>
              <a:gd name="connsiteY609" fmla="*/ 1478256 h 6858000"/>
              <a:gd name="connsiteX610" fmla="*/ 6548420 w 7467600"/>
              <a:gd name="connsiteY610" fmla="*/ 1214599 h 6858000"/>
              <a:gd name="connsiteX611" fmla="*/ 6605473 w 7467600"/>
              <a:gd name="connsiteY611" fmla="*/ 1184686 h 6858000"/>
              <a:gd name="connsiteX612" fmla="*/ 6691602 w 7467600"/>
              <a:gd name="connsiteY612" fmla="*/ 1140573 h 6858000"/>
              <a:gd name="connsiteX613" fmla="*/ 4002475 w 7467600"/>
              <a:gd name="connsiteY613" fmla="*/ 1037802 h 6858000"/>
              <a:gd name="connsiteX614" fmla="*/ 4000324 w 7467600"/>
              <a:gd name="connsiteY614" fmla="*/ 1039362 h 6858000"/>
              <a:gd name="connsiteX615" fmla="*/ 4002862 w 7467600"/>
              <a:gd name="connsiteY615" fmla="*/ 1042866 h 6858000"/>
              <a:gd name="connsiteX616" fmla="*/ 4002475 w 7467600"/>
              <a:gd name="connsiteY616" fmla="*/ 1037802 h 6858000"/>
              <a:gd name="connsiteX617" fmla="*/ 506322 w 7467600"/>
              <a:gd name="connsiteY617" fmla="*/ 1020997 h 6858000"/>
              <a:gd name="connsiteX618" fmla="*/ 533068 w 7467600"/>
              <a:gd name="connsiteY618" fmla="*/ 1029409 h 6858000"/>
              <a:gd name="connsiteX619" fmla="*/ 1232525 w 7467600"/>
              <a:gd name="connsiteY619" fmla="*/ 1804675 h 6858000"/>
              <a:gd name="connsiteX620" fmla="*/ 1388858 w 7467600"/>
              <a:gd name="connsiteY620" fmla="*/ 2368011 h 6858000"/>
              <a:gd name="connsiteX621" fmla="*/ 1384098 w 7467600"/>
              <a:gd name="connsiteY621" fmla="*/ 2378125 h 6858000"/>
              <a:gd name="connsiteX622" fmla="*/ 1425393 w 7467600"/>
              <a:gd name="connsiteY622" fmla="*/ 2589124 h 6858000"/>
              <a:gd name="connsiteX623" fmla="*/ 1424001 w 7467600"/>
              <a:gd name="connsiteY623" fmla="*/ 2597541 h 6858000"/>
              <a:gd name="connsiteX624" fmla="*/ 2152729 w 7467600"/>
              <a:gd name="connsiteY624" fmla="*/ 2864487 h 6858000"/>
              <a:gd name="connsiteX625" fmla="*/ 2020609 w 7467600"/>
              <a:gd name="connsiteY625" fmla="*/ 2539671 h 6858000"/>
              <a:gd name="connsiteX626" fmla="*/ 2018920 w 7467600"/>
              <a:gd name="connsiteY626" fmla="*/ 2536309 h 6858000"/>
              <a:gd name="connsiteX627" fmla="*/ 1342441 w 7467600"/>
              <a:gd name="connsiteY627" fmla="*/ 1173017 h 6858000"/>
              <a:gd name="connsiteX628" fmla="*/ 1367925 w 7467600"/>
              <a:gd name="connsiteY628" fmla="*/ 1135648 h 6858000"/>
              <a:gd name="connsiteX629" fmla="*/ 1771401 w 7467600"/>
              <a:gd name="connsiteY629" fmla="*/ 1806673 h 6858000"/>
              <a:gd name="connsiteX630" fmla="*/ 1972385 w 7467600"/>
              <a:gd name="connsiteY630" fmla="*/ 2198735 h 6858000"/>
              <a:gd name="connsiteX631" fmla="*/ 2040892 w 7467600"/>
              <a:gd name="connsiteY631" fmla="*/ 2405205 h 6858000"/>
              <a:gd name="connsiteX632" fmla="*/ 2131689 w 7467600"/>
              <a:gd name="connsiteY632" fmla="*/ 1936926 h 6858000"/>
              <a:gd name="connsiteX633" fmla="*/ 2454820 w 7467600"/>
              <a:gd name="connsiteY633" fmla="*/ 1248808 h 6858000"/>
              <a:gd name="connsiteX634" fmla="*/ 2492512 w 7467600"/>
              <a:gd name="connsiteY634" fmla="*/ 1302920 h 6858000"/>
              <a:gd name="connsiteX635" fmla="*/ 2081216 w 7467600"/>
              <a:gd name="connsiteY635" fmla="*/ 2527513 h 6858000"/>
              <a:gd name="connsiteX636" fmla="*/ 2081211 w 7467600"/>
              <a:gd name="connsiteY636" fmla="*/ 2528916 h 6858000"/>
              <a:gd name="connsiteX637" fmla="*/ 2199067 w 7467600"/>
              <a:gd name="connsiteY637" fmla="*/ 2884061 h 6858000"/>
              <a:gd name="connsiteX638" fmla="*/ 3192586 w 7467600"/>
              <a:gd name="connsiteY638" fmla="*/ 3411496 h 6858000"/>
              <a:gd name="connsiteX639" fmla="*/ 3182620 w 7467600"/>
              <a:gd name="connsiteY639" fmla="*/ 3483279 h 6858000"/>
              <a:gd name="connsiteX640" fmla="*/ 2435119 w 7467600"/>
              <a:gd name="connsiteY640" fmla="*/ 3080173 h 6858000"/>
              <a:gd name="connsiteX641" fmla="*/ 2410152 w 7467600"/>
              <a:gd name="connsiteY641" fmla="*/ 3063751 h 6858000"/>
              <a:gd name="connsiteX642" fmla="*/ 2408099 w 7467600"/>
              <a:gd name="connsiteY642" fmla="*/ 3064403 h 6858000"/>
              <a:gd name="connsiteX643" fmla="*/ 2407218 w 7467600"/>
              <a:gd name="connsiteY643" fmla="*/ 3070324 h 6858000"/>
              <a:gd name="connsiteX644" fmla="*/ 2380138 w 7467600"/>
              <a:gd name="connsiteY644" fmla="*/ 3099341 h 6858000"/>
              <a:gd name="connsiteX645" fmla="*/ 1765923 w 7467600"/>
              <a:gd name="connsiteY645" fmla="*/ 3581043 h 6858000"/>
              <a:gd name="connsiteX646" fmla="*/ 1702258 w 7467600"/>
              <a:gd name="connsiteY646" fmla="*/ 3612286 h 6858000"/>
              <a:gd name="connsiteX647" fmla="*/ 1538370 w 7467600"/>
              <a:gd name="connsiteY647" fmla="*/ 3811804 h 6858000"/>
              <a:gd name="connsiteX648" fmla="*/ 542867 w 7467600"/>
              <a:gd name="connsiteY648" fmla="*/ 4944092 h 6858000"/>
              <a:gd name="connsiteX649" fmla="*/ 515800 w 7467600"/>
              <a:gd name="connsiteY649" fmla="*/ 4862180 h 6858000"/>
              <a:gd name="connsiteX650" fmla="*/ 909145 w 7467600"/>
              <a:gd name="connsiteY650" fmla="*/ 4199225 h 6858000"/>
              <a:gd name="connsiteX651" fmla="*/ 1214067 w 7467600"/>
              <a:gd name="connsiteY651" fmla="*/ 3908561 h 6858000"/>
              <a:gd name="connsiteX652" fmla="*/ 640967 w 7467600"/>
              <a:gd name="connsiteY652" fmla="*/ 4105601 h 6858000"/>
              <a:gd name="connsiteX653" fmla="*/ 112563 w 7467600"/>
              <a:gd name="connsiteY653" fmla="*/ 4396952 h 6858000"/>
              <a:gd name="connsiteX654" fmla="*/ 0 w 7467600"/>
              <a:gd name="connsiteY654" fmla="*/ 4466006 h 6858000"/>
              <a:gd name="connsiteX655" fmla="*/ 0 w 7467600"/>
              <a:gd name="connsiteY655" fmla="*/ 4233763 h 6858000"/>
              <a:gd name="connsiteX656" fmla="*/ 36881 w 7467600"/>
              <a:gd name="connsiteY656" fmla="*/ 4200118 h 6858000"/>
              <a:gd name="connsiteX657" fmla="*/ 910534 w 7467600"/>
              <a:gd name="connsiteY657" fmla="*/ 3629753 h 6858000"/>
              <a:gd name="connsiteX658" fmla="*/ 1578717 w 7467600"/>
              <a:gd name="connsiteY658" fmla="*/ 3575982 h 6858000"/>
              <a:gd name="connsiteX659" fmla="*/ 2338780 w 7467600"/>
              <a:gd name="connsiteY659" fmla="*/ 3033725 h 6858000"/>
              <a:gd name="connsiteX660" fmla="*/ 1807991 w 7467600"/>
              <a:gd name="connsiteY660" fmla="*/ 2807184 h 6858000"/>
              <a:gd name="connsiteX661" fmla="*/ 1416358 w 7467600"/>
              <a:gd name="connsiteY661" fmla="*/ 3112571 h 6858000"/>
              <a:gd name="connsiteX662" fmla="*/ 939066 w 7467600"/>
              <a:gd name="connsiteY662" fmla="*/ 3378798 h 6858000"/>
              <a:gd name="connsiteX663" fmla="*/ 115099 w 7467600"/>
              <a:gd name="connsiteY663" fmla="*/ 3607650 h 6858000"/>
              <a:gd name="connsiteX664" fmla="*/ 97284 w 7467600"/>
              <a:gd name="connsiteY664" fmla="*/ 3520393 h 6858000"/>
              <a:gd name="connsiteX665" fmla="*/ 922050 w 7467600"/>
              <a:gd name="connsiteY665" fmla="*/ 3074867 h 6858000"/>
              <a:gd name="connsiteX666" fmla="*/ 1405265 w 7467600"/>
              <a:gd name="connsiteY666" fmla="*/ 3016319 h 6858000"/>
              <a:gd name="connsiteX667" fmla="*/ 1407512 w 7467600"/>
              <a:gd name="connsiteY667" fmla="*/ 3018001 h 6858000"/>
              <a:gd name="connsiteX668" fmla="*/ 1726266 w 7467600"/>
              <a:gd name="connsiteY668" fmla="*/ 2777274 h 6858000"/>
              <a:gd name="connsiteX669" fmla="*/ 625390 w 7467600"/>
              <a:gd name="connsiteY669" fmla="*/ 2514541 h 6858000"/>
              <a:gd name="connsiteX670" fmla="*/ 619799 w 7467600"/>
              <a:gd name="connsiteY670" fmla="*/ 2527180 h 6858000"/>
              <a:gd name="connsiteX671" fmla="*/ 310030 w 7467600"/>
              <a:gd name="connsiteY671" fmla="*/ 2771818 h 6858000"/>
              <a:gd name="connsiteX672" fmla="*/ 173877 w 7467600"/>
              <a:gd name="connsiteY672" fmla="*/ 2937056 h 6858000"/>
              <a:gd name="connsiteX673" fmla="*/ 77889 w 7467600"/>
              <a:gd name="connsiteY673" fmla="*/ 3138440 h 6858000"/>
              <a:gd name="connsiteX674" fmla="*/ 0 w 7467600"/>
              <a:gd name="connsiteY674" fmla="*/ 3271395 h 6858000"/>
              <a:gd name="connsiteX675" fmla="*/ 0 w 7467600"/>
              <a:gd name="connsiteY675" fmla="*/ 3153002 h 6858000"/>
              <a:gd name="connsiteX676" fmla="*/ 2386 w 7467600"/>
              <a:gd name="connsiteY676" fmla="*/ 3149203 h 6858000"/>
              <a:gd name="connsiteX677" fmla="*/ 89753 w 7467600"/>
              <a:gd name="connsiteY677" fmla="*/ 2987702 h 6858000"/>
              <a:gd name="connsiteX678" fmla="*/ 76869 w 7467600"/>
              <a:gd name="connsiteY678" fmla="*/ 3005404 h 6858000"/>
              <a:gd name="connsiteX679" fmla="*/ 32049 w 7467600"/>
              <a:gd name="connsiteY679" fmla="*/ 3065814 h 6858000"/>
              <a:gd name="connsiteX680" fmla="*/ 0 w 7467600"/>
              <a:gd name="connsiteY680" fmla="*/ 3108744 h 6858000"/>
              <a:gd name="connsiteX681" fmla="*/ 0 w 7467600"/>
              <a:gd name="connsiteY681" fmla="*/ 3058059 h 6858000"/>
              <a:gd name="connsiteX682" fmla="*/ 7610 w 7467600"/>
              <a:gd name="connsiteY682" fmla="*/ 3047889 h 6858000"/>
              <a:gd name="connsiteX683" fmla="*/ 52419 w 7467600"/>
              <a:gd name="connsiteY683" fmla="*/ 2987479 h 6858000"/>
              <a:gd name="connsiteX684" fmla="*/ 59142 w 7467600"/>
              <a:gd name="connsiteY684" fmla="*/ 2978488 h 6858000"/>
              <a:gd name="connsiteX685" fmla="*/ 0 w 7467600"/>
              <a:gd name="connsiteY685" fmla="*/ 3015334 h 6858000"/>
              <a:gd name="connsiteX686" fmla="*/ 0 w 7467600"/>
              <a:gd name="connsiteY686" fmla="*/ 2914286 h 6858000"/>
              <a:gd name="connsiteX687" fmla="*/ 36383 w 7467600"/>
              <a:gd name="connsiteY687" fmla="*/ 2901128 h 6858000"/>
              <a:gd name="connsiteX688" fmla="*/ 156329 w 7467600"/>
              <a:gd name="connsiteY688" fmla="*/ 2840533 h 6858000"/>
              <a:gd name="connsiteX689" fmla="*/ 358355 w 7467600"/>
              <a:gd name="connsiteY689" fmla="*/ 2620471 h 6858000"/>
              <a:gd name="connsiteX690" fmla="*/ 510577 w 7467600"/>
              <a:gd name="connsiteY690" fmla="*/ 2501244 h 6858000"/>
              <a:gd name="connsiteX691" fmla="*/ 211967 w 7467600"/>
              <a:gd name="connsiteY691" fmla="*/ 2479171 h 6858000"/>
              <a:gd name="connsiteX692" fmla="*/ 0 w 7467600"/>
              <a:gd name="connsiteY692" fmla="*/ 2476398 h 6858000"/>
              <a:gd name="connsiteX693" fmla="*/ 0 w 7467600"/>
              <a:gd name="connsiteY693" fmla="*/ 2389189 h 6858000"/>
              <a:gd name="connsiteX694" fmla="*/ 103062 w 7467600"/>
              <a:gd name="connsiteY694" fmla="*/ 2389518 h 6858000"/>
              <a:gd name="connsiteX695" fmla="*/ 510734 w 7467600"/>
              <a:gd name="connsiteY695" fmla="*/ 2416201 h 6858000"/>
              <a:gd name="connsiteX696" fmla="*/ 279257 w 7467600"/>
              <a:gd name="connsiteY696" fmla="*/ 2092102 h 6858000"/>
              <a:gd name="connsiteX697" fmla="*/ 65265 w 7467600"/>
              <a:gd name="connsiteY697" fmla="*/ 2006049 h 6858000"/>
              <a:gd name="connsiteX698" fmla="*/ 0 w 7467600"/>
              <a:gd name="connsiteY698" fmla="*/ 1982532 h 6858000"/>
              <a:gd name="connsiteX699" fmla="*/ 0 w 7467600"/>
              <a:gd name="connsiteY699" fmla="*/ 1912789 h 6858000"/>
              <a:gd name="connsiteX700" fmla="*/ 97460 w 7467600"/>
              <a:gd name="connsiteY700" fmla="*/ 1953725 h 6858000"/>
              <a:gd name="connsiteX701" fmla="*/ 221272 w 7467600"/>
              <a:gd name="connsiteY701" fmla="*/ 1980766 h 6858000"/>
              <a:gd name="connsiteX702" fmla="*/ 116765 w 7467600"/>
              <a:gd name="connsiteY702" fmla="*/ 1911033 h 6858000"/>
              <a:gd name="connsiteX703" fmla="*/ 16405 w 7467600"/>
              <a:gd name="connsiteY703" fmla="*/ 1803412 h 6858000"/>
              <a:gd name="connsiteX704" fmla="*/ 0 w 7467600"/>
              <a:gd name="connsiteY704" fmla="*/ 1784777 h 6858000"/>
              <a:gd name="connsiteX705" fmla="*/ 0 w 7467600"/>
              <a:gd name="connsiteY705" fmla="*/ 1740082 h 6858000"/>
              <a:gd name="connsiteX706" fmla="*/ 39394 w 7467600"/>
              <a:gd name="connsiteY706" fmla="*/ 1784856 h 6858000"/>
              <a:gd name="connsiteX707" fmla="*/ 135813 w 7467600"/>
              <a:gd name="connsiteY707" fmla="*/ 1888838 h 6858000"/>
              <a:gd name="connsiteX708" fmla="*/ 242575 w 7467600"/>
              <a:gd name="connsiteY708" fmla="*/ 1958841 h 6858000"/>
              <a:gd name="connsiteX709" fmla="*/ 82197 w 7467600"/>
              <a:gd name="connsiteY709" fmla="*/ 1754826 h 6858000"/>
              <a:gd name="connsiteX710" fmla="*/ 0 w 7467600"/>
              <a:gd name="connsiteY710" fmla="*/ 1679650 h 6858000"/>
              <a:gd name="connsiteX711" fmla="*/ 0 w 7467600"/>
              <a:gd name="connsiteY711" fmla="*/ 1602463 h 6858000"/>
              <a:gd name="connsiteX712" fmla="*/ 84689 w 7467600"/>
              <a:gd name="connsiteY712" fmla="*/ 1677442 h 6858000"/>
              <a:gd name="connsiteX713" fmla="*/ 298437 w 7467600"/>
              <a:gd name="connsiteY713" fmla="*/ 1968019 h 6858000"/>
              <a:gd name="connsiteX714" fmla="*/ 227269 w 7467600"/>
              <a:gd name="connsiteY714" fmla="*/ 1114064 h 6858000"/>
              <a:gd name="connsiteX715" fmla="*/ 248003 w 7467600"/>
              <a:gd name="connsiteY715" fmla="*/ 1089613 h 6858000"/>
              <a:gd name="connsiteX716" fmla="*/ 427020 w 7467600"/>
              <a:gd name="connsiteY716" fmla="*/ 1619803 h 6858000"/>
              <a:gd name="connsiteX717" fmla="*/ 340345 w 7467600"/>
              <a:gd name="connsiteY717" fmla="*/ 2027739 h 6858000"/>
              <a:gd name="connsiteX718" fmla="*/ 360865 w 7467600"/>
              <a:gd name="connsiteY718" fmla="*/ 2044827 h 6858000"/>
              <a:gd name="connsiteX719" fmla="*/ 560414 w 7467600"/>
              <a:gd name="connsiteY719" fmla="*/ 2421457 h 6858000"/>
              <a:gd name="connsiteX720" fmla="*/ 1359703 w 7467600"/>
              <a:gd name="connsiteY720" fmla="*/ 2578554 h 6858000"/>
              <a:gd name="connsiteX721" fmla="*/ 1359422 w 7467600"/>
              <a:gd name="connsiteY721" fmla="*/ 2577994 h 6858000"/>
              <a:gd name="connsiteX722" fmla="*/ 828701 w 7467600"/>
              <a:gd name="connsiteY722" fmla="*/ 1839520 h 6858000"/>
              <a:gd name="connsiteX723" fmla="*/ 494427 w 7467600"/>
              <a:gd name="connsiteY723" fmla="*/ 1092333 h 6858000"/>
              <a:gd name="connsiteX724" fmla="*/ 506322 w 7467600"/>
              <a:gd name="connsiteY724" fmla="*/ 1020997 h 6858000"/>
              <a:gd name="connsiteX725" fmla="*/ 4570198 w 7467600"/>
              <a:gd name="connsiteY725" fmla="*/ 978081 h 6858000"/>
              <a:gd name="connsiteX726" fmla="*/ 4523691 w 7467600"/>
              <a:gd name="connsiteY726" fmla="*/ 1127776 h 6858000"/>
              <a:gd name="connsiteX727" fmla="*/ 4509875 w 7467600"/>
              <a:gd name="connsiteY727" fmla="*/ 1167552 h 6858000"/>
              <a:gd name="connsiteX728" fmla="*/ 4478168 w 7467600"/>
              <a:gd name="connsiteY728" fmla="*/ 1260735 h 6858000"/>
              <a:gd name="connsiteX729" fmla="*/ 4409309 w 7467600"/>
              <a:gd name="connsiteY729" fmla="*/ 1666996 h 6858000"/>
              <a:gd name="connsiteX730" fmla="*/ 4370031 w 7467600"/>
              <a:gd name="connsiteY730" fmla="*/ 1955666 h 6858000"/>
              <a:gd name="connsiteX731" fmla="*/ 4570198 w 7467600"/>
              <a:gd name="connsiteY731" fmla="*/ 978081 h 6858000"/>
              <a:gd name="connsiteX732" fmla="*/ 4557898 w 7467600"/>
              <a:gd name="connsiteY732" fmla="*/ 900011 h 6858000"/>
              <a:gd name="connsiteX733" fmla="*/ 4344840 w 7467600"/>
              <a:gd name="connsiteY733" fmla="*/ 1922038 h 6858000"/>
              <a:gd name="connsiteX734" fmla="*/ 4378710 w 7467600"/>
              <a:gd name="connsiteY734" fmla="*/ 1665516 h 6858000"/>
              <a:gd name="connsiteX735" fmla="*/ 4448798 w 7467600"/>
              <a:gd name="connsiteY735" fmla="*/ 1253024 h 6858000"/>
              <a:gd name="connsiteX736" fmla="*/ 4480315 w 7467600"/>
              <a:gd name="connsiteY736" fmla="*/ 1158454 h 6858000"/>
              <a:gd name="connsiteX737" fmla="*/ 4494133 w 7467600"/>
              <a:gd name="connsiteY737" fmla="*/ 1118676 h 6858000"/>
              <a:gd name="connsiteX738" fmla="*/ 4557898 w 7467600"/>
              <a:gd name="connsiteY738" fmla="*/ 900011 h 6858000"/>
              <a:gd name="connsiteX739" fmla="*/ 5870151 w 7467600"/>
              <a:gd name="connsiteY739" fmla="*/ 898890 h 6858000"/>
              <a:gd name="connsiteX740" fmla="*/ 5861335 w 7467600"/>
              <a:gd name="connsiteY740" fmla="*/ 899177 h 6858000"/>
              <a:gd name="connsiteX741" fmla="*/ 5843702 w 7467600"/>
              <a:gd name="connsiteY741" fmla="*/ 899748 h 6858000"/>
              <a:gd name="connsiteX742" fmla="*/ 5651107 w 7467600"/>
              <a:gd name="connsiteY742" fmla="*/ 920306 h 6858000"/>
              <a:gd name="connsiteX743" fmla="*/ 5459407 w 7467600"/>
              <a:gd name="connsiteY743" fmla="*/ 940975 h 6858000"/>
              <a:gd name="connsiteX744" fmla="*/ 5374846 w 7467600"/>
              <a:gd name="connsiteY744" fmla="*/ 941988 h 6858000"/>
              <a:gd name="connsiteX745" fmla="*/ 5256105 w 7467600"/>
              <a:gd name="connsiteY745" fmla="*/ 945632 h 6858000"/>
              <a:gd name="connsiteX746" fmla="*/ 5107071 w 7467600"/>
              <a:gd name="connsiteY746" fmla="*/ 969720 h 6858000"/>
              <a:gd name="connsiteX747" fmla="*/ 4998681 w 7467600"/>
              <a:gd name="connsiteY747" fmla="*/ 988771 h 6858000"/>
              <a:gd name="connsiteX748" fmla="*/ 5870151 w 7467600"/>
              <a:gd name="connsiteY748" fmla="*/ 898890 h 6858000"/>
              <a:gd name="connsiteX749" fmla="*/ 5504425 w 7467600"/>
              <a:gd name="connsiteY749" fmla="*/ 848067 h 6858000"/>
              <a:gd name="connsiteX750" fmla="*/ 4968849 w 7467600"/>
              <a:gd name="connsiteY750" fmla="*/ 962318 h 6858000"/>
              <a:gd name="connsiteX751" fmla="*/ 5104039 w 7467600"/>
              <a:gd name="connsiteY751" fmla="*/ 940634 h 6858000"/>
              <a:gd name="connsiteX752" fmla="*/ 5256311 w 7467600"/>
              <a:gd name="connsiteY752" fmla="*/ 916490 h 6858000"/>
              <a:gd name="connsiteX753" fmla="*/ 5377381 w 7467600"/>
              <a:gd name="connsiteY753" fmla="*/ 912671 h 6858000"/>
              <a:gd name="connsiteX754" fmla="*/ 5460148 w 7467600"/>
              <a:gd name="connsiteY754" fmla="*/ 911442 h 6858000"/>
              <a:gd name="connsiteX755" fmla="*/ 5648971 w 7467600"/>
              <a:gd name="connsiteY755" fmla="*/ 891331 h 6858000"/>
              <a:gd name="connsiteX756" fmla="*/ 5844807 w 7467600"/>
              <a:gd name="connsiteY756" fmla="*/ 870718 h 6858000"/>
              <a:gd name="connsiteX757" fmla="*/ 5862975 w 7467600"/>
              <a:gd name="connsiteY757" fmla="*/ 869756 h 6858000"/>
              <a:gd name="connsiteX758" fmla="*/ 5920887 w 7467600"/>
              <a:gd name="connsiteY758" fmla="*/ 865929 h 6858000"/>
              <a:gd name="connsiteX759" fmla="*/ 5504425 w 7467600"/>
              <a:gd name="connsiteY759" fmla="*/ 848067 h 6858000"/>
              <a:gd name="connsiteX760" fmla="*/ 3607114 w 7467600"/>
              <a:gd name="connsiteY760" fmla="*/ 467441 h 6858000"/>
              <a:gd name="connsiteX761" fmla="*/ 3296242 w 7467600"/>
              <a:gd name="connsiteY761" fmla="*/ 807991 h 6858000"/>
              <a:gd name="connsiteX762" fmla="*/ 3174674 w 7467600"/>
              <a:gd name="connsiteY762" fmla="*/ 919759 h 6858000"/>
              <a:gd name="connsiteX763" fmla="*/ 3042978 w 7467600"/>
              <a:gd name="connsiteY763" fmla="*/ 1054894 h 6858000"/>
              <a:gd name="connsiteX764" fmla="*/ 2968914 w 7467600"/>
              <a:gd name="connsiteY764" fmla="*/ 1133756 h 6858000"/>
              <a:gd name="connsiteX765" fmla="*/ 3103823 w 7467600"/>
              <a:gd name="connsiteY765" fmla="*/ 1026814 h 6858000"/>
              <a:gd name="connsiteX766" fmla="*/ 3607114 w 7467600"/>
              <a:gd name="connsiteY766" fmla="*/ 467441 h 6858000"/>
              <a:gd name="connsiteX767" fmla="*/ 3744487 w 7467600"/>
              <a:gd name="connsiteY767" fmla="*/ 383136 h 6858000"/>
              <a:gd name="connsiteX768" fmla="*/ 3970213 w 7467600"/>
              <a:gd name="connsiteY768" fmla="*/ 995559 h 6858000"/>
              <a:gd name="connsiteX769" fmla="*/ 3744487 w 7467600"/>
              <a:gd name="connsiteY769" fmla="*/ 383136 h 6858000"/>
              <a:gd name="connsiteX770" fmla="*/ 3624562 w 7467600"/>
              <a:gd name="connsiteY770" fmla="*/ 367041 h 6858000"/>
              <a:gd name="connsiteX771" fmla="*/ 3489712 w 7467600"/>
              <a:gd name="connsiteY771" fmla="*/ 485386 h 6858000"/>
              <a:gd name="connsiteX772" fmla="*/ 3182994 w 7467600"/>
              <a:gd name="connsiteY772" fmla="*/ 828265 h 6858000"/>
              <a:gd name="connsiteX773" fmla="*/ 2892114 w 7467600"/>
              <a:gd name="connsiteY773" fmla="*/ 1172635 h 6858000"/>
              <a:gd name="connsiteX774" fmla="*/ 3021459 w 7467600"/>
              <a:gd name="connsiteY774" fmla="*/ 1035385 h 6858000"/>
              <a:gd name="connsiteX775" fmla="*/ 3153873 w 7467600"/>
              <a:gd name="connsiteY775" fmla="*/ 898971 h 6858000"/>
              <a:gd name="connsiteX776" fmla="*/ 3276511 w 7467600"/>
              <a:gd name="connsiteY776" fmla="*/ 786423 h 6858000"/>
              <a:gd name="connsiteX777" fmla="*/ 3584154 w 7467600"/>
              <a:gd name="connsiteY777" fmla="*/ 448218 h 6858000"/>
              <a:gd name="connsiteX778" fmla="*/ 3624562 w 7467600"/>
              <a:gd name="connsiteY778" fmla="*/ 367041 h 6858000"/>
              <a:gd name="connsiteX779" fmla="*/ 3766672 w 7467600"/>
              <a:gd name="connsiteY779" fmla="*/ 359429 h 6858000"/>
              <a:gd name="connsiteX780" fmla="*/ 3996338 w 7467600"/>
              <a:gd name="connsiteY780" fmla="*/ 968237 h 6858000"/>
              <a:gd name="connsiteX781" fmla="*/ 3766672 w 7467600"/>
              <a:gd name="connsiteY781" fmla="*/ 359429 h 6858000"/>
              <a:gd name="connsiteX782" fmla="*/ 5805386 w 7467600"/>
              <a:gd name="connsiteY782" fmla="*/ 239240 h 6858000"/>
              <a:gd name="connsiteX783" fmla="*/ 5736947 w 7467600"/>
              <a:gd name="connsiteY783" fmla="*/ 261367 h 6858000"/>
              <a:gd name="connsiteX784" fmla="*/ 5427012 w 7467600"/>
              <a:gd name="connsiteY784" fmla="*/ 311272 h 6858000"/>
              <a:gd name="connsiteX785" fmla="*/ 5147818 w 7467600"/>
              <a:gd name="connsiteY785" fmla="*/ 322112 h 6858000"/>
              <a:gd name="connsiteX786" fmla="*/ 5060854 w 7467600"/>
              <a:gd name="connsiteY786" fmla="*/ 311882 h 6858000"/>
              <a:gd name="connsiteX787" fmla="*/ 4945989 w 7467600"/>
              <a:gd name="connsiteY787" fmla="*/ 300516 h 6858000"/>
              <a:gd name="connsiteX788" fmla="*/ 5410479 w 7467600"/>
              <a:gd name="connsiteY788" fmla="*/ 348434 h 6858000"/>
              <a:gd name="connsiteX789" fmla="*/ 5805386 w 7467600"/>
              <a:gd name="connsiteY789" fmla="*/ 239240 h 6858000"/>
              <a:gd name="connsiteX790" fmla="*/ 5905192 w 7467600"/>
              <a:gd name="connsiteY790" fmla="*/ 163079 h 6858000"/>
              <a:gd name="connsiteX791" fmla="*/ 5865655 w 7467600"/>
              <a:gd name="connsiteY791" fmla="*/ 171901 h 6858000"/>
              <a:gd name="connsiteX792" fmla="*/ 5259740 w 7467600"/>
              <a:gd name="connsiteY792" fmla="*/ 257013 h 6858000"/>
              <a:gd name="connsiteX793" fmla="*/ 5208466 w 7467600"/>
              <a:gd name="connsiteY793" fmla="*/ 257550 h 6858000"/>
              <a:gd name="connsiteX794" fmla="*/ 4980204 w 7467600"/>
              <a:gd name="connsiteY794" fmla="*/ 271903 h 6858000"/>
              <a:gd name="connsiteX795" fmla="*/ 5068068 w 7467600"/>
              <a:gd name="connsiteY795" fmla="*/ 282244 h 6858000"/>
              <a:gd name="connsiteX796" fmla="*/ 5153231 w 7467600"/>
              <a:gd name="connsiteY796" fmla="*/ 292240 h 6858000"/>
              <a:gd name="connsiteX797" fmla="*/ 5426491 w 7467600"/>
              <a:gd name="connsiteY797" fmla="*/ 281128 h 6858000"/>
              <a:gd name="connsiteX798" fmla="*/ 5731212 w 7467600"/>
              <a:gd name="connsiteY798" fmla="*/ 231951 h 6858000"/>
              <a:gd name="connsiteX799" fmla="*/ 5905192 w 7467600"/>
              <a:gd name="connsiteY799" fmla="*/ 163079 h 6858000"/>
              <a:gd name="connsiteX800" fmla="*/ 5944437 w 7467600"/>
              <a:gd name="connsiteY800" fmla="*/ 113829 h 6858000"/>
              <a:gd name="connsiteX801" fmla="*/ 5825032 w 7467600"/>
              <a:gd name="connsiteY801" fmla="*/ 146405 h 6858000"/>
              <a:gd name="connsiteX802" fmla="*/ 4955599 w 7467600"/>
              <a:gd name="connsiteY802" fmla="*/ 247008 h 6858000"/>
              <a:gd name="connsiteX803" fmla="*/ 5210104 w 7467600"/>
              <a:gd name="connsiteY803" fmla="*/ 228123 h 6858000"/>
              <a:gd name="connsiteX804" fmla="*/ 5261015 w 7467600"/>
              <a:gd name="connsiteY804" fmla="*/ 227087 h 6858000"/>
              <a:gd name="connsiteX805" fmla="*/ 5861181 w 7467600"/>
              <a:gd name="connsiteY805" fmla="*/ 143093 h 6858000"/>
              <a:gd name="connsiteX806" fmla="*/ 5961252 w 7467600"/>
              <a:gd name="connsiteY806" fmla="*/ 114820 h 6858000"/>
              <a:gd name="connsiteX807" fmla="*/ 5944437 w 7467600"/>
              <a:gd name="connsiteY807" fmla="*/ 113829 h 6858000"/>
              <a:gd name="connsiteX808" fmla="*/ 3882765 w 7467600"/>
              <a:gd name="connsiteY808" fmla="*/ 0 h 6858000"/>
              <a:gd name="connsiteX809" fmla="*/ 3995099 w 7467600"/>
              <a:gd name="connsiteY809" fmla="*/ 0 h 6858000"/>
              <a:gd name="connsiteX810" fmla="*/ 4163818 w 7467600"/>
              <a:gd name="connsiteY810" fmla="*/ 234104 h 6858000"/>
              <a:gd name="connsiteX811" fmla="*/ 4172099 w 7467600"/>
              <a:gd name="connsiteY811" fmla="*/ 234207 h 6858000"/>
              <a:gd name="connsiteX812" fmla="*/ 4784282 w 7467600"/>
              <a:gd name="connsiteY812" fmla="*/ 276561 h 6858000"/>
              <a:gd name="connsiteX813" fmla="*/ 4801687 w 7467600"/>
              <a:gd name="connsiteY813" fmla="*/ 267764 h 6858000"/>
              <a:gd name="connsiteX814" fmla="*/ 6082788 w 7467600"/>
              <a:gd name="connsiteY814" fmla="*/ 64119 h 6858000"/>
              <a:gd name="connsiteX815" fmla="*/ 6099442 w 7467600"/>
              <a:gd name="connsiteY815" fmla="*/ 82568 h 6858000"/>
              <a:gd name="connsiteX816" fmla="*/ 4804137 w 7467600"/>
              <a:gd name="connsiteY816" fmla="*/ 320931 h 6858000"/>
              <a:gd name="connsiteX817" fmla="*/ 4227047 w 7467600"/>
              <a:gd name="connsiteY817" fmla="*/ 313415 h 6858000"/>
              <a:gd name="connsiteX818" fmla="*/ 4346041 w 7467600"/>
              <a:gd name="connsiteY818" fmla="*/ 456086 h 6858000"/>
              <a:gd name="connsiteX819" fmla="*/ 4870967 w 7467600"/>
              <a:gd name="connsiteY819" fmla="*/ 963061 h 6858000"/>
              <a:gd name="connsiteX820" fmla="*/ 4889647 w 7467600"/>
              <a:gd name="connsiteY820" fmla="*/ 957147 h 6858000"/>
              <a:gd name="connsiteX821" fmla="*/ 5422504 w 7467600"/>
              <a:gd name="connsiteY821" fmla="*/ 805191 h 6858000"/>
              <a:gd name="connsiteX822" fmla="*/ 6087656 w 7467600"/>
              <a:gd name="connsiteY822" fmla="*/ 826703 h 6858000"/>
              <a:gd name="connsiteX823" fmla="*/ 6058717 w 7467600"/>
              <a:gd name="connsiteY823" fmla="*/ 865992 h 6858000"/>
              <a:gd name="connsiteX824" fmla="*/ 4974153 w 7467600"/>
              <a:gd name="connsiteY824" fmla="*/ 1045456 h 6858000"/>
              <a:gd name="connsiteX825" fmla="*/ 5627835 w 7467600"/>
              <a:gd name="connsiteY825" fmla="*/ 1472077 h 6858000"/>
              <a:gd name="connsiteX826" fmla="*/ 5629817 w 7467600"/>
              <a:gd name="connsiteY826" fmla="*/ 1471412 h 6858000"/>
              <a:gd name="connsiteX827" fmla="*/ 5634124 w 7467600"/>
              <a:gd name="connsiteY827" fmla="*/ 1470572 h 6858000"/>
              <a:gd name="connsiteX828" fmla="*/ 5755832 w 7467600"/>
              <a:gd name="connsiteY828" fmla="*/ 1383886 h 6858000"/>
              <a:gd name="connsiteX829" fmla="*/ 6014186 w 7467600"/>
              <a:gd name="connsiteY829" fmla="*/ 1279799 h 6858000"/>
              <a:gd name="connsiteX830" fmla="*/ 6901619 w 7467600"/>
              <a:gd name="connsiteY830" fmla="*/ 1047874 h 6858000"/>
              <a:gd name="connsiteX831" fmla="*/ 6931566 w 7467600"/>
              <a:gd name="connsiteY831" fmla="*/ 1062034 h 6858000"/>
              <a:gd name="connsiteX832" fmla="*/ 5790982 w 7467600"/>
              <a:gd name="connsiteY832" fmla="*/ 1561380 h 6858000"/>
              <a:gd name="connsiteX833" fmla="*/ 6188971 w 7467600"/>
              <a:gd name="connsiteY833" fmla="*/ 1755168 h 6858000"/>
              <a:gd name="connsiteX834" fmla="*/ 6202446 w 7467600"/>
              <a:gd name="connsiteY834" fmla="*/ 1752268 h 6858000"/>
              <a:gd name="connsiteX835" fmla="*/ 7179560 w 7467600"/>
              <a:gd name="connsiteY835" fmla="*/ 1467551 h 6858000"/>
              <a:gd name="connsiteX836" fmla="*/ 7158730 w 7467600"/>
              <a:gd name="connsiteY836" fmla="*/ 1507835 h 6858000"/>
              <a:gd name="connsiteX837" fmla="*/ 6326959 w 7467600"/>
              <a:gd name="connsiteY837" fmla="*/ 1817686 h 6858000"/>
              <a:gd name="connsiteX838" fmla="*/ 6537433 w 7467600"/>
              <a:gd name="connsiteY838" fmla="*/ 1907790 h 6858000"/>
              <a:gd name="connsiteX839" fmla="*/ 6550221 w 7467600"/>
              <a:gd name="connsiteY839" fmla="*/ 1910729 h 6858000"/>
              <a:gd name="connsiteX840" fmla="*/ 6964438 w 7467600"/>
              <a:gd name="connsiteY840" fmla="*/ 2209505 h 6858000"/>
              <a:gd name="connsiteX841" fmla="*/ 7367862 w 7467600"/>
              <a:gd name="connsiteY841" fmla="*/ 2806833 h 6858000"/>
              <a:gd name="connsiteX842" fmla="*/ 7364329 w 7467600"/>
              <a:gd name="connsiteY842" fmla="*/ 2826907 h 6858000"/>
              <a:gd name="connsiteX843" fmla="*/ 7290545 w 7467600"/>
              <a:gd name="connsiteY843" fmla="*/ 2850663 h 6858000"/>
              <a:gd name="connsiteX844" fmla="*/ 6472036 w 7467600"/>
              <a:gd name="connsiteY844" fmla="*/ 1959003 h 6858000"/>
              <a:gd name="connsiteX845" fmla="*/ 5792897 w 7467600"/>
              <a:gd name="connsiteY845" fmla="*/ 1647747 h 6858000"/>
              <a:gd name="connsiteX846" fmla="*/ 5842751 w 7467600"/>
              <a:gd name="connsiteY846" fmla="*/ 1816112 h 6858000"/>
              <a:gd name="connsiteX847" fmla="*/ 5847424 w 7467600"/>
              <a:gd name="connsiteY847" fmla="*/ 1815776 h 6858000"/>
              <a:gd name="connsiteX848" fmla="*/ 6399821 w 7467600"/>
              <a:gd name="connsiteY848" fmla="*/ 2344799 h 6858000"/>
              <a:gd name="connsiteX849" fmla="*/ 6323232 w 7467600"/>
              <a:gd name="connsiteY849" fmla="*/ 2389634 h 6858000"/>
              <a:gd name="connsiteX850" fmla="*/ 5942958 w 7467600"/>
              <a:gd name="connsiteY850" fmla="*/ 2077708 h 6858000"/>
              <a:gd name="connsiteX851" fmla="*/ 5921559 w 7467600"/>
              <a:gd name="connsiteY851" fmla="*/ 2378596 h 6858000"/>
              <a:gd name="connsiteX852" fmla="*/ 5817651 w 7467600"/>
              <a:gd name="connsiteY852" fmla="*/ 3023919 h 6858000"/>
              <a:gd name="connsiteX853" fmla="*/ 5729634 w 7467600"/>
              <a:gd name="connsiteY853" fmla="*/ 3051849 h 6858000"/>
              <a:gd name="connsiteX854" fmla="*/ 5611018 w 7467600"/>
              <a:gd name="connsiteY854" fmla="*/ 2316769 h 6858000"/>
              <a:gd name="connsiteX855" fmla="*/ 5687608 w 7467600"/>
              <a:gd name="connsiteY855" fmla="*/ 2039972 h 6858000"/>
              <a:gd name="connsiteX856" fmla="*/ 5657554 w 7467600"/>
              <a:gd name="connsiteY856" fmla="*/ 1576445 h 6858000"/>
              <a:gd name="connsiteX857" fmla="*/ 5150475 w 7467600"/>
              <a:gd name="connsiteY857" fmla="*/ 1274012 h 6858000"/>
              <a:gd name="connsiteX858" fmla="*/ 5349142 w 7467600"/>
              <a:gd name="connsiteY858" fmla="*/ 2204405 h 6858000"/>
              <a:gd name="connsiteX859" fmla="*/ 5262214 w 7467600"/>
              <a:gd name="connsiteY859" fmla="*/ 2233836 h 6858000"/>
              <a:gd name="connsiteX860" fmla="*/ 4981539 w 7467600"/>
              <a:gd name="connsiteY860" fmla="*/ 1542201 h 6858000"/>
              <a:gd name="connsiteX861" fmla="*/ 4958461 w 7467600"/>
              <a:gd name="connsiteY861" fmla="*/ 1136957 h 6858000"/>
              <a:gd name="connsiteX862" fmla="*/ 4655015 w 7467600"/>
              <a:gd name="connsiteY862" fmla="*/ 891426 h 6858000"/>
              <a:gd name="connsiteX863" fmla="*/ 4348002 w 7467600"/>
              <a:gd name="connsiteY863" fmla="*/ 2205895 h 6858000"/>
              <a:gd name="connsiteX864" fmla="*/ 4262250 w 7467600"/>
              <a:gd name="connsiteY864" fmla="*/ 2219972 h 6858000"/>
              <a:gd name="connsiteX865" fmla="*/ 4550611 w 7467600"/>
              <a:gd name="connsiteY865" fmla="*/ 817540 h 6858000"/>
              <a:gd name="connsiteX866" fmla="*/ 4564418 w 7467600"/>
              <a:gd name="connsiteY866" fmla="*/ 808293 h 6858000"/>
              <a:gd name="connsiteX867" fmla="*/ 4266388 w 7467600"/>
              <a:gd name="connsiteY867" fmla="*/ 500083 h 6858000"/>
              <a:gd name="connsiteX868" fmla="*/ 4032842 w 7467600"/>
              <a:gd name="connsiteY868" fmla="*/ 211809 h 6858000"/>
              <a:gd name="connsiteX869" fmla="*/ 3882765 w 7467600"/>
              <a:gd name="connsiteY869" fmla="*/ 0 h 6858000"/>
              <a:gd name="connsiteX870" fmla="*/ 3721337 w 7467600"/>
              <a:gd name="connsiteY870" fmla="*/ 0 h 6858000"/>
              <a:gd name="connsiteX871" fmla="*/ 3797544 w 7467600"/>
              <a:gd name="connsiteY871" fmla="*/ 0 h 6858000"/>
              <a:gd name="connsiteX872" fmla="*/ 3775734 w 7467600"/>
              <a:gd name="connsiteY872" fmla="*/ 95131 h 6858000"/>
              <a:gd name="connsiteX873" fmla="*/ 3724807 w 7467600"/>
              <a:gd name="connsiteY873" fmla="*/ 272257 h 6858000"/>
              <a:gd name="connsiteX874" fmla="*/ 3726844 w 7467600"/>
              <a:gd name="connsiteY874" fmla="*/ 282988 h 6858000"/>
              <a:gd name="connsiteX875" fmla="*/ 3742664 w 7467600"/>
              <a:gd name="connsiteY875" fmla="*/ 279918 h 6858000"/>
              <a:gd name="connsiteX876" fmla="*/ 4103910 w 7467600"/>
              <a:gd name="connsiteY876" fmla="*/ 1161917 h 6858000"/>
              <a:gd name="connsiteX877" fmla="*/ 4020269 w 7467600"/>
              <a:gd name="connsiteY877" fmla="*/ 1200406 h 6858000"/>
              <a:gd name="connsiteX878" fmla="*/ 3674882 w 7467600"/>
              <a:gd name="connsiteY878" fmla="*/ 488524 h 6858000"/>
              <a:gd name="connsiteX879" fmla="*/ 3132682 w 7467600"/>
              <a:gd name="connsiteY879" fmla="*/ 1072284 h 6858000"/>
              <a:gd name="connsiteX880" fmla="*/ 2716346 w 7467600"/>
              <a:gd name="connsiteY880" fmla="*/ 1276376 h 6858000"/>
              <a:gd name="connsiteX881" fmla="*/ 2716772 w 7467600"/>
              <a:gd name="connsiteY881" fmla="*/ 1255462 h 6858000"/>
              <a:gd name="connsiteX882" fmla="*/ 3471096 w 7467600"/>
              <a:gd name="connsiteY882" fmla="*/ 437072 h 6858000"/>
              <a:gd name="connsiteX883" fmla="*/ 3639057 w 7467600"/>
              <a:gd name="connsiteY883" fmla="*/ 286334 h 6858000"/>
              <a:gd name="connsiteX884" fmla="*/ 3640309 w 7467600"/>
              <a:gd name="connsiteY884" fmla="*/ 284664 h 6858000"/>
              <a:gd name="connsiteX885" fmla="*/ 3646022 w 7467600"/>
              <a:gd name="connsiteY885" fmla="*/ 276711 h 6858000"/>
              <a:gd name="connsiteX886" fmla="*/ 3707943 w 7467600"/>
              <a:gd name="connsiteY886" fmla="*/ 65958 h 6858000"/>
              <a:gd name="connsiteX887" fmla="*/ 3721337 w 7467600"/>
              <a:gd name="connsiteY887" fmla="*/ 0 h 6858000"/>
              <a:gd name="connsiteX888" fmla="*/ 2867960 w 7467600"/>
              <a:gd name="connsiteY888" fmla="*/ 0 h 6858000"/>
              <a:gd name="connsiteX889" fmla="*/ 2926351 w 7467600"/>
              <a:gd name="connsiteY889" fmla="*/ 0 h 6858000"/>
              <a:gd name="connsiteX890" fmla="*/ 2902823 w 7467600"/>
              <a:gd name="connsiteY890" fmla="*/ 262929 h 6858000"/>
              <a:gd name="connsiteX891" fmla="*/ 2940663 w 7467600"/>
              <a:gd name="connsiteY891" fmla="*/ 140884 h 6858000"/>
              <a:gd name="connsiteX892" fmla="*/ 2947039 w 7467600"/>
              <a:gd name="connsiteY892" fmla="*/ 122524 h 6858000"/>
              <a:gd name="connsiteX893" fmla="*/ 2984316 w 7467600"/>
              <a:gd name="connsiteY893" fmla="*/ 0 h 6858000"/>
              <a:gd name="connsiteX894" fmla="*/ 3016114 w 7467600"/>
              <a:gd name="connsiteY894" fmla="*/ 0 h 6858000"/>
              <a:gd name="connsiteX895" fmla="*/ 2979949 w 7467600"/>
              <a:gd name="connsiteY895" fmla="*/ 119274 h 6858000"/>
              <a:gd name="connsiteX896" fmla="*/ 3023879 w 7467600"/>
              <a:gd name="connsiteY896" fmla="*/ 0 h 6858000"/>
              <a:gd name="connsiteX897" fmla="*/ 3105400 w 7467600"/>
              <a:gd name="connsiteY897" fmla="*/ 0 h 6858000"/>
              <a:gd name="connsiteX898" fmla="*/ 3094669 w 7467600"/>
              <a:gd name="connsiteY898" fmla="*/ 30308 h 6858000"/>
              <a:gd name="connsiteX899" fmla="*/ 2901945 w 7467600"/>
              <a:gd name="connsiteY899" fmla="*/ 466538 h 6858000"/>
              <a:gd name="connsiteX900" fmla="*/ 2815209 w 7467600"/>
              <a:gd name="connsiteY900" fmla="*/ 497361 h 6858000"/>
              <a:gd name="connsiteX901" fmla="*/ 2844845 w 7467600"/>
              <a:gd name="connsiteY901" fmla="*/ 127638 h 6858000"/>
              <a:gd name="connsiteX902" fmla="*/ 2867960 w 7467600"/>
              <a:gd name="connsiteY902" fmla="*/ 0 h 6858000"/>
              <a:gd name="connsiteX903" fmla="*/ 1057230 w 7467600"/>
              <a:gd name="connsiteY903" fmla="*/ 0 h 6858000"/>
              <a:gd name="connsiteX904" fmla="*/ 1111003 w 7467600"/>
              <a:gd name="connsiteY904" fmla="*/ 0 h 6858000"/>
              <a:gd name="connsiteX905" fmla="*/ 1125553 w 7467600"/>
              <a:gd name="connsiteY905" fmla="*/ 52588 h 6858000"/>
              <a:gd name="connsiteX906" fmla="*/ 1304276 w 7467600"/>
              <a:gd name="connsiteY906" fmla="*/ 476275 h 6858000"/>
              <a:gd name="connsiteX907" fmla="*/ 1492066 w 7467600"/>
              <a:gd name="connsiteY907" fmla="*/ 886333 h 6858000"/>
              <a:gd name="connsiteX908" fmla="*/ 1423698 w 7467600"/>
              <a:gd name="connsiteY908" fmla="*/ 710817 h 6858000"/>
              <a:gd name="connsiteX909" fmla="*/ 1357609 w 7467600"/>
              <a:gd name="connsiteY909" fmla="*/ 532892 h 6858000"/>
              <a:gd name="connsiteX910" fmla="*/ 1309550 w 7467600"/>
              <a:gd name="connsiteY910" fmla="*/ 374031 h 6858000"/>
              <a:gd name="connsiteX911" fmla="*/ 1193673 w 7467600"/>
              <a:gd name="connsiteY911" fmla="*/ 49533 h 6858000"/>
              <a:gd name="connsiteX912" fmla="*/ 1164391 w 7467600"/>
              <a:gd name="connsiteY912" fmla="*/ 0 h 6858000"/>
              <a:gd name="connsiteX913" fmla="*/ 1200666 w 7467600"/>
              <a:gd name="connsiteY913" fmla="*/ 0 h 6858000"/>
              <a:gd name="connsiteX914" fmla="*/ 1223408 w 7467600"/>
              <a:gd name="connsiteY914" fmla="*/ 38996 h 6858000"/>
              <a:gd name="connsiteX915" fmla="*/ 1339635 w 7467600"/>
              <a:gd name="connsiteY915" fmla="*/ 365517 h 6858000"/>
              <a:gd name="connsiteX916" fmla="*/ 1387469 w 7467600"/>
              <a:gd name="connsiteY916" fmla="*/ 523079 h 6858000"/>
              <a:gd name="connsiteX917" fmla="*/ 1452685 w 7467600"/>
              <a:gd name="connsiteY917" fmla="*/ 699806 h 6858000"/>
              <a:gd name="connsiteX918" fmla="*/ 1492092 w 7467600"/>
              <a:gd name="connsiteY918" fmla="*/ 800424 h 6858000"/>
              <a:gd name="connsiteX919" fmla="*/ 1455302 w 7467600"/>
              <a:gd name="connsiteY919" fmla="*/ 632913 h 6858000"/>
              <a:gd name="connsiteX920" fmla="*/ 1222336 w 7467600"/>
              <a:gd name="connsiteY920" fmla="*/ 9480 h 6858000"/>
              <a:gd name="connsiteX921" fmla="*/ 1214634 w 7467600"/>
              <a:gd name="connsiteY921" fmla="*/ 0 h 6858000"/>
              <a:gd name="connsiteX922" fmla="*/ 1289827 w 7467600"/>
              <a:gd name="connsiteY922" fmla="*/ 0 h 6858000"/>
              <a:gd name="connsiteX923" fmla="*/ 1321076 w 7467600"/>
              <a:gd name="connsiteY923" fmla="*/ 59722 h 6858000"/>
              <a:gd name="connsiteX924" fmla="*/ 1512579 w 7467600"/>
              <a:gd name="connsiteY924" fmla="*/ 626441 h 6858000"/>
              <a:gd name="connsiteX925" fmla="*/ 1506076 w 7467600"/>
              <a:gd name="connsiteY925" fmla="*/ 1089289 h 6858000"/>
              <a:gd name="connsiteX926" fmla="*/ 1486346 w 7467600"/>
              <a:gd name="connsiteY926" fmla="*/ 1079919 h 6858000"/>
              <a:gd name="connsiteX927" fmla="*/ 1070511 w 7467600"/>
              <a:gd name="connsiteY927" fmla="*/ 48609 h 6858000"/>
              <a:gd name="connsiteX928" fmla="*/ 1057230 w 7467600"/>
              <a:gd name="connsiteY928" fmla="*/ 0 h 6858000"/>
              <a:gd name="connsiteX929" fmla="*/ 43151 w 7467600"/>
              <a:gd name="connsiteY929" fmla="*/ 0 h 6858000"/>
              <a:gd name="connsiteX930" fmla="*/ 95283 w 7467600"/>
              <a:gd name="connsiteY930" fmla="*/ 0 h 6858000"/>
              <a:gd name="connsiteX931" fmla="*/ 300708 w 7467600"/>
              <a:gd name="connsiteY931" fmla="*/ 154571 h 6858000"/>
              <a:gd name="connsiteX932" fmla="*/ 530414 w 7467600"/>
              <a:gd name="connsiteY932" fmla="*/ 354673 h 6858000"/>
              <a:gd name="connsiteX933" fmla="*/ 333785 w 7467600"/>
              <a:gd name="connsiteY933" fmla="*/ 161564 h 6858000"/>
              <a:gd name="connsiteX934" fmla="*/ 147005 w 7467600"/>
              <a:gd name="connsiteY934" fmla="*/ 0 h 6858000"/>
              <a:gd name="connsiteX935" fmla="*/ 272509 w 7467600"/>
              <a:gd name="connsiteY935" fmla="*/ 0 h 6858000"/>
              <a:gd name="connsiteX936" fmla="*/ 326276 w 7467600"/>
              <a:gd name="connsiteY936" fmla="*/ 45847 h 6858000"/>
              <a:gd name="connsiteX937" fmla="*/ 823759 w 7467600"/>
              <a:gd name="connsiteY937" fmla="*/ 574145 h 6858000"/>
              <a:gd name="connsiteX938" fmla="*/ 811254 w 7467600"/>
              <a:gd name="connsiteY938" fmla="*/ 665546 h 6858000"/>
              <a:gd name="connsiteX939" fmla="*/ 154042 w 7467600"/>
              <a:gd name="connsiteY939" fmla="*/ 261522 h 6858000"/>
              <a:gd name="connsiteX940" fmla="*/ 13550 w 7467600"/>
              <a:gd name="connsiteY940" fmla="*/ 158423 h 6858000"/>
              <a:gd name="connsiteX941" fmla="*/ 0 w 7467600"/>
              <a:gd name="connsiteY941" fmla="*/ 146618 h 6858000"/>
              <a:gd name="connsiteX942" fmla="*/ 0 w 7467600"/>
              <a:gd name="connsiteY942" fmla="*/ 59161 h 6858000"/>
              <a:gd name="connsiteX943" fmla="*/ 45427 w 7467600"/>
              <a:gd name="connsiteY943" fmla="*/ 101078 h 6858000"/>
              <a:gd name="connsiteX944" fmla="*/ 630103 w 7467600"/>
              <a:gd name="connsiteY944" fmla="*/ 485885 h 6858000"/>
              <a:gd name="connsiteX945" fmla="*/ 532040 w 7467600"/>
              <a:gd name="connsiteY945" fmla="*/ 399359 h 6858000"/>
              <a:gd name="connsiteX946" fmla="*/ 517618 w 7467600"/>
              <a:gd name="connsiteY946" fmla="*/ 385726 h 6858000"/>
              <a:gd name="connsiteX947" fmla="*/ 285074 w 7467600"/>
              <a:gd name="connsiteY947" fmla="*/ 182755 h 6858000"/>
              <a:gd name="connsiteX948" fmla="*/ 43151 w 7467600"/>
              <a:gd name="connsiteY94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67913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1019354 w 7467600"/>
              <a:gd name="connsiteY16" fmla="*/ 6315006 h 6858000"/>
              <a:gd name="connsiteX17" fmla="*/ 441046 w 7467600"/>
              <a:gd name="connsiteY17" fmla="*/ 6691153 h 6858000"/>
              <a:gd name="connsiteX18" fmla="*/ 1019354 w 7467600"/>
              <a:gd name="connsiteY18" fmla="*/ 6315006 h 6858000"/>
              <a:gd name="connsiteX19" fmla="*/ 991680 w 7467600"/>
              <a:gd name="connsiteY19" fmla="*/ 6298413 h 6858000"/>
              <a:gd name="connsiteX20" fmla="*/ 409060 w 7467600"/>
              <a:gd name="connsiteY20" fmla="*/ 6671470 h 6858000"/>
              <a:gd name="connsiteX21" fmla="*/ 991680 w 7467600"/>
              <a:gd name="connsiteY21" fmla="*/ 6298413 h 6858000"/>
              <a:gd name="connsiteX22" fmla="*/ 103333 w 7467600"/>
              <a:gd name="connsiteY22" fmla="*/ 5699602 h 6858000"/>
              <a:gd name="connsiteX23" fmla="*/ 233938 w 7467600"/>
              <a:gd name="connsiteY23" fmla="*/ 5809416 h 6858000"/>
              <a:gd name="connsiteX24" fmla="*/ 883580 w 7467600"/>
              <a:gd name="connsiteY24" fmla="*/ 6180710 h 6858000"/>
              <a:gd name="connsiteX25" fmla="*/ 487337 w 7467600"/>
              <a:gd name="connsiteY25" fmla="*/ 5950182 h 6858000"/>
              <a:gd name="connsiteX26" fmla="*/ 354051 w 7467600"/>
              <a:gd name="connsiteY26" fmla="*/ 5854912 h 6858000"/>
              <a:gd name="connsiteX27" fmla="*/ 195436 w 7467600"/>
              <a:gd name="connsiteY27" fmla="*/ 5755068 h 6858000"/>
              <a:gd name="connsiteX28" fmla="*/ 103333 w 7467600"/>
              <a:gd name="connsiteY28" fmla="*/ 5699602 h 6858000"/>
              <a:gd name="connsiteX29" fmla="*/ 5539432 w 7467600"/>
              <a:gd name="connsiteY29" fmla="*/ 5642928 h 6858000"/>
              <a:gd name="connsiteX30" fmla="*/ 5555462 w 7467600"/>
              <a:gd name="connsiteY30" fmla="*/ 5694454 h 6858000"/>
              <a:gd name="connsiteX31" fmla="*/ 5828270 w 7467600"/>
              <a:gd name="connsiteY31" fmla="*/ 6320663 h 6858000"/>
              <a:gd name="connsiteX32" fmla="*/ 5947416 w 7467600"/>
              <a:gd name="connsiteY32" fmla="*/ 6574846 h 6858000"/>
              <a:gd name="connsiteX33" fmla="*/ 5539432 w 7467600"/>
              <a:gd name="connsiteY33" fmla="*/ 5642928 h 6858000"/>
              <a:gd name="connsiteX34" fmla="*/ 51253 w 7467600"/>
              <a:gd name="connsiteY34" fmla="*/ 5631825 h 6858000"/>
              <a:gd name="connsiteX35" fmla="*/ 211622 w 7467600"/>
              <a:gd name="connsiteY35" fmla="*/ 5728803 h 6858000"/>
              <a:gd name="connsiteX36" fmla="*/ 371652 w 7467600"/>
              <a:gd name="connsiteY36" fmla="*/ 5829062 h 6858000"/>
              <a:gd name="connsiteX37" fmla="*/ 505903 w 7467600"/>
              <a:gd name="connsiteY37" fmla="*/ 5925221 h 6858000"/>
              <a:gd name="connsiteX38" fmla="*/ 899240 w 7467600"/>
              <a:gd name="connsiteY38" fmla="*/ 6153068 h 6858000"/>
              <a:gd name="connsiteX39" fmla="*/ 988114 w 7467600"/>
              <a:gd name="connsiteY39" fmla="*/ 6174204 h 6858000"/>
              <a:gd name="connsiteX40" fmla="*/ 845971 w 7467600"/>
              <a:gd name="connsiteY40" fmla="*/ 6067177 h 6858000"/>
              <a:gd name="connsiteX41" fmla="*/ 448057 w 7467600"/>
              <a:gd name="connsiteY41" fmla="*/ 5841376 h 6858000"/>
              <a:gd name="connsiteX42" fmla="*/ 51253 w 7467600"/>
              <a:gd name="connsiteY42" fmla="*/ 5631825 h 6858000"/>
              <a:gd name="connsiteX43" fmla="*/ 2606687 w 7467600"/>
              <a:gd name="connsiteY43" fmla="*/ 5630718 h 6858000"/>
              <a:gd name="connsiteX44" fmla="*/ 2645658 w 7467600"/>
              <a:gd name="connsiteY44" fmla="*/ 6640259 h 6858000"/>
              <a:gd name="connsiteX45" fmla="*/ 2606687 w 7467600"/>
              <a:gd name="connsiteY45" fmla="*/ 5630718 h 6858000"/>
              <a:gd name="connsiteX46" fmla="*/ 3642057 w 7467600"/>
              <a:gd name="connsiteY46" fmla="*/ 5573487 h 6858000"/>
              <a:gd name="connsiteX47" fmla="*/ 3632981 w 7467600"/>
              <a:gd name="connsiteY47" fmla="*/ 5579437 h 6858000"/>
              <a:gd name="connsiteX48" fmla="*/ 3382436 w 7467600"/>
              <a:gd name="connsiteY48" fmla="*/ 5952726 h 6858000"/>
              <a:gd name="connsiteX49" fmla="*/ 3191929 w 7467600"/>
              <a:gd name="connsiteY49" fmla="*/ 6662669 h 6858000"/>
              <a:gd name="connsiteX50" fmla="*/ 3369898 w 7467600"/>
              <a:gd name="connsiteY50" fmla="*/ 6081771 h 6858000"/>
              <a:gd name="connsiteX51" fmla="*/ 3642057 w 7467600"/>
              <a:gd name="connsiteY51" fmla="*/ 5573487 h 6858000"/>
              <a:gd name="connsiteX52" fmla="*/ 2650666 w 7467600"/>
              <a:gd name="connsiteY52" fmla="*/ 5530686 h 6858000"/>
              <a:gd name="connsiteX53" fmla="*/ 2650249 w 7467600"/>
              <a:gd name="connsiteY53" fmla="*/ 5532101 h 6858000"/>
              <a:gd name="connsiteX54" fmla="*/ 2663808 w 7467600"/>
              <a:gd name="connsiteY54" fmla="*/ 6535215 h 6858000"/>
              <a:gd name="connsiteX55" fmla="*/ 2665418 w 7467600"/>
              <a:gd name="connsiteY55" fmla="*/ 6132756 h 6858000"/>
              <a:gd name="connsiteX56" fmla="*/ 2650666 w 7467600"/>
              <a:gd name="connsiteY56" fmla="*/ 5530686 h 6858000"/>
              <a:gd name="connsiteX57" fmla="*/ 2680277 w 7467600"/>
              <a:gd name="connsiteY57" fmla="*/ 5479204 h 6858000"/>
              <a:gd name="connsiteX58" fmla="*/ 2678972 w 7467600"/>
              <a:gd name="connsiteY58" fmla="*/ 5481582 h 6858000"/>
              <a:gd name="connsiteX59" fmla="*/ 2696666 w 7467600"/>
              <a:gd name="connsiteY59" fmla="*/ 6133836 h 6858000"/>
              <a:gd name="connsiteX60" fmla="*/ 2695769 w 7467600"/>
              <a:gd name="connsiteY60" fmla="*/ 6390955 h 6858000"/>
              <a:gd name="connsiteX61" fmla="*/ 2739893 w 7467600"/>
              <a:gd name="connsiteY61" fmla="*/ 6108357 h 6858000"/>
              <a:gd name="connsiteX62" fmla="*/ 2680277 w 7467600"/>
              <a:gd name="connsiteY62" fmla="*/ 5479204 h 6858000"/>
              <a:gd name="connsiteX63" fmla="*/ 1132195 w 7467600"/>
              <a:gd name="connsiteY63" fmla="*/ 5467980 h 6858000"/>
              <a:gd name="connsiteX64" fmla="*/ 1679056 w 7467600"/>
              <a:gd name="connsiteY64" fmla="*/ 5516907 h 6858000"/>
              <a:gd name="connsiteX65" fmla="*/ 2128648 w 7467600"/>
              <a:gd name="connsiteY65" fmla="*/ 5474249 h 6858000"/>
              <a:gd name="connsiteX66" fmla="*/ 1825619 w 7467600"/>
              <a:gd name="connsiteY66" fmla="*/ 5478447 h 6858000"/>
              <a:gd name="connsiteX67" fmla="*/ 1737798 w 7467600"/>
              <a:gd name="connsiteY67" fmla="*/ 5483353 h 6858000"/>
              <a:gd name="connsiteX68" fmla="*/ 1132195 w 7467600"/>
              <a:gd name="connsiteY68" fmla="*/ 5467980 h 6858000"/>
              <a:gd name="connsiteX69" fmla="*/ 1456157 w 7467600"/>
              <a:gd name="connsiteY69" fmla="*/ 5371404 h 6858000"/>
              <a:gd name="connsiteX70" fmla="*/ 1244432 w 7467600"/>
              <a:gd name="connsiteY70" fmla="*/ 5385601 h 6858000"/>
              <a:gd name="connsiteX71" fmla="*/ 973990 w 7467600"/>
              <a:gd name="connsiteY71" fmla="*/ 5424940 h 6858000"/>
              <a:gd name="connsiteX72" fmla="*/ 1103809 w 7467600"/>
              <a:gd name="connsiteY72" fmla="*/ 5433720 h 6858000"/>
              <a:gd name="connsiteX73" fmla="*/ 1123454 w 7467600"/>
              <a:gd name="connsiteY73" fmla="*/ 5435727 h 6858000"/>
              <a:gd name="connsiteX74" fmla="*/ 1737017 w 7467600"/>
              <a:gd name="connsiteY74" fmla="*/ 5452183 h 6858000"/>
              <a:gd name="connsiteX75" fmla="*/ 1824397 w 7467600"/>
              <a:gd name="connsiteY75" fmla="*/ 5447757 h 6858000"/>
              <a:gd name="connsiteX76" fmla="*/ 2070059 w 7467600"/>
              <a:gd name="connsiteY76" fmla="*/ 5441660 h 6858000"/>
              <a:gd name="connsiteX77" fmla="*/ 1456157 w 7467600"/>
              <a:gd name="connsiteY77" fmla="*/ 5371404 h 6858000"/>
              <a:gd name="connsiteX78" fmla="*/ 4988186 w 7467600"/>
              <a:gd name="connsiteY78" fmla="*/ 5216467 h 6858000"/>
              <a:gd name="connsiteX79" fmla="*/ 4777334 w 7467600"/>
              <a:gd name="connsiteY79" fmla="*/ 5406072 h 6858000"/>
              <a:gd name="connsiteX80" fmla="*/ 4718341 w 7467600"/>
              <a:gd name="connsiteY80" fmla="*/ 5468043 h 6858000"/>
              <a:gd name="connsiteX81" fmla="*/ 4604655 w 7467600"/>
              <a:gd name="connsiteY81" fmla="*/ 5583434 h 6858000"/>
              <a:gd name="connsiteX82" fmla="*/ 4565074 w 7467600"/>
              <a:gd name="connsiteY82" fmla="*/ 5618550 h 6858000"/>
              <a:gd name="connsiteX83" fmla="*/ 4988186 w 7467600"/>
              <a:gd name="connsiteY83" fmla="*/ 5216467 h 6858000"/>
              <a:gd name="connsiteX84" fmla="*/ 4978032 w 7467600"/>
              <a:gd name="connsiteY84" fmla="*/ 5183809 h 6858000"/>
              <a:gd name="connsiteX85" fmla="*/ 4463413 w 7467600"/>
              <a:gd name="connsiteY85" fmla="*/ 5615162 h 6858000"/>
              <a:gd name="connsiteX86" fmla="*/ 4358134 w 7467600"/>
              <a:gd name="connsiteY86" fmla="*/ 5742791 h 6858000"/>
              <a:gd name="connsiteX87" fmla="*/ 4376219 w 7467600"/>
              <a:gd name="connsiteY87" fmla="*/ 5729027 h 6858000"/>
              <a:gd name="connsiteX88" fmla="*/ 4582340 w 7467600"/>
              <a:gd name="connsiteY88" fmla="*/ 5561037 h 6858000"/>
              <a:gd name="connsiteX89" fmla="*/ 4694684 w 7467600"/>
              <a:gd name="connsiteY89" fmla="*/ 5447098 h 6858000"/>
              <a:gd name="connsiteX90" fmla="*/ 4754123 w 7467600"/>
              <a:gd name="connsiteY90" fmla="*/ 5384643 h 6858000"/>
              <a:gd name="connsiteX91" fmla="*/ 4978032 w 7467600"/>
              <a:gd name="connsiteY91" fmla="*/ 5183809 h 6858000"/>
              <a:gd name="connsiteX92" fmla="*/ 1903353 w 7467600"/>
              <a:gd name="connsiteY92" fmla="*/ 5044827 h 6858000"/>
              <a:gd name="connsiteX93" fmla="*/ 1936931 w 7467600"/>
              <a:gd name="connsiteY93" fmla="*/ 5093954 h 6858000"/>
              <a:gd name="connsiteX94" fmla="*/ 2195868 w 7467600"/>
              <a:gd name="connsiteY94" fmla="*/ 5396574 h 6858000"/>
              <a:gd name="connsiteX95" fmla="*/ 2088852 w 7467600"/>
              <a:gd name="connsiteY95" fmla="*/ 5166123 h 6858000"/>
              <a:gd name="connsiteX96" fmla="*/ 1958241 w 7467600"/>
              <a:gd name="connsiteY96" fmla="*/ 5067955 h 6858000"/>
              <a:gd name="connsiteX97" fmla="*/ 1903353 w 7467600"/>
              <a:gd name="connsiteY97" fmla="*/ 5044827 h 6858000"/>
              <a:gd name="connsiteX98" fmla="*/ 1979378 w 7467600"/>
              <a:gd name="connsiteY98" fmla="*/ 4769504 h 6858000"/>
              <a:gd name="connsiteX99" fmla="*/ 2882120 w 7467600"/>
              <a:gd name="connsiteY99" fmla="*/ 5064547 h 6858000"/>
              <a:gd name="connsiteX100" fmla="*/ 2793103 w 7467600"/>
              <a:gd name="connsiteY100" fmla="*/ 5039699 h 6858000"/>
              <a:gd name="connsiteX101" fmla="*/ 2770041 w 7467600"/>
              <a:gd name="connsiteY101" fmla="*/ 5033634 h 6858000"/>
              <a:gd name="connsiteX102" fmla="*/ 1979378 w 7467600"/>
              <a:gd name="connsiteY102" fmla="*/ 4769504 h 6858000"/>
              <a:gd name="connsiteX103" fmla="*/ 1927410 w 7467600"/>
              <a:gd name="connsiteY103" fmla="*/ 4716164 h 6858000"/>
              <a:gd name="connsiteX104" fmla="*/ 1959587 w 7467600"/>
              <a:gd name="connsiteY104" fmla="*/ 4728849 h 6858000"/>
              <a:gd name="connsiteX105" fmla="*/ 2777707 w 7467600"/>
              <a:gd name="connsiteY105" fmla="*/ 5003991 h 6858000"/>
              <a:gd name="connsiteX106" fmla="*/ 2800768 w 7467600"/>
              <a:gd name="connsiteY106" fmla="*/ 5010056 h 6858000"/>
              <a:gd name="connsiteX107" fmla="*/ 2879408 w 7467600"/>
              <a:gd name="connsiteY107" fmla="*/ 5031590 h 6858000"/>
              <a:gd name="connsiteX108" fmla="*/ 2862295 w 7467600"/>
              <a:gd name="connsiteY108" fmla="*/ 5022958 h 6858000"/>
              <a:gd name="connsiteX109" fmla="*/ 2813343 w 7467600"/>
              <a:gd name="connsiteY109" fmla="*/ 4998369 h 6858000"/>
              <a:gd name="connsiteX110" fmla="*/ 2646245 w 7467600"/>
              <a:gd name="connsiteY110" fmla="*/ 4930999 h 6858000"/>
              <a:gd name="connsiteX111" fmla="*/ 1999243 w 7467600"/>
              <a:gd name="connsiteY111" fmla="*/ 4730524 h 6858000"/>
              <a:gd name="connsiteX112" fmla="*/ 1979527 w 7467600"/>
              <a:gd name="connsiteY112" fmla="*/ 4726651 h 6858000"/>
              <a:gd name="connsiteX113" fmla="*/ 1927410 w 7467600"/>
              <a:gd name="connsiteY113" fmla="*/ 4716164 h 6858000"/>
              <a:gd name="connsiteX114" fmla="*/ 1997014 w 7467600"/>
              <a:gd name="connsiteY114" fmla="*/ 4698007 h 6858000"/>
              <a:gd name="connsiteX115" fmla="*/ 2005458 w 7467600"/>
              <a:gd name="connsiteY115" fmla="*/ 4699540 h 6858000"/>
              <a:gd name="connsiteX116" fmla="*/ 2657186 w 7467600"/>
              <a:gd name="connsiteY116" fmla="*/ 4901687 h 6858000"/>
              <a:gd name="connsiteX117" fmla="*/ 2826662 w 7467600"/>
              <a:gd name="connsiteY117" fmla="*/ 4970362 h 6858000"/>
              <a:gd name="connsiteX118" fmla="*/ 2876100 w 7467600"/>
              <a:gd name="connsiteY118" fmla="*/ 4995397 h 6858000"/>
              <a:gd name="connsiteX119" fmla="*/ 3042600 w 7467600"/>
              <a:gd name="connsiteY119" fmla="*/ 5059532 h 6858000"/>
              <a:gd name="connsiteX120" fmla="*/ 1997014 w 7467600"/>
              <a:gd name="connsiteY120" fmla="*/ 4698007 h 6858000"/>
              <a:gd name="connsiteX121" fmla="*/ 2305292 w 7467600"/>
              <a:gd name="connsiteY121" fmla="*/ 4219492 h 6858000"/>
              <a:gd name="connsiteX122" fmla="*/ 3360922 w 7467600"/>
              <a:gd name="connsiteY122" fmla="*/ 4529373 h 6858000"/>
              <a:gd name="connsiteX123" fmla="*/ 3492420 w 7467600"/>
              <a:gd name="connsiteY123" fmla="*/ 4510145 h 6858000"/>
              <a:gd name="connsiteX124" fmla="*/ 3364086 w 7467600"/>
              <a:gd name="connsiteY124" fmla="*/ 4480340 h 6858000"/>
              <a:gd name="connsiteX125" fmla="*/ 3225818 w 7467600"/>
              <a:gd name="connsiteY125" fmla="*/ 4411822 h 6858000"/>
              <a:gd name="connsiteX126" fmla="*/ 3129696 w 7467600"/>
              <a:gd name="connsiteY126" fmla="*/ 4360704 h 6858000"/>
              <a:gd name="connsiteX127" fmla="*/ 2814545 w 7467600"/>
              <a:gd name="connsiteY127" fmla="*/ 4282955 h 6858000"/>
              <a:gd name="connsiteX128" fmla="*/ 2305292 w 7467600"/>
              <a:gd name="connsiteY128" fmla="*/ 4219492 h 6858000"/>
              <a:gd name="connsiteX129" fmla="*/ 2626982 w 7467600"/>
              <a:gd name="connsiteY129" fmla="*/ 4206450 h 6858000"/>
              <a:gd name="connsiteX130" fmla="*/ 2490617 w 7467600"/>
              <a:gd name="connsiteY130" fmla="*/ 4206951 h 6858000"/>
              <a:gd name="connsiteX131" fmla="*/ 2819869 w 7467600"/>
              <a:gd name="connsiteY131" fmla="*/ 4252936 h 6858000"/>
              <a:gd name="connsiteX132" fmla="*/ 3143018 w 7467600"/>
              <a:gd name="connsiteY132" fmla="*/ 4332698 h 6858000"/>
              <a:gd name="connsiteX133" fmla="*/ 3241520 w 7467600"/>
              <a:gd name="connsiteY133" fmla="*/ 4385112 h 6858000"/>
              <a:gd name="connsiteX134" fmla="*/ 3374575 w 7467600"/>
              <a:gd name="connsiteY134" fmla="*/ 4451517 h 6858000"/>
              <a:gd name="connsiteX135" fmla="*/ 3505221 w 7467600"/>
              <a:gd name="connsiteY135" fmla="*/ 4480757 h 6858000"/>
              <a:gd name="connsiteX136" fmla="*/ 2626982 w 7467600"/>
              <a:gd name="connsiteY136" fmla="*/ 4206450 h 6858000"/>
              <a:gd name="connsiteX137" fmla="*/ 1310106 w 7467600"/>
              <a:gd name="connsiteY137" fmla="*/ 3943217 h 6858000"/>
              <a:gd name="connsiteX138" fmla="*/ 854994 w 7467600"/>
              <a:gd name="connsiteY138" fmla="*/ 4399136 h 6858000"/>
              <a:gd name="connsiteX139" fmla="*/ 742462 w 7467600"/>
              <a:gd name="connsiteY139" fmla="*/ 4594648 h 6858000"/>
              <a:gd name="connsiteX140" fmla="*/ 820602 w 7467600"/>
              <a:gd name="connsiteY140" fmla="*/ 4485915 h 6858000"/>
              <a:gd name="connsiteX141" fmla="*/ 878295 w 7467600"/>
              <a:gd name="connsiteY141" fmla="*/ 4403594 h 6858000"/>
              <a:gd name="connsiteX142" fmla="*/ 1240607 w 7467600"/>
              <a:gd name="connsiteY142" fmla="*/ 4010401 h 6858000"/>
              <a:gd name="connsiteX143" fmla="*/ 1310106 w 7467600"/>
              <a:gd name="connsiteY143" fmla="*/ 3943217 h 6858000"/>
              <a:gd name="connsiteX144" fmla="*/ 1423113 w 7467600"/>
              <a:gd name="connsiteY144" fmla="*/ 3874565 h 6858000"/>
              <a:gd name="connsiteX145" fmla="*/ 1260565 w 7467600"/>
              <a:gd name="connsiteY145" fmla="*/ 4031982 h 6858000"/>
              <a:gd name="connsiteX146" fmla="*/ 901900 w 7467600"/>
              <a:gd name="connsiteY146" fmla="*/ 4421236 h 6858000"/>
              <a:gd name="connsiteX147" fmla="*/ 845044 w 7467600"/>
              <a:gd name="connsiteY147" fmla="*/ 4502436 h 6858000"/>
              <a:gd name="connsiteX148" fmla="*/ 685926 w 7467600"/>
              <a:gd name="connsiteY148" fmla="*/ 4703069 h 6858000"/>
              <a:gd name="connsiteX149" fmla="*/ 684248 w 7467600"/>
              <a:gd name="connsiteY149" fmla="*/ 4706721 h 6858000"/>
              <a:gd name="connsiteX150" fmla="*/ 1423113 w 7467600"/>
              <a:gd name="connsiteY150" fmla="*/ 3874565 h 6858000"/>
              <a:gd name="connsiteX151" fmla="*/ 3316479 w 7467600"/>
              <a:gd name="connsiteY151" fmla="*/ 3872136 h 6858000"/>
              <a:gd name="connsiteX152" fmla="*/ 3546806 w 7467600"/>
              <a:gd name="connsiteY152" fmla="*/ 4356139 h 6858000"/>
              <a:gd name="connsiteX153" fmla="*/ 3364433 w 7467600"/>
              <a:gd name="connsiteY153" fmla="*/ 3953121 h 6858000"/>
              <a:gd name="connsiteX154" fmla="*/ 3316479 w 7467600"/>
              <a:gd name="connsiteY154" fmla="*/ 3872136 h 6858000"/>
              <a:gd name="connsiteX155" fmla="*/ 3291335 w 7467600"/>
              <a:gd name="connsiteY155" fmla="*/ 3767420 h 6858000"/>
              <a:gd name="connsiteX156" fmla="*/ 3390805 w 7467600"/>
              <a:gd name="connsiteY156" fmla="*/ 3937163 h 6858000"/>
              <a:gd name="connsiteX157" fmla="*/ 3579062 w 7467600"/>
              <a:gd name="connsiteY157" fmla="*/ 4359040 h 6858000"/>
              <a:gd name="connsiteX158" fmla="*/ 3467355 w 7467600"/>
              <a:gd name="connsiteY158" fmla="*/ 3988130 h 6858000"/>
              <a:gd name="connsiteX159" fmla="*/ 3310753 w 7467600"/>
              <a:gd name="connsiteY159" fmla="*/ 3787140 h 6858000"/>
              <a:gd name="connsiteX160" fmla="*/ 3291335 w 7467600"/>
              <a:gd name="connsiteY160" fmla="*/ 3767420 h 6858000"/>
              <a:gd name="connsiteX161" fmla="*/ 1635889 w 7467600"/>
              <a:gd name="connsiteY161" fmla="*/ 3709494 h 6858000"/>
              <a:gd name="connsiteX162" fmla="*/ 1634800 w 7467600"/>
              <a:gd name="connsiteY162" fmla="*/ 3731111 h 6858000"/>
              <a:gd name="connsiteX163" fmla="*/ 1635889 w 7467600"/>
              <a:gd name="connsiteY163" fmla="*/ 3709494 h 6858000"/>
              <a:gd name="connsiteX164" fmla="*/ 1510397 w 7467600"/>
              <a:gd name="connsiteY164" fmla="*/ 3684705 h 6858000"/>
              <a:gd name="connsiteX165" fmla="*/ 1146550 w 7467600"/>
              <a:gd name="connsiteY165" fmla="*/ 3802012 h 6858000"/>
              <a:gd name="connsiteX166" fmla="*/ 698834 w 7467600"/>
              <a:gd name="connsiteY166" fmla="*/ 3952272 h 6858000"/>
              <a:gd name="connsiteX167" fmla="*/ 34256 w 7467600"/>
              <a:gd name="connsiteY167" fmla="*/ 4347603 h 6858000"/>
              <a:gd name="connsiteX168" fmla="*/ 527241 w 7467600"/>
              <a:gd name="connsiteY168" fmla="*/ 4065078 h 6858000"/>
              <a:gd name="connsiteX169" fmla="*/ 1510397 w 7467600"/>
              <a:gd name="connsiteY169" fmla="*/ 3684705 h 6858000"/>
              <a:gd name="connsiteX170" fmla="*/ 1313114 w 7467600"/>
              <a:gd name="connsiteY170" fmla="*/ 3655216 h 6858000"/>
              <a:gd name="connsiteX171" fmla="*/ 1109304 w 7467600"/>
              <a:gd name="connsiteY171" fmla="*/ 3669030 h 6858000"/>
              <a:gd name="connsiteX172" fmla="*/ 8129 w 7467600"/>
              <a:gd name="connsiteY172" fmla="*/ 4330519 h 6858000"/>
              <a:gd name="connsiteX173" fmla="*/ 687572 w 7467600"/>
              <a:gd name="connsiteY173" fmla="*/ 3925629 h 6858000"/>
              <a:gd name="connsiteX174" fmla="*/ 1138365 w 7467600"/>
              <a:gd name="connsiteY174" fmla="*/ 3774515 h 6858000"/>
              <a:gd name="connsiteX175" fmla="*/ 1505579 w 7467600"/>
              <a:gd name="connsiteY175" fmla="*/ 3655526 h 6858000"/>
              <a:gd name="connsiteX176" fmla="*/ 1313114 w 7467600"/>
              <a:gd name="connsiteY176" fmla="*/ 3655216 h 6858000"/>
              <a:gd name="connsiteX177" fmla="*/ 3655073 w 7467600"/>
              <a:gd name="connsiteY177" fmla="*/ 3650884 h 6858000"/>
              <a:gd name="connsiteX178" fmla="*/ 3989938 w 7467600"/>
              <a:gd name="connsiteY178" fmla="*/ 3991685 h 6858000"/>
              <a:gd name="connsiteX179" fmla="*/ 4393907 w 7467600"/>
              <a:gd name="connsiteY179" fmla="*/ 4261258 h 6858000"/>
              <a:gd name="connsiteX180" fmla="*/ 4648051 w 7467600"/>
              <a:gd name="connsiteY180" fmla="*/ 4374051 h 6858000"/>
              <a:gd name="connsiteX181" fmla="*/ 4383389 w 7467600"/>
              <a:gd name="connsiteY181" fmla="*/ 4184369 h 6858000"/>
              <a:gd name="connsiteX182" fmla="*/ 4165508 w 7467600"/>
              <a:gd name="connsiteY182" fmla="*/ 4035196 h 6858000"/>
              <a:gd name="connsiteX183" fmla="*/ 4068162 w 7467600"/>
              <a:gd name="connsiteY183" fmla="*/ 3953394 h 6858000"/>
              <a:gd name="connsiteX184" fmla="*/ 3981416 w 7467600"/>
              <a:gd name="connsiteY184" fmla="*/ 3880482 h 6858000"/>
              <a:gd name="connsiteX185" fmla="*/ 3800147 w 7467600"/>
              <a:gd name="connsiteY185" fmla="*/ 3749872 h 6858000"/>
              <a:gd name="connsiteX186" fmla="*/ 3655073 w 7467600"/>
              <a:gd name="connsiteY186" fmla="*/ 3650884 h 6858000"/>
              <a:gd name="connsiteX187" fmla="*/ 3670252 w 7467600"/>
              <a:gd name="connsiteY187" fmla="*/ 3622798 h 6858000"/>
              <a:gd name="connsiteX188" fmla="*/ 3817258 w 7467600"/>
              <a:gd name="connsiteY188" fmla="*/ 3723577 h 6858000"/>
              <a:gd name="connsiteX189" fmla="*/ 4000461 w 7467600"/>
              <a:gd name="connsiteY189" fmla="*/ 3855966 h 6858000"/>
              <a:gd name="connsiteX190" fmla="*/ 4088180 w 7467600"/>
              <a:gd name="connsiteY190" fmla="*/ 3929774 h 6858000"/>
              <a:gd name="connsiteX191" fmla="*/ 4184555 w 7467600"/>
              <a:gd name="connsiteY191" fmla="*/ 4010683 h 6858000"/>
              <a:gd name="connsiteX192" fmla="*/ 4399563 w 7467600"/>
              <a:gd name="connsiteY192" fmla="*/ 4158106 h 6858000"/>
              <a:gd name="connsiteX193" fmla="*/ 4684469 w 7467600"/>
              <a:gd name="connsiteY193" fmla="*/ 4364680 h 6858000"/>
              <a:gd name="connsiteX194" fmla="*/ 4690271 w 7467600"/>
              <a:gd name="connsiteY194" fmla="*/ 4370034 h 6858000"/>
              <a:gd name="connsiteX195" fmla="*/ 4136093 w 7467600"/>
              <a:gd name="connsiteY195" fmla="*/ 3858466 h 6858000"/>
              <a:gd name="connsiteX196" fmla="*/ 3670252 w 7467600"/>
              <a:gd name="connsiteY196" fmla="*/ 3622798 h 6858000"/>
              <a:gd name="connsiteX197" fmla="*/ 4440129 w 7467600"/>
              <a:gd name="connsiteY197" fmla="*/ 3448571 h 6858000"/>
              <a:gd name="connsiteX198" fmla="*/ 4856525 w 7467600"/>
              <a:gd name="connsiteY198" fmla="*/ 3915351 h 6858000"/>
              <a:gd name="connsiteX199" fmla="*/ 5059055 w 7467600"/>
              <a:gd name="connsiteY199" fmla="*/ 4108918 h 6858000"/>
              <a:gd name="connsiteX200" fmla="*/ 5290070 w 7467600"/>
              <a:gd name="connsiteY200" fmla="*/ 4263619 h 6858000"/>
              <a:gd name="connsiteX201" fmla="*/ 4834991 w 7467600"/>
              <a:gd name="connsiteY201" fmla="*/ 3830985 h 6858000"/>
              <a:gd name="connsiteX202" fmla="*/ 4440129 w 7467600"/>
              <a:gd name="connsiteY202" fmla="*/ 3448571 h 6858000"/>
              <a:gd name="connsiteX203" fmla="*/ 4441737 w 7467600"/>
              <a:gd name="connsiteY203" fmla="*/ 3399734 h 6858000"/>
              <a:gd name="connsiteX204" fmla="*/ 4431236 w 7467600"/>
              <a:gd name="connsiteY204" fmla="*/ 3400954 h 6858000"/>
              <a:gd name="connsiteX205" fmla="*/ 4557150 w 7467600"/>
              <a:gd name="connsiteY205" fmla="*/ 3510023 h 6858000"/>
              <a:gd name="connsiteX206" fmla="*/ 4856936 w 7467600"/>
              <a:gd name="connsiteY206" fmla="*/ 3809146 h 6858000"/>
              <a:gd name="connsiteX207" fmla="*/ 5111996 w 7467600"/>
              <a:gd name="connsiteY207" fmla="*/ 4065759 h 6858000"/>
              <a:gd name="connsiteX208" fmla="*/ 5388878 w 7467600"/>
              <a:gd name="connsiteY208" fmla="*/ 4300185 h 6858000"/>
              <a:gd name="connsiteX209" fmla="*/ 5425556 w 7467600"/>
              <a:gd name="connsiteY209" fmla="*/ 4308967 h 6858000"/>
              <a:gd name="connsiteX210" fmla="*/ 4943646 w 7467600"/>
              <a:gd name="connsiteY210" fmla="*/ 3822916 h 6858000"/>
              <a:gd name="connsiteX211" fmla="*/ 4594837 w 7467600"/>
              <a:gd name="connsiteY211" fmla="*/ 3532274 h 6858000"/>
              <a:gd name="connsiteX212" fmla="*/ 4441737 w 7467600"/>
              <a:gd name="connsiteY212" fmla="*/ 3399734 h 6858000"/>
              <a:gd name="connsiteX213" fmla="*/ 5425834 w 7467600"/>
              <a:gd name="connsiteY213" fmla="*/ 3162785 h 6858000"/>
              <a:gd name="connsiteX214" fmla="*/ 5401644 w 7467600"/>
              <a:gd name="connsiteY214" fmla="*/ 3617847 h 6858000"/>
              <a:gd name="connsiteX215" fmla="*/ 5467256 w 7467600"/>
              <a:gd name="connsiteY215" fmla="*/ 4175494 h 6858000"/>
              <a:gd name="connsiteX216" fmla="*/ 5448069 w 7467600"/>
              <a:gd name="connsiteY216" fmla="*/ 3567554 h 6858000"/>
              <a:gd name="connsiteX217" fmla="*/ 5425834 w 7467600"/>
              <a:gd name="connsiteY217" fmla="*/ 3162785 h 6858000"/>
              <a:gd name="connsiteX218" fmla="*/ 1318687 w 7467600"/>
              <a:gd name="connsiteY218" fmla="*/ 3113840 h 6858000"/>
              <a:gd name="connsiteX219" fmla="*/ 1066793 w 7467600"/>
              <a:gd name="connsiteY219" fmla="*/ 3212171 h 6858000"/>
              <a:gd name="connsiteX220" fmla="*/ 993319 w 7467600"/>
              <a:gd name="connsiteY220" fmla="*/ 3247648 h 6858000"/>
              <a:gd name="connsiteX221" fmla="*/ 853081 w 7467600"/>
              <a:gd name="connsiteY221" fmla="*/ 3312410 h 6858000"/>
              <a:gd name="connsiteX222" fmla="*/ 805957 w 7467600"/>
              <a:gd name="connsiteY222" fmla="*/ 3330443 h 6858000"/>
              <a:gd name="connsiteX223" fmla="*/ 1318687 w 7467600"/>
              <a:gd name="connsiteY223" fmla="*/ 3113840 h 6858000"/>
              <a:gd name="connsiteX224" fmla="*/ 5453702 w 7467600"/>
              <a:gd name="connsiteY224" fmla="*/ 3090882 h 6858000"/>
              <a:gd name="connsiteX225" fmla="*/ 5480135 w 7467600"/>
              <a:gd name="connsiteY225" fmla="*/ 3565802 h 6858000"/>
              <a:gd name="connsiteX226" fmla="*/ 5499023 w 7467600"/>
              <a:gd name="connsiteY226" fmla="*/ 4166310 h 6858000"/>
              <a:gd name="connsiteX227" fmla="*/ 5547022 w 7467600"/>
              <a:gd name="connsiteY227" fmla="*/ 3607838 h 6858000"/>
              <a:gd name="connsiteX228" fmla="*/ 5515964 w 7467600"/>
              <a:gd name="connsiteY228" fmla="*/ 3378541 h 6858000"/>
              <a:gd name="connsiteX229" fmla="*/ 5453702 w 7467600"/>
              <a:gd name="connsiteY229" fmla="*/ 3090882 h 6858000"/>
              <a:gd name="connsiteX230" fmla="*/ 1238695 w 7467600"/>
              <a:gd name="connsiteY230" fmla="*/ 3076820 h 6858000"/>
              <a:gd name="connsiteX231" fmla="*/ 716371 w 7467600"/>
              <a:gd name="connsiteY231" fmla="*/ 3293249 h 6858000"/>
              <a:gd name="connsiteX232" fmla="*/ 579522 w 7467600"/>
              <a:gd name="connsiteY232" fmla="*/ 3371759 h 6858000"/>
              <a:gd name="connsiteX233" fmla="*/ 600288 w 7467600"/>
              <a:gd name="connsiteY233" fmla="*/ 3365555 h 6858000"/>
              <a:gd name="connsiteX234" fmla="*/ 840692 w 7467600"/>
              <a:gd name="connsiteY234" fmla="*/ 3284921 h 6858000"/>
              <a:gd name="connsiteX235" fmla="*/ 979248 w 7467600"/>
              <a:gd name="connsiteY235" fmla="*/ 3221003 h 6858000"/>
              <a:gd name="connsiteX236" fmla="*/ 1053282 w 7467600"/>
              <a:gd name="connsiteY236" fmla="*/ 3185247 h 6858000"/>
              <a:gd name="connsiteX237" fmla="*/ 1320603 w 7467600"/>
              <a:gd name="connsiteY237" fmla="*/ 3081281 h 6858000"/>
              <a:gd name="connsiteX238" fmla="*/ 1238695 w 7467600"/>
              <a:gd name="connsiteY238" fmla="*/ 3076820 h 6858000"/>
              <a:gd name="connsiteX239" fmla="*/ 5425627 w 7467600"/>
              <a:gd name="connsiteY239" fmla="*/ 2954192 h 6858000"/>
              <a:gd name="connsiteX240" fmla="*/ 5470770 w 7467600"/>
              <a:gd name="connsiteY240" fmla="*/ 3005435 h 6858000"/>
              <a:gd name="connsiteX241" fmla="*/ 5519779 w 7467600"/>
              <a:gd name="connsiteY241" fmla="*/ 4359223 h 6858000"/>
              <a:gd name="connsiteX242" fmla="*/ 5520293 w 7467600"/>
              <a:gd name="connsiteY242" fmla="*/ 4360602 h 6858000"/>
              <a:gd name="connsiteX243" fmla="*/ 5767221 w 7467600"/>
              <a:gd name="connsiteY243" fmla="*/ 4665564 h 6858000"/>
              <a:gd name="connsiteX244" fmla="*/ 6937169 w 7467600"/>
              <a:gd name="connsiteY244" fmla="*/ 4815941 h 6858000"/>
              <a:gd name="connsiteX245" fmla="*/ 6953922 w 7467600"/>
              <a:gd name="connsiteY245" fmla="*/ 4890068 h 6858000"/>
              <a:gd name="connsiteX246" fmla="*/ 6071359 w 7467600"/>
              <a:gd name="connsiteY246" fmla="*/ 4770770 h 6858000"/>
              <a:gd name="connsiteX247" fmla="*/ 6038839 w 7467600"/>
              <a:gd name="connsiteY247" fmla="*/ 4764474 h 6858000"/>
              <a:gd name="connsiteX248" fmla="*/ 6038706 w 7467600"/>
              <a:gd name="connsiteY248" fmla="*/ 4763847 h 6858000"/>
              <a:gd name="connsiteX249" fmla="*/ 6037784 w 7467600"/>
              <a:gd name="connsiteY249" fmla="*/ 4764270 h 6858000"/>
              <a:gd name="connsiteX250" fmla="*/ 6038839 w 7467600"/>
              <a:gd name="connsiteY250" fmla="*/ 4764474 h 6858000"/>
              <a:gd name="connsiteX251" fmla="*/ 6040338 w 7467600"/>
              <a:gd name="connsiteY251" fmla="*/ 4771418 h 6858000"/>
              <a:gd name="connsiteX252" fmla="*/ 6024488 w 7467600"/>
              <a:gd name="connsiteY252" fmla="*/ 4809903 h 6858000"/>
              <a:gd name="connsiteX253" fmla="*/ 5599771 w 7467600"/>
              <a:gd name="connsiteY253" fmla="*/ 5509652 h 6858000"/>
              <a:gd name="connsiteX254" fmla="*/ 5548843 w 7467600"/>
              <a:gd name="connsiteY254" fmla="*/ 5563845 h 6858000"/>
              <a:gd name="connsiteX255" fmla="*/ 5940952 w 7467600"/>
              <a:gd name="connsiteY255" fmla="*/ 6250028 h 6858000"/>
              <a:gd name="connsiteX256" fmla="*/ 6043441 w 7467600"/>
              <a:gd name="connsiteY256" fmla="*/ 6665847 h 6858000"/>
              <a:gd name="connsiteX257" fmla="*/ 6093432 w 7467600"/>
              <a:gd name="connsiteY257" fmla="*/ 6858000 h 6858000"/>
              <a:gd name="connsiteX258" fmla="*/ 6034344 w 7467600"/>
              <a:gd name="connsiteY258" fmla="*/ 6858000 h 6858000"/>
              <a:gd name="connsiteX259" fmla="*/ 6026679 w 7467600"/>
              <a:gd name="connsiteY259" fmla="*/ 6836959 h 6858000"/>
              <a:gd name="connsiteX260" fmla="*/ 5800441 w 7467600"/>
              <a:gd name="connsiteY260" fmla="*/ 6335286 h 6858000"/>
              <a:gd name="connsiteX261" fmla="*/ 5526562 w 7467600"/>
              <a:gd name="connsiteY261" fmla="*/ 5705388 h 6858000"/>
              <a:gd name="connsiteX262" fmla="*/ 5519640 w 7467600"/>
              <a:gd name="connsiteY262" fmla="*/ 5683774 h 6858000"/>
              <a:gd name="connsiteX263" fmla="*/ 5844559 w 7467600"/>
              <a:gd name="connsiteY263" fmla="*/ 6553349 h 6858000"/>
              <a:gd name="connsiteX264" fmla="*/ 5975994 w 7467600"/>
              <a:gd name="connsiteY264" fmla="*/ 6858000 h 6858000"/>
              <a:gd name="connsiteX265" fmla="*/ 5898547 w 7467600"/>
              <a:gd name="connsiteY265" fmla="*/ 6858000 h 6858000"/>
              <a:gd name="connsiteX266" fmla="*/ 5682041 w 7467600"/>
              <a:gd name="connsiteY266" fmla="*/ 6355860 h 6858000"/>
              <a:gd name="connsiteX267" fmla="*/ 5461758 w 7467600"/>
              <a:gd name="connsiteY267" fmla="*/ 5820220 h 6858000"/>
              <a:gd name="connsiteX268" fmla="*/ 5237282 w 7467600"/>
              <a:gd name="connsiteY268" fmla="*/ 6579086 h 6858000"/>
              <a:gd name="connsiteX269" fmla="*/ 5115009 w 7467600"/>
              <a:gd name="connsiteY269" fmla="*/ 6858000 h 6858000"/>
              <a:gd name="connsiteX270" fmla="*/ 5028074 w 7467600"/>
              <a:gd name="connsiteY270" fmla="*/ 6858000 h 6858000"/>
              <a:gd name="connsiteX271" fmla="*/ 5079508 w 7467600"/>
              <a:gd name="connsiteY271" fmla="*/ 6749074 h 6858000"/>
              <a:gd name="connsiteX272" fmla="*/ 5371846 w 7467600"/>
              <a:gd name="connsiteY272" fmla="*/ 5924413 h 6858000"/>
              <a:gd name="connsiteX273" fmla="*/ 5270512 w 7467600"/>
              <a:gd name="connsiteY273" fmla="*/ 6138975 h 6858000"/>
              <a:gd name="connsiteX274" fmla="*/ 5062409 w 7467600"/>
              <a:gd name="connsiteY274" fmla="*/ 6653544 h 6858000"/>
              <a:gd name="connsiteX275" fmla="*/ 5036628 w 7467600"/>
              <a:gd name="connsiteY275" fmla="*/ 6754247 h 6858000"/>
              <a:gd name="connsiteX276" fmla="*/ 5009112 w 7467600"/>
              <a:gd name="connsiteY276" fmla="*/ 6858000 h 6858000"/>
              <a:gd name="connsiteX277" fmla="*/ 4976679 w 7467600"/>
              <a:gd name="connsiteY277" fmla="*/ 6858000 h 6858000"/>
              <a:gd name="connsiteX278" fmla="*/ 5006537 w 7467600"/>
              <a:gd name="connsiteY278" fmla="*/ 6747068 h 6858000"/>
              <a:gd name="connsiteX279" fmla="*/ 5032723 w 7467600"/>
              <a:gd name="connsiteY279" fmla="*/ 6644957 h 6858000"/>
              <a:gd name="connsiteX280" fmla="*/ 5242949 w 7467600"/>
              <a:gd name="connsiteY280" fmla="*/ 6125175 h 6858000"/>
              <a:gd name="connsiteX281" fmla="*/ 5286321 w 7467600"/>
              <a:gd name="connsiteY281" fmla="*/ 6033555 h 6858000"/>
              <a:gd name="connsiteX282" fmla="*/ 5008210 w 7467600"/>
              <a:gd name="connsiteY282" fmla="*/ 6649194 h 6858000"/>
              <a:gd name="connsiteX283" fmla="*/ 4986321 w 7467600"/>
              <a:gd name="connsiteY283" fmla="*/ 6765687 h 6858000"/>
              <a:gd name="connsiteX284" fmla="*/ 4973474 w 7467600"/>
              <a:gd name="connsiteY284" fmla="*/ 6858000 h 6858000"/>
              <a:gd name="connsiteX285" fmla="*/ 4907178 w 7467600"/>
              <a:gd name="connsiteY285" fmla="*/ 6858000 h 6858000"/>
              <a:gd name="connsiteX286" fmla="*/ 4910810 w 7467600"/>
              <a:gd name="connsiteY286" fmla="*/ 6829660 h 6858000"/>
              <a:gd name="connsiteX287" fmla="*/ 4987461 w 7467600"/>
              <a:gd name="connsiteY287" fmla="*/ 6432994 h 6858000"/>
              <a:gd name="connsiteX288" fmla="*/ 5179262 w 7467600"/>
              <a:gd name="connsiteY288" fmla="*/ 6035044 h 6858000"/>
              <a:gd name="connsiteX289" fmla="*/ 4689678 w 7467600"/>
              <a:gd name="connsiteY289" fmla="*/ 6440241 h 6858000"/>
              <a:gd name="connsiteX290" fmla="*/ 4477543 w 7467600"/>
              <a:gd name="connsiteY290" fmla="*/ 6674836 h 6858000"/>
              <a:gd name="connsiteX291" fmla="*/ 4329957 w 7467600"/>
              <a:gd name="connsiteY291" fmla="*/ 6858000 h 6858000"/>
              <a:gd name="connsiteX292" fmla="*/ 4218595 w 7467600"/>
              <a:gd name="connsiteY292" fmla="*/ 6858000 h 6858000"/>
              <a:gd name="connsiteX293" fmla="*/ 4368888 w 7467600"/>
              <a:gd name="connsiteY293" fmla="*/ 6668412 h 6858000"/>
              <a:gd name="connsiteX294" fmla="*/ 4563091 w 7467600"/>
              <a:gd name="connsiteY294" fmla="*/ 6442508 h 6858000"/>
              <a:gd name="connsiteX295" fmla="*/ 5387324 w 7467600"/>
              <a:gd name="connsiteY295" fmla="*/ 5705830 h 6858000"/>
              <a:gd name="connsiteX296" fmla="*/ 5073620 w 7467600"/>
              <a:gd name="connsiteY296" fmla="*/ 5955437 h 6858000"/>
              <a:gd name="connsiteX297" fmla="*/ 4689789 w 7467600"/>
              <a:gd name="connsiteY297" fmla="*/ 6268382 h 6858000"/>
              <a:gd name="connsiteX298" fmla="*/ 4418722 w 7467600"/>
              <a:gd name="connsiteY298" fmla="*/ 6570886 h 6858000"/>
              <a:gd name="connsiteX299" fmla="*/ 4214944 w 7467600"/>
              <a:gd name="connsiteY299" fmla="*/ 6858000 h 6858000"/>
              <a:gd name="connsiteX300" fmla="*/ 4177898 w 7467600"/>
              <a:gd name="connsiteY300" fmla="*/ 6858000 h 6858000"/>
              <a:gd name="connsiteX301" fmla="*/ 4391597 w 7467600"/>
              <a:gd name="connsiteY301" fmla="*/ 6556370 h 6858000"/>
              <a:gd name="connsiteX302" fmla="*/ 4668889 w 7467600"/>
              <a:gd name="connsiteY302" fmla="*/ 6246399 h 6858000"/>
              <a:gd name="connsiteX303" fmla="*/ 5055427 w 7467600"/>
              <a:gd name="connsiteY303" fmla="*/ 5931476 h 6858000"/>
              <a:gd name="connsiteX304" fmla="*/ 5371814 w 7467600"/>
              <a:gd name="connsiteY304" fmla="*/ 5678975 h 6858000"/>
              <a:gd name="connsiteX305" fmla="*/ 4987918 w 7467600"/>
              <a:gd name="connsiteY305" fmla="*/ 5838701 h 6858000"/>
              <a:gd name="connsiteX306" fmla="*/ 4317146 w 7467600"/>
              <a:gd name="connsiteY306" fmla="*/ 6587716 h 6858000"/>
              <a:gd name="connsiteX307" fmla="*/ 4171627 w 7467600"/>
              <a:gd name="connsiteY307" fmla="*/ 6858000 h 6858000"/>
              <a:gd name="connsiteX308" fmla="*/ 4081585 w 7467600"/>
              <a:gd name="connsiteY308" fmla="*/ 6858000 h 6858000"/>
              <a:gd name="connsiteX309" fmla="*/ 4238603 w 7467600"/>
              <a:gd name="connsiteY309" fmla="*/ 6559341 h 6858000"/>
              <a:gd name="connsiteX310" fmla="*/ 4778333 w 7467600"/>
              <a:gd name="connsiteY310" fmla="*/ 5873626 h 6858000"/>
              <a:gd name="connsiteX311" fmla="*/ 5414185 w 7467600"/>
              <a:gd name="connsiteY311" fmla="*/ 5573882 h 6858000"/>
              <a:gd name="connsiteX312" fmla="*/ 5959648 w 7467600"/>
              <a:gd name="connsiteY312" fmla="*/ 4760797 h 6858000"/>
              <a:gd name="connsiteX313" fmla="*/ 5355019 w 7467600"/>
              <a:gd name="connsiteY313" fmla="*/ 4734672 h 6858000"/>
              <a:gd name="connsiteX314" fmla="*/ 5083565 w 7467600"/>
              <a:gd name="connsiteY314" fmla="*/ 5179121 h 6858000"/>
              <a:gd name="connsiteX315" fmla="*/ 4713577 w 7467600"/>
              <a:gd name="connsiteY315" fmla="*/ 5616803 h 6858000"/>
              <a:gd name="connsiteX316" fmla="*/ 3989559 w 7467600"/>
              <a:gd name="connsiteY316" fmla="*/ 6145945 h 6858000"/>
              <a:gd name="connsiteX317" fmla="*/ 3939824 w 7467600"/>
              <a:gd name="connsiteY317" fmla="*/ 6066900 h 6858000"/>
              <a:gd name="connsiteX318" fmla="*/ 4584537 w 7467600"/>
              <a:gd name="connsiteY318" fmla="*/ 5324826 h 6858000"/>
              <a:gd name="connsiteX319" fmla="*/ 5037105 w 7467600"/>
              <a:gd name="connsiteY319" fmla="*/ 5088765 h 6858000"/>
              <a:gd name="connsiteX320" fmla="*/ 5039930 w 7467600"/>
              <a:gd name="connsiteY320" fmla="*/ 5089585 h 6858000"/>
              <a:gd name="connsiteX321" fmla="*/ 5263764 w 7467600"/>
              <a:gd name="connsiteY321" fmla="*/ 4735525 h 6858000"/>
              <a:gd name="connsiteX322" fmla="*/ 4086300 w 7467600"/>
              <a:gd name="connsiteY322" fmla="*/ 4884599 h 6858000"/>
              <a:gd name="connsiteX323" fmla="*/ 4085485 w 7467600"/>
              <a:gd name="connsiteY323" fmla="*/ 4899070 h 6858000"/>
              <a:gd name="connsiteX324" fmla="*/ 3871915 w 7467600"/>
              <a:gd name="connsiteY324" fmla="*/ 5253645 h 6858000"/>
              <a:gd name="connsiteX325" fmla="*/ 3799374 w 7467600"/>
              <a:gd name="connsiteY325" fmla="*/ 5466127 h 6858000"/>
              <a:gd name="connsiteX326" fmla="*/ 3498850 w 7467600"/>
              <a:gd name="connsiteY326" fmla="*/ 6661888 h 6858000"/>
              <a:gd name="connsiteX327" fmla="*/ 3399216 w 7467600"/>
              <a:gd name="connsiteY327" fmla="*/ 6858000 h 6858000"/>
              <a:gd name="connsiteX328" fmla="*/ 3303688 w 7467600"/>
              <a:gd name="connsiteY328" fmla="*/ 6858000 h 6858000"/>
              <a:gd name="connsiteX329" fmla="*/ 3391774 w 7467600"/>
              <a:gd name="connsiteY329" fmla="*/ 6697181 h 6858000"/>
              <a:gd name="connsiteX330" fmla="*/ 3735540 w 7467600"/>
              <a:gd name="connsiteY330" fmla="*/ 5546923 h 6858000"/>
              <a:gd name="connsiteX331" fmla="*/ 3729438 w 7467600"/>
              <a:gd name="connsiteY331" fmla="*/ 5569058 h 6858000"/>
              <a:gd name="connsiteX332" fmla="*/ 3707782 w 7467600"/>
              <a:gd name="connsiteY332" fmla="*/ 5644908 h 6858000"/>
              <a:gd name="connsiteX333" fmla="*/ 3583827 w 7467600"/>
              <a:gd name="connsiteY333" fmla="*/ 6039215 h 6858000"/>
              <a:gd name="connsiteX334" fmla="*/ 3547861 w 7467600"/>
              <a:gd name="connsiteY334" fmla="*/ 6129609 h 6858000"/>
              <a:gd name="connsiteX335" fmla="*/ 3490905 w 7467600"/>
              <a:gd name="connsiteY335" fmla="*/ 6277660 h 6858000"/>
              <a:gd name="connsiteX336" fmla="*/ 3455859 w 7467600"/>
              <a:gd name="connsiteY336" fmla="*/ 6391301 h 6858000"/>
              <a:gd name="connsiteX337" fmla="*/ 3429112 w 7467600"/>
              <a:gd name="connsiteY337" fmla="*/ 6479469 h 6858000"/>
              <a:gd name="connsiteX338" fmla="*/ 3304862 w 7467600"/>
              <a:gd name="connsiteY338" fmla="*/ 6796476 h 6858000"/>
              <a:gd name="connsiteX339" fmla="*/ 3276071 w 7467600"/>
              <a:gd name="connsiteY339" fmla="*/ 6858000 h 6858000"/>
              <a:gd name="connsiteX340" fmla="*/ 3240805 w 7467600"/>
              <a:gd name="connsiteY340" fmla="*/ 6858000 h 6858000"/>
              <a:gd name="connsiteX341" fmla="*/ 3275917 w 7467600"/>
              <a:gd name="connsiteY341" fmla="*/ 6783192 h 6858000"/>
              <a:gd name="connsiteX342" fmla="*/ 3399358 w 7467600"/>
              <a:gd name="connsiteY342" fmla="*/ 6469011 h 6858000"/>
              <a:gd name="connsiteX343" fmla="*/ 3425650 w 7467600"/>
              <a:gd name="connsiteY343" fmla="*/ 6381333 h 6858000"/>
              <a:gd name="connsiteX344" fmla="*/ 3460661 w 7467600"/>
              <a:gd name="connsiteY344" fmla="*/ 6266763 h 6858000"/>
              <a:gd name="connsiteX345" fmla="*/ 3518021 w 7467600"/>
              <a:gd name="connsiteY345" fmla="*/ 6117298 h 6858000"/>
              <a:gd name="connsiteX346" fmla="*/ 3554035 w 7467600"/>
              <a:gd name="connsiteY346" fmla="*/ 6027832 h 6858000"/>
              <a:gd name="connsiteX347" fmla="*/ 3677174 w 7467600"/>
              <a:gd name="connsiteY347" fmla="*/ 5636351 h 6858000"/>
              <a:gd name="connsiteX348" fmla="*/ 3698819 w 7467600"/>
              <a:gd name="connsiteY348" fmla="*/ 5560503 h 6858000"/>
              <a:gd name="connsiteX349" fmla="*/ 3702094 w 7467600"/>
              <a:gd name="connsiteY349" fmla="*/ 5549194 h 6858000"/>
              <a:gd name="connsiteX350" fmla="*/ 3398355 w 7467600"/>
              <a:gd name="connsiteY350" fmla="*/ 6094603 h 6858000"/>
              <a:gd name="connsiteX351" fmla="*/ 3193941 w 7467600"/>
              <a:gd name="connsiteY351" fmla="*/ 6798775 h 6858000"/>
              <a:gd name="connsiteX352" fmla="*/ 3184140 w 7467600"/>
              <a:gd name="connsiteY352" fmla="*/ 6858000 h 6858000"/>
              <a:gd name="connsiteX353" fmla="*/ 3099978 w 7467600"/>
              <a:gd name="connsiteY353" fmla="*/ 6858000 h 6858000"/>
              <a:gd name="connsiteX354" fmla="*/ 3101556 w 7467600"/>
              <a:gd name="connsiteY354" fmla="*/ 6843337 h 6858000"/>
              <a:gd name="connsiteX355" fmla="*/ 3370162 w 7467600"/>
              <a:gd name="connsiteY355" fmla="*/ 5785550 h 6858000"/>
              <a:gd name="connsiteX356" fmla="*/ 3746477 w 7467600"/>
              <a:gd name="connsiteY356" fmla="*/ 5377889 h 6858000"/>
              <a:gd name="connsiteX357" fmla="*/ 3863399 w 7467600"/>
              <a:gd name="connsiteY357" fmla="*/ 5087257 h 6858000"/>
              <a:gd name="connsiteX358" fmla="*/ 3968712 w 7467600"/>
              <a:gd name="connsiteY358" fmla="*/ 4913989 h 6858000"/>
              <a:gd name="connsiteX359" fmla="*/ 2792390 w 7467600"/>
              <a:gd name="connsiteY359" fmla="*/ 5382974 h 6858000"/>
              <a:gd name="connsiteX360" fmla="*/ 2714982 w 7467600"/>
              <a:gd name="connsiteY360" fmla="*/ 5427051 h 6858000"/>
              <a:gd name="connsiteX361" fmla="*/ 2813361 w 7467600"/>
              <a:gd name="connsiteY361" fmla="*/ 6023912 h 6858000"/>
              <a:gd name="connsiteX362" fmla="*/ 2688430 w 7467600"/>
              <a:gd name="connsiteY362" fmla="*/ 6801564 h 6858000"/>
              <a:gd name="connsiteX363" fmla="*/ 2629626 w 7467600"/>
              <a:gd name="connsiteY363" fmla="*/ 6763394 h 6858000"/>
              <a:gd name="connsiteX364" fmla="*/ 2565328 w 7467600"/>
              <a:gd name="connsiteY364" fmla="*/ 5516399 h 6858000"/>
              <a:gd name="connsiteX365" fmla="*/ 1922999 w 7467600"/>
              <a:gd name="connsiteY365" fmla="*/ 5980343 h 6858000"/>
              <a:gd name="connsiteX366" fmla="*/ 1950261 w 7467600"/>
              <a:gd name="connsiteY366" fmla="*/ 6405858 h 6858000"/>
              <a:gd name="connsiteX367" fmla="*/ 2365554 w 7467600"/>
              <a:gd name="connsiteY367" fmla="*/ 6759107 h 6858000"/>
              <a:gd name="connsiteX368" fmla="*/ 2424142 w 7467600"/>
              <a:gd name="connsiteY368" fmla="*/ 6858000 h 6858000"/>
              <a:gd name="connsiteX369" fmla="*/ 2395994 w 7467600"/>
              <a:gd name="connsiteY369" fmla="*/ 6858000 h 6858000"/>
              <a:gd name="connsiteX370" fmla="*/ 2392863 w 7467600"/>
              <a:gd name="connsiteY370" fmla="*/ 6852964 h 6858000"/>
              <a:gd name="connsiteX371" fmla="*/ 2017589 w 7467600"/>
              <a:gd name="connsiteY371" fmla="*/ 6493982 h 6858000"/>
              <a:gd name="connsiteX372" fmla="*/ 2147336 w 7467600"/>
              <a:gd name="connsiteY372" fmla="*/ 6594052 h 6858000"/>
              <a:gd name="connsiteX373" fmla="*/ 2207047 w 7467600"/>
              <a:gd name="connsiteY373" fmla="*/ 6654540 h 6858000"/>
              <a:gd name="connsiteX374" fmla="*/ 2299106 w 7467600"/>
              <a:gd name="connsiteY374" fmla="*/ 6778931 h 6858000"/>
              <a:gd name="connsiteX375" fmla="*/ 2314430 w 7467600"/>
              <a:gd name="connsiteY375" fmla="*/ 6801144 h 6858000"/>
              <a:gd name="connsiteX376" fmla="*/ 2352406 w 7467600"/>
              <a:gd name="connsiteY376" fmla="*/ 6858000 h 6858000"/>
              <a:gd name="connsiteX377" fmla="*/ 2314492 w 7467600"/>
              <a:gd name="connsiteY377" fmla="*/ 6858000 h 6858000"/>
              <a:gd name="connsiteX378" fmla="*/ 2288095 w 7467600"/>
              <a:gd name="connsiteY378" fmla="*/ 6818030 h 6858000"/>
              <a:gd name="connsiteX379" fmla="*/ 2272768 w 7467600"/>
              <a:gd name="connsiteY379" fmla="*/ 6795822 h 6858000"/>
              <a:gd name="connsiteX380" fmla="*/ 2182715 w 7467600"/>
              <a:gd name="connsiteY380" fmla="*/ 6675071 h 6858000"/>
              <a:gd name="connsiteX381" fmla="*/ 2032061 w 7467600"/>
              <a:gd name="connsiteY381" fmla="*/ 6541380 h 6858000"/>
              <a:gd name="connsiteX382" fmla="*/ 2257220 w 7467600"/>
              <a:gd name="connsiteY382" fmla="*/ 6826257 h 6858000"/>
              <a:gd name="connsiteX383" fmla="*/ 2281324 w 7467600"/>
              <a:gd name="connsiteY383" fmla="*/ 6858000 h 6858000"/>
              <a:gd name="connsiteX384" fmla="*/ 2242860 w 7467600"/>
              <a:gd name="connsiteY384" fmla="*/ 6858000 h 6858000"/>
              <a:gd name="connsiteX385" fmla="*/ 2232818 w 7467600"/>
              <a:gd name="connsiteY385" fmla="*/ 6844926 h 6858000"/>
              <a:gd name="connsiteX386" fmla="*/ 1990172 w 7467600"/>
              <a:gd name="connsiteY386" fmla="*/ 6542121 h 6858000"/>
              <a:gd name="connsiteX387" fmla="*/ 2124090 w 7467600"/>
              <a:gd name="connsiteY387" fmla="*/ 6761017 h 6858000"/>
              <a:gd name="connsiteX388" fmla="*/ 2200380 w 7467600"/>
              <a:gd name="connsiteY388" fmla="*/ 6858000 h 6858000"/>
              <a:gd name="connsiteX389" fmla="*/ 2147507 w 7467600"/>
              <a:gd name="connsiteY389" fmla="*/ 6858000 h 6858000"/>
              <a:gd name="connsiteX390" fmla="*/ 2070668 w 7467600"/>
              <a:gd name="connsiteY390" fmla="*/ 6761520 h 6858000"/>
              <a:gd name="connsiteX391" fmla="*/ 1975142 w 7467600"/>
              <a:gd name="connsiteY391" fmla="*/ 6585570 h 6858000"/>
              <a:gd name="connsiteX392" fmla="*/ 2050035 w 7467600"/>
              <a:gd name="connsiteY392" fmla="*/ 6813345 h 6858000"/>
              <a:gd name="connsiteX393" fmla="*/ 2063025 w 7467600"/>
              <a:gd name="connsiteY393" fmla="*/ 6858000 h 6858000"/>
              <a:gd name="connsiteX394" fmla="*/ 2021675 w 7467600"/>
              <a:gd name="connsiteY394" fmla="*/ 6858000 h 6858000"/>
              <a:gd name="connsiteX395" fmla="*/ 2019308 w 7467600"/>
              <a:gd name="connsiteY395" fmla="*/ 6847118 h 6858000"/>
              <a:gd name="connsiteX396" fmla="*/ 1938835 w 7467600"/>
              <a:gd name="connsiteY396" fmla="*/ 6551160 h 6858000"/>
              <a:gd name="connsiteX397" fmla="*/ 1953230 w 7467600"/>
              <a:gd name="connsiteY397" fmla="*/ 6759699 h 6858000"/>
              <a:gd name="connsiteX398" fmla="*/ 1956763 w 7467600"/>
              <a:gd name="connsiteY398" fmla="*/ 6778191 h 6858000"/>
              <a:gd name="connsiteX399" fmla="*/ 1967925 w 7467600"/>
              <a:gd name="connsiteY399" fmla="*/ 6858000 h 6858000"/>
              <a:gd name="connsiteX400" fmla="*/ 1936622 w 7467600"/>
              <a:gd name="connsiteY400" fmla="*/ 6858000 h 6858000"/>
              <a:gd name="connsiteX401" fmla="*/ 1926261 w 7467600"/>
              <a:gd name="connsiteY401" fmla="*/ 6784064 h 6858000"/>
              <a:gd name="connsiteX402" fmla="*/ 1922724 w 7467600"/>
              <a:gd name="connsiteY402" fmla="*/ 6765577 h 6858000"/>
              <a:gd name="connsiteX403" fmla="*/ 1904650 w 7467600"/>
              <a:gd name="connsiteY403" fmla="*/ 6639616 h 6858000"/>
              <a:gd name="connsiteX404" fmla="*/ 1885273 w 7467600"/>
              <a:gd name="connsiteY404" fmla="*/ 6858000 h 6858000"/>
              <a:gd name="connsiteX405" fmla="*/ 1854363 w 7467600"/>
              <a:gd name="connsiteY405" fmla="*/ 6858000 h 6858000"/>
              <a:gd name="connsiteX406" fmla="*/ 1880391 w 7467600"/>
              <a:gd name="connsiteY406" fmla="*/ 6603796 h 6858000"/>
              <a:gd name="connsiteX407" fmla="*/ 1818273 w 7467600"/>
              <a:gd name="connsiteY407" fmla="*/ 6715729 h 6858000"/>
              <a:gd name="connsiteX408" fmla="*/ 1794691 w 7467600"/>
              <a:gd name="connsiteY408" fmla="*/ 6843239 h 6858000"/>
              <a:gd name="connsiteX409" fmla="*/ 1794914 w 7467600"/>
              <a:gd name="connsiteY409" fmla="*/ 6858000 h 6858000"/>
              <a:gd name="connsiteX410" fmla="*/ 1746128 w 7467600"/>
              <a:gd name="connsiteY410" fmla="*/ 6858000 h 6858000"/>
              <a:gd name="connsiteX411" fmla="*/ 1753934 w 7467600"/>
              <a:gd name="connsiteY411" fmla="*/ 6724796 h 6858000"/>
              <a:gd name="connsiteX412" fmla="*/ 1792053 w 7467600"/>
              <a:gd name="connsiteY412" fmla="*/ 6572396 h 6858000"/>
              <a:gd name="connsiteX413" fmla="*/ 1862248 w 7467600"/>
              <a:gd name="connsiteY413" fmla="*/ 6266397 h 6858000"/>
              <a:gd name="connsiteX414" fmla="*/ 1862250 w 7467600"/>
              <a:gd name="connsiteY414" fmla="*/ 6033531 h 6858000"/>
              <a:gd name="connsiteX415" fmla="*/ 1211999 w 7467600"/>
              <a:gd name="connsiteY415" fmla="*/ 6683610 h 6858000"/>
              <a:gd name="connsiteX416" fmla="*/ 1213266 w 7467600"/>
              <a:gd name="connsiteY416" fmla="*/ 6691947 h 6858000"/>
              <a:gd name="connsiteX417" fmla="*/ 1203370 w 7467600"/>
              <a:gd name="connsiteY417" fmla="*/ 6850676 h 6858000"/>
              <a:gd name="connsiteX418" fmla="*/ 1203671 w 7467600"/>
              <a:gd name="connsiteY418" fmla="*/ 6858000 h 6858000"/>
              <a:gd name="connsiteX419" fmla="*/ 1143180 w 7467600"/>
              <a:gd name="connsiteY419" fmla="*/ 6858000 h 6858000"/>
              <a:gd name="connsiteX420" fmla="*/ 1142176 w 7467600"/>
              <a:gd name="connsiteY420" fmla="*/ 6766045 h 6858000"/>
              <a:gd name="connsiteX421" fmla="*/ 1067484 w 7467600"/>
              <a:gd name="connsiteY421" fmla="*/ 6858000 h 6858000"/>
              <a:gd name="connsiteX422" fmla="*/ 953928 w 7467600"/>
              <a:gd name="connsiteY422" fmla="*/ 6858000 h 6858000"/>
              <a:gd name="connsiteX423" fmla="*/ 959715 w 7467600"/>
              <a:gd name="connsiteY423" fmla="*/ 6850185 h 6858000"/>
              <a:gd name="connsiteX424" fmla="*/ 1483788 w 7467600"/>
              <a:gd name="connsiteY424" fmla="*/ 6259174 h 6858000"/>
              <a:gd name="connsiteX425" fmla="*/ 1100671 w 7467600"/>
              <a:gd name="connsiteY425" fmla="*/ 6252137 h 6858000"/>
              <a:gd name="connsiteX426" fmla="*/ 1090144 w 7467600"/>
              <a:gd name="connsiteY426" fmla="*/ 6256748 h 6858000"/>
              <a:gd name="connsiteX427" fmla="*/ 1095872 w 7467600"/>
              <a:gd name="connsiteY427" fmla="*/ 6271892 h 6858000"/>
              <a:gd name="connsiteX428" fmla="*/ 262785 w 7467600"/>
              <a:gd name="connsiteY428" fmla="*/ 6845450 h 6858000"/>
              <a:gd name="connsiteX429" fmla="*/ 209968 w 7467600"/>
              <a:gd name="connsiteY429" fmla="*/ 6770713 h 6858000"/>
              <a:gd name="connsiteX430" fmla="*/ 873460 w 7467600"/>
              <a:gd name="connsiteY430" fmla="*/ 6253768 h 6858000"/>
              <a:gd name="connsiteX431" fmla="*/ 192686 w 7467600"/>
              <a:gd name="connsiteY431" fmla="*/ 5849257 h 6858000"/>
              <a:gd name="connsiteX432" fmla="*/ 4696 w 7467600"/>
              <a:gd name="connsiteY432" fmla="*/ 5697668 h 6858000"/>
              <a:gd name="connsiteX433" fmla="*/ 0 w 7467600"/>
              <a:gd name="connsiteY433" fmla="*/ 5689984 h 6858000"/>
              <a:gd name="connsiteX434" fmla="*/ 0 w 7467600"/>
              <a:gd name="connsiteY434" fmla="*/ 5513472 h 6858000"/>
              <a:gd name="connsiteX435" fmla="*/ 174101 w 7467600"/>
              <a:gd name="connsiteY435" fmla="*/ 5620277 h 6858000"/>
              <a:gd name="connsiteX436" fmla="*/ 891800 w 7467600"/>
              <a:gd name="connsiteY436" fmla="*/ 6036935 h 6858000"/>
              <a:gd name="connsiteX437" fmla="*/ 1072219 w 7467600"/>
              <a:gd name="connsiteY437" fmla="*/ 6169443 h 6858000"/>
              <a:gd name="connsiteX438" fmla="*/ 1074117 w 7467600"/>
              <a:gd name="connsiteY438" fmla="*/ 6170301 h 6858000"/>
              <a:gd name="connsiteX439" fmla="*/ 1083114 w 7467600"/>
              <a:gd name="connsiteY439" fmla="*/ 6174131 h 6858000"/>
              <a:gd name="connsiteX440" fmla="*/ 1543010 w 7467600"/>
              <a:gd name="connsiteY440" fmla="*/ 6191140 h 6858000"/>
              <a:gd name="connsiteX441" fmla="*/ 1551080 w 7467600"/>
              <a:gd name="connsiteY441" fmla="*/ 6195006 h 6858000"/>
              <a:gd name="connsiteX442" fmla="*/ 2345443 w 7467600"/>
              <a:gd name="connsiteY442" fmla="*/ 5549882 h 6858000"/>
              <a:gd name="connsiteX443" fmla="*/ 1721499 w 7467600"/>
              <a:gd name="connsiteY443" fmla="*/ 5599969 h 6858000"/>
              <a:gd name="connsiteX444" fmla="*/ 767716 w 7467600"/>
              <a:gd name="connsiteY444" fmla="*/ 5472768 h 6858000"/>
              <a:gd name="connsiteX445" fmla="*/ 722147 w 7467600"/>
              <a:gd name="connsiteY445" fmla="*/ 5393091 h 6858000"/>
              <a:gd name="connsiteX446" fmla="*/ 1485552 w 7467600"/>
              <a:gd name="connsiteY446" fmla="*/ 5313202 h 6858000"/>
              <a:gd name="connsiteX447" fmla="*/ 2143004 w 7467600"/>
              <a:gd name="connsiteY447" fmla="*/ 5402420 h 6858000"/>
              <a:gd name="connsiteX448" fmla="*/ 1933391 w 7467600"/>
              <a:gd name="connsiteY448" fmla="*/ 5156971 h 6858000"/>
              <a:gd name="connsiteX449" fmla="*/ 1827118 w 7467600"/>
              <a:gd name="connsiteY449" fmla="*/ 4968410 h 6858000"/>
              <a:gd name="connsiteX450" fmla="*/ 1837349 w 7467600"/>
              <a:gd name="connsiteY450" fmla="*/ 4956357 h 6858000"/>
              <a:gd name="connsiteX451" fmla="*/ 2162835 w 7467600"/>
              <a:gd name="connsiteY451" fmla="*/ 5187853 h 6858000"/>
              <a:gd name="connsiteX452" fmla="*/ 2257167 w 7467600"/>
              <a:gd name="connsiteY452" fmla="*/ 5462123 h 6858000"/>
              <a:gd name="connsiteX453" fmla="*/ 2261598 w 7467600"/>
              <a:gd name="connsiteY453" fmla="*/ 5467998 h 6858000"/>
              <a:gd name="connsiteX454" fmla="*/ 2437177 w 7467600"/>
              <a:gd name="connsiteY454" fmla="*/ 5479608 h 6858000"/>
              <a:gd name="connsiteX455" fmla="*/ 2445247 w 7467600"/>
              <a:gd name="connsiteY455" fmla="*/ 5483476 h 6858000"/>
              <a:gd name="connsiteX456" fmla="*/ 2743626 w 7467600"/>
              <a:gd name="connsiteY456" fmla="*/ 5304819 h 6858000"/>
              <a:gd name="connsiteX457" fmla="*/ 3048102 w 7467600"/>
              <a:gd name="connsiteY457" fmla="*/ 5150595 h 6858000"/>
              <a:gd name="connsiteX458" fmla="*/ 1799414 w 7467600"/>
              <a:gd name="connsiteY458" fmla="*/ 4694732 h 6858000"/>
              <a:gd name="connsiteX459" fmla="*/ 1771735 w 7467600"/>
              <a:gd name="connsiteY459" fmla="*/ 4619929 h 6858000"/>
              <a:gd name="connsiteX460" fmla="*/ 3104273 w 7467600"/>
              <a:gd name="connsiteY460" fmla="*/ 5076159 h 6858000"/>
              <a:gd name="connsiteX461" fmla="*/ 3113245 w 7467600"/>
              <a:gd name="connsiteY461" fmla="*/ 5090705 h 6858000"/>
              <a:gd name="connsiteX462" fmla="*/ 3126294 w 7467600"/>
              <a:gd name="connsiteY462" fmla="*/ 5114400 h 6858000"/>
              <a:gd name="connsiteX463" fmla="*/ 3937433 w 7467600"/>
              <a:gd name="connsiteY463" fmla="*/ 4830473 h 6858000"/>
              <a:gd name="connsiteX464" fmla="*/ 3590475 w 7467600"/>
              <a:gd name="connsiteY464" fmla="*/ 4597974 h 6858000"/>
              <a:gd name="connsiteX465" fmla="*/ 3100264 w 7467600"/>
              <a:gd name="connsiteY465" fmla="*/ 4579845 h 6858000"/>
              <a:gd name="connsiteX466" fmla="*/ 2183576 w 7467600"/>
              <a:gd name="connsiteY466" fmla="*/ 4227150 h 6858000"/>
              <a:gd name="connsiteX467" fmla="*/ 2151029 w 7467600"/>
              <a:gd name="connsiteY467" fmla="*/ 4146947 h 6858000"/>
              <a:gd name="connsiteX468" fmla="*/ 3563434 w 7467600"/>
              <a:gd name="connsiteY468" fmla="*/ 4469115 h 6858000"/>
              <a:gd name="connsiteX469" fmla="*/ 3177952 w 7467600"/>
              <a:gd name="connsiteY469" fmla="*/ 3657386 h 6858000"/>
              <a:gd name="connsiteX470" fmla="*/ 3189263 w 7467600"/>
              <a:gd name="connsiteY470" fmla="*/ 3625726 h 6858000"/>
              <a:gd name="connsiteX471" fmla="*/ 3560912 w 7467600"/>
              <a:gd name="connsiteY471" fmla="*/ 4079863 h 6858000"/>
              <a:gd name="connsiteX472" fmla="*/ 3626636 w 7467600"/>
              <a:gd name="connsiteY472" fmla="*/ 4512230 h 6858000"/>
              <a:gd name="connsiteX473" fmla="*/ 3653088 w 7467600"/>
              <a:gd name="connsiteY473" fmla="*/ 4521417 h 6858000"/>
              <a:gd name="connsiteX474" fmla="*/ 3988128 w 7467600"/>
              <a:gd name="connsiteY474" fmla="*/ 4817267 h 6858000"/>
              <a:gd name="connsiteX475" fmla="*/ 4830582 w 7467600"/>
              <a:gd name="connsiteY475" fmla="*/ 4676000 h 6858000"/>
              <a:gd name="connsiteX476" fmla="*/ 4830100 w 7467600"/>
              <a:gd name="connsiteY476" fmla="*/ 4675554 h 6858000"/>
              <a:gd name="connsiteX477" fmla="*/ 4036318 w 7467600"/>
              <a:gd name="connsiteY477" fmla="*/ 4147013 h 6858000"/>
              <a:gd name="connsiteX478" fmla="*/ 3432098 w 7467600"/>
              <a:gd name="connsiteY478" fmla="*/ 3537312 h 6858000"/>
              <a:gd name="connsiteX479" fmla="*/ 3446761 w 7467600"/>
              <a:gd name="connsiteY479" fmla="*/ 3461278 h 6858000"/>
              <a:gd name="connsiteX480" fmla="*/ 4419733 w 7467600"/>
              <a:gd name="connsiteY480" fmla="*/ 3963555 h 6858000"/>
              <a:gd name="connsiteX481" fmla="*/ 4781371 w 7467600"/>
              <a:gd name="connsiteY481" fmla="*/ 4458604 h 6858000"/>
              <a:gd name="connsiteX482" fmla="*/ 4780440 w 7467600"/>
              <a:gd name="connsiteY482" fmla="*/ 4470290 h 6858000"/>
              <a:gd name="connsiteX483" fmla="*/ 4898954 w 7467600"/>
              <a:gd name="connsiteY483" fmla="*/ 4662092 h 6858000"/>
              <a:gd name="connsiteX484" fmla="*/ 4900699 w 7467600"/>
              <a:gd name="connsiteY484" fmla="*/ 4670867 h 6858000"/>
              <a:gd name="connsiteX485" fmla="*/ 5714511 w 7467600"/>
              <a:gd name="connsiteY485" fmla="*/ 4663483 h 6858000"/>
              <a:gd name="connsiteX486" fmla="*/ 5464793 w 7467600"/>
              <a:gd name="connsiteY486" fmla="*/ 4393556 h 6858000"/>
              <a:gd name="connsiteX487" fmla="*/ 5461897 w 7467600"/>
              <a:gd name="connsiteY487" fmla="*/ 4390879 h 6858000"/>
              <a:gd name="connsiteX488" fmla="*/ 4294126 w 7467600"/>
              <a:gd name="connsiteY488" fmla="*/ 3303048 h 6858000"/>
              <a:gd name="connsiteX489" fmla="*/ 4305321 w 7467600"/>
              <a:gd name="connsiteY489" fmla="*/ 3256953 h 6858000"/>
              <a:gd name="connsiteX490" fmla="*/ 4949299 w 7467600"/>
              <a:gd name="connsiteY490" fmla="*/ 3766336 h 6858000"/>
              <a:gd name="connsiteX491" fmla="*/ 5291452 w 7467600"/>
              <a:gd name="connsiteY491" fmla="*/ 4076801 h 6858000"/>
              <a:gd name="connsiteX492" fmla="*/ 5434998 w 7467600"/>
              <a:gd name="connsiteY492" fmla="*/ 4254100 h 6858000"/>
              <a:gd name="connsiteX493" fmla="*/ 5351015 w 7467600"/>
              <a:gd name="connsiteY493" fmla="*/ 3760989 h 6858000"/>
              <a:gd name="connsiteX494" fmla="*/ 5413780 w 7467600"/>
              <a:gd name="connsiteY494" fmla="*/ 2966265 h 6858000"/>
              <a:gd name="connsiteX495" fmla="*/ 5425627 w 7467600"/>
              <a:gd name="connsiteY495" fmla="*/ 2954192 h 6858000"/>
              <a:gd name="connsiteX496" fmla="*/ 6604735 w 7467600"/>
              <a:gd name="connsiteY496" fmla="*/ 2041381 h 6858000"/>
              <a:gd name="connsiteX497" fmla="*/ 7204487 w 7467600"/>
              <a:gd name="connsiteY497" fmla="*/ 2742112 h 6858000"/>
              <a:gd name="connsiteX498" fmla="*/ 7131592 w 7467600"/>
              <a:gd name="connsiteY498" fmla="*/ 2672096 h 6858000"/>
              <a:gd name="connsiteX499" fmla="*/ 6996344 w 7467600"/>
              <a:gd name="connsiteY499" fmla="*/ 2518310 h 6858000"/>
              <a:gd name="connsiteX500" fmla="*/ 6735495 w 7467600"/>
              <a:gd name="connsiteY500" fmla="*/ 2196890 h 6858000"/>
              <a:gd name="connsiteX501" fmla="*/ 6721901 w 7467600"/>
              <a:gd name="connsiteY501" fmla="*/ 2179274 h 6858000"/>
              <a:gd name="connsiteX502" fmla="*/ 6604735 w 7467600"/>
              <a:gd name="connsiteY502" fmla="*/ 2041381 h 6858000"/>
              <a:gd name="connsiteX503" fmla="*/ 6591670 w 7467600"/>
              <a:gd name="connsiteY503" fmla="*/ 1988277 h 6858000"/>
              <a:gd name="connsiteX504" fmla="*/ 6747349 w 7467600"/>
              <a:gd name="connsiteY504" fmla="*/ 2160069 h 6858000"/>
              <a:gd name="connsiteX505" fmla="*/ 6760943 w 7467600"/>
              <a:gd name="connsiteY505" fmla="*/ 2177686 h 6858000"/>
              <a:gd name="connsiteX506" fmla="*/ 7021065 w 7467600"/>
              <a:gd name="connsiteY506" fmla="*/ 2498102 h 6858000"/>
              <a:gd name="connsiteX507" fmla="*/ 7155223 w 7467600"/>
              <a:gd name="connsiteY507" fmla="*/ 2650386 h 6858000"/>
              <a:gd name="connsiteX508" fmla="*/ 7203167 w 7467600"/>
              <a:gd name="connsiteY508" fmla="*/ 2697288 h 6858000"/>
              <a:gd name="connsiteX509" fmla="*/ 6937703 w 7467600"/>
              <a:gd name="connsiteY509" fmla="*/ 2321981 h 6858000"/>
              <a:gd name="connsiteX510" fmla="*/ 6591670 w 7467600"/>
              <a:gd name="connsiteY510" fmla="*/ 1988277 h 6858000"/>
              <a:gd name="connsiteX511" fmla="*/ 5798671 w 7467600"/>
              <a:gd name="connsiteY511" fmla="*/ 1981601 h 6858000"/>
              <a:gd name="connsiteX512" fmla="*/ 5754709 w 7467600"/>
              <a:gd name="connsiteY512" fmla="*/ 2071454 h 6858000"/>
              <a:gd name="connsiteX513" fmla="*/ 5763044 w 7467600"/>
              <a:gd name="connsiteY513" fmla="*/ 2842206 h 6858000"/>
              <a:gd name="connsiteX514" fmla="*/ 5764974 w 7467600"/>
              <a:gd name="connsiteY514" fmla="*/ 2799609 h 6858000"/>
              <a:gd name="connsiteX515" fmla="*/ 5767665 w 7467600"/>
              <a:gd name="connsiteY515" fmla="*/ 2666409 h 6858000"/>
              <a:gd name="connsiteX516" fmla="*/ 5763055 w 7467600"/>
              <a:gd name="connsiteY516" fmla="*/ 2579705 h 6858000"/>
              <a:gd name="connsiteX517" fmla="*/ 5758079 w 7467600"/>
              <a:gd name="connsiteY517" fmla="*/ 2492508 h 6858000"/>
              <a:gd name="connsiteX518" fmla="*/ 5779325 w 7467600"/>
              <a:gd name="connsiteY518" fmla="*/ 2197069 h 6858000"/>
              <a:gd name="connsiteX519" fmla="*/ 5798671 w 7467600"/>
              <a:gd name="connsiteY519" fmla="*/ 1981601 h 6858000"/>
              <a:gd name="connsiteX520" fmla="*/ 5829202 w 7467600"/>
              <a:gd name="connsiteY520" fmla="*/ 1971679 h 6858000"/>
              <a:gd name="connsiteX521" fmla="*/ 5809558 w 7467600"/>
              <a:gd name="connsiteY521" fmla="*/ 2198043 h 6858000"/>
              <a:gd name="connsiteX522" fmla="*/ 5788653 w 7467600"/>
              <a:gd name="connsiteY522" fmla="*/ 2489430 h 6858000"/>
              <a:gd name="connsiteX523" fmla="*/ 5793439 w 7467600"/>
              <a:gd name="connsiteY523" fmla="*/ 2575235 h 6858000"/>
              <a:gd name="connsiteX524" fmla="*/ 5796837 w 7467600"/>
              <a:gd name="connsiteY524" fmla="*/ 2637633 h 6858000"/>
              <a:gd name="connsiteX525" fmla="*/ 5818614 w 7467600"/>
              <a:gd name="connsiteY525" fmla="*/ 2473055 h 6858000"/>
              <a:gd name="connsiteX526" fmla="*/ 5829202 w 7467600"/>
              <a:gd name="connsiteY526" fmla="*/ 1971679 h 6858000"/>
              <a:gd name="connsiteX527" fmla="*/ 5911389 w 7467600"/>
              <a:gd name="connsiteY527" fmla="*/ 1898371 h 6858000"/>
              <a:gd name="connsiteX528" fmla="*/ 6237627 w 7467600"/>
              <a:gd name="connsiteY528" fmla="*/ 2231921 h 6858000"/>
              <a:gd name="connsiteX529" fmla="*/ 5911389 w 7467600"/>
              <a:gd name="connsiteY529" fmla="*/ 1898371 h 6858000"/>
              <a:gd name="connsiteX530" fmla="*/ 6944437 w 7467600"/>
              <a:gd name="connsiteY530" fmla="*/ 1575402 h 6858000"/>
              <a:gd name="connsiteX531" fmla="*/ 6304730 w 7467600"/>
              <a:gd name="connsiteY531" fmla="*/ 1766654 h 6858000"/>
              <a:gd name="connsiteX532" fmla="*/ 6944437 w 7467600"/>
              <a:gd name="connsiteY532" fmla="*/ 1575402 h 6858000"/>
              <a:gd name="connsiteX533" fmla="*/ 7019523 w 7467600"/>
              <a:gd name="connsiteY533" fmla="*/ 1519450 h 6858000"/>
              <a:gd name="connsiteX534" fmla="*/ 6298091 w 7467600"/>
              <a:gd name="connsiteY534" fmla="*/ 1737122 h 6858000"/>
              <a:gd name="connsiteX535" fmla="*/ 7019523 w 7467600"/>
              <a:gd name="connsiteY535" fmla="*/ 1519450 h 6858000"/>
              <a:gd name="connsiteX536" fmla="*/ 2399523 w 7467600"/>
              <a:gd name="connsiteY536" fmla="*/ 1428234 h 6858000"/>
              <a:gd name="connsiteX537" fmla="*/ 2224982 w 7467600"/>
              <a:gd name="connsiteY537" fmla="*/ 1826201 h 6858000"/>
              <a:gd name="connsiteX538" fmla="*/ 2096099 w 7467600"/>
              <a:gd name="connsiteY538" fmla="*/ 2345900 h 6858000"/>
              <a:gd name="connsiteX539" fmla="*/ 2283317 w 7467600"/>
              <a:gd name="connsiteY539" fmla="*/ 1796925 h 6858000"/>
              <a:gd name="connsiteX540" fmla="*/ 2399523 w 7467600"/>
              <a:gd name="connsiteY540" fmla="*/ 1428234 h 6858000"/>
              <a:gd name="connsiteX541" fmla="*/ 2448558 w 7467600"/>
              <a:gd name="connsiteY541" fmla="*/ 1373435 h 6858000"/>
              <a:gd name="connsiteX542" fmla="*/ 2312521 w 7467600"/>
              <a:gd name="connsiteY542" fmla="*/ 1806140 h 6858000"/>
              <a:gd name="connsiteX543" fmla="*/ 2127533 w 7467600"/>
              <a:gd name="connsiteY543" fmla="*/ 2348380 h 6858000"/>
              <a:gd name="connsiteX544" fmla="*/ 2358080 w 7467600"/>
              <a:gd name="connsiteY544" fmla="*/ 1866134 h 6858000"/>
              <a:gd name="connsiteX545" fmla="*/ 2407436 w 7467600"/>
              <a:gd name="connsiteY545" fmla="*/ 1651070 h 6858000"/>
              <a:gd name="connsiteX546" fmla="*/ 2448558 w 7467600"/>
              <a:gd name="connsiteY546" fmla="*/ 1373435 h 6858000"/>
              <a:gd name="connsiteX547" fmla="*/ 278707 w 7467600"/>
              <a:gd name="connsiteY547" fmla="*/ 1352270 h 6858000"/>
              <a:gd name="connsiteX548" fmla="*/ 321570 w 7467600"/>
              <a:gd name="connsiteY548" fmla="*/ 1861610 h 6858000"/>
              <a:gd name="connsiteX549" fmla="*/ 294281 w 7467600"/>
              <a:gd name="connsiteY549" fmla="*/ 1440658 h 6858000"/>
              <a:gd name="connsiteX550" fmla="*/ 278707 w 7467600"/>
              <a:gd name="connsiteY550" fmla="*/ 1352270 h 6858000"/>
              <a:gd name="connsiteX551" fmla="*/ 1423821 w 7467600"/>
              <a:gd name="connsiteY551" fmla="*/ 1351958 h 6858000"/>
              <a:gd name="connsiteX552" fmla="*/ 1638521 w 7467600"/>
              <a:gd name="connsiteY552" fmla="*/ 1908470 h 6858000"/>
              <a:gd name="connsiteX553" fmla="*/ 1754199 w 7467600"/>
              <a:gd name="connsiteY553" fmla="*/ 2149284 h 6858000"/>
              <a:gd name="connsiteX554" fmla="*/ 1908359 w 7467600"/>
              <a:gd name="connsiteY554" fmla="*/ 2364988 h 6858000"/>
              <a:gd name="connsiteX555" fmla="*/ 1647661 w 7467600"/>
              <a:gd name="connsiteY555" fmla="*/ 1825945 h 6858000"/>
              <a:gd name="connsiteX556" fmla="*/ 1423821 w 7467600"/>
              <a:gd name="connsiteY556" fmla="*/ 1351958 h 6858000"/>
              <a:gd name="connsiteX557" fmla="*/ 1431890 w 7467600"/>
              <a:gd name="connsiteY557" fmla="*/ 1306475 h 6858000"/>
              <a:gd name="connsiteX558" fmla="*/ 1507597 w 7467600"/>
              <a:gd name="connsiteY558" fmla="*/ 1446132 h 6858000"/>
              <a:gd name="connsiteX559" fmla="*/ 1674586 w 7467600"/>
              <a:gd name="connsiteY559" fmla="*/ 1813832 h 6858000"/>
              <a:gd name="connsiteX560" fmla="*/ 1815950 w 7467600"/>
              <a:gd name="connsiteY560" fmla="*/ 2128564 h 6858000"/>
              <a:gd name="connsiteX561" fmla="*/ 1984242 w 7467600"/>
              <a:gd name="connsiteY561" fmla="*/ 2430829 h 6858000"/>
              <a:gd name="connsiteX562" fmla="*/ 2014023 w 7467600"/>
              <a:gd name="connsiteY562" fmla="*/ 2450995 h 6858000"/>
              <a:gd name="connsiteX563" fmla="*/ 1747337 w 7467600"/>
              <a:gd name="connsiteY563" fmla="*/ 1855264 h 6858000"/>
              <a:gd name="connsiteX564" fmla="*/ 1533749 w 7467600"/>
              <a:gd name="connsiteY564" fmla="*/ 1478656 h 6858000"/>
              <a:gd name="connsiteX565" fmla="*/ 1431890 w 7467600"/>
              <a:gd name="connsiteY565" fmla="*/ 1306475 h 6858000"/>
              <a:gd name="connsiteX566" fmla="*/ 5052692 w 7467600"/>
              <a:gd name="connsiteY566" fmla="*/ 1292994 h 6858000"/>
              <a:gd name="connsiteX567" fmla="*/ 5200661 w 7467600"/>
              <a:gd name="connsiteY567" fmla="*/ 1635186 h 6858000"/>
              <a:gd name="connsiteX568" fmla="*/ 5297138 w 7467600"/>
              <a:gd name="connsiteY568" fmla="*/ 1906351 h 6858000"/>
              <a:gd name="connsiteX569" fmla="*/ 5052692 w 7467600"/>
              <a:gd name="connsiteY569" fmla="*/ 1292994 h 6858000"/>
              <a:gd name="connsiteX570" fmla="*/ 5009948 w 7467600"/>
              <a:gd name="connsiteY570" fmla="*/ 1273619 h 6858000"/>
              <a:gd name="connsiteX571" fmla="*/ 5121777 w 7467600"/>
              <a:gd name="connsiteY571" fmla="*/ 1654213 h 6858000"/>
              <a:gd name="connsiteX572" fmla="*/ 5293545 w 7467600"/>
              <a:gd name="connsiteY572" fmla="*/ 2072247 h 6858000"/>
              <a:gd name="connsiteX573" fmla="*/ 5294042 w 7467600"/>
              <a:gd name="connsiteY573" fmla="*/ 2065019 h 6858000"/>
              <a:gd name="connsiteX574" fmla="*/ 5171936 w 7467600"/>
              <a:gd name="connsiteY574" fmla="*/ 1647613 h 6858000"/>
              <a:gd name="connsiteX575" fmla="*/ 5009948 w 7467600"/>
              <a:gd name="connsiteY575" fmla="*/ 1273619 h 6858000"/>
              <a:gd name="connsiteX576" fmla="*/ 655236 w 7467600"/>
              <a:gd name="connsiteY576" fmla="*/ 1268632 h 6858000"/>
              <a:gd name="connsiteX577" fmla="*/ 839521 w 7467600"/>
              <a:gd name="connsiteY577" fmla="*/ 1685315 h 6858000"/>
              <a:gd name="connsiteX578" fmla="*/ 1109416 w 7467600"/>
              <a:gd name="connsiteY578" fmla="*/ 2061663 h 6858000"/>
              <a:gd name="connsiteX579" fmla="*/ 1298300 w 7467600"/>
              <a:gd name="connsiteY579" fmla="*/ 2247742 h 6858000"/>
              <a:gd name="connsiteX580" fmla="*/ 1125871 w 7467600"/>
              <a:gd name="connsiteY580" fmla="*/ 1989513 h 6858000"/>
              <a:gd name="connsiteX581" fmla="*/ 981574 w 7467600"/>
              <a:gd name="connsiteY581" fmla="*/ 1783157 h 6858000"/>
              <a:gd name="connsiteX582" fmla="*/ 922198 w 7467600"/>
              <a:gd name="connsiteY582" fmla="*/ 1677437 h 6858000"/>
              <a:gd name="connsiteX583" fmla="*/ 869293 w 7467600"/>
              <a:gd name="connsiteY583" fmla="*/ 1583214 h 6858000"/>
              <a:gd name="connsiteX584" fmla="*/ 751431 w 7467600"/>
              <a:gd name="connsiteY584" fmla="*/ 1405731 h 6858000"/>
              <a:gd name="connsiteX585" fmla="*/ 655236 w 7467600"/>
              <a:gd name="connsiteY585" fmla="*/ 1268632 h 6858000"/>
              <a:gd name="connsiteX586" fmla="*/ 6516292 w 7467600"/>
              <a:gd name="connsiteY586" fmla="*/ 1263064 h 6858000"/>
              <a:gd name="connsiteX587" fmla="*/ 5736320 w 7467600"/>
              <a:gd name="connsiteY587" fmla="*/ 1501803 h 6858000"/>
              <a:gd name="connsiteX588" fmla="*/ 6516292 w 7467600"/>
              <a:gd name="connsiteY588" fmla="*/ 1263064 h 6858000"/>
              <a:gd name="connsiteX589" fmla="*/ 291466 w 7467600"/>
              <a:gd name="connsiteY589" fmla="*/ 1250369 h 6858000"/>
              <a:gd name="connsiteX590" fmla="*/ 323180 w 7467600"/>
              <a:gd name="connsiteY590" fmla="*/ 1435283 h 6858000"/>
              <a:gd name="connsiteX591" fmla="*/ 349381 w 7467600"/>
              <a:gd name="connsiteY591" fmla="*/ 1875041 h 6858000"/>
              <a:gd name="connsiteX592" fmla="*/ 374363 w 7467600"/>
              <a:gd name="connsiteY592" fmla="*/ 1506494 h 6858000"/>
              <a:gd name="connsiteX593" fmla="*/ 302168 w 7467600"/>
              <a:gd name="connsiteY593" fmla="*/ 1274495 h 6858000"/>
              <a:gd name="connsiteX594" fmla="*/ 291466 w 7467600"/>
              <a:gd name="connsiteY594" fmla="*/ 1250369 h 6858000"/>
              <a:gd name="connsiteX595" fmla="*/ 678222 w 7467600"/>
              <a:gd name="connsiteY595" fmla="*/ 1248670 h 6858000"/>
              <a:gd name="connsiteX596" fmla="*/ 775536 w 7467600"/>
              <a:gd name="connsiteY596" fmla="*/ 1388015 h 6858000"/>
              <a:gd name="connsiteX597" fmla="*/ 894529 w 7467600"/>
              <a:gd name="connsiteY597" fmla="*/ 1567739 h 6858000"/>
              <a:gd name="connsiteX598" fmla="*/ 948000 w 7467600"/>
              <a:gd name="connsiteY598" fmla="*/ 1663088 h 6858000"/>
              <a:gd name="connsiteX599" fmla="*/ 1006812 w 7467600"/>
              <a:gd name="connsiteY599" fmla="*/ 1767683 h 6858000"/>
              <a:gd name="connsiteX600" fmla="*/ 1149133 w 7467600"/>
              <a:gd name="connsiteY600" fmla="*/ 1971513 h 6858000"/>
              <a:gd name="connsiteX601" fmla="*/ 1333952 w 7467600"/>
              <a:gd name="connsiteY601" fmla="*/ 2251620 h 6858000"/>
              <a:gd name="connsiteX602" fmla="*/ 1337329 w 7467600"/>
              <a:gd name="connsiteY602" fmla="*/ 2258350 h 6858000"/>
              <a:gd name="connsiteX603" fmla="*/ 1014726 w 7467600"/>
              <a:gd name="connsiteY603" fmla="*/ 1615556 h 6858000"/>
              <a:gd name="connsiteX604" fmla="*/ 678222 w 7467600"/>
              <a:gd name="connsiteY604" fmla="*/ 1248670 h 6858000"/>
              <a:gd name="connsiteX605" fmla="*/ 6691602 w 7467600"/>
              <a:gd name="connsiteY605" fmla="*/ 1140573 h 6858000"/>
              <a:gd name="connsiteX606" fmla="*/ 6571100 w 7467600"/>
              <a:gd name="connsiteY606" fmla="*/ 1183662 h 6858000"/>
              <a:gd name="connsiteX607" fmla="*/ 6241687 w 7467600"/>
              <a:gd name="connsiteY607" fmla="*/ 1257600 h 6858000"/>
              <a:gd name="connsiteX608" fmla="*/ 5693009 w 7467600"/>
              <a:gd name="connsiteY608" fmla="*/ 1478256 h 6858000"/>
              <a:gd name="connsiteX609" fmla="*/ 6548420 w 7467600"/>
              <a:gd name="connsiteY609" fmla="*/ 1214599 h 6858000"/>
              <a:gd name="connsiteX610" fmla="*/ 6605473 w 7467600"/>
              <a:gd name="connsiteY610" fmla="*/ 1184686 h 6858000"/>
              <a:gd name="connsiteX611" fmla="*/ 6691602 w 7467600"/>
              <a:gd name="connsiteY611" fmla="*/ 1140573 h 6858000"/>
              <a:gd name="connsiteX612" fmla="*/ 4002475 w 7467600"/>
              <a:gd name="connsiteY612" fmla="*/ 1037802 h 6858000"/>
              <a:gd name="connsiteX613" fmla="*/ 4000324 w 7467600"/>
              <a:gd name="connsiteY613" fmla="*/ 1039362 h 6858000"/>
              <a:gd name="connsiteX614" fmla="*/ 4002862 w 7467600"/>
              <a:gd name="connsiteY614" fmla="*/ 1042866 h 6858000"/>
              <a:gd name="connsiteX615" fmla="*/ 4002475 w 7467600"/>
              <a:gd name="connsiteY615" fmla="*/ 1037802 h 6858000"/>
              <a:gd name="connsiteX616" fmla="*/ 506322 w 7467600"/>
              <a:gd name="connsiteY616" fmla="*/ 1020997 h 6858000"/>
              <a:gd name="connsiteX617" fmla="*/ 533068 w 7467600"/>
              <a:gd name="connsiteY617" fmla="*/ 1029409 h 6858000"/>
              <a:gd name="connsiteX618" fmla="*/ 1232525 w 7467600"/>
              <a:gd name="connsiteY618" fmla="*/ 1804675 h 6858000"/>
              <a:gd name="connsiteX619" fmla="*/ 1388858 w 7467600"/>
              <a:gd name="connsiteY619" fmla="*/ 2368011 h 6858000"/>
              <a:gd name="connsiteX620" fmla="*/ 1384098 w 7467600"/>
              <a:gd name="connsiteY620" fmla="*/ 2378125 h 6858000"/>
              <a:gd name="connsiteX621" fmla="*/ 1425393 w 7467600"/>
              <a:gd name="connsiteY621" fmla="*/ 2589124 h 6858000"/>
              <a:gd name="connsiteX622" fmla="*/ 1424001 w 7467600"/>
              <a:gd name="connsiteY622" fmla="*/ 2597541 h 6858000"/>
              <a:gd name="connsiteX623" fmla="*/ 2152729 w 7467600"/>
              <a:gd name="connsiteY623" fmla="*/ 2864487 h 6858000"/>
              <a:gd name="connsiteX624" fmla="*/ 2020609 w 7467600"/>
              <a:gd name="connsiteY624" fmla="*/ 2539671 h 6858000"/>
              <a:gd name="connsiteX625" fmla="*/ 2018920 w 7467600"/>
              <a:gd name="connsiteY625" fmla="*/ 2536309 h 6858000"/>
              <a:gd name="connsiteX626" fmla="*/ 1342441 w 7467600"/>
              <a:gd name="connsiteY626" fmla="*/ 1173017 h 6858000"/>
              <a:gd name="connsiteX627" fmla="*/ 1367925 w 7467600"/>
              <a:gd name="connsiteY627" fmla="*/ 1135648 h 6858000"/>
              <a:gd name="connsiteX628" fmla="*/ 1771401 w 7467600"/>
              <a:gd name="connsiteY628" fmla="*/ 1806673 h 6858000"/>
              <a:gd name="connsiteX629" fmla="*/ 1972385 w 7467600"/>
              <a:gd name="connsiteY629" fmla="*/ 2198735 h 6858000"/>
              <a:gd name="connsiteX630" fmla="*/ 2040892 w 7467600"/>
              <a:gd name="connsiteY630" fmla="*/ 2405205 h 6858000"/>
              <a:gd name="connsiteX631" fmla="*/ 2131689 w 7467600"/>
              <a:gd name="connsiteY631" fmla="*/ 1936926 h 6858000"/>
              <a:gd name="connsiteX632" fmla="*/ 2454820 w 7467600"/>
              <a:gd name="connsiteY632" fmla="*/ 1248808 h 6858000"/>
              <a:gd name="connsiteX633" fmla="*/ 2492512 w 7467600"/>
              <a:gd name="connsiteY633" fmla="*/ 1302920 h 6858000"/>
              <a:gd name="connsiteX634" fmla="*/ 2081216 w 7467600"/>
              <a:gd name="connsiteY634" fmla="*/ 2527513 h 6858000"/>
              <a:gd name="connsiteX635" fmla="*/ 2081211 w 7467600"/>
              <a:gd name="connsiteY635" fmla="*/ 2528916 h 6858000"/>
              <a:gd name="connsiteX636" fmla="*/ 2199067 w 7467600"/>
              <a:gd name="connsiteY636" fmla="*/ 2884061 h 6858000"/>
              <a:gd name="connsiteX637" fmla="*/ 3192586 w 7467600"/>
              <a:gd name="connsiteY637" fmla="*/ 3411496 h 6858000"/>
              <a:gd name="connsiteX638" fmla="*/ 3182620 w 7467600"/>
              <a:gd name="connsiteY638" fmla="*/ 3483279 h 6858000"/>
              <a:gd name="connsiteX639" fmla="*/ 2435119 w 7467600"/>
              <a:gd name="connsiteY639" fmla="*/ 3080173 h 6858000"/>
              <a:gd name="connsiteX640" fmla="*/ 2410152 w 7467600"/>
              <a:gd name="connsiteY640" fmla="*/ 3063751 h 6858000"/>
              <a:gd name="connsiteX641" fmla="*/ 2408099 w 7467600"/>
              <a:gd name="connsiteY641" fmla="*/ 3064403 h 6858000"/>
              <a:gd name="connsiteX642" fmla="*/ 2407218 w 7467600"/>
              <a:gd name="connsiteY642" fmla="*/ 3070324 h 6858000"/>
              <a:gd name="connsiteX643" fmla="*/ 2380138 w 7467600"/>
              <a:gd name="connsiteY643" fmla="*/ 3099341 h 6858000"/>
              <a:gd name="connsiteX644" fmla="*/ 1765923 w 7467600"/>
              <a:gd name="connsiteY644" fmla="*/ 3581043 h 6858000"/>
              <a:gd name="connsiteX645" fmla="*/ 1702258 w 7467600"/>
              <a:gd name="connsiteY645" fmla="*/ 3612286 h 6858000"/>
              <a:gd name="connsiteX646" fmla="*/ 1538370 w 7467600"/>
              <a:gd name="connsiteY646" fmla="*/ 3811804 h 6858000"/>
              <a:gd name="connsiteX647" fmla="*/ 542867 w 7467600"/>
              <a:gd name="connsiteY647" fmla="*/ 4944092 h 6858000"/>
              <a:gd name="connsiteX648" fmla="*/ 515800 w 7467600"/>
              <a:gd name="connsiteY648" fmla="*/ 4862180 h 6858000"/>
              <a:gd name="connsiteX649" fmla="*/ 909145 w 7467600"/>
              <a:gd name="connsiteY649" fmla="*/ 4199225 h 6858000"/>
              <a:gd name="connsiteX650" fmla="*/ 1214067 w 7467600"/>
              <a:gd name="connsiteY650" fmla="*/ 3908561 h 6858000"/>
              <a:gd name="connsiteX651" fmla="*/ 640967 w 7467600"/>
              <a:gd name="connsiteY651" fmla="*/ 4105601 h 6858000"/>
              <a:gd name="connsiteX652" fmla="*/ 112563 w 7467600"/>
              <a:gd name="connsiteY652" fmla="*/ 4396952 h 6858000"/>
              <a:gd name="connsiteX653" fmla="*/ 0 w 7467600"/>
              <a:gd name="connsiteY653" fmla="*/ 4466006 h 6858000"/>
              <a:gd name="connsiteX654" fmla="*/ 0 w 7467600"/>
              <a:gd name="connsiteY654" fmla="*/ 4233763 h 6858000"/>
              <a:gd name="connsiteX655" fmla="*/ 36881 w 7467600"/>
              <a:gd name="connsiteY655" fmla="*/ 4200118 h 6858000"/>
              <a:gd name="connsiteX656" fmla="*/ 910534 w 7467600"/>
              <a:gd name="connsiteY656" fmla="*/ 3629753 h 6858000"/>
              <a:gd name="connsiteX657" fmla="*/ 1578717 w 7467600"/>
              <a:gd name="connsiteY657" fmla="*/ 3575982 h 6858000"/>
              <a:gd name="connsiteX658" fmla="*/ 2338780 w 7467600"/>
              <a:gd name="connsiteY658" fmla="*/ 3033725 h 6858000"/>
              <a:gd name="connsiteX659" fmla="*/ 1807991 w 7467600"/>
              <a:gd name="connsiteY659" fmla="*/ 2807184 h 6858000"/>
              <a:gd name="connsiteX660" fmla="*/ 1416358 w 7467600"/>
              <a:gd name="connsiteY660" fmla="*/ 3112571 h 6858000"/>
              <a:gd name="connsiteX661" fmla="*/ 939066 w 7467600"/>
              <a:gd name="connsiteY661" fmla="*/ 3378798 h 6858000"/>
              <a:gd name="connsiteX662" fmla="*/ 115099 w 7467600"/>
              <a:gd name="connsiteY662" fmla="*/ 3607650 h 6858000"/>
              <a:gd name="connsiteX663" fmla="*/ 97284 w 7467600"/>
              <a:gd name="connsiteY663" fmla="*/ 3520393 h 6858000"/>
              <a:gd name="connsiteX664" fmla="*/ 922050 w 7467600"/>
              <a:gd name="connsiteY664" fmla="*/ 3074867 h 6858000"/>
              <a:gd name="connsiteX665" fmla="*/ 1405265 w 7467600"/>
              <a:gd name="connsiteY665" fmla="*/ 3016319 h 6858000"/>
              <a:gd name="connsiteX666" fmla="*/ 1407512 w 7467600"/>
              <a:gd name="connsiteY666" fmla="*/ 3018001 h 6858000"/>
              <a:gd name="connsiteX667" fmla="*/ 1726266 w 7467600"/>
              <a:gd name="connsiteY667" fmla="*/ 2777274 h 6858000"/>
              <a:gd name="connsiteX668" fmla="*/ 625390 w 7467600"/>
              <a:gd name="connsiteY668" fmla="*/ 2514541 h 6858000"/>
              <a:gd name="connsiteX669" fmla="*/ 619799 w 7467600"/>
              <a:gd name="connsiteY669" fmla="*/ 2527180 h 6858000"/>
              <a:gd name="connsiteX670" fmla="*/ 310030 w 7467600"/>
              <a:gd name="connsiteY670" fmla="*/ 2771818 h 6858000"/>
              <a:gd name="connsiteX671" fmla="*/ 173877 w 7467600"/>
              <a:gd name="connsiteY671" fmla="*/ 2937056 h 6858000"/>
              <a:gd name="connsiteX672" fmla="*/ 77889 w 7467600"/>
              <a:gd name="connsiteY672" fmla="*/ 3138440 h 6858000"/>
              <a:gd name="connsiteX673" fmla="*/ 0 w 7467600"/>
              <a:gd name="connsiteY673" fmla="*/ 3271395 h 6858000"/>
              <a:gd name="connsiteX674" fmla="*/ 0 w 7467600"/>
              <a:gd name="connsiteY674" fmla="*/ 3153002 h 6858000"/>
              <a:gd name="connsiteX675" fmla="*/ 2386 w 7467600"/>
              <a:gd name="connsiteY675" fmla="*/ 3149203 h 6858000"/>
              <a:gd name="connsiteX676" fmla="*/ 89753 w 7467600"/>
              <a:gd name="connsiteY676" fmla="*/ 2987702 h 6858000"/>
              <a:gd name="connsiteX677" fmla="*/ 76869 w 7467600"/>
              <a:gd name="connsiteY677" fmla="*/ 3005404 h 6858000"/>
              <a:gd name="connsiteX678" fmla="*/ 32049 w 7467600"/>
              <a:gd name="connsiteY678" fmla="*/ 3065814 h 6858000"/>
              <a:gd name="connsiteX679" fmla="*/ 0 w 7467600"/>
              <a:gd name="connsiteY679" fmla="*/ 3108744 h 6858000"/>
              <a:gd name="connsiteX680" fmla="*/ 0 w 7467600"/>
              <a:gd name="connsiteY680" fmla="*/ 3058059 h 6858000"/>
              <a:gd name="connsiteX681" fmla="*/ 7610 w 7467600"/>
              <a:gd name="connsiteY681" fmla="*/ 3047889 h 6858000"/>
              <a:gd name="connsiteX682" fmla="*/ 52419 w 7467600"/>
              <a:gd name="connsiteY682" fmla="*/ 2987479 h 6858000"/>
              <a:gd name="connsiteX683" fmla="*/ 59142 w 7467600"/>
              <a:gd name="connsiteY683" fmla="*/ 2978488 h 6858000"/>
              <a:gd name="connsiteX684" fmla="*/ 0 w 7467600"/>
              <a:gd name="connsiteY684" fmla="*/ 3015334 h 6858000"/>
              <a:gd name="connsiteX685" fmla="*/ 0 w 7467600"/>
              <a:gd name="connsiteY685" fmla="*/ 2914286 h 6858000"/>
              <a:gd name="connsiteX686" fmla="*/ 36383 w 7467600"/>
              <a:gd name="connsiteY686" fmla="*/ 2901128 h 6858000"/>
              <a:gd name="connsiteX687" fmla="*/ 156329 w 7467600"/>
              <a:gd name="connsiteY687" fmla="*/ 2840533 h 6858000"/>
              <a:gd name="connsiteX688" fmla="*/ 358355 w 7467600"/>
              <a:gd name="connsiteY688" fmla="*/ 2620471 h 6858000"/>
              <a:gd name="connsiteX689" fmla="*/ 510577 w 7467600"/>
              <a:gd name="connsiteY689" fmla="*/ 2501244 h 6858000"/>
              <a:gd name="connsiteX690" fmla="*/ 211967 w 7467600"/>
              <a:gd name="connsiteY690" fmla="*/ 2479171 h 6858000"/>
              <a:gd name="connsiteX691" fmla="*/ 0 w 7467600"/>
              <a:gd name="connsiteY691" fmla="*/ 2476398 h 6858000"/>
              <a:gd name="connsiteX692" fmla="*/ 0 w 7467600"/>
              <a:gd name="connsiteY692" fmla="*/ 2389189 h 6858000"/>
              <a:gd name="connsiteX693" fmla="*/ 103062 w 7467600"/>
              <a:gd name="connsiteY693" fmla="*/ 2389518 h 6858000"/>
              <a:gd name="connsiteX694" fmla="*/ 510734 w 7467600"/>
              <a:gd name="connsiteY694" fmla="*/ 2416201 h 6858000"/>
              <a:gd name="connsiteX695" fmla="*/ 279257 w 7467600"/>
              <a:gd name="connsiteY695" fmla="*/ 2092102 h 6858000"/>
              <a:gd name="connsiteX696" fmla="*/ 65265 w 7467600"/>
              <a:gd name="connsiteY696" fmla="*/ 2006049 h 6858000"/>
              <a:gd name="connsiteX697" fmla="*/ 0 w 7467600"/>
              <a:gd name="connsiteY697" fmla="*/ 1982532 h 6858000"/>
              <a:gd name="connsiteX698" fmla="*/ 0 w 7467600"/>
              <a:gd name="connsiteY698" fmla="*/ 1912789 h 6858000"/>
              <a:gd name="connsiteX699" fmla="*/ 97460 w 7467600"/>
              <a:gd name="connsiteY699" fmla="*/ 1953725 h 6858000"/>
              <a:gd name="connsiteX700" fmla="*/ 221272 w 7467600"/>
              <a:gd name="connsiteY700" fmla="*/ 1980766 h 6858000"/>
              <a:gd name="connsiteX701" fmla="*/ 116765 w 7467600"/>
              <a:gd name="connsiteY701" fmla="*/ 1911033 h 6858000"/>
              <a:gd name="connsiteX702" fmla="*/ 16405 w 7467600"/>
              <a:gd name="connsiteY702" fmla="*/ 1803412 h 6858000"/>
              <a:gd name="connsiteX703" fmla="*/ 0 w 7467600"/>
              <a:gd name="connsiteY703" fmla="*/ 1784777 h 6858000"/>
              <a:gd name="connsiteX704" fmla="*/ 0 w 7467600"/>
              <a:gd name="connsiteY704" fmla="*/ 1740082 h 6858000"/>
              <a:gd name="connsiteX705" fmla="*/ 39394 w 7467600"/>
              <a:gd name="connsiteY705" fmla="*/ 1784856 h 6858000"/>
              <a:gd name="connsiteX706" fmla="*/ 135813 w 7467600"/>
              <a:gd name="connsiteY706" fmla="*/ 1888838 h 6858000"/>
              <a:gd name="connsiteX707" fmla="*/ 242575 w 7467600"/>
              <a:gd name="connsiteY707" fmla="*/ 1958841 h 6858000"/>
              <a:gd name="connsiteX708" fmla="*/ 82197 w 7467600"/>
              <a:gd name="connsiteY708" fmla="*/ 1754826 h 6858000"/>
              <a:gd name="connsiteX709" fmla="*/ 0 w 7467600"/>
              <a:gd name="connsiteY709" fmla="*/ 1679650 h 6858000"/>
              <a:gd name="connsiteX710" fmla="*/ 0 w 7467600"/>
              <a:gd name="connsiteY710" fmla="*/ 1602463 h 6858000"/>
              <a:gd name="connsiteX711" fmla="*/ 84689 w 7467600"/>
              <a:gd name="connsiteY711" fmla="*/ 1677442 h 6858000"/>
              <a:gd name="connsiteX712" fmla="*/ 298437 w 7467600"/>
              <a:gd name="connsiteY712" fmla="*/ 1968019 h 6858000"/>
              <a:gd name="connsiteX713" fmla="*/ 227269 w 7467600"/>
              <a:gd name="connsiteY713" fmla="*/ 1114064 h 6858000"/>
              <a:gd name="connsiteX714" fmla="*/ 248003 w 7467600"/>
              <a:gd name="connsiteY714" fmla="*/ 1089613 h 6858000"/>
              <a:gd name="connsiteX715" fmla="*/ 427020 w 7467600"/>
              <a:gd name="connsiteY715" fmla="*/ 1619803 h 6858000"/>
              <a:gd name="connsiteX716" fmla="*/ 340345 w 7467600"/>
              <a:gd name="connsiteY716" fmla="*/ 2027739 h 6858000"/>
              <a:gd name="connsiteX717" fmla="*/ 360865 w 7467600"/>
              <a:gd name="connsiteY717" fmla="*/ 2044827 h 6858000"/>
              <a:gd name="connsiteX718" fmla="*/ 560414 w 7467600"/>
              <a:gd name="connsiteY718" fmla="*/ 2421457 h 6858000"/>
              <a:gd name="connsiteX719" fmla="*/ 1359703 w 7467600"/>
              <a:gd name="connsiteY719" fmla="*/ 2578554 h 6858000"/>
              <a:gd name="connsiteX720" fmla="*/ 1359422 w 7467600"/>
              <a:gd name="connsiteY720" fmla="*/ 2577994 h 6858000"/>
              <a:gd name="connsiteX721" fmla="*/ 828701 w 7467600"/>
              <a:gd name="connsiteY721" fmla="*/ 1839520 h 6858000"/>
              <a:gd name="connsiteX722" fmla="*/ 494427 w 7467600"/>
              <a:gd name="connsiteY722" fmla="*/ 1092333 h 6858000"/>
              <a:gd name="connsiteX723" fmla="*/ 506322 w 7467600"/>
              <a:gd name="connsiteY723" fmla="*/ 1020997 h 6858000"/>
              <a:gd name="connsiteX724" fmla="*/ 4570198 w 7467600"/>
              <a:gd name="connsiteY724" fmla="*/ 978081 h 6858000"/>
              <a:gd name="connsiteX725" fmla="*/ 4523691 w 7467600"/>
              <a:gd name="connsiteY725" fmla="*/ 1127776 h 6858000"/>
              <a:gd name="connsiteX726" fmla="*/ 4509875 w 7467600"/>
              <a:gd name="connsiteY726" fmla="*/ 1167552 h 6858000"/>
              <a:gd name="connsiteX727" fmla="*/ 4478168 w 7467600"/>
              <a:gd name="connsiteY727" fmla="*/ 1260735 h 6858000"/>
              <a:gd name="connsiteX728" fmla="*/ 4409309 w 7467600"/>
              <a:gd name="connsiteY728" fmla="*/ 1666996 h 6858000"/>
              <a:gd name="connsiteX729" fmla="*/ 4370031 w 7467600"/>
              <a:gd name="connsiteY729" fmla="*/ 1955666 h 6858000"/>
              <a:gd name="connsiteX730" fmla="*/ 4570198 w 7467600"/>
              <a:gd name="connsiteY730" fmla="*/ 978081 h 6858000"/>
              <a:gd name="connsiteX731" fmla="*/ 4557898 w 7467600"/>
              <a:gd name="connsiteY731" fmla="*/ 900011 h 6858000"/>
              <a:gd name="connsiteX732" fmla="*/ 4344840 w 7467600"/>
              <a:gd name="connsiteY732" fmla="*/ 1922038 h 6858000"/>
              <a:gd name="connsiteX733" fmla="*/ 4378710 w 7467600"/>
              <a:gd name="connsiteY733" fmla="*/ 1665516 h 6858000"/>
              <a:gd name="connsiteX734" fmla="*/ 4448798 w 7467600"/>
              <a:gd name="connsiteY734" fmla="*/ 1253024 h 6858000"/>
              <a:gd name="connsiteX735" fmla="*/ 4480315 w 7467600"/>
              <a:gd name="connsiteY735" fmla="*/ 1158454 h 6858000"/>
              <a:gd name="connsiteX736" fmla="*/ 4494133 w 7467600"/>
              <a:gd name="connsiteY736" fmla="*/ 1118676 h 6858000"/>
              <a:gd name="connsiteX737" fmla="*/ 4557898 w 7467600"/>
              <a:gd name="connsiteY737" fmla="*/ 900011 h 6858000"/>
              <a:gd name="connsiteX738" fmla="*/ 5870151 w 7467600"/>
              <a:gd name="connsiteY738" fmla="*/ 898890 h 6858000"/>
              <a:gd name="connsiteX739" fmla="*/ 5861335 w 7467600"/>
              <a:gd name="connsiteY739" fmla="*/ 899177 h 6858000"/>
              <a:gd name="connsiteX740" fmla="*/ 5843702 w 7467600"/>
              <a:gd name="connsiteY740" fmla="*/ 899748 h 6858000"/>
              <a:gd name="connsiteX741" fmla="*/ 5651107 w 7467600"/>
              <a:gd name="connsiteY741" fmla="*/ 920306 h 6858000"/>
              <a:gd name="connsiteX742" fmla="*/ 5459407 w 7467600"/>
              <a:gd name="connsiteY742" fmla="*/ 940975 h 6858000"/>
              <a:gd name="connsiteX743" fmla="*/ 5374846 w 7467600"/>
              <a:gd name="connsiteY743" fmla="*/ 941988 h 6858000"/>
              <a:gd name="connsiteX744" fmla="*/ 5256105 w 7467600"/>
              <a:gd name="connsiteY744" fmla="*/ 945632 h 6858000"/>
              <a:gd name="connsiteX745" fmla="*/ 5107071 w 7467600"/>
              <a:gd name="connsiteY745" fmla="*/ 969720 h 6858000"/>
              <a:gd name="connsiteX746" fmla="*/ 4998681 w 7467600"/>
              <a:gd name="connsiteY746" fmla="*/ 988771 h 6858000"/>
              <a:gd name="connsiteX747" fmla="*/ 5870151 w 7467600"/>
              <a:gd name="connsiteY747" fmla="*/ 898890 h 6858000"/>
              <a:gd name="connsiteX748" fmla="*/ 5504425 w 7467600"/>
              <a:gd name="connsiteY748" fmla="*/ 848067 h 6858000"/>
              <a:gd name="connsiteX749" fmla="*/ 4968849 w 7467600"/>
              <a:gd name="connsiteY749" fmla="*/ 962318 h 6858000"/>
              <a:gd name="connsiteX750" fmla="*/ 5104039 w 7467600"/>
              <a:gd name="connsiteY750" fmla="*/ 940634 h 6858000"/>
              <a:gd name="connsiteX751" fmla="*/ 5256311 w 7467600"/>
              <a:gd name="connsiteY751" fmla="*/ 916490 h 6858000"/>
              <a:gd name="connsiteX752" fmla="*/ 5377381 w 7467600"/>
              <a:gd name="connsiteY752" fmla="*/ 912671 h 6858000"/>
              <a:gd name="connsiteX753" fmla="*/ 5460148 w 7467600"/>
              <a:gd name="connsiteY753" fmla="*/ 911442 h 6858000"/>
              <a:gd name="connsiteX754" fmla="*/ 5648971 w 7467600"/>
              <a:gd name="connsiteY754" fmla="*/ 891331 h 6858000"/>
              <a:gd name="connsiteX755" fmla="*/ 5844807 w 7467600"/>
              <a:gd name="connsiteY755" fmla="*/ 870718 h 6858000"/>
              <a:gd name="connsiteX756" fmla="*/ 5862975 w 7467600"/>
              <a:gd name="connsiteY756" fmla="*/ 869756 h 6858000"/>
              <a:gd name="connsiteX757" fmla="*/ 5920887 w 7467600"/>
              <a:gd name="connsiteY757" fmla="*/ 865929 h 6858000"/>
              <a:gd name="connsiteX758" fmla="*/ 5504425 w 7467600"/>
              <a:gd name="connsiteY758" fmla="*/ 848067 h 6858000"/>
              <a:gd name="connsiteX759" fmla="*/ 3607114 w 7467600"/>
              <a:gd name="connsiteY759" fmla="*/ 467441 h 6858000"/>
              <a:gd name="connsiteX760" fmla="*/ 3296242 w 7467600"/>
              <a:gd name="connsiteY760" fmla="*/ 807991 h 6858000"/>
              <a:gd name="connsiteX761" fmla="*/ 3174674 w 7467600"/>
              <a:gd name="connsiteY761" fmla="*/ 919759 h 6858000"/>
              <a:gd name="connsiteX762" fmla="*/ 3042978 w 7467600"/>
              <a:gd name="connsiteY762" fmla="*/ 1054894 h 6858000"/>
              <a:gd name="connsiteX763" fmla="*/ 2968914 w 7467600"/>
              <a:gd name="connsiteY763" fmla="*/ 1133756 h 6858000"/>
              <a:gd name="connsiteX764" fmla="*/ 3103823 w 7467600"/>
              <a:gd name="connsiteY764" fmla="*/ 1026814 h 6858000"/>
              <a:gd name="connsiteX765" fmla="*/ 3607114 w 7467600"/>
              <a:gd name="connsiteY765" fmla="*/ 467441 h 6858000"/>
              <a:gd name="connsiteX766" fmla="*/ 3744487 w 7467600"/>
              <a:gd name="connsiteY766" fmla="*/ 383136 h 6858000"/>
              <a:gd name="connsiteX767" fmla="*/ 3970213 w 7467600"/>
              <a:gd name="connsiteY767" fmla="*/ 995559 h 6858000"/>
              <a:gd name="connsiteX768" fmla="*/ 3744487 w 7467600"/>
              <a:gd name="connsiteY768" fmla="*/ 383136 h 6858000"/>
              <a:gd name="connsiteX769" fmla="*/ 3624562 w 7467600"/>
              <a:gd name="connsiteY769" fmla="*/ 367041 h 6858000"/>
              <a:gd name="connsiteX770" fmla="*/ 3489712 w 7467600"/>
              <a:gd name="connsiteY770" fmla="*/ 485386 h 6858000"/>
              <a:gd name="connsiteX771" fmla="*/ 3182994 w 7467600"/>
              <a:gd name="connsiteY771" fmla="*/ 828265 h 6858000"/>
              <a:gd name="connsiteX772" fmla="*/ 2892114 w 7467600"/>
              <a:gd name="connsiteY772" fmla="*/ 1172635 h 6858000"/>
              <a:gd name="connsiteX773" fmla="*/ 3021459 w 7467600"/>
              <a:gd name="connsiteY773" fmla="*/ 1035385 h 6858000"/>
              <a:gd name="connsiteX774" fmla="*/ 3153873 w 7467600"/>
              <a:gd name="connsiteY774" fmla="*/ 898971 h 6858000"/>
              <a:gd name="connsiteX775" fmla="*/ 3276511 w 7467600"/>
              <a:gd name="connsiteY775" fmla="*/ 786423 h 6858000"/>
              <a:gd name="connsiteX776" fmla="*/ 3584154 w 7467600"/>
              <a:gd name="connsiteY776" fmla="*/ 448218 h 6858000"/>
              <a:gd name="connsiteX777" fmla="*/ 3624562 w 7467600"/>
              <a:gd name="connsiteY777" fmla="*/ 367041 h 6858000"/>
              <a:gd name="connsiteX778" fmla="*/ 3766672 w 7467600"/>
              <a:gd name="connsiteY778" fmla="*/ 359429 h 6858000"/>
              <a:gd name="connsiteX779" fmla="*/ 3996338 w 7467600"/>
              <a:gd name="connsiteY779" fmla="*/ 968237 h 6858000"/>
              <a:gd name="connsiteX780" fmla="*/ 3766672 w 7467600"/>
              <a:gd name="connsiteY780" fmla="*/ 359429 h 6858000"/>
              <a:gd name="connsiteX781" fmla="*/ 5805386 w 7467600"/>
              <a:gd name="connsiteY781" fmla="*/ 239240 h 6858000"/>
              <a:gd name="connsiteX782" fmla="*/ 5736947 w 7467600"/>
              <a:gd name="connsiteY782" fmla="*/ 261367 h 6858000"/>
              <a:gd name="connsiteX783" fmla="*/ 5427012 w 7467600"/>
              <a:gd name="connsiteY783" fmla="*/ 311272 h 6858000"/>
              <a:gd name="connsiteX784" fmla="*/ 5147818 w 7467600"/>
              <a:gd name="connsiteY784" fmla="*/ 322112 h 6858000"/>
              <a:gd name="connsiteX785" fmla="*/ 5060854 w 7467600"/>
              <a:gd name="connsiteY785" fmla="*/ 311882 h 6858000"/>
              <a:gd name="connsiteX786" fmla="*/ 4945989 w 7467600"/>
              <a:gd name="connsiteY786" fmla="*/ 300516 h 6858000"/>
              <a:gd name="connsiteX787" fmla="*/ 5410479 w 7467600"/>
              <a:gd name="connsiteY787" fmla="*/ 348434 h 6858000"/>
              <a:gd name="connsiteX788" fmla="*/ 5805386 w 7467600"/>
              <a:gd name="connsiteY788" fmla="*/ 239240 h 6858000"/>
              <a:gd name="connsiteX789" fmla="*/ 5905192 w 7467600"/>
              <a:gd name="connsiteY789" fmla="*/ 163079 h 6858000"/>
              <a:gd name="connsiteX790" fmla="*/ 5865655 w 7467600"/>
              <a:gd name="connsiteY790" fmla="*/ 171901 h 6858000"/>
              <a:gd name="connsiteX791" fmla="*/ 5259740 w 7467600"/>
              <a:gd name="connsiteY791" fmla="*/ 257013 h 6858000"/>
              <a:gd name="connsiteX792" fmla="*/ 5208466 w 7467600"/>
              <a:gd name="connsiteY792" fmla="*/ 257550 h 6858000"/>
              <a:gd name="connsiteX793" fmla="*/ 4980204 w 7467600"/>
              <a:gd name="connsiteY793" fmla="*/ 271903 h 6858000"/>
              <a:gd name="connsiteX794" fmla="*/ 5068068 w 7467600"/>
              <a:gd name="connsiteY794" fmla="*/ 282244 h 6858000"/>
              <a:gd name="connsiteX795" fmla="*/ 5153231 w 7467600"/>
              <a:gd name="connsiteY795" fmla="*/ 292240 h 6858000"/>
              <a:gd name="connsiteX796" fmla="*/ 5426491 w 7467600"/>
              <a:gd name="connsiteY796" fmla="*/ 281128 h 6858000"/>
              <a:gd name="connsiteX797" fmla="*/ 5731212 w 7467600"/>
              <a:gd name="connsiteY797" fmla="*/ 231951 h 6858000"/>
              <a:gd name="connsiteX798" fmla="*/ 5905192 w 7467600"/>
              <a:gd name="connsiteY798" fmla="*/ 163079 h 6858000"/>
              <a:gd name="connsiteX799" fmla="*/ 5944437 w 7467600"/>
              <a:gd name="connsiteY799" fmla="*/ 113829 h 6858000"/>
              <a:gd name="connsiteX800" fmla="*/ 5825032 w 7467600"/>
              <a:gd name="connsiteY800" fmla="*/ 146405 h 6858000"/>
              <a:gd name="connsiteX801" fmla="*/ 4955599 w 7467600"/>
              <a:gd name="connsiteY801" fmla="*/ 247008 h 6858000"/>
              <a:gd name="connsiteX802" fmla="*/ 5210104 w 7467600"/>
              <a:gd name="connsiteY802" fmla="*/ 228123 h 6858000"/>
              <a:gd name="connsiteX803" fmla="*/ 5261015 w 7467600"/>
              <a:gd name="connsiteY803" fmla="*/ 227087 h 6858000"/>
              <a:gd name="connsiteX804" fmla="*/ 5861181 w 7467600"/>
              <a:gd name="connsiteY804" fmla="*/ 143093 h 6858000"/>
              <a:gd name="connsiteX805" fmla="*/ 5961252 w 7467600"/>
              <a:gd name="connsiteY805" fmla="*/ 114820 h 6858000"/>
              <a:gd name="connsiteX806" fmla="*/ 5944437 w 7467600"/>
              <a:gd name="connsiteY806" fmla="*/ 113829 h 6858000"/>
              <a:gd name="connsiteX807" fmla="*/ 3882765 w 7467600"/>
              <a:gd name="connsiteY807" fmla="*/ 0 h 6858000"/>
              <a:gd name="connsiteX808" fmla="*/ 3995099 w 7467600"/>
              <a:gd name="connsiteY808" fmla="*/ 0 h 6858000"/>
              <a:gd name="connsiteX809" fmla="*/ 4163818 w 7467600"/>
              <a:gd name="connsiteY809" fmla="*/ 234104 h 6858000"/>
              <a:gd name="connsiteX810" fmla="*/ 4172099 w 7467600"/>
              <a:gd name="connsiteY810" fmla="*/ 234207 h 6858000"/>
              <a:gd name="connsiteX811" fmla="*/ 4784282 w 7467600"/>
              <a:gd name="connsiteY811" fmla="*/ 276561 h 6858000"/>
              <a:gd name="connsiteX812" fmla="*/ 4801687 w 7467600"/>
              <a:gd name="connsiteY812" fmla="*/ 267764 h 6858000"/>
              <a:gd name="connsiteX813" fmla="*/ 6082788 w 7467600"/>
              <a:gd name="connsiteY813" fmla="*/ 64119 h 6858000"/>
              <a:gd name="connsiteX814" fmla="*/ 6099442 w 7467600"/>
              <a:gd name="connsiteY814" fmla="*/ 82568 h 6858000"/>
              <a:gd name="connsiteX815" fmla="*/ 4804137 w 7467600"/>
              <a:gd name="connsiteY815" fmla="*/ 320931 h 6858000"/>
              <a:gd name="connsiteX816" fmla="*/ 4227047 w 7467600"/>
              <a:gd name="connsiteY816" fmla="*/ 313415 h 6858000"/>
              <a:gd name="connsiteX817" fmla="*/ 4346041 w 7467600"/>
              <a:gd name="connsiteY817" fmla="*/ 456086 h 6858000"/>
              <a:gd name="connsiteX818" fmla="*/ 4870967 w 7467600"/>
              <a:gd name="connsiteY818" fmla="*/ 963061 h 6858000"/>
              <a:gd name="connsiteX819" fmla="*/ 4889647 w 7467600"/>
              <a:gd name="connsiteY819" fmla="*/ 957147 h 6858000"/>
              <a:gd name="connsiteX820" fmla="*/ 5422504 w 7467600"/>
              <a:gd name="connsiteY820" fmla="*/ 805191 h 6858000"/>
              <a:gd name="connsiteX821" fmla="*/ 6087656 w 7467600"/>
              <a:gd name="connsiteY821" fmla="*/ 826703 h 6858000"/>
              <a:gd name="connsiteX822" fmla="*/ 6058717 w 7467600"/>
              <a:gd name="connsiteY822" fmla="*/ 865992 h 6858000"/>
              <a:gd name="connsiteX823" fmla="*/ 4974153 w 7467600"/>
              <a:gd name="connsiteY823" fmla="*/ 1045456 h 6858000"/>
              <a:gd name="connsiteX824" fmla="*/ 5627835 w 7467600"/>
              <a:gd name="connsiteY824" fmla="*/ 1472077 h 6858000"/>
              <a:gd name="connsiteX825" fmla="*/ 5629817 w 7467600"/>
              <a:gd name="connsiteY825" fmla="*/ 1471412 h 6858000"/>
              <a:gd name="connsiteX826" fmla="*/ 5634124 w 7467600"/>
              <a:gd name="connsiteY826" fmla="*/ 1470572 h 6858000"/>
              <a:gd name="connsiteX827" fmla="*/ 5755832 w 7467600"/>
              <a:gd name="connsiteY827" fmla="*/ 1383886 h 6858000"/>
              <a:gd name="connsiteX828" fmla="*/ 6014186 w 7467600"/>
              <a:gd name="connsiteY828" fmla="*/ 1279799 h 6858000"/>
              <a:gd name="connsiteX829" fmla="*/ 6901619 w 7467600"/>
              <a:gd name="connsiteY829" fmla="*/ 1047874 h 6858000"/>
              <a:gd name="connsiteX830" fmla="*/ 6931566 w 7467600"/>
              <a:gd name="connsiteY830" fmla="*/ 1062034 h 6858000"/>
              <a:gd name="connsiteX831" fmla="*/ 5790982 w 7467600"/>
              <a:gd name="connsiteY831" fmla="*/ 1561380 h 6858000"/>
              <a:gd name="connsiteX832" fmla="*/ 6188971 w 7467600"/>
              <a:gd name="connsiteY832" fmla="*/ 1755168 h 6858000"/>
              <a:gd name="connsiteX833" fmla="*/ 6202446 w 7467600"/>
              <a:gd name="connsiteY833" fmla="*/ 1752268 h 6858000"/>
              <a:gd name="connsiteX834" fmla="*/ 7179560 w 7467600"/>
              <a:gd name="connsiteY834" fmla="*/ 1467551 h 6858000"/>
              <a:gd name="connsiteX835" fmla="*/ 7158730 w 7467600"/>
              <a:gd name="connsiteY835" fmla="*/ 1507835 h 6858000"/>
              <a:gd name="connsiteX836" fmla="*/ 6326959 w 7467600"/>
              <a:gd name="connsiteY836" fmla="*/ 1817686 h 6858000"/>
              <a:gd name="connsiteX837" fmla="*/ 6537433 w 7467600"/>
              <a:gd name="connsiteY837" fmla="*/ 1907790 h 6858000"/>
              <a:gd name="connsiteX838" fmla="*/ 6550221 w 7467600"/>
              <a:gd name="connsiteY838" fmla="*/ 1910729 h 6858000"/>
              <a:gd name="connsiteX839" fmla="*/ 6964438 w 7467600"/>
              <a:gd name="connsiteY839" fmla="*/ 2209505 h 6858000"/>
              <a:gd name="connsiteX840" fmla="*/ 7367862 w 7467600"/>
              <a:gd name="connsiteY840" fmla="*/ 2806833 h 6858000"/>
              <a:gd name="connsiteX841" fmla="*/ 7364329 w 7467600"/>
              <a:gd name="connsiteY841" fmla="*/ 2826907 h 6858000"/>
              <a:gd name="connsiteX842" fmla="*/ 7290545 w 7467600"/>
              <a:gd name="connsiteY842" fmla="*/ 2850663 h 6858000"/>
              <a:gd name="connsiteX843" fmla="*/ 6472036 w 7467600"/>
              <a:gd name="connsiteY843" fmla="*/ 1959003 h 6858000"/>
              <a:gd name="connsiteX844" fmla="*/ 5792897 w 7467600"/>
              <a:gd name="connsiteY844" fmla="*/ 1647747 h 6858000"/>
              <a:gd name="connsiteX845" fmla="*/ 5842751 w 7467600"/>
              <a:gd name="connsiteY845" fmla="*/ 1816112 h 6858000"/>
              <a:gd name="connsiteX846" fmla="*/ 5847424 w 7467600"/>
              <a:gd name="connsiteY846" fmla="*/ 1815776 h 6858000"/>
              <a:gd name="connsiteX847" fmla="*/ 6399821 w 7467600"/>
              <a:gd name="connsiteY847" fmla="*/ 2344799 h 6858000"/>
              <a:gd name="connsiteX848" fmla="*/ 6323232 w 7467600"/>
              <a:gd name="connsiteY848" fmla="*/ 2389634 h 6858000"/>
              <a:gd name="connsiteX849" fmla="*/ 5942958 w 7467600"/>
              <a:gd name="connsiteY849" fmla="*/ 2077708 h 6858000"/>
              <a:gd name="connsiteX850" fmla="*/ 5921559 w 7467600"/>
              <a:gd name="connsiteY850" fmla="*/ 2378596 h 6858000"/>
              <a:gd name="connsiteX851" fmla="*/ 5817651 w 7467600"/>
              <a:gd name="connsiteY851" fmla="*/ 3023919 h 6858000"/>
              <a:gd name="connsiteX852" fmla="*/ 5729634 w 7467600"/>
              <a:gd name="connsiteY852" fmla="*/ 3051849 h 6858000"/>
              <a:gd name="connsiteX853" fmla="*/ 5611018 w 7467600"/>
              <a:gd name="connsiteY853" fmla="*/ 2316769 h 6858000"/>
              <a:gd name="connsiteX854" fmla="*/ 5687608 w 7467600"/>
              <a:gd name="connsiteY854" fmla="*/ 2039972 h 6858000"/>
              <a:gd name="connsiteX855" fmla="*/ 5657554 w 7467600"/>
              <a:gd name="connsiteY855" fmla="*/ 1576445 h 6858000"/>
              <a:gd name="connsiteX856" fmla="*/ 5150475 w 7467600"/>
              <a:gd name="connsiteY856" fmla="*/ 1274012 h 6858000"/>
              <a:gd name="connsiteX857" fmla="*/ 5349142 w 7467600"/>
              <a:gd name="connsiteY857" fmla="*/ 2204405 h 6858000"/>
              <a:gd name="connsiteX858" fmla="*/ 5262214 w 7467600"/>
              <a:gd name="connsiteY858" fmla="*/ 2233836 h 6858000"/>
              <a:gd name="connsiteX859" fmla="*/ 4981539 w 7467600"/>
              <a:gd name="connsiteY859" fmla="*/ 1542201 h 6858000"/>
              <a:gd name="connsiteX860" fmla="*/ 4958461 w 7467600"/>
              <a:gd name="connsiteY860" fmla="*/ 1136957 h 6858000"/>
              <a:gd name="connsiteX861" fmla="*/ 4655015 w 7467600"/>
              <a:gd name="connsiteY861" fmla="*/ 891426 h 6858000"/>
              <a:gd name="connsiteX862" fmla="*/ 4348002 w 7467600"/>
              <a:gd name="connsiteY862" fmla="*/ 2205895 h 6858000"/>
              <a:gd name="connsiteX863" fmla="*/ 4262250 w 7467600"/>
              <a:gd name="connsiteY863" fmla="*/ 2219972 h 6858000"/>
              <a:gd name="connsiteX864" fmla="*/ 4550611 w 7467600"/>
              <a:gd name="connsiteY864" fmla="*/ 817540 h 6858000"/>
              <a:gd name="connsiteX865" fmla="*/ 4564418 w 7467600"/>
              <a:gd name="connsiteY865" fmla="*/ 808293 h 6858000"/>
              <a:gd name="connsiteX866" fmla="*/ 4266388 w 7467600"/>
              <a:gd name="connsiteY866" fmla="*/ 500083 h 6858000"/>
              <a:gd name="connsiteX867" fmla="*/ 4032842 w 7467600"/>
              <a:gd name="connsiteY867" fmla="*/ 211809 h 6858000"/>
              <a:gd name="connsiteX868" fmla="*/ 3882765 w 7467600"/>
              <a:gd name="connsiteY868" fmla="*/ 0 h 6858000"/>
              <a:gd name="connsiteX869" fmla="*/ 3721337 w 7467600"/>
              <a:gd name="connsiteY869" fmla="*/ 0 h 6858000"/>
              <a:gd name="connsiteX870" fmla="*/ 3797544 w 7467600"/>
              <a:gd name="connsiteY870" fmla="*/ 0 h 6858000"/>
              <a:gd name="connsiteX871" fmla="*/ 3775734 w 7467600"/>
              <a:gd name="connsiteY871" fmla="*/ 95131 h 6858000"/>
              <a:gd name="connsiteX872" fmla="*/ 3724807 w 7467600"/>
              <a:gd name="connsiteY872" fmla="*/ 272257 h 6858000"/>
              <a:gd name="connsiteX873" fmla="*/ 3726844 w 7467600"/>
              <a:gd name="connsiteY873" fmla="*/ 282988 h 6858000"/>
              <a:gd name="connsiteX874" fmla="*/ 3742664 w 7467600"/>
              <a:gd name="connsiteY874" fmla="*/ 279918 h 6858000"/>
              <a:gd name="connsiteX875" fmla="*/ 4103910 w 7467600"/>
              <a:gd name="connsiteY875" fmla="*/ 1161917 h 6858000"/>
              <a:gd name="connsiteX876" fmla="*/ 4020269 w 7467600"/>
              <a:gd name="connsiteY876" fmla="*/ 1200406 h 6858000"/>
              <a:gd name="connsiteX877" fmla="*/ 3674882 w 7467600"/>
              <a:gd name="connsiteY877" fmla="*/ 488524 h 6858000"/>
              <a:gd name="connsiteX878" fmla="*/ 3132682 w 7467600"/>
              <a:gd name="connsiteY878" fmla="*/ 1072284 h 6858000"/>
              <a:gd name="connsiteX879" fmla="*/ 2716346 w 7467600"/>
              <a:gd name="connsiteY879" fmla="*/ 1276376 h 6858000"/>
              <a:gd name="connsiteX880" fmla="*/ 2716772 w 7467600"/>
              <a:gd name="connsiteY880" fmla="*/ 1255462 h 6858000"/>
              <a:gd name="connsiteX881" fmla="*/ 3471096 w 7467600"/>
              <a:gd name="connsiteY881" fmla="*/ 437072 h 6858000"/>
              <a:gd name="connsiteX882" fmla="*/ 3639057 w 7467600"/>
              <a:gd name="connsiteY882" fmla="*/ 286334 h 6858000"/>
              <a:gd name="connsiteX883" fmla="*/ 3640309 w 7467600"/>
              <a:gd name="connsiteY883" fmla="*/ 284664 h 6858000"/>
              <a:gd name="connsiteX884" fmla="*/ 3646022 w 7467600"/>
              <a:gd name="connsiteY884" fmla="*/ 276711 h 6858000"/>
              <a:gd name="connsiteX885" fmla="*/ 3707943 w 7467600"/>
              <a:gd name="connsiteY885" fmla="*/ 65958 h 6858000"/>
              <a:gd name="connsiteX886" fmla="*/ 3721337 w 7467600"/>
              <a:gd name="connsiteY886" fmla="*/ 0 h 6858000"/>
              <a:gd name="connsiteX887" fmla="*/ 2867960 w 7467600"/>
              <a:gd name="connsiteY887" fmla="*/ 0 h 6858000"/>
              <a:gd name="connsiteX888" fmla="*/ 2926351 w 7467600"/>
              <a:gd name="connsiteY888" fmla="*/ 0 h 6858000"/>
              <a:gd name="connsiteX889" fmla="*/ 2902823 w 7467600"/>
              <a:gd name="connsiteY889" fmla="*/ 262929 h 6858000"/>
              <a:gd name="connsiteX890" fmla="*/ 2940663 w 7467600"/>
              <a:gd name="connsiteY890" fmla="*/ 140884 h 6858000"/>
              <a:gd name="connsiteX891" fmla="*/ 2947039 w 7467600"/>
              <a:gd name="connsiteY891" fmla="*/ 122524 h 6858000"/>
              <a:gd name="connsiteX892" fmla="*/ 2984316 w 7467600"/>
              <a:gd name="connsiteY892" fmla="*/ 0 h 6858000"/>
              <a:gd name="connsiteX893" fmla="*/ 3016114 w 7467600"/>
              <a:gd name="connsiteY893" fmla="*/ 0 h 6858000"/>
              <a:gd name="connsiteX894" fmla="*/ 2979949 w 7467600"/>
              <a:gd name="connsiteY894" fmla="*/ 119274 h 6858000"/>
              <a:gd name="connsiteX895" fmla="*/ 3023879 w 7467600"/>
              <a:gd name="connsiteY895" fmla="*/ 0 h 6858000"/>
              <a:gd name="connsiteX896" fmla="*/ 3105400 w 7467600"/>
              <a:gd name="connsiteY896" fmla="*/ 0 h 6858000"/>
              <a:gd name="connsiteX897" fmla="*/ 3094669 w 7467600"/>
              <a:gd name="connsiteY897" fmla="*/ 30308 h 6858000"/>
              <a:gd name="connsiteX898" fmla="*/ 2901945 w 7467600"/>
              <a:gd name="connsiteY898" fmla="*/ 466538 h 6858000"/>
              <a:gd name="connsiteX899" fmla="*/ 2815209 w 7467600"/>
              <a:gd name="connsiteY899" fmla="*/ 497361 h 6858000"/>
              <a:gd name="connsiteX900" fmla="*/ 2844845 w 7467600"/>
              <a:gd name="connsiteY900" fmla="*/ 127638 h 6858000"/>
              <a:gd name="connsiteX901" fmla="*/ 2867960 w 7467600"/>
              <a:gd name="connsiteY901" fmla="*/ 0 h 6858000"/>
              <a:gd name="connsiteX902" fmla="*/ 1057230 w 7467600"/>
              <a:gd name="connsiteY902" fmla="*/ 0 h 6858000"/>
              <a:gd name="connsiteX903" fmla="*/ 1111003 w 7467600"/>
              <a:gd name="connsiteY903" fmla="*/ 0 h 6858000"/>
              <a:gd name="connsiteX904" fmla="*/ 1125553 w 7467600"/>
              <a:gd name="connsiteY904" fmla="*/ 52588 h 6858000"/>
              <a:gd name="connsiteX905" fmla="*/ 1304276 w 7467600"/>
              <a:gd name="connsiteY905" fmla="*/ 476275 h 6858000"/>
              <a:gd name="connsiteX906" fmla="*/ 1492066 w 7467600"/>
              <a:gd name="connsiteY906" fmla="*/ 886333 h 6858000"/>
              <a:gd name="connsiteX907" fmla="*/ 1423698 w 7467600"/>
              <a:gd name="connsiteY907" fmla="*/ 710817 h 6858000"/>
              <a:gd name="connsiteX908" fmla="*/ 1357609 w 7467600"/>
              <a:gd name="connsiteY908" fmla="*/ 532892 h 6858000"/>
              <a:gd name="connsiteX909" fmla="*/ 1309550 w 7467600"/>
              <a:gd name="connsiteY909" fmla="*/ 374031 h 6858000"/>
              <a:gd name="connsiteX910" fmla="*/ 1193673 w 7467600"/>
              <a:gd name="connsiteY910" fmla="*/ 49533 h 6858000"/>
              <a:gd name="connsiteX911" fmla="*/ 1164391 w 7467600"/>
              <a:gd name="connsiteY911" fmla="*/ 0 h 6858000"/>
              <a:gd name="connsiteX912" fmla="*/ 1200666 w 7467600"/>
              <a:gd name="connsiteY912" fmla="*/ 0 h 6858000"/>
              <a:gd name="connsiteX913" fmla="*/ 1223408 w 7467600"/>
              <a:gd name="connsiteY913" fmla="*/ 38996 h 6858000"/>
              <a:gd name="connsiteX914" fmla="*/ 1339635 w 7467600"/>
              <a:gd name="connsiteY914" fmla="*/ 365517 h 6858000"/>
              <a:gd name="connsiteX915" fmla="*/ 1387469 w 7467600"/>
              <a:gd name="connsiteY915" fmla="*/ 523079 h 6858000"/>
              <a:gd name="connsiteX916" fmla="*/ 1452685 w 7467600"/>
              <a:gd name="connsiteY916" fmla="*/ 699806 h 6858000"/>
              <a:gd name="connsiteX917" fmla="*/ 1492092 w 7467600"/>
              <a:gd name="connsiteY917" fmla="*/ 800424 h 6858000"/>
              <a:gd name="connsiteX918" fmla="*/ 1455302 w 7467600"/>
              <a:gd name="connsiteY918" fmla="*/ 632913 h 6858000"/>
              <a:gd name="connsiteX919" fmla="*/ 1222336 w 7467600"/>
              <a:gd name="connsiteY919" fmla="*/ 9480 h 6858000"/>
              <a:gd name="connsiteX920" fmla="*/ 1214634 w 7467600"/>
              <a:gd name="connsiteY920" fmla="*/ 0 h 6858000"/>
              <a:gd name="connsiteX921" fmla="*/ 1289827 w 7467600"/>
              <a:gd name="connsiteY921" fmla="*/ 0 h 6858000"/>
              <a:gd name="connsiteX922" fmla="*/ 1321076 w 7467600"/>
              <a:gd name="connsiteY922" fmla="*/ 59722 h 6858000"/>
              <a:gd name="connsiteX923" fmla="*/ 1512579 w 7467600"/>
              <a:gd name="connsiteY923" fmla="*/ 626441 h 6858000"/>
              <a:gd name="connsiteX924" fmla="*/ 1506076 w 7467600"/>
              <a:gd name="connsiteY924" fmla="*/ 1089289 h 6858000"/>
              <a:gd name="connsiteX925" fmla="*/ 1486346 w 7467600"/>
              <a:gd name="connsiteY925" fmla="*/ 1079919 h 6858000"/>
              <a:gd name="connsiteX926" fmla="*/ 1070511 w 7467600"/>
              <a:gd name="connsiteY926" fmla="*/ 48609 h 6858000"/>
              <a:gd name="connsiteX927" fmla="*/ 1057230 w 7467600"/>
              <a:gd name="connsiteY927" fmla="*/ 0 h 6858000"/>
              <a:gd name="connsiteX928" fmla="*/ 43151 w 7467600"/>
              <a:gd name="connsiteY928" fmla="*/ 0 h 6858000"/>
              <a:gd name="connsiteX929" fmla="*/ 95283 w 7467600"/>
              <a:gd name="connsiteY929" fmla="*/ 0 h 6858000"/>
              <a:gd name="connsiteX930" fmla="*/ 300708 w 7467600"/>
              <a:gd name="connsiteY930" fmla="*/ 154571 h 6858000"/>
              <a:gd name="connsiteX931" fmla="*/ 530414 w 7467600"/>
              <a:gd name="connsiteY931" fmla="*/ 354673 h 6858000"/>
              <a:gd name="connsiteX932" fmla="*/ 333785 w 7467600"/>
              <a:gd name="connsiteY932" fmla="*/ 161564 h 6858000"/>
              <a:gd name="connsiteX933" fmla="*/ 147005 w 7467600"/>
              <a:gd name="connsiteY933" fmla="*/ 0 h 6858000"/>
              <a:gd name="connsiteX934" fmla="*/ 272509 w 7467600"/>
              <a:gd name="connsiteY934" fmla="*/ 0 h 6858000"/>
              <a:gd name="connsiteX935" fmla="*/ 326276 w 7467600"/>
              <a:gd name="connsiteY935" fmla="*/ 45847 h 6858000"/>
              <a:gd name="connsiteX936" fmla="*/ 823759 w 7467600"/>
              <a:gd name="connsiteY936" fmla="*/ 574145 h 6858000"/>
              <a:gd name="connsiteX937" fmla="*/ 811254 w 7467600"/>
              <a:gd name="connsiteY937" fmla="*/ 665546 h 6858000"/>
              <a:gd name="connsiteX938" fmla="*/ 154042 w 7467600"/>
              <a:gd name="connsiteY938" fmla="*/ 261522 h 6858000"/>
              <a:gd name="connsiteX939" fmla="*/ 13550 w 7467600"/>
              <a:gd name="connsiteY939" fmla="*/ 158423 h 6858000"/>
              <a:gd name="connsiteX940" fmla="*/ 0 w 7467600"/>
              <a:gd name="connsiteY940" fmla="*/ 146618 h 6858000"/>
              <a:gd name="connsiteX941" fmla="*/ 0 w 7467600"/>
              <a:gd name="connsiteY941" fmla="*/ 59161 h 6858000"/>
              <a:gd name="connsiteX942" fmla="*/ 45427 w 7467600"/>
              <a:gd name="connsiteY942" fmla="*/ 101078 h 6858000"/>
              <a:gd name="connsiteX943" fmla="*/ 630103 w 7467600"/>
              <a:gd name="connsiteY943" fmla="*/ 485885 h 6858000"/>
              <a:gd name="connsiteX944" fmla="*/ 532040 w 7467600"/>
              <a:gd name="connsiteY944" fmla="*/ 399359 h 6858000"/>
              <a:gd name="connsiteX945" fmla="*/ 517618 w 7467600"/>
              <a:gd name="connsiteY945" fmla="*/ 385726 h 6858000"/>
              <a:gd name="connsiteX946" fmla="*/ 285074 w 7467600"/>
              <a:gd name="connsiteY946" fmla="*/ 182755 h 6858000"/>
              <a:gd name="connsiteX947" fmla="*/ 43151 w 7467600"/>
              <a:gd name="connsiteY94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3615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1019354 w 7467600"/>
              <a:gd name="connsiteY15" fmla="*/ 6315006 h 6858000"/>
              <a:gd name="connsiteX16" fmla="*/ 441046 w 7467600"/>
              <a:gd name="connsiteY16" fmla="*/ 6691153 h 6858000"/>
              <a:gd name="connsiteX17" fmla="*/ 1019354 w 7467600"/>
              <a:gd name="connsiteY17" fmla="*/ 6315006 h 6858000"/>
              <a:gd name="connsiteX18" fmla="*/ 991680 w 7467600"/>
              <a:gd name="connsiteY18" fmla="*/ 6298413 h 6858000"/>
              <a:gd name="connsiteX19" fmla="*/ 409060 w 7467600"/>
              <a:gd name="connsiteY19" fmla="*/ 6671470 h 6858000"/>
              <a:gd name="connsiteX20" fmla="*/ 991680 w 7467600"/>
              <a:gd name="connsiteY20" fmla="*/ 6298413 h 6858000"/>
              <a:gd name="connsiteX21" fmla="*/ 103333 w 7467600"/>
              <a:gd name="connsiteY21" fmla="*/ 5699602 h 6858000"/>
              <a:gd name="connsiteX22" fmla="*/ 233938 w 7467600"/>
              <a:gd name="connsiteY22" fmla="*/ 5809416 h 6858000"/>
              <a:gd name="connsiteX23" fmla="*/ 883580 w 7467600"/>
              <a:gd name="connsiteY23" fmla="*/ 6180710 h 6858000"/>
              <a:gd name="connsiteX24" fmla="*/ 487337 w 7467600"/>
              <a:gd name="connsiteY24" fmla="*/ 5950182 h 6858000"/>
              <a:gd name="connsiteX25" fmla="*/ 354051 w 7467600"/>
              <a:gd name="connsiteY25" fmla="*/ 5854912 h 6858000"/>
              <a:gd name="connsiteX26" fmla="*/ 195436 w 7467600"/>
              <a:gd name="connsiteY26" fmla="*/ 5755068 h 6858000"/>
              <a:gd name="connsiteX27" fmla="*/ 103333 w 7467600"/>
              <a:gd name="connsiteY27" fmla="*/ 5699602 h 6858000"/>
              <a:gd name="connsiteX28" fmla="*/ 5539432 w 7467600"/>
              <a:gd name="connsiteY28" fmla="*/ 5642928 h 6858000"/>
              <a:gd name="connsiteX29" fmla="*/ 5555462 w 7467600"/>
              <a:gd name="connsiteY29" fmla="*/ 5694454 h 6858000"/>
              <a:gd name="connsiteX30" fmla="*/ 5828270 w 7467600"/>
              <a:gd name="connsiteY30" fmla="*/ 6320663 h 6858000"/>
              <a:gd name="connsiteX31" fmla="*/ 5947416 w 7467600"/>
              <a:gd name="connsiteY31" fmla="*/ 6574846 h 6858000"/>
              <a:gd name="connsiteX32" fmla="*/ 5539432 w 7467600"/>
              <a:gd name="connsiteY32" fmla="*/ 5642928 h 6858000"/>
              <a:gd name="connsiteX33" fmla="*/ 51253 w 7467600"/>
              <a:gd name="connsiteY33" fmla="*/ 5631825 h 6858000"/>
              <a:gd name="connsiteX34" fmla="*/ 211622 w 7467600"/>
              <a:gd name="connsiteY34" fmla="*/ 5728803 h 6858000"/>
              <a:gd name="connsiteX35" fmla="*/ 371652 w 7467600"/>
              <a:gd name="connsiteY35" fmla="*/ 5829062 h 6858000"/>
              <a:gd name="connsiteX36" fmla="*/ 505903 w 7467600"/>
              <a:gd name="connsiteY36" fmla="*/ 5925221 h 6858000"/>
              <a:gd name="connsiteX37" fmla="*/ 899240 w 7467600"/>
              <a:gd name="connsiteY37" fmla="*/ 6153068 h 6858000"/>
              <a:gd name="connsiteX38" fmla="*/ 988114 w 7467600"/>
              <a:gd name="connsiteY38" fmla="*/ 6174204 h 6858000"/>
              <a:gd name="connsiteX39" fmla="*/ 845971 w 7467600"/>
              <a:gd name="connsiteY39" fmla="*/ 6067177 h 6858000"/>
              <a:gd name="connsiteX40" fmla="*/ 448057 w 7467600"/>
              <a:gd name="connsiteY40" fmla="*/ 5841376 h 6858000"/>
              <a:gd name="connsiteX41" fmla="*/ 51253 w 7467600"/>
              <a:gd name="connsiteY41" fmla="*/ 5631825 h 6858000"/>
              <a:gd name="connsiteX42" fmla="*/ 2606687 w 7467600"/>
              <a:gd name="connsiteY42" fmla="*/ 5630718 h 6858000"/>
              <a:gd name="connsiteX43" fmla="*/ 2645658 w 7467600"/>
              <a:gd name="connsiteY43" fmla="*/ 6640259 h 6858000"/>
              <a:gd name="connsiteX44" fmla="*/ 2606687 w 7467600"/>
              <a:gd name="connsiteY44" fmla="*/ 5630718 h 6858000"/>
              <a:gd name="connsiteX45" fmla="*/ 3642057 w 7467600"/>
              <a:gd name="connsiteY45" fmla="*/ 5573487 h 6858000"/>
              <a:gd name="connsiteX46" fmla="*/ 3632981 w 7467600"/>
              <a:gd name="connsiteY46" fmla="*/ 5579437 h 6858000"/>
              <a:gd name="connsiteX47" fmla="*/ 3382436 w 7467600"/>
              <a:gd name="connsiteY47" fmla="*/ 5952726 h 6858000"/>
              <a:gd name="connsiteX48" fmla="*/ 3191929 w 7467600"/>
              <a:gd name="connsiteY48" fmla="*/ 6662669 h 6858000"/>
              <a:gd name="connsiteX49" fmla="*/ 3369898 w 7467600"/>
              <a:gd name="connsiteY49" fmla="*/ 6081771 h 6858000"/>
              <a:gd name="connsiteX50" fmla="*/ 3642057 w 7467600"/>
              <a:gd name="connsiteY50" fmla="*/ 5573487 h 6858000"/>
              <a:gd name="connsiteX51" fmla="*/ 2650666 w 7467600"/>
              <a:gd name="connsiteY51" fmla="*/ 5530686 h 6858000"/>
              <a:gd name="connsiteX52" fmla="*/ 2650249 w 7467600"/>
              <a:gd name="connsiteY52" fmla="*/ 5532101 h 6858000"/>
              <a:gd name="connsiteX53" fmla="*/ 2663808 w 7467600"/>
              <a:gd name="connsiteY53" fmla="*/ 6535215 h 6858000"/>
              <a:gd name="connsiteX54" fmla="*/ 2665418 w 7467600"/>
              <a:gd name="connsiteY54" fmla="*/ 6132756 h 6858000"/>
              <a:gd name="connsiteX55" fmla="*/ 2650666 w 7467600"/>
              <a:gd name="connsiteY55" fmla="*/ 5530686 h 6858000"/>
              <a:gd name="connsiteX56" fmla="*/ 2680277 w 7467600"/>
              <a:gd name="connsiteY56" fmla="*/ 5479204 h 6858000"/>
              <a:gd name="connsiteX57" fmla="*/ 2678972 w 7467600"/>
              <a:gd name="connsiteY57" fmla="*/ 5481582 h 6858000"/>
              <a:gd name="connsiteX58" fmla="*/ 2696666 w 7467600"/>
              <a:gd name="connsiteY58" fmla="*/ 6133836 h 6858000"/>
              <a:gd name="connsiteX59" fmla="*/ 2695769 w 7467600"/>
              <a:gd name="connsiteY59" fmla="*/ 6390955 h 6858000"/>
              <a:gd name="connsiteX60" fmla="*/ 2739893 w 7467600"/>
              <a:gd name="connsiteY60" fmla="*/ 6108357 h 6858000"/>
              <a:gd name="connsiteX61" fmla="*/ 2680277 w 7467600"/>
              <a:gd name="connsiteY61" fmla="*/ 5479204 h 6858000"/>
              <a:gd name="connsiteX62" fmla="*/ 1132195 w 7467600"/>
              <a:gd name="connsiteY62" fmla="*/ 5467980 h 6858000"/>
              <a:gd name="connsiteX63" fmla="*/ 1679056 w 7467600"/>
              <a:gd name="connsiteY63" fmla="*/ 5516907 h 6858000"/>
              <a:gd name="connsiteX64" fmla="*/ 2128648 w 7467600"/>
              <a:gd name="connsiteY64" fmla="*/ 5474249 h 6858000"/>
              <a:gd name="connsiteX65" fmla="*/ 1825619 w 7467600"/>
              <a:gd name="connsiteY65" fmla="*/ 5478447 h 6858000"/>
              <a:gd name="connsiteX66" fmla="*/ 1737798 w 7467600"/>
              <a:gd name="connsiteY66" fmla="*/ 5483353 h 6858000"/>
              <a:gd name="connsiteX67" fmla="*/ 1132195 w 7467600"/>
              <a:gd name="connsiteY67" fmla="*/ 5467980 h 6858000"/>
              <a:gd name="connsiteX68" fmla="*/ 1456157 w 7467600"/>
              <a:gd name="connsiteY68" fmla="*/ 5371404 h 6858000"/>
              <a:gd name="connsiteX69" fmla="*/ 1244432 w 7467600"/>
              <a:gd name="connsiteY69" fmla="*/ 5385601 h 6858000"/>
              <a:gd name="connsiteX70" fmla="*/ 973990 w 7467600"/>
              <a:gd name="connsiteY70" fmla="*/ 5424940 h 6858000"/>
              <a:gd name="connsiteX71" fmla="*/ 1103809 w 7467600"/>
              <a:gd name="connsiteY71" fmla="*/ 5433720 h 6858000"/>
              <a:gd name="connsiteX72" fmla="*/ 1123454 w 7467600"/>
              <a:gd name="connsiteY72" fmla="*/ 5435727 h 6858000"/>
              <a:gd name="connsiteX73" fmla="*/ 1737017 w 7467600"/>
              <a:gd name="connsiteY73" fmla="*/ 5452183 h 6858000"/>
              <a:gd name="connsiteX74" fmla="*/ 1824397 w 7467600"/>
              <a:gd name="connsiteY74" fmla="*/ 5447757 h 6858000"/>
              <a:gd name="connsiteX75" fmla="*/ 2070059 w 7467600"/>
              <a:gd name="connsiteY75" fmla="*/ 5441660 h 6858000"/>
              <a:gd name="connsiteX76" fmla="*/ 1456157 w 7467600"/>
              <a:gd name="connsiteY76" fmla="*/ 5371404 h 6858000"/>
              <a:gd name="connsiteX77" fmla="*/ 4988186 w 7467600"/>
              <a:gd name="connsiteY77" fmla="*/ 5216467 h 6858000"/>
              <a:gd name="connsiteX78" fmla="*/ 4777334 w 7467600"/>
              <a:gd name="connsiteY78" fmla="*/ 5406072 h 6858000"/>
              <a:gd name="connsiteX79" fmla="*/ 4718341 w 7467600"/>
              <a:gd name="connsiteY79" fmla="*/ 5468043 h 6858000"/>
              <a:gd name="connsiteX80" fmla="*/ 4604655 w 7467600"/>
              <a:gd name="connsiteY80" fmla="*/ 5583434 h 6858000"/>
              <a:gd name="connsiteX81" fmla="*/ 4565074 w 7467600"/>
              <a:gd name="connsiteY81" fmla="*/ 5618550 h 6858000"/>
              <a:gd name="connsiteX82" fmla="*/ 4988186 w 7467600"/>
              <a:gd name="connsiteY82" fmla="*/ 5216467 h 6858000"/>
              <a:gd name="connsiteX83" fmla="*/ 4978032 w 7467600"/>
              <a:gd name="connsiteY83" fmla="*/ 5183809 h 6858000"/>
              <a:gd name="connsiteX84" fmla="*/ 4463413 w 7467600"/>
              <a:gd name="connsiteY84" fmla="*/ 5615162 h 6858000"/>
              <a:gd name="connsiteX85" fmla="*/ 4358134 w 7467600"/>
              <a:gd name="connsiteY85" fmla="*/ 5742791 h 6858000"/>
              <a:gd name="connsiteX86" fmla="*/ 4376219 w 7467600"/>
              <a:gd name="connsiteY86" fmla="*/ 5729027 h 6858000"/>
              <a:gd name="connsiteX87" fmla="*/ 4582340 w 7467600"/>
              <a:gd name="connsiteY87" fmla="*/ 5561037 h 6858000"/>
              <a:gd name="connsiteX88" fmla="*/ 4694684 w 7467600"/>
              <a:gd name="connsiteY88" fmla="*/ 5447098 h 6858000"/>
              <a:gd name="connsiteX89" fmla="*/ 4754123 w 7467600"/>
              <a:gd name="connsiteY89" fmla="*/ 5384643 h 6858000"/>
              <a:gd name="connsiteX90" fmla="*/ 4978032 w 7467600"/>
              <a:gd name="connsiteY90" fmla="*/ 5183809 h 6858000"/>
              <a:gd name="connsiteX91" fmla="*/ 1903353 w 7467600"/>
              <a:gd name="connsiteY91" fmla="*/ 5044827 h 6858000"/>
              <a:gd name="connsiteX92" fmla="*/ 1936931 w 7467600"/>
              <a:gd name="connsiteY92" fmla="*/ 5093954 h 6858000"/>
              <a:gd name="connsiteX93" fmla="*/ 2195868 w 7467600"/>
              <a:gd name="connsiteY93" fmla="*/ 5396574 h 6858000"/>
              <a:gd name="connsiteX94" fmla="*/ 2088852 w 7467600"/>
              <a:gd name="connsiteY94" fmla="*/ 5166123 h 6858000"/>
              <a:gd name="connsiteX95" fmla="*/ 1958241 w 7467600"/>
              <a:gd name="connsiteY95" fmla="*/ 5067955 h 6858000"/>
              <a:gd name="connsiteX96" fmla="*/ 1903353 w 7467600"/>
              <a:gd name="connsiteY96" fmla="*/ 5044827 h 6858000"/>
              <a:gd name="connsiteX97" fmla="*/ 1979378 w 7467600"/>
              <a:gd name="connsiteY97" fmla="*/ 4769504 h 6858000"/>
              <a:gd name="connsiteX98" fmla="*/ 2882120 w 7467600"/>
              <a:gd name="connsiteY98" fmla="*/ 5064547 h 6858000"/>
              <a:gd name="connsiteX99" fmla="*/ 2793103 w 7467600"/>
              <a:gd name="connsiteY99" fmla="*/ 5039699 h 6858000"/>
              <a:gd name="connsiteX100" fmla="*/ 2770041 w 7467600"/>
              <a:gd name="connsiteY100" fmla="*/ 5033634 h 6858000"/>
              <a:gd name="connsiteX101" fmla="*/ 1979378 w 7467600"/>
              <a:gd name="connsiteY101" fmla="*/ 4769504 h 6858000"/>
              <a:gd name="connsiteX102" fmla="*/ 1927410 w 7467600"/>
              <a:gd name="connsiteY102" fmla="*/ 4716164 h 6858000"/>
              <a:gd name="connsiteX103" fmla="*/ 1959587 w 7467600"/>
              <a:gd name="connsiteY103" fmla="*/ 4728849 h 6858000"/>
              <a:gd name="connsiteX104" fmla="*/ 2777707 w 7467600"/>
              <a:gd name="connsiteY104" fmla="*/ 5003991 h 6858000"/>
              <a:gd name="connsiteX105" fmla="*/ 2800768 w 7467600"/>
              <a:gd name="connsiteY105" fmla="*/ 5010056 h 6858000"/>
              <a:gd name="connsiteX106" fmla="*/ 2879408 w 7467600"/>
              <a:gd name="connsiteY106" fmla="*/ 5031590 h 6858000"/>
              <a:gd name="connsiteX107" fmla="*/ 2862295 w 7467600"/>
              <a:gd name="connsiteY107" fmla="*/ 5022958 h 6858000"/>
              <a:gd name="connsiteX108" fmla="*/ 2813343 w 7467600"/>
              <a:gd name="connsiteY108" fmla="*/ 4998369 h 6858000"/>
              <a:gd name="connsiteX109" fmla="*/ 2646245 w 7467600"/>
              <a:gd name="connsiteY109" fmla="*/ 4930999 h 6858000"/>
              <a:gd name="connsiteX110" fmla="*/ 1999243 w 7467600"/>
              <a:gd name="connsiteY110" fmla="*/ 4730524 h 6858000"/>
              <a:gd name="connsiteX111" fmla="*/ 1979527 w 7467600"/>
              <a:gd name="connsiteY111" fmla="*/ 4726651 h 6858000"/>
              <a:gd name="connsiteX112" fmla="*/ 1927410 w 7467600"/>
              <a:gd name="connsiteY112" fmla="*/ 4716164 h 6858000"/>
              <a:gd name="connsiteX113" fmla="*/ 1997014 w 7467600"/>
              <a:gd name="connsiteY113" fmla="*/ 4698007 h 6858000"/>
              <a:gd name="connsiteX114" fmla="*/ 2005458 w 7467600"/>
              <a:gd name="connsiteY114" fmla="*/ 4699540 h 6858000"/>
              <a:gd name="connsiteX115" fmla="*/ 2657186 w 7467600"/>
              <a:gd name="connsiteY115" fmla="*/ 4901687 h 6858000"/>
              <a:gd name="connsiteX116" fmla="*/ 2826662 w 7467600"/>
              <a:gd name="connsiteY116" fmla="*/ 4970362 h 6858000"/>
              <a:gd name="connsiteX117" fmla="*/ 2876100 w 7467600"/>
              <a:gd name="connsiteY117" fmla="*/ 4995397 h 6858000"/>
              <a:gd name="connsiteX118" fmla="*/ 3042600 w 7467600"/>
              <a:gd name="connsiteY118" fmla="*/ 5059532 h 6858000"/>
              <a:gd name="connsiteX119" fmla="*/ 1997014 w 7467600"/>
              <a:gd name="connsiteY119" fmla="*/ 4698007 h 6858000"/>
              <a:gd name="connsiteX120" fmla="*/ 2305292 w 7467600"/>
              <a:gd name="connsiteY120" fmla="*/ 4219492 h 6858000"/>
              <a:gd name="connsiteX121" fmla="*/ 3360922 w 7467600"/>
              <a:gd name="connsiteY121" fmla="*/ 4529373 h 6858000"/>
              <a:gd name="connsiteX122" fmla="*/ 3492420 w 7467600"/>
              <a:gd name="connsiteY122" fmla="*/ 4510145 h 6858000"/>
              <a:gd name="connsiteX123" fmla="*/ 3364086 w 7467600"/>
              <a:gd name="connsiteY123" fmla="*/ 4480340 h 6858000"/>
              <a:gd name="connsiteX124" fmla="*/ 3225818 w 7467600"/>
              <a:gd name="connsiteY124" fmla="*/ 4411822 h 6858000"/>
              <a:gd name="connsiteX125" fmla="*/ 3129696 w 7467600"/>
              <a:gd name="connsiteY125" fmla="*/ 4360704 h 6858000"/>
              <a:gd name="connsiteX126" fmla="*/ 2814545 w 7467600"/>
              <a:gd name="connsiteY126" fmla="*/ 4282955 h 6858000"/>
              <a:gd name="connsiteX127" fmla="*/ 2305292 w 7467600"/>
              <a:gd name="connsiteY127" fmla="*/ 4219492 h 6858000"/>
              <a:gd name="connsiteX128" fmla="*/ 2626982 w 7467600"/>
              <a:gd name="connsiteY128" fmla="*/ 4206450 h 6858000"/>
              <a:gd name="connsiteX129" fmla="*/ 2490617 w 7467600"/>
              <a:gd name="connsiteY129" fmla="*/ 4206951 h 6858000"/>
              <a:gd name="connsiteX130" fmla="*/ 2819869 w 7467600"/>
              <a:gd name="connsiteY130" fmla="*/ 4252936 h 6858000"/>
              <a:gd name="connsiteX131" fmla="*/ 3143018 w 7467600"/>
              <a:gd name="connsiteY131" fmla="*/ 4332698 h 6858000"/>
              <a:gd name="connsiteX132" fmla="*/ 3241520 w 7467600"/>
              <a:gd name="connsiteY132" fmla="*/ 4385112 h 6858000"/>
              <a:gd name="connsiteX133" fmla="*/ 3374575 w 7467600"/>
              <a:gd name="connsiteY133" fmla="*/ 4451517 h 6858000"/>
              <a:gd name="connsiteX134" fmla="*/ 3505221 w 7467600"/>
              <a:gd name="connsiteY134" fmla="*/ 4480757 h 6858000"/>
              <a:gd name="connsiteX135" fmla="*/ 2626982 w 7467600"/>
              <a:gd name="connsiteY135" fmla="*/ 4206450 h 6858000"/>
              <a:gd name="connsiteX136" fmla="*/ 1310106 w 7467600"/>
              <a:gd name="connsiteY136" fmla="*/ 3943217 h 6858000"/>
              <a:gd name="connsiteX137" fmla="*/ 854994 w 7467600"/>
              <a:gd name="connsiteY137" fmla="*/ 4399136 h 6858000"/>
              <a:gd name="connsiteX138" fmla="*/ 742462 w 7467600"/>
              <a:gd name="connsiteY138" fmla="*/ 4594648 h 6858000"/>
              <a:gd name="connsiteX139" fmla="*/ 820602 w 7467600"/>
              <a:gd name="connsiteY139" fmla="*/ 4485915 h 6858000"/>
              <a:gd name="connsiteX140" fmla="*/ 878295 w 7467600"/>
              <a:gd name="connsiteY140" fmla="*/ 4403594 h 6858000"/>
              <a:gd name="connsiteX141" fmla="*/ 1240607 w 7467600"/>
              <a:gd name="connsiteY141" fmla="*/ 4010401 h 6858000"/>
              <a:gd name="connsiteX142" fmla="*/ 1310106 w 7467600"/>
              <a:gd name="connsiteY142" fmla="*/ 3943217 h 6858000"/>
              <a:gd name="connsiteX143" fmla="*/ 1423113 w 7467600"/>
              <a:gd name="connsiteY143" fmla="*/ 3874565 h 6858000"/>
              <a:gd name="connsiteX144" fmla="*/ 1260565 w 7467600"/>
              <a:gd name="connsiteY144" fmla="*/ 4031982 h 6858000"/>
              <a:gd name="connsiteX145" fmla="*/ 901900 w 7467600"/>
              <a:gd name="connsiteY145" fmla="*/ 4421236 h 6858000"/>
              <a:gd name="connsiteX146" fmla="*/ 845044 w 7467600"/>
              <a:gd name="connsiteY146" fmla="*/ 4502436 h 6858000"/>
              <a:gd name="connsiteX147" fmla="*/ 685926 w 7467600"/>
              <a:gd name="connsiteY147" fmla="*/ 4703069 h 6858000"/>
              <a:gd name="connsiteX148" fmla="*/ 684248 w 7467600"/>
              <a:gd name="connsiteY148" fmla="*/ 4706721 h 6858000"/>
              <a:gd name="connsiteX149" fmla="*/ 1423113 w 7467600"/>
              <a:gd name="connsiteY149" fmla="*/ 3874565 h 6858000"/>
              <a:gd name="connsiteX150" fmla="*/ 3316479 w 7467600"/>
              <a:gd name="connsiteY150" fmla="*/ 3872136 h 6858000"/>
              <a:gd name="connsiteX151" fmla="*/ 3546806 w 7467600"/>
              <a:gd name="connsiteY151" fmla="*/ 4356139 h 6858000"/>
              <a:gd name="connsiteX152" fmla="*/ 3364433 w 7467600"/>
              <a:gd name="connsiteY152" fmla="*/ 3953121 h 6858000"/>
              <a:gd name="connsiteX153" fmla="*/ 3316479 w 7467600"/>
              <a:gd name="connsiteY153" fmla="*/ 3872136 h 6858000"/>
              <a:gd name="connsiteX154" fmla="*/ 3291335 w 7467600"/>
              <a:gd name="connsiteY154" fmla="*/ 3767420 h 6858000"/>
              <a:gd name="connsiteX155" fmla="*/ 3390805 w 7467600"/>
              <a:gd name="connsiteY155" fmla="*/ 3937163 h 6858000"/>
              <a:gd name="connsiteX156" fmla="*/ 3579062 w 7467600"/>
              <a:gd name="connsiteY156" fmla="*/ 4359040 h 6858000"/>
              <a:gd name="connsiteX157" fmla="*/ 3467355 w 7467600"/>
              <a:gd name="connsiteY157" fmla="*/ 3988130 h 6858000"/>
              <a:gd name="connsiteX158" fmla="*/ 3310753 w 7467600"/>
              <a:gd name="connsiteY158" fmla="*/ 3787140 h 6858000"/>
              <a:gd name="connsiteX159" fmla="*/ 3291335 w 7467600"/>
              <a:gd name="connsiteY159" fmla="*/ 3767420 h 6858000"/>
              <a:gd name="connsiteX160" fmla="*/ 1635889 w 7467600"/>
              <a:gd name="connsiteY160" fmla="*/ 3709494 h 6858000"/>
              <a:gd name="connsiteX161" fmla="*/ 1634800 w 7467600"/>
              <a:gd name="connsiteY161" fmla="*/ 3731111 h 6858000"/>
              <a:gd name="connsiteX162" fmla="*/ 1635889 w 7467600"/>
              <a:gd name="connsiteY162" fmla="*/ 3709494 h 6858000"/>
              <a:gd name="connsiteX163" fmla="*/ 1510397 w 7467600"/>
              <a:gd name="connsiteY163" fmla="*/ 3684705 h 6858000"/>
              <a:gd name="connsiteX164" fmla="*/ 1146550 w 7467600"/>
              <a:gd name="connsiteY164" fmla="*/ 3802012 h 6858000"/>
              <a:gd name="connsiteX165" fmla="*/ 698834 w 7467600"/>
              <a:gd name="connsiteY165" fmla="*/ 3952272 h 6858000"/>
              <a:gd name="connsiteX166" fmla="*/ 34256 w 7467600"/>
              <a:gd name="connsiteY166" fmla="*/ 4347603 h 6858000"/>
              <a:gd name="connsiteX167" fmla="*/ 527241 w 7467600"/>
              <a:gd name="connsiteY167" fmla="*/ 4065078 h 6858000"/>
              <a:gd name="connsiteX168" fmla="*/ 1510397 w 7467600"/>
              <a:gd name="connsiteY168" fmla="*/ 3684705 h 6858000"/>
              <a:gd name="connsiteX169" fmla="*/ 1313114 w 7467600"/>
              <a:gd name="connsiteY169" fmla="*/ 3655216 h 6858000"/>
              <a:gd name="connsiteX170" fmla="*/ 1109304 w 7467600"/>
              <a:gd name="connsiteY170" fmla="*/ 3669030 h 6858000"/>
              <a:gd name="connsiteX171" fmla="*/ 8129 w 7467600"/>
              <a:gd name="connsiteY171" fmla="*/ 4330519 h 6858000"/>
              <a:gd name="connsiteX172" fmla="*/ 687572 w 7467600"/>
              <a:gd name="connsiteY172" fmla="*/ 3925629 h 6858000"/>
              <a:gd name="connsiteX173" fmla="*/ 1138365 w 7467600"/>
              <a:gd name="connsiteY173" fmla="*/ 3774515 h 6858000"/>
              <a:gd name="connsiteX174" fmla="*/ 1505579 w 7467600"/>
              <a:gd name="connsiteY174" fmla="*/ 3655526 h 6858000"/>
              <a:gd name="connsiteX175" fmla="*/ 1313114 w 7467600"/>
              <a:gd name="connsiteY175" fmla="*/ 3655216 h 6858000"/>
              <a:gd name="connsiteX176" fmla="*/ 3655073 w 7467600"/>
              <a:gd name="connsiteY176" fmla="*/ 3650884 h 6858000"/>
              <a:gd name="connsiteX177" fmla="*/ 3989938 w 7467600"/>
              <a:gd name="connsiteY177" fmla="*/ 3991685 h 6858000"/>
              <a:gd name="connsiteX178" fmla="*/ 4393907 w 7467600"/>
              <a:gd name="connsiteY178" fmla="*/ 4261258 h 6858000"/>
              <a:gd name="connsiteX179" fmla="*/ 4648051 w 7467600"/>
              <a:gd name="connsiteY179" fmla="*/ 4374051 h 6858000"/>
              <a:gd name="connsiteX180" fmla="*/ 4383389 w 7467600"/>
              <a:gd name="connsiteY180" fmla="*/ 4184369 h 6858000"/>
              <a:gd name="connsiteX181" fmla="*/ 4165508 w 7467600"/>
              <a:gd name="connsiteY181" fmla="*/ 4035196 h 6858000"/>
              <a:gd name="connsiteX182" fmla="*/ 4068162 w 7467600"/>
              <a:gd name="connsiteY182" fmla="*/ 3953394 h 6858000"/>
              <a:gd name="connsiteX183" fmla="*/ 3981416 w 7467600"/>
              <a:gd name="connsiteY183" fmla="*/ 3880482 h 6858000"/>
              <a:gd name="connsiteX184" fmla="*/ 3800147 w 7467600"/>
              <a:gd name="connsiteY184" fmla="*/ 3749872 h 6858000"/>
              <a:gd name="connsiteX185" fmla="*/ 3655073 w 7467600"/>
              <a:gd name="connsiteY185" fmla="*/ 3650884 h 6858000"/>
              <a:gd name="connsiteX186" fmla="*/ 3670252 w 7467600"/>
              <a:gd name="connsiteY186" fmla="*/ 3622798 h 6858000"/>
              <a:gd name="connsiteX187" fmla="*/ 3817258 w 7467600"/>
              <a:gd name="connsiteY187" fmla="*/ 3723577 h 6858000"/>
              <a:gd name="connsiteX188" fmla="*/ 4000461 w 7467600"/>
              <a:gd name="connsiteY188" fmla="*/ 3855966 h 6858000"/>
              <a:gd name="connsiteX189" fmla="*/ 4088180 w 7467600"/>
              <a:gd name="connsiteY189" fmla="*/ 3929774 h 6858000"/>
              <a:gd name="connsiteX190" fmla="*/ 4184555 w 7467600"/>
              <a:gd name="connsiteY190" fmla="*/ 4010683 h 6858000"/>
              <a:gd name="connsiteX191" fmla="*/ 4399563 w 7467600"/>
              <a:gd name="connsiteY191" fmla="*/ 4158106 h 6858000"/>
              <a:gd name="connsiteX192" fmla="*/ 4684469 w 7467600"/>
              <a:gd name="connsiteY192" fmla="*/ 4364680 h 6858000"/>
              <a:gd name="connsiteX193" fmla="*/ 4690271 w 7467600"/>
              <a:gd name="connsiteY193" fmla="*/ 4370034 h 6858000"/>
              <a:gd name="connsiteX194" fmla="*/ 4136093 w 7467600"/>
              <a:gd name="connsiteY194" fmla="*/ 3858466 h 6858000"/>
              <a:gd name="connsiteX195" fmla="*/ 3670252 w 7467600"/>
              <a:gd name="connsiteY195" fmla="*/ 3622798 h 6858000"/>
              <a:gd name="connsiteX196" fmla="*/ 4440129 w 7467600"/>
              <a:gd name="connsiteY196" fmla="*/ 3448571 h 6858000"/>
              <a:gd name="connsiteX197" fmla="*/ 4856525 w 7467600"/>
              <a:gd name="connsiteY197" fmla="*/ 3915351 h 6858000"/>
              <a:gd name="connsiteX198" fmla="*/ 5059055 w 7467600"/>
              <a:gd name="connsiteY198" fmla="*/ 4108918 h 6858000"/>
              <a:gd name="connsiteX199" fmla="*/ 5290070 w 7467600"/>
              <a:gd name="connsiteY199" fmla="*/ 4263619 h 6858000"/>
              <a:gd name="connsiteX200" fmla="*/ 4834991 w 7467600"/>
              <a:gd name="connsiteY200" fmla="*/ 3830985 h 6858000"/>
              <a:gd name="connsiteX201" fmla="*/ 4440129 w 7467600"/>
              <a:gd name="connsiteY201" fmla="*/ 3448571 h 6858000"/>
              <a:gd name="connsiteX202" fmla="*/ 4441737 w 7467600"/>
              <a:gd name="connsiteY202" fmla="*/ 3399734 h 6858000"/>
              <a:gd name="connsiteX203" fmla="*/ 4431236 w 7467600"/>
              <a:gd name="connsiteY203" fmla="*/ 3400954 h 6858000"/>
              <a:gd name="connsiteX204" fmla="*/ 4557150 w 7467600"/>
              <a:gd name="connsiteY204" fmla="*/ 3510023 h 6858000"/>
              <a:gd name="connsiteX205" fmla="*/ 4856936 w 7467600"/>
              <a:gd name="connsiteY205" fmla="*/ 3809146 h 6858000"/>
              <a:gd name="connsiteX206" fmla="*/ 5111996 w 7467600"/>
              <a:gd name="connsiteY206" fmla="*/ 4065759 h 6858000"/>
              <a:gd name="connsiteX207" fmla="*/ 5388878 w 7467600"/>
              <a:gd name="connsiteY207" fmla="*/ 4300185 h 6858000"/>
              <a:gd name="connsiteX208" fmla="*/ 5425556 w 7467600"/>
              <a:gd name="connsiteY208" fmla="*/ 4308967 h 6858000"/>
              <a:gd name="connsiteX209" fmla="*/ 4943646 w 7467600"/>
              <a:gd name="connsiteY209" fmla="*/ 3822916 h 6858000"/>
              <a:gd name="connsiteX210" fmla="*/ 4594837 w 7467600"/>
              <a:gd name="connsiteY210" fmla="*/ 3532274 h 6858000"/>
              <a:gd name="connsiteX211" fmla="*/ 4441737 w 7467600"/>
              <a:gd name="connsiteY211" fmla="*/ 3399734 h 6858000"/>
              <a:gd name="connsiteX212" fmla="*/ 5425834 w 7467600"/>
              <a:gd name="connsiteY212" fmla="*/ 3162785 h 6858000"/>
              <a:gd name="connsiteX213" fmla="*/ 5401644 w 7467600"/>
              <a:gd name="connsiteY213" fmla="*/ 3617847 h 6858000"/>
              <a:gd name="connsiteX214" fmla="*/ 5467256 w 7467600"/>
              <a:gd name="connsiteY214" fmla="*/ 4175494 h 6858000"/>
              <a:gd name="connsiteX215" fmla="*/ 5448069 w 7467600"/>
              <a:gd name="connsiteY215" fmla="*/ 3567554 h 6858000"/>
              <a:gd name="connsiteX216" fmla="*/ 5425834 w 7467600"/>
              <a:gd name="connsiteY216" fmla="*/ 3162785 h 6858000"/>
              <a:gd name="connsiteX217" fmla="*/ 1318687 w 7467600"/>
              <a:gd name="connsiteY217" fmla="*/ 3113840 h 6858000"/>
              <a:gd name="connsiteX218" fmla="*/ 1066793 w 7467600"/>
              <a:gd name="connsiteY218" fmla="*/ 3212171 h 6858000"/>
              <a:gd name="connsiteX219" fmla="*/ 993319 w 7467600"/>
              <a:gd name="connsiteY219" fmla="*/ 3247648 h 6858000"/>
              <a:gd name="connsiteX220" fmla="*/ 853081 w 7467600"/>
              <a:gd name="connsiteY220" fmla="*/ 3312410 h 6858000"/>
              <a:gd name="connsiteX221" fmla="*/ 805957 w 7467600"/>
              <a:gd name="connsiteY221" fmla="*/ 3330443 h 6858000"/>
              <a:gd name="connsiteX222" fmla="*/ 1318687 w 7467600"/>
              <a:gd name="connsiteY222" fmla="*/ 3113840 h 6858000"/>
              <a:gd name="connsiteX223" fmla="*/ 5453702 w 7467600"/>
              <a:gd name="connsiteY223" fmla="*/ 3090882 h 6858000"/>
              <a:gd name="connsiteX224" fmla="*/ 5480135 w 7467600"/>
              <a:gd name="connsiteY224" fmla="*/ 3565802 h 6858000"/>
              <a:gd name="connsiteX225" fmla="*/ 5499023 w 7467600"/>
              <a:gd name="connsiteY225" fmla="*/ 4166310 h 6858000"/>
              <a:gd name="connsiteX226" fmla="*/ 5547022 w 7467600"/>
              <a:gd name="connsiteY226" fmla="*/ 3607838 h 6858000"/>
              <a:gd name="connsiteX227" fmla="*/ 5515964 w 7467600"/>
              <a:gd name="connsiteY227" fmla="*/ 3378541 h 6858000"/>
              <a:gd name="connsiteX228" fmla="*/ 5453702 w 7467600"/>
              <a:gd name="connsiteY228" fmla="*/ 3090882 h 6858000"/>
              <a:gd name="connsiteX229" fmla="*/ 1238695 w 7467600"/>
              <a:gd name="connsiteY229" fmla="*/ 3076820 h 6858000"/>
              <a:gd name="connsiteX230" fmla="*/ 716371 w 7467600"/>
              <a:gd name="connsiteY230" fmla="*/ 3293249 h 6858000"/>
              <a:gd name="connsiteX231" fmla="*/ 579522 w 7467600"/>
              <a:gd name="connsiteY231" fmla="*/ 3371759 h 6858000"/>
              <a:gd name="connsiteX232" fmla="*/ 600288 w 7467600"/>
              <a:gd name="connsiteY232" fmla="*/ 3365555 h 6858000"/>
              <a:gd name="connsiteX233" fmla="*/ 840692 w 7467600"/>
              <a:gd name="connsiteY233" fmla="*/ 3284921 h 6858000"/>
              <a:gd name="connsiteX234" fmla="*/ 979248 w 7467600"/>
              <a:gd name="connsiteY234" fmla="*/ 3221003 h 6858000"/>
              <a:gd name="connsiteX235" fmla="*/ 1053282 w 7467600"/>
              <a:gd name="connsiteY235" fmla="*/ 3185247 h 6858000"/>
              <a:gd name="connsiteX236" fmla="*/ 1320603 w 7467600"/>
              <a:gd name="connsiteY236" fmla="*/ 3081281 h 6858000"/>
              <a:gd name="connsiteX237" fmla="*/ 1238695 w 7467600"/>
              <a:gd name="connsiteY237" fmla="*/ 3076820 h 6858000"/>
              <a:gd name="connsiteX238" fmla="*/ 5425627 w 7467600"/>
              <a:gd name="connsiteY238" fmla="*/ 2954192 h 6858000"/>
              <a:gd name="connsiteX239" fmla="*/ 5470770 w 7467600"/>
              <a:gd name="connsiteY239" fmla="*/ 3005435 h 6858000"/>
              <a:gd name="connsiteX240" fmla="*/ 5519779 w 7467600"/>
              <a:gd name="connsiteY240" fmla="*/ 4359223 h 6858000"/>
              <a:gd name="connsiteX241" fmla="*/ 5520293 w 7467600"/>
              <a:gd name="connsiteY241" fmla="*/ 4360602 h 6858000"/>
              <a:gd name="connsiteX242" fmla="*/ 5767221 w 7467600"/>
              <a:gd name="connsiteY242" fmla="*/ 4665564 h 6858000"/>
              <a:gd name="connsiteX243" fmla="*/ 6937169 w 7467600"/>
              <a:gd name="connsiteY243" fmla="*/ 4815941 h 6858000"/>
              <a:gd name="connsiteX244" fmla="*/ 6953922 w 7467600"/>
              <a:gd name="connsiteY244" fmla="*/ 4890068 h 6858000"/>
              <a:gd name="connsiteX245" fmla="*/ 6071359 w 7467600"/>
              <a:gd name="connsiteY245" fmla="*/ 4770770 h 6858000"/>
              <a:gd name="connsiteX246" fmla="*/ 6038839 w 7467600"/>
              <a:gd name="connsiteY246" fmla="*/ 4764474 h 6858000"/>
              <a:gd name="connsiteX247" fmla="*/ 6038706 w 7467600"/>
              <a:gd name="connsiteY247" fmla="*/ 4763847 h 6858000"/>
              <a:gd name="connsiteX248" fmla="*/ 6037784 w 7467600"/>
              <a:gd name="connsiteY248" fmla="*/ 4764270 h 6858000"/>
              <a:gd name="connsiteX249" fmla="*/ 6038839 w 7467600"/>
              <a:gd name="connsiteY249" fmla="*/ 4764474 h 6858000"/>
              <a:gd name="connsiteX250" fmla="*/ 6040338 w 7467600"/>
              <a:gd name="connsiteY250" fmla="*/ 4771418 h 6858000"/>
              <a:gd name="connsiteX251" fmla="*/ 6024488 w 7467600"/>
              <a:gd name="connsiteY251" fmla="*/ 4809903 h 6858000"/>
              <a:gd name="connsiteX252" fmla="*/ 5599771 w 7467600"/>
              <a:gd name="connsiteY252" fmla="*/ 5509652 h 6858000"/>
              <a:gd name="connsiteX253" fmla="*/ 5548843 w 7467600"/>
              <a:gd name="connsiteY253" fmla="*/ 5563845 h 6858000"/>
              <a:gd name="connsiteX254" fmla="*/ 5940952 w 7467600"/>
              <a:gd name="connsiteY254" fmla="*/ 6250028 h 6858000"/>
              <a:gd name="connsiteX255" fmla="*/ 6043441 w 7467600"/>
              <a:gd name="connsiteY255" fmla="*/ 6665847 h 6858000"/>
              <a:gd name="connsiteX256" fmla="*/ 6093432 w 7467600"/>
              <a:gd name="connsiteY256" fmla="*/ 6858000 h 6858000"/>
              <a:gd name="connsiteX257" fmla="*/ 6034344 w 7467600"/>
              <a:gd name="connsiteY257" fmla="*/ 6858000 h 6858000"/>
              <a:gd name="connsiteX258" fmla="*/ 6026679 w 7467600"/>
              <a:gd name="connsiteY258" fmla="*/ 6836959 h 6858000"/>
              <a:gd name="connsiteX259" fmla="*/ 5800441 w 7467600"/>
              <a:gd name="connsiteY259" fmla="*/ 6335286 h 6858000"/>
              <a:gd name="connsiteX260" fmla="*/ 5526562 w 7467600"/>
              <a:gd name="connsiteY260" fmla="*/ 5705388 h 6858000"/>
              <a:gd name="connsiteX261" fmla="*/ 5519640 w 7467600"/>
              <a:gd name="connsiteY261" fmla="*/ 5683774 h 6858000"/>
              <a:gd name="connsiteX262" fmla="*/ 5844559 w 7467600"/>
              <a:gd name="connsiteY262" fmla="*/ 6553349 h 6858000"/>
              <a:gd name="connsiteX263" fmla="*/ 5975994 w 7467600"/>
              <a:gd name="connsiteY263" fmla="*/ 6858000 h 6858000"/>
              <a:gd name="connsiteX264" fmla="*/ 5898547 w 7467600"/>
              <a:gd name="connsiteY264" fmla="*/ 6858000 h 6858000"/>
              <a:gd name="connsiteX265" fmla="*/ 5682041 w 7467600"/>
              <a:gd name="connsiteY265" fmla="*/ 6355860 h 6858000"/>
              <a:gd name="connsiteX266" fmla="*/ 5461758 w 7467600"/>
              <a:gd name="connsiteY266" fmla="*/ 5820220 h 6858000"/>
              <a:gd name="connsiteX267" fmla="*/ 5237282 w 7467600"/>
              <a:gd name="connsiteY267" fmla="*/ 6579086 h 6858000"/>
              <a:gd name="connsiteX268" fmla="*/ 5115009 w 7467600"/>
              <a:gd name="connsiteY268" fmla="*/ 6858000 h 6858000"/>
              <a:gd name="connsiteX269" fmla="*/ 5028074 w 7467600"/>
              <a:gd name="connsiteY269" fmla="*/ 6858000 h 6858000"/>
              <a:gd name="connsiteX270" fmla="*/ 5079508 w 7467600"/>
              <a:gd name="connsiteY270" fmla="*/ 6749074 h 6858000"/>
              <a:gd name="connsiteX271" fmla="*/ 5371846 w 7467600"/>
              <a:gd name="connsiteY271" fmla="*/ 5924413 h 6858000"/>
              <a:gd name="connsiteX272" fmla="*/ 5270512 w 7467600"/>
              <a:gd name="connsiteY272" fmla="*/ 6138975 h 6858000"/>
              <a:gd name="connsiteX273" fmla="*/ 5062409 w 7467600"/>
              <a:gd name="connsiteY273" fmla="*/ 6653544 h 6858000"/>
              <a:gd name="connsiteX274" fmla="*/ 5036628 w 7467600"/>
              <a:gd name="connsiteY274" fmla="*/ 6754247 h 6858000"/>
              <a:gd name="connsiteX275" fmla="*/ 5009112 w 7467600"/>
              <a:gd name="connsiteY275" fmla="*/ 6858000 h 6858000"/>
              <a:gd name="connsiteX276" fmla="*/ 4976679 w 7467600"/>
              <a:gd name="connsiteY276" fmla="*/ 6858000 h 6858000"/>
              <a:gd name="connsiteX277" fmla="*/ 5006537 w 7467600"/>
              <a:gd name="connsiteY277" fmla="*/ 6747068 h 6858000"/>
              <a:gd name="connsiteX278" fmla="*/ 5032723 w 7467600"/>
              <a:gd name="connsiteY278" fmla="*/ 6644957 h 6858000"/>
              <a:gd name="connsiteX279" fmla="*/ 5242949 w 7467600"/>
              <a:gd name="connsiteY279" fmla="*/ 6125175 h 6858000"/>
              <a:gd name="connsiteX280" fmla="*/ 5286321 w 7467600"/>
              <a:gd name="connsiteY280" fmla="*/ 6033555 h 6858000"/>
              <a:gd name="connsiteX281" fmla="*/ 5008210 w 7467600"/>
              <a:gd name="connsiteY281" fmla="*/ 6649194 h 6858000"/>
              <a:gd name="connsiteX282" fmla="*/ 4986321 w 7467600"/>
              <a:gd name="connsiteY282" fmla="*/ 6765687 h 6858000"/>
              <a:gd name="connsiteX283" fmla="*/ 4973474 w 7467600"/>
              <a:gd name="connsiteY283" fmla="*/ 6858000 h 6858000"/>
              <a:gd name="connsiteX284" fmla="*/ 4907178 w 7467600"/>
              <a:gd name="connsiteY284" fmla="*/ 6858000 h 6858000"/>
              <a:gd name="connsiteX285" fmla="*/ 4910810 w 7467600"/>
              <a:gd name="connsiteY285" fmla="*/ 6829660 h 6858000"/>
              <a:gd name="connsiteX286" fmla="*/ 4987461 w 7467600"/>
              <a:gd name="connsiteY286" fmla="*/ 6432994 h 6858000"/>
              <a:gd name="connsiteX287" fmla="*/ 5179262 w 7467600"/>
              <a:gd name="connsiteY287" fmla="*/ 6035044 h 6858000"/>
              <a:gd name="connsiteX288" fmla="*/ 4689678 w 7467600"/>
              <a:gd name="connsiteY288" fmla="*/ 6440241 h 6858000"/>
              <a:gd name="connsiteX289" fmla="*/ 4477543 w 7467600"/>
              <a:gd name="connsiteY289" fmla="*/ 6674836 h 6858000"/>
              <a:gd name="connsiteX290" fmla="*/ 4329957 w 7467600"/>
              <a:gd name="connsiteY290" fmla="*/ 6858000 h 6858000"/>
              <a:gd name="connsiteX291" fmla="*/ 4218595 w 7467600"/>
              <a:gd name="connsiteY291" fmla="*/ 6858000 h 6858000"/>
              <a:gd name="connsiteX292" fmla="*/ 4368888 w 7467600"/>
              <a:gd name="connsiteY292" fmla="*/ 6668412 h 6858000"/>
              <a:gd name="connsiteX293" fmla="*/ 4563091 w 7467600"/>
              <a:gd name="connsiteY293" fmla="*/ 6442508 h 6858000"/>
              <a:gd name="connsiteX294" fmla="*/ 5387324 w 7467600"/>
              <a:gd name="connsiteY294" fmla="*/ 5705830 h 6858000"/>
              <a:gd name="connsiteX295" fmla="*/ 5073620 w 7467600"/>
              <a:gd name="connsiteY295" fmla="*/ 5955437 h 6858000"/>
              <a:gd name="connsiteX296" fmla="*/ 4689789 w 7467600"/>
              <a:gd name="connsiteY296" fmla="*/ 6268382 h 6858000"/>
              <a:gd name="connsiteX297" fmla="*/ 4418722 w 7467600"/>
              <a:gd name="connsiteY297" fmla="*/ 6570886 h 6858000"/>
              <a:gd name="connsiteX298" fmla="*/ 4214944 w 7467600"/>
              <a:gd name="connsiteY298" fmla="*/ 6858000 h 6858000"/>
              <a:gd name="connsiteX299" fmla="*/ 4177898 w 7467600"/>
              <a:gd name="connsiteY299" fmla="*/ 6858000 h 6858000"/>
              <a:gd name="connsiteX300" fmla="*/ 4391597 w 7467600"/>
              <a:gd name="connsiteY300" fmla="*/ 6556370 h 6858000"/>
              <a:gd name="connsiteX301" fmla="*/ 4668889 w 7467600"/>
              <a:gd name="connsiteY301" fmla="*/ 6246399 h 6858000"/>
              <a:gd name="connsiteX302" fmla="*/ 5055427 w 7467600"/>
              <a:gd name="connsiteY302" fmla="*/ 5931476 h 6858000"/>
              <a:gd name="connsiteX303" fmla="*/ 5371814 w 7467600"/>
              <a:gd name="connsiteY303" fmla="*/ 5678975 h 6858000"/>
              <a:gd name="connsiteX304" fmla="*/ 4987918 w 7467600"/>
              <a:gd name="connsiteY304" fmla="*/ 5838701 h 6858000"/>
              <a:gd name="connsiteX305" fmla="*/ 4317146 w 7467600"/>
              <a:gd name="connsiteY305" fmla="*/ 6587716 h 6858000"/>
              <a:gd name="connsiteX306" fmla="*/ 4171627 w 7467600"/>
              <a:gd name="connsiteY306" fmla="*/ 6858000 h 6858000"/>
              <a:gd name="connsiteX307" fmla="*/ 4081585 w 7467600"/>
              <a:gd name="connsiteY307" fmla="*/ 6858000 h 6858000"/>
              <a:gd name="connsiteX308" fmla="*/ 4238603 w 7467600"/>
              <a:gd name="connsiteY308" fmla="*/ 6559341 h 6858000"/>
              <a:gd name="connsiteX309" fmla="*/ 4778333 w 7467600"/>
              <a:gd name="connsiteY309" fmla="*/ 5873626 h 6858000"/>
              <a:gd name="connsiteX310" fmla="*/ 5414185 w 7467600"/>
              <a:gd name="connsiteY310" fmla="*/ 5573882 h 6858000"/>
              <a:gd name="connsiteX311" fmla="*/ 5959648 w 7467600"/>
              <a:gd name="connsiteY311" fmla="*/ 4760797 h 6858000"/>
              <a:gd name="connsiteX312" fmla="*/ 5355019 w 7467600"/>
              <a:gd name="connsiteY312" fmla="*/ 4734672 h 6858000"/>
              <a:gd name="connsiteX313" fmla="*/ 5083565 w 7467600"/>
              <a:gd name="connsiteY313" fmla="*/ 5179121 h 6858000"/>
              <a:gd name="connsiteX314" fmla="*/ 4713577 w 7467600"/>
              <a:gd name="connsiteY314" fmla="*/ 5616803 h 6858000"/>
              <a:gd name="connsiteX315" fmla="*/ 3989559 w 7467600"/>
              <a:gd name="connsiteY315" fmla="*/ 6145945 h 6858000"/>
              <a:gd name="connsiteX316" fmla="*/ 3939824 w 7467600"/>
              <a:gd name="connsiteY316" fmla="*/ 6066900 h 6858000"/>
              <a:gd name="connsiteX317" fmla="*/ 4584537 w 7467600"/>
              <a:gd name="connsiteY317" fmla="*/ 5324826 h 6858000"/>
              <a:gd name="connsiteX318" fmla="*/ 5037105 w 7467600"/>
              <a:gd name="connsiteY318" fmla="*/ 5088765 h 6858000"/>
              <a:gd name="connsiteX319" fmla="*/ 5039930 w 7467600"/>
              <a:gd name="connsiteY319" fmla="*/ 5089585 h 6858000"/>
              <a:gd name="connsiteX320" fmla="*/ 5263764 w 7467600"/>
              <a:gd name="connsiteY320" fmla="*/ 4735525 h 6858000"/>
              <a:gd name="connsiteX321" fmla="*/ 4086300 w 7467600"/>
              <a:gd name="connsiteY321" fmla="*/ 4884599 h 6858000"/>
              <a:gd name="connsiteX322" fmla="*/ 4085485 w 7467600"/>
              <a:gd name="connsiteY322" fmla="*/ 4899070 h 6858000"/>
              <a:gd name="connsiteX323" fmla="*/ 3871915 w 7467600"/>
              <a:gd name="connsiteY323" fmla="*/ 5253645 h 6858000"/>
              <a:gd name="connsiteX324" fmla="*/ 3799374 w 7467600"/>
              <a:gd name="connsiteY324" fmla="*/ 5466127 h 6858000"/>
              <a:gd name="connsiteX325" fmla="*/ 3498850 w 7467600"/>
              <a:gd name="connsiteY325" fmla="*/ 6661888 h 6858000"/>
              <a:gd name="connsiteX326" fmla="*/ 3399216 w 7467600"/>
              <a:gd name="connsiteY326" fmla="*/ 6858000 h 6858000"/>
              <a:gd name="connsiteX327" fmla="*/ 3303688 w 7467600"/>
              <a:gd name="connsiteY327" fmla="*/ 6858000 h 6858000"/>
              <a:gd name="connsiteX328" fmla="*/ 3391774 w 7467600"/>
              <a:gd name="connsiteY328" fmla="*/ 6697181 h 6858000"/>
              <a:gd name="connsiteX329" fmla="*/ 3735540 w 7467600"/>
              <a:gd name="connsiteY329" fmla="*/ 5546923 h 6858000"/>
              <a:gd name="connsiteX330" fmla="*/ 3729438 w 7467600"/>
              <a:gd name="connsiteY330" fmla="*/ 5569058 h 6858000"/>
              <a:gd name="connsiteX331" fmla="*/ 3707782 w 7467600"/>
              <a:gd name="connsiteY331" fmla="*/ 5644908 h 6858000"/>
              <a:gd name="connsiteX332" fmla="*/ 3583827 w 7467600"/>
              <a:gd name="connsiteY332" fmla="*/ 6039215 h 6858000"/>
              <a:gd name="connsiteX333" fmla="*/ 3547861 w 7467600"/>
              <a:gd name="connsiteY333" fmla="*/ 6129609 h 6858000"/>
              <a:gd name="connsiteX334" fmla="*/ 3490905 w 7467600"/>
              <a:gd name="connsiteY334" fmla="*/ 6277660 h 6858000"/>
              <a:gd name="connsiteX335" fmla="*/ 3455859 w 7467600"/>
              <a:gd name="connsiteY335" fmla="*/ 6391301 h 6858000"/>
              <a:gd name="connsiteX336" fmla="*/ 3429112 w 7467600"/>
              <a:gd name="connsiteY336" fmla="*/ 6479469 h 6858000"/>
              <a:gd name="connsiteX337" fmla="*/ 3304862 w 7467600"/>
              <a:gd name="connsiteY337" fmla="*/ 6796476 h 6858000"/>
              <a:gd name="connsiteX338" fmla="*/ 3276071 w 7467600"/>
              <a:gd name="connsiteY338" fmla="*/ 6858000 h 6858000"/>
              <a:gd name="connsiteX339" fmla="*/ 3240805 w 7467600"/>
              <a:gd name="connsiteY339" fmla="*/ 6858000 h 6858000"/>
              <a:gd name="connsiteX340" fmla="*/ 3275917 w 7467600"/>
              <a:gd name="connsiteY340" fmla="*/ 6783192 h 6858000"/>
              <a:gd name="connsiteX341" fmla="*/ 3399358 w 7467600"/>
              <a:gd name="connsiteY341" fmla="*/ 6469011 h 6858000"/>
              <a:gd name="connsiteX342" fmla="*/ 3425650 w 7467600"/>
              <a:gd name="connsiteY342" fmla="*/ 6381333 h 6858000"/>
              <a:gd name="connsiteX343" fmla="*/ 3460661 w 7467600"/>
              <a:gd name="connsiteY343" fmla="*/ 6266763 h 6858000"/>
              <a:gd name="connsiteX344" fmla="*/ 3518021 w 7467600"/>
              <a:gd name="connsiteY344" fmla="*/ 6117298 h 6858000"/>
              <a:gd name="connsiteX345" fmla="*/ 3554035 w 7467600"/>
              <a:gd name="connsiteY345" fmla="*/ 6027832 h 6858000"/>
              <a:gd name="connsiteX346" fmla="*/ 3677174 w 7467600"/>
              <a:gd name="connsiteY346" fmla="*/ 5636351 h 6858000"/>
              <a:gd name="connsiteX347" fmla="*/ 3698819 w 7467600"/>
              <a:gd name="connsiteY347" fmla="*/ 5560503 h 6858000"/>
              <a:gd name="connsiteX348" fmla="*/ 3702094 w 7467600"/>
              <a:gd name="connsiteY348" fmla="*/ 5549194 h 6858000"/>
              <a:gd name="connsiteX349" fmla="*/ 3398355 w 7467600"/>
              <a:gd name="connsiteY349" fmla="*/ 6094603 h 6858000"/>
              <a:gd name="connsiteX350" fmla="*/ 3193941 w 7467600"/>
              <a:gd name="connsiteY350" fmla="*/ 6798775 h 6858000"/>
              <a:gd name="connsiteX351" fmla="*/ 3184140 w 7467600"/>
              <a:gd name="connsiteY351" fmla="*/ 6858000 h 6858000"/>
              <a:gd name="connsiteX352" fmla="*/ 3099978 w 7467600"/>
              <a:gd name="connsiteY352" fmla="*/ 6858000 h 6858000"/>
              <a:gd name="connsiteX353" fmla="*/ 3101556 w 7467600"/>
              <a:gd name="connsiteY353" fmla="*/ 6843337 h 6858000"/>
              <a:gd name="connsiteX354" fmla="*/ 3370162 w 7467600"/>
              <a:gd name="connsiteY354" fmla="*/ 5785550 h 6858000"/>
              <a:gd name="connsiteX355" fmla="*/ 3746477 w 7467600"/>
              <a:gd name="connsiteY355" fmla="*/ 5377889 h 6858000"/>
              <a:gd name="connsiteX356" fmla="*/ 3863399 w 7467600"/>
              <a:gd name="connsiteY356" fmla="*/ 5087257 h 6858000"/>
              <a:gd name="connsiteX357" fmla="*/ 3968712 w 7467600"/>
              <a:gd name="connsiteY357" fmla="*/ 4913989 h 6858000"/>
              <a:gd name="connsiteX358" fmla="*/ 2792390 w 7467600"/>
              <a:gd name="connsiteY358" fmla="*/ 5382974 h 6858000"/>
              <a:gd name="connsiteX359" fmla="*/ 2714982 w 7467600"/>
              <a:gd name="connsiteY359" fmla="*/ 5427051 h 6858000"/>
              <a:gd name="connsiteX360" fmla="*/ 2813361 w 7467600"/>
              <a:gd name="connsiteY360" fmla="*/ 6023912 h 6858000"/>
              <a:gd name="connsiteX361" fmla="*/ 2688430 w 7467600"/>
              <a:gd name="connsiteY361" fmla="*/ 6801564 h 6858000"/>
              <a:gd name="connsiteX362" fmla="*/ 2629626 w 7467600"/>
              <a:gd name="connsiteY362" fmla="*/ 6763394 h 6858000"/>
              <a:gd name="connsiteX363" fmla="*/ 2565328 w 7467600"/>
              <a:gd name="connsiteY363" fmla="*/ 5516399 h 6858000"/>
              <a:gd name="connsiteX364" fmla="*/ 1922999 w 7467600"/>
              <a:gd name="connsiteY364" fmla="*/ 5980343 h 6858000"/>
              <a:gd name="connsiteX365" fmla="*/ 1950261 w 7467600"/>
              <a:gd name="connsiteY365" fmla="*/ 6405858 h 6858000"/>
              <a:gd name="connsiteX366" fmla="*/ 2365554 w 7467600"/>
              <a:gd name="connsiteY366" fmla="*/ 6759107 h 6858000"/>
              <a:gd name="connsiteX367" fmla="*/ 2424142 w 7467600"/>
              <a:gd name="connsiteY367" fmla="*/ 6858000 h 6858000"/>
              <a:gd name="connsiteX368" fmla="*/ 2395994 w 7467600"/>
              <a:gd name="connsiteY368" fmla="*/ 6858000 h 6858000"/>
              <a:gd name="connsiteX369" fmla="*/ 2392863 w 7467600"/>
              <a:gd name="connsiteY369" fmla="*/ 6852964 h 6858000"/>
              <a:gd name="connsiteX370" fmla="*/ 2017589 w 7467600"/>
              <a:gd name="connsiteY370" fmla="*/ 6493982 h 6858000"/>
              <a:gd name="connsiteX371" fmla="*/ 2147336 w 7467600"/>
              <a:gd name="connsiteY371" fmla="*/ 6594052 h 6858000"/>
              <a:gd name="connsiteX372" fmla="*/ 2207047 w 7467600"/>
              <a:gd name="connsiteY372" fmla="*/ 6654540 h 6858000"/>
              <a:gd name="connsiteX373" fmla="*/ 2299106 w 7467600"/>
              <a:gd name="connsiteY373" fmla="*/ 6778931 h 6858000"/>
              <a:gd name="connsiteX374" fmla="*/ 2314430 w 7467600"/>
              <a:gd name="connsiteY374" fmla="*/ 6801144 h 6858000"/>
              <a:gd name="connsiteX375" fmla="*/ 2352406 w 7467600"/>
              <a:gd name="connsiteY375" fmla="*/ 6858000 h 6858000"/>
              <a:gd name="connsiteX376" fmla="*/ 2314492 w 7467600"/>
              <a:gd name="connsiteY376" fmla="*/ 6858000 h 6858000"/>
              <a:gd name="connsiteX377" fmla="*/ 2288095 w 7467600"/>
              <a:gd name="connsiteY377" fmla="*/ 6818030 h 6858000"/>
              <a:gd name="connsiteX378" fmla="*/ 2272768 w 7467600"/>
              <a:gd name="connsiteY378" fmla="*/ 6795822 h 6858000"/>
              <a:gd name="connsiteX379" fmla="*/ 2182715 w 7467600"/>
              <a:gd name="connsiteY379" fmla="*/ 6675071 h 6858000"/>
              <a:gd name="connsiteX380" fmla="*/ 2032061 w 7467600"/>
              <a:gd name="connsiteY380" fmla="*/ 6541380 h 6858000"/>
              <a:gd name="connsiteX381" fmla="*/ 2257220 w 7467600"/>
              <a:gd name="connsiteY381" fmla="*/ 6826257 h 6858000"/>
              <a:gd name="connsiteX382" fmla="*/ 2281324 w 7467600"/>
              <a:gd name="connsiteY382" fmla="*/ 6858000 h 6858000"/>
              <a:gd name="connsiteX383" fmla="*/ 2242860 w 7467600"/>
              <a:gd name="connsiteY383" fmla="*/ 6858000 h 6858000"/>
              <a:gd name="connsiteX384" fmla="*/ 2232818 w 7467600"/>
              <a:gd name="connsiteY384" fmla="*/ 6844926 h 6858000"/>
              <a:gd name="connsiteX385" fmla="*/ 1990172 w 7467600"/>
              <a:gd name="connsiteY385" fmla="*/ 6542121 h 6858000"/>
              <a:gd name="connsiteX386" fmla="*/ 2124090 w 7467600"/>
              <a:gd name="connsiteY386" fmla="*/ 6761017 h 6858000"/>
              <a:gd name="connsiteX387" fmla="*/ 2200380 w 7467600"/>
              <a:gd name="connsiteY387" fmla="*/ 6858000 h 6858000"/>
              <a:gd name="connsiteX388" fmla="*/ 2147507 w 7467600"/>
              <a:gd name="connsiteY388" fmla="*/ 6858000 h 6858000"/>
              <a:gd name="connsiteX389" fmla="*/ 2070668 w 7467600"/>
              <a:gd name="connsiteY389" fmla="*/ 6761520 h 6858000"/>
              <a:gd name="connsiteX390" fmla="*/ 1975142 w 7467600"/>
              <a:gd name="connsiteY390" fmla="*/ 6585570 h 6858000"/>
              <a:gd name="connsiteX391" fmla="*/ 2050035 w 7467600"/>
              <a:gd name="connsiteY391" fmla="*/ 6813345 h 6858000"/>
              <a:gd name="connsiteX392" fmla="*/ 2063025 w 7467600"/>
              <a:gd name="connsiteY392" fmla="*/ 6858000 h 6858000"/>
              <a:gd name="connsiteX393" fmla="*/ 2021675 w 7467600"/>
              <a:gd name="connsiteY393" fmla="*/ 6858000 h 6858000"/>
              <a:gd name="connsiteX394" fmla="*/ 2019308 w 7467600"/>
              <a:gd name="connsiteY394" fmla="*/ 6847118 h 6858000"/>
              <a:gd name="connsiteX395" fmla="*/ 1938835 w 7467600"/>
              <a:gd name="connsiteY395" fmla="*/ 6551160 h 6858000"/>
              <a:gd name="connsiteX396" fmla="*/ 1953230 w 7467600"/>
              <a:gd name="connsiteY396" fmla="*/ 6759699 h 6858000"/>
              <a:gd name="connsiteX397" fmla="*/ 1956763 w 7467600"/>
              <a:gd name="connsiteY397" fmla="*/ 6778191 h 6858000"/>
              <a:gd name="connsiteX398" fmla="*/ 1967925 w 7467600"/>
              <a:gd name="connsiteY398" fmla="*/ 6858000 h 6858000"/>
              <a:gd name="connsiteX399" fmla="*/ 1936622 w 7467600"/>
              <a:gd name="connsiteY399" fmla="*/ 6858000 h 6858000"/>
              <a:gd name="connsiteX400" fmla="*/ 1926261 w 7467600"/>
              <a:gd name="connsiteY400" fmla="*/ 6784064 h 6858000"/>
              <a:gd name="connsiteX401" fmla="*/ 1922724 w 7467600"/>
              <a:gd name="connsiteY401" fmla="*/ 6765577 h 6858000"/>
              <a:gd name="connsiteX402" fmla="*/ 1904650 w 7467600"/>
              <a:gd name="connsiteY402" fmla="*/ 6639616 h 6858000"/>
              <a:gd name="connsiteX403" fmla="*/ 1885273 w 7467600"/>
              <a:gd name="connsiteY403" fmla="*/ 6858000 h 6858000"/>
              <a:gd name="connsiteX404" fmla="*/ 1854363 w 7467600"/>
              <a:gd name="connsiteY404" fmla="*/ 6858000 h 6858000"/>
              <a:gd name="connsiteX405" fmla="*/ 1880391 w 7467600"/>
              <a:gd name="connsiteY405" fmla="*/ 6603796 h 6858000"/>
              <a:gd name="connsiteX406" fmla="*/ 1818273 w 7467600"/>
              <a:gd name="connsiteY406" fmla="*/ 6715729 h 6858000"/>
              <a:gd name="connsiteX407" fmla="*/ 1794691 w 7467600"/>
              <a:gd name="connsiteY407" fmla="*/ 6843239 h 6858000"/>
              <a:gd name="connsiteX408" fmla="*/ 1794914 w 7467600"/>
              <a:gd name="connsiteY408" fmla="*/ 6858000 h 6858000"/>
              <a:gd name="connsiteX409" fmla="*/ 1746128 w 7467600"/>
              <a:gd name="connsiteY409" fmla="*/ 6858000 h 6858000"/>
              <a:gd name="connsiteX410" fmla="*/ 1753934 w 7467600"/>
              <a:gd name="connsiteY410" fmla="*/ 6724796 h 6858000"/>
              <a:gd name="connsiteX411" fmla="*/ 1792053 w 7467600"/>
              <a:gd name="connsiteY411" fmla="*/ 6572396 h 6858000"/>
              <a:gd name="connsiteX412" fmla="*/ 1862248 w 7467600"/>
              <a:gd name="connsiteY412" fmla="*/ 6266397 h 6858000"/>
              <a:gd name="connsiteX413" fmla="*/ 1862250 w 7467600"/>
              <a:gd name="connsiteY413" fmla="*/ 6033531 h 6858000"/>
              <a:gd name="connsiteX414" fmla="*/ 1211999 w 7467600"/>
              <a:gd name="connsiteY414" fmla="*/ 6683610 h 6858000"/>
              <a:gd name="connsiteX415" fmla="*/ 1213266 w 7467600"/>
              <a:gd name="connsiteY415" fmla="*/ 6691947 h 6858000"/>
              <a:gd name="connsiteX416" fmla="*/ 1203370 w 7467600"/>
              <a:gd name="connsiteY416" fmla="*/ 6850676 h 6858000"/>
              <a:gd name="connsiteX417" fmla="*/ 1203671 w 7467600"/>
              <a:gd name="connsiteY417" fmla="*/ 6858000 h 6858000"/>
              <a:gd name="connsiteX418" fmla="*/ 1143180 w 7467600"/>
              <a:gd name="connsiteY418" fmla="*/ 6858000 h 6858000"/>
              <a:gd name="connsiteX419" fmla="*/ 1142176 w 7467600"/>
              <a:gd name="connsiteY419" fmla="*/ 6766045 h 6858000"/>
              <a:gd name="connsiteX420" fmla="*/ 1067484 w 7467600"/>
              <a:gd name="connsiteY420" fmla="*/ 6858000 h 6858000"/>
              <a:gd name="connsiteX421" fmla="*/ 953928 w 7467600"/>
              <a:gd name="connsiteY421" fmla="*/ 6858000 h 6858000"/>
              <a:gd name="connsiteX422" fmla="*/ 959715 w 7467600"/>
              <a:gd name="connsiteY422" fmla="*/ 6850185 h 6858000"/>
              <a:gd name="connsiteX423" fmla="*/ 1483788 w 7467600"/>
              <a:gd name="connsiteY423" fmla="*/ 6259174 h 6858000"/>
              <a:gd name="connsiteX424" fmla="*/ 1100671 w 7467600"/>
              <a:gd name="connsiteY424" fmla="*/ 6252137 h 6858000"/>
              <a:gd name="connsiteX425" fmla="*/ 1090144 w 7467600"/>
              <a:gd name="connsiteY425" fmla="*/ 6256748 h 6858000"/>
              <a:gd name="connsiteX426" fmla="*/ 1095872 w 7467600"/>
              <a:gd name="connsiteY426" fmla="*/ 6271892 h 6858000"/>
              <a:gd name="connsiteX427" fmla="*/ 262785 w 7467600"/>
              <a:gd name="connsiteY427" fmla="*/ 6845450 h 6858000"/>
              <a:gd name="connsiteX428" fmla="*/ 209968 w 7467600"/>
              <a:gd name="connsiteY428" fmla="*/ 6770713 h 6858000"/>
              <a:gd name="connsiteX429" fmla="*/ 873460 w 7467600"/>
              <a:gd name="connsiteY429" fmla="*/ 6253768 h 6858000"/>
              <a:gd name="connsiteX430" fmla="*/ 192686 w 7467600"/>
              <a:gd name="connsiteY430" fmla="*/ 5849257 h 6858000"/>
              <a:gd name="connsiteX431" fmla="*/ 4696 w 7467600"/>
              <a:gd name="connsiteY431" fmla="*/ 5697668 h 6858000"/>
              <a:gd name="connsiteX432" fmla="*/ 0 w 7467600"/>
              <a:gd name="connsiteY432" fmla="*/ 5689984 h 6858000"/>
              <a:gd name="connsiteX433" fmla="*/ 0 w 7467600"/>
              <a:gd name="connsiteY433" fmla="*/ 5513472 h 6858000"/>
              <a:gd name="connsiteX434" fmla="*/ 174101 w 7467600"/>
              <a:gd name="connsiteY434" fmla="*/ 5620277 h 6858000"/>
              <a:gd name="connsiteX435" fmla="*/ 891800 w 7467600"/>
              <a:gd name="connsiteY435" fmla="*/ 6036935 h 6858000"/>
              <a:gd name="connsiteX436" fmla="*/ 1072219 w 7467600"/>
              <a:gd name="connsiteY436" fmla="*/ 6169443 h 6858000"/>
              <a:gd name="connsiteX437" fmla="*/ 1074117 w 7467600"/>
              <a:gd name="connsiteY437" fmla="*/ 6170301 h 6858000"/>
              <a:gd name="connsiteX438" fmla="*/ 1083114 w 7467600"/>
              <a:gd name="connsiteY438" fmla="*/ 6174131 h 6858000"/>
              <a:gd name="connsiteX439" fmla="*/ 1543010 w 7467600"/>
              <a:gd name="connsiteY439" fmla="*/ 6191140 h 6858000"/>
              <a:gd name="connsiteX440" fmla="*/ 1551080 w 7467600"/>
              <a:gd name="connsiteY440" fmla="*/ 6195006 h 6858000"/>
              <a:gd name="connsiteX441" fmla="*/ 2345443 w 7467600"/>
              <a:gd name="connsiteY441" fmla="*/ 5549882 h 6858000"/>
              <a:gd name="connsiteX442" fmla="*/ 1721499 w 7467600"/>
              <a:gd name="connsiteY442" fmla="*/ 5599969 h 6858000"/>
              <a:gd name="connsiteX443" fmla="*/ 767716 w 7467600"/>
              <a:gd name="connsiteY443" fmla="*/ 5472768 h 6858000"/>
              <a:gd name="connsiteX444" fmla="*/ 722147 w 7467600"/>
              <a:gd name="connsiteY444" fmla="*/ 5393091 h 6858000"/>
              <a:gd name="connsiteX445" fmla="*/ 1485552 w 7467600"/>
              <a:gd name="connsiteY445" fmla="*/ 5313202 h 6858000"/>
              <a:gd name="connsiteX446" fmla="*/ 2143004 w 7467600"/>
              <a:gd name="connsiteY446" fmla="*/ 5402420 h 6858000"/>
              <a:gd name="connsiteX447" fmla="*/ 1933391 w 7467600"/>
              <a:gd name="connsiteY447" fmla="*/ 5156971 h 6858000"/>
              <a:gd name="connsiteX448" fmla="*/ 1827118 w 7467600"/>
              <a:gd name="connsiteY448" fmla="*/ 4968410 h 6858000"/>
              <a:gd name="connsiteX449" fmla="*/ 1837349 w 7467600"/>
              <a:gd name="connsiteY449" fmla="*/ 4956357 h 6858000"/>
              <a:gd name="connsiteX450" fmla="*/ 2162835 w 7467600"/>
              <a:gd name="connsiteY450" fmla="*/ 5187853 h 6858000"/>
              <a:gd name="connsiteX451" fmla="*/ 2257167 w 7467600"/>
              <a:gd name="connsiteY451" fmla="*/ 5462123 h 6858000"/>
              <a:gd name="connsiteX452" fmla="*/ 2261598 w 7467600"/>
              <a:gd name="connsiteY452" fmla="*/ 5467998 h 6858000"/>
              <a:gd name="connsiteX453" fmla="*/ 2437177 w 7467600"/>
              <a:gd name="connsiteY453" fmla="*/ 5479608 h 6858000"/>
              <a:gd name="connsiteX454" fmla="*/ 2445247 w 7467600"/>
              <a:gd name="connsiteY454" fmla="*/ 5483476 h 6858000"/>
              <a:gd name="connsiteX455" fmla="*/ 2743626 w 7467600"/>
              <a:gd name="connsiteY455" fmla="*/ 5304819 h 6858000"/>
              <a:gd name="connsiteX456" fmla="*/ 3048102 w 7467600"/>
              <a:gd name="connsiteY456" fmla="*/ 5150595 h 6858000"/>
              <a:gd name="connsiteX457" fmla="*/ 1799414 w 7467600"/>
              <a:gd name="connsiteY457" fmla="*/ 4694732 h 6858000"/>
              <a:gd name="connsiteX458" fmla="*/ 1771735 w 7467600"/>
              <a:gd name="connsiteY458" fmla="*/ 4619929 h 6858000"/>
              <a:gd name="connsiteX459" fmla="*/ 3104273 w 7467600"/>
              <a:gd name="connsiteY459" fmla="*/ 5076159 h 6858000"/>
              <a:gd name="connsiteX460" fmla="*/ 3113245 w 7467600"/>
              <a:gd name="connsiteY460" fmla="*/ 5090705 h 6858000"/>
              <a:gd name="connsiteX461" fmla="*/ 3126294 w 7467600"/>
              <a:gd name="connsiteY461" fmla="*/ 5114400 h 6858000"/>
              <a:gd name="connsiteX462" fmla="*/ 3937433 w 7467600"/>
              <a:gd name="connsiteY462" fmla="*/ 4830473 h 6858000"/>
              <a:gd name="connsiteX463" fmla="*/ 3590475 w 7467600"/>
              <a:gd name="connsiteY463" fmla="*/ 4597974 h 6858000"/>
              <a:gd name="connsiteX464" fmla="*/ 3100264 w 7467600"/>
              <a:gd name="connsiteY464" fmla="*/ 4579845 h 6858000"/>
              <a:gd name="connsiteX465" fmla="*/ 2183576 w 7467600"/>
              <a:gd name="connsiteY465" fmla="*/ 4227150 h 6858000"/>
              <a:gd name="connsiteX466" fmla="*/ 2151029 w 7467600"/>
              <a:gd name="connsiteY466" fmla="*/ 4146947 h 6858000"/>
              <a:gd name="connsiteX467" fmla="*/ 3563434 w 7467600"/>
              <a:gd name="connsiteY467" fmla="*/ 4469115 h 6858000"/>
              <a:gd name="connsiteX468" fmla="*/ 3177952 w 7467600"/>
              <a:gd name="connsiteY468" fmla="*/ 3657386 h 6858000"/>
              <a:gd name="connsiteX469" fmla="*/ 3189263 w 7467600"/>
              <a:gd name="connsiteY469" fmla="*/ 3625726 h 6858000"/>
              <a:gd name="connsiteX470" fmla="*/ 3560912 w 7467600"/>
              <a:gd name="connsiteY470" fmla="*/ 4079863 h 6858000"/>
              <a:gd name="connsiteX471" fmla="*/ 3626636 w 7467600"/>
              <a:gd name="connsiteY471" fmla="*/ 4512230 h 6858000"/>
              <a:gd name="connsiteX472" fmla="*/ 3653088 w 7467600"/>
              <a:gd name="connsiteY472" fmla="*/ 4521417 h 6858000"/>
              <a:gd name="connsiteX473" fmla="*/ 3988128 w 7467600"/>
              <a:gd name="connsiteY473" fmla="*/ 4817267 h 6858000"/>
              <a:gd name="connsiteX474" fmla="*/ 4830582 w 7467600"/>
              <a:gd name="connsiteY474" fmla="*/ 4676000 h 6858000"/>
              <a:gd name="connsiteX475" fmla="*/ 4830100 w 7467600"/>
              <a:gd name="connsiteY475" fmla="*/ 4675554 h 6858000"/>
              <a:gd name="connsiteX476" fmla="*/ 4036318 w 7467600"/>
              <a:gd name="connsiteY476" fmla="*/ 4147013 h 6858000"/>
              <a:gd name="connsiteX477" fmla="*/ 3432098 w 7467600"/>
              <a:gd name="connsiteY477" fmla="*/ 3537312 h 6858000"/>
              <a:gd name="connsiteX478" fmla="*/ 3446761 w 7467600"/>
              <a:gd name="connsiteY478" fmla="*/ 3461278 h 6858000"/>
              <a:gd name="connsiteX479" fmla="*/ 4419733 w 7467600"/>
              <a:gd name="connsiteY479" fmla="*/ 3963555 h 6858000"/>
              <a:gd name="connsiteX480" fmla="*/ 4781371 w 7467600"/>
              <a:gd name="connsiteY480" fmla="*/ 4458604 h 6858000"/>
              <a:gd name="connsiteX481" fmla="*/ 4780440 w 7467600"/>
              <a:gd name="connsiteY481" fmla="*/ 4470290 h 6858000"/>
              <a:gd name="connsiteX482" fmla="*/ 4898954 w 7467600"/>
              <a:gd name="connsiteY482" fmla="*/ 4662092 h 6858000"/>
              <a:gd name="connsiteX483" fmla="*/ 4900699 w 7467600"/>
              <a:gd name="connsiteY483" fmla="*/ 4670867 h 6858000"/>
              <a:gd name="connsiteX484" fmla="*/ 5714511 w 7467600"/>
              <a:gd name="connsiteY484" fmla="*/ 4663483 h 6858000"/>
              <a:gd name="connsiteX485" fmla="*/ 5464793 w 7467600"/>
              <a:gd name="connsiteY485" fmla="*/ 4393556 h 6858000"/>
              <a:gd name="connsiteX486" fmla="*/ 5461897 w 7467600"/>
              <a:gd name="connsiteY486" fmla="*/ 4390879 h 6858000"/>
              <a:gd name="connsiteX487" fmla="*/ 4294126 w 7467600"/>
              <a:gd name="connsiteY487" fmla="*/ 3303048 h 6858000"/>
              <a:gd name="connsiteX488" fmla="*/ 4305321 w 7467600"/>
              <a:gd name="connsiteY488" fmla="*/ 3256953 h 6858000"/>
              <a:gd name="connsiteX489" fmla="*/ 4949299 w 7467600"/>
              <a:gd name="connsiteY489" fmla="*/ 3766336 h 6858000"/>
              <a:gd name="connsiteX490" fmla="*/ 5291452 w 7467600"/>
              <a:gd name="connsiteY490" fmla="*/ 4076801 h 6858000"/>
              <a:gd name="connsiteX491" fmla="*/ 5434998 w 7467600"/>
              <a:gd name="connsiteY491" fmla="*/ 4254100 h 6858000"/>
              <a:gd name="connsiteX492" fmla="*/ 5351015 w 7467600"/>
              <a:gd name="connsiteY492" fmla="*/ 3760989 h 6858000"/>
              <a:gd name="connsiteX493" fmla="*/ 5413780 w 7467600"/>
              <a:gd name="connsiteY493" fmla="*/ 2966265 h 6858000"/>
              <a:gd name="connsiteX494" fmla="*/ 5425627 w 7467600"/>
              <a:gd name="connsiteY494" fmla="*/ 2954192 h 6858000"/>
              <a:gd name="connsiteX495" fmla="*/ 6604735 w 7467600"/>
              <a:gd name="connsiteY495" fmla="*/ 2041381 h 6858000"/>
              <a:gd name="connsiteX496" fmla="*/ 7204487 w 7467600"/>
              <a:gd name="connsiteY496" fmla="*/ 2742112 h 6858000"/>
              <a:gd name="connsiteX497" fmla="*/ 7131592 w 7467600"/>
              <a:gd name="connsiteY497" fmla="*/ 2672096 h 6858000"/>
              <a:gd name="connsiteX498" fmla="*/ 6996344 w 7467600"/>
              <a:gd name="connsiteY498" fmla="*/ 2518310 h 6858000"/>
              <a:gd name="connsiteX499" fmla="*/ 6735495 w 7467600"/>
              <a:gd name="connsiteY499" fmla="*/ 2196890 h 6858000"/>
              <a:gd name="connsiteX500" fmla="*/ 6721901 w 7467600"/>
              <a:gd name="connsiteY500" fmla="*/ 2179274 h 6858000"/>
              <a:gd name="connsiteX501" fmla="*/ 6604735 w 7467600"/>
              <a:gd name="connsiteY501" fmla="*/ 2041381 h 6858000"/>
              <a:gd name="connsiteX502" fmla="*/ 6591670 w 7467600"/>
              <a:gd name="connsiteY502" fmla="*/ 1988277 h 6858000"/>
              <a:gd name="connsiteX503" fmla="*/ 6747349 w 7467600"/>
              <a:gd name="connsiteY503" fmla="*/ 2160069 h 6858000"/>
              <a:gd name="connsiteX504" fmla="*/ 6760943 w 7467600"/>
              <a:gd name="connsiteY504" fmla="*/ 2177686 h 6858000"/>
              <a:gd name="connsiteX505" fmla="*/ 7021065 w 7467600"/>
              <a:gd name="connsiteY505" fmla="*/ 2498102 h 6858000"/>
              <a:gd name="connsiteX506" fmla="*/ 7155223 w 7467600"/>
              <a:gd name="connsiteY506" fmla="*/ 2650386 h 6858000"/>
              <a:gd name="connsiteX507" fmla="*/ 7203167 w 7467600"/>
              <a:gd name="connsiteY507" fmla="*/ 2697288 h 6858000"/>
              <a:gd name="connsiteX508" fmla="*/ 6937703 w 7467600"/>
              <a:gd name="connsiteY508" fmla="*/ 2321981 h 6858000"/>
              <a:gd name="connsiteX509" fmla="*/ 6591670 w 7467600"/>
              <a:gd name="connsiteY509" fmla="*/ 1988277 h 6858000"/>
              <a:gd name="connsiteX510" fmla="*/ 5798671 w 7467600"/>
              <a:gd name="connsiteY510" fmla="*/ 1981601 h 6858000"/>
              <a:gd name="connsiteX511" fmla="*/ 5754709 w 7467600"/>
              <a:gd name="connsiteY511" fmla="*/ 2071454 h 6858000"/>
              <a:gd name="connsiteX512" fmla="*/ 5763044 w 7467600"/>
              <a:gd name="connsiteY512" fmla="*/ 2842206 h 6858000"/>
              <a:gd name="connsiteX513" fmla="*/ 5764974 w 7467600"/>
              <a:gd name="connsiteY513" fmla="*/ 2799609 h 6858000"/>
              <a:gd name="connsiteX514" fmla="*/ 5767665 w 7467600"/>
              <a:gd name="connsiteY514" fmla="*/ 2666409 h 6858000"/>
              <a:gd name="connsiteX515" fmla="*/ 5763055 w 7467600"/>
              <a:gd name="connsiteY515" fmla="*/ 2579705 h 6858000"/>
              <a:gd name="connsiteX516" fmla="*/ 5758079 w 7467600"/>
              <a:gd name="connsiteY516" fmla="*/ 2492508 h 6858000"/>
              <a:gd name="connsiteX517" fmla="*/ 5779325 w 7467600"/>
              <a:gd name="connsiteY517" fmla="*/ 2197069 h 6858000"/>
              <a:gd name="connsiteX518" fmla="*/ 5798671 w 7467600"/>
              <a:gd name="connsiteY518" fmla="*/ 1981601 h 6858000"/>
              <a:gd name="connsiteX519" fmla="*/ 5829202 w 7467600"/>
              <a:gd name="connsiteY519" fmla="*/ 1971679 h 6858000"/>
              <a:gd name="connsiteX520" fmla="*/ 5809558 w 7467600"/>
              <a:gd name="connsiteY520" fmla="*/ 2198043 h 6858000"/>
              <a:gd name="connsiteX521" fmla="*/ 5788653 w 7467600"/>
              <a:gd name="connsiteY521" fmla="*/ 2489430 h 6858000"/>
              <a:gd name="connsiteX522" fmla="*/ 5793439 w 7467600"/>
              <a:gd name="connsiteY522" fmla="*/ 2575235 h 6858000"/>
              <a:gd name="connsiteX523" fmla="*/ 5796837 w 7467600"/>
              <a:gd name="connsiteY523" fmla="*/ 2637633 h 6858000"/>
              <a:gd name="connsiteX524" fmla="*/ 5818614 w 7467600"/>
              <a:gd name="connsiteY524" fmla="*/ 2473055 h 6858000"/>
              <a:gd name="connsiteX525" fmla="*/ 5829202 w 7467600"/>
              <a:gd name="connsiteY525" fmla="*/ 1971679 h 6858000"/>
              <a:gd name="connsiteX526" fmla="*/ 5911389 w 7467600"/>
              <a:gd name="connsiteY526" fmla="*/ 1898371 h 6858000"/>
              <a:gd name="connsiteX527" fmla="*/ 6237627 w 7467600"/>
              <a:gd name="connsiteY527" fmla="*/ 2231921 h 6858000"/>
              <a:gd name="connsiteX528" fmla="*/ 5911389 w 7467600"/>
              <a:gd name="connsiteY528" fmla="*/ 1898371 h 6858000"/>
              <a:gd name="connsiteX529" fmla="*/ 6944437 w 7467600"/>
              <a:gd name="connsiteY529" fmla="*/ 1575402 h 6858000"/>
              <a:gd name="connsiteX530" fmla="*/ 6304730 w 7467600"/>
              <a:gd name="connsiteY530" fmla="*/ 1766654 h 6858000"/>
              <a:gd name="connsiteX531" fmla="*/ 6944437 w 7467600"/>
              <a:gd name="connsiteY531" fmla="*/ 1575402 h 6858000"/>
              <a:gd name="connsiteX532" fmla="*/ 7019523 w 7467600"/>
              <a:gd name="connsiteY532" fmla="*/ 1519450 h 6858000"/>
              <a:gd name="connsiteX533" fmla="*/ 6298091 w 7467600"/>
              <a:gd name="connsiteY533" fmla="*/ 1737122 h 6858000"/>
              <a:gd name="connsiteX534" fmla="*/ 7019523 w 7467600"/>
              <a:gd name="connsiteY534" fmla="*/ 1519450 h 6858000"/>
              <a:gd name="connsiteX535" fmla="*/ 2399523 w 7467600"/>
              <a:gd name="connsiteY535" fmla="*/ 1428234 h 6858000"/>
              <a:gd name="connsiteX536" fmla="*/ 2224982 w 7467600"/>
              <a:gd name="connsiteY536" fmla="*/ 1826201 h 6858000"/>
              <a:gd name="connsiteX537" fmla="*/ 2096099 w 7467600"/>
              <a:gd name="connsiteY537" fmla="*/ 2345900 h 6858000"/>
              <a:gd name="connsiteX538" fmla="*/ 2283317 w 7467600"/>
              <a:gd name="connsiteY538" fmla="*/ 1796925 h 6858000"/>
              <a:gd name="connsiteX539" fmla="*/ 2399523 w 7467600"/>
              <a:gd name="connsiteY539" fmla="*/ 1428234 h 6858000"/>
              <a:gd name="connsiteX540" fmla="*/ 2448558 w 7467600"/>
              <a:gd name="connsiteY540" fmla="*/ 1373435 h 6858000"/>
              <a:gd name="connsiteX541" fmla="*/ 2312521 w 7467600"/>
              <a:gd name="connsiteY541" fmla="*/ 1806140 h 6858000"/>
              <a:gd name="connsiteX542" fmla="*/ 2127533 w 7467600"/>
              <a:gd name="connsiteY542" fmla="*/ 2348380 h 6858000"/>
              <a:gd name="connsiteX543" fmla="*/ 2358080 w 7467600"/>
              <a:gd name="connsiteY543" fmla="*/ 1866134 h 6858000"/>
              <a:gd name="connsiteX544" fmla="*/ 2407436 w 7467600"/>
              <a:gd name="connsiteY544" fmla="*/ 1651070 h 6858000"/>
              <a:gd name="connsiteX545" fmla="*/ 2448558 w 7467600"/>
              <a:gd name="connsiteY545" fmla="*/ 1373435 h 6858000"/>
              <a:gd name="connsiteX546" fmla="*/ 278707 w 7467600"/>
              <a:gd name="connsiteY546" fmla="*/ 1352270 h 6858000"/>
              <a:gd name="connsiteX547" fmla="*/ 321570 w 7467600"/>
              <a:gd name="connsiteY547" fmla="*/ 1861610 h 6858000"/>
              <a:gd name="connsiteX548" fmla="*/ 294281 w 7467600"/>
              <a:gd name="connsiteY548" fmla="*/ 1440658 h 6858000"/>
              <a:gd name="connsiteX549" fmla="*/ 278707 w 7467600"/>
              <a:gd name="connsiteY549" fmla="*/ 1352270 h 6858000"/>
              <a:gd name="connsiteX550" fmla="*/ 1423821 w 7467600"/>
              <a:gd name="connsiteY550" fmla="*/ 1351958 h 6858000"/>
              <a:gd name="connsiteX551" fmla="*/ 1638521 w 7467600"/>
              <a:gd name="connsiteY551" fmla="*/ 1908470 h 6858000"/>
              <a:gd name="connsiteX552" fmla="*/ 1754199 w 7467600"/>
              <a:gd name="connsiteY552" fmla="*/ 2149284 h 6858000"/>
              <a:gd name="connsiteX553" fmla="*/ 1908359 w 7467600"/>
              <a:gd name="connsiteY553" fmla="*/ 2364988 h 6858000"/>
              <a:gd name="connsiteX554" fmla="*/ 1647661 w 7467600"/>
              <a:gd name="connsiteY554" fmla="*/ 1825945 h 6858000"/>
              <a:gd name="connsiteX555" fmla="*/ 1423821 w 7467600"/>
              <a:gd name="connsiteY555" fmla="*/ 1351958 h 6858000"/>
              <a:gd name="connsiteX556" fmla="*/ 1431890 w 7467600"/>
              <a:gd name="connsiteY556" fmla="*/ 1306475 h 6858000"/>
              <a:gd name="connsiteX557" fmla="*/ 1507597 w 7467600"/>
              <a:gd name="connsiteY557" fmla="*/ 1446132 h 6858000"/>
              <a:gd name="connsiteX558" fmla="*/ 1674586 w 7467600"/>
              <a:gd name="connsiteY558" fmla="*/ 1813832 h 6858000"/>
              <a:gd name="connsiteX559" fmla="*/ 1815950 w 7467600"/>
              <a:gd name="connsiteY559" fmla="*/ 2128564 h 6858000"/>
              <a:gd name="connsiteX560" fmla="*/ 1984242 w 7467600"/>
              <a:gd name="connsiteY560" fmla="*/ 2430829 h 6858000"/>
              <a:gd name="connsiteX561" fmla="*/ 2014023 w 7467600"/>
              <a:gd name="connsiteY561" fmla="*/ 2450995 h 6858000"/>
              <a:gd name="connsiteX562" fmla="*/ 1747337 w 7467600"/>
              <a:gd name="connsiteY562" fmla="*/ 1855264 h 6858000"/>
              <a:gd name="connsiteX563" fmla="*/ 1533749 w 7467600"/>
              <a:gd name="connsiteY563" fmla="*/ 1478656 h 6858000"/>
              <a:gd name="connsiteX564" fmla="*/ 1431890 w 7467600"/>
              <a:gd name="connsiteY564" fmla="*/ 1306475 h 6858000"/>
              <a:gd name="connsiteX565" fmla="*/ 5052692 w 7467600"/>
              <a:gd name="connsiteY565" fmla="*/ 1292994 h 6858000"/>
              <a:gd name="connsiteX566" fmla="*/ 5200661 w 7467600"/>
              <a:gd name="connsiteY566" fmla="*/ 1635186 h 6858000"/>
              <a:gd name="connsiteX567" fmla="*/ 5297138 w 7467600"/>
              <a:gd name="connsiteY567" fmla="*/ 1906351 h 6858000"/>
              <a:gd name="connsiteX568" fmla="*/ 5052692 w 7467600"/>
              <a:gd name="connsiteY568" fmla="*/ 1292994 h 6858000"/>
              <a:gd name="connsiteX569" fmla="*/ 5009948 w 7467600"/>
              <a:gd name="connsiteY569" fmla="*/ 1273619 h 6858000"/>
              <a:gd name="connsiteX570" fmla="*/ 5121777 w 7467600"/>
              <a:gd name="connsiteY570" fmla="*/ 1654213 h 6858000"/>
              <a:gd name="connsiteX571" fmla="*/ 5293545 w 7467600"/>
              <a:gd name="connsiteY571" fmla="*/ 2072247 h 6858000"/>
              <a:gd name="connsiteX572" fmla="*/ 5294042 w 7467600"/>
              <a:gd name="connsiteY572" fmla="*/ 2065019 h 6858000"/>
              <a:gd name="connsiteX573" fmla="*/ 5171936 w 7467600"/>
              <a:gd name="connsiteY573" fmla="*/ 1647613 h 6858000"/>
              <a:gd name="connsiteX574" fmla="*/ 5009948 w 7467600"/>
              <a:gd name="connsiteY574" fmla="*/ 1273619 h 6858000"/>
              <a:gd name="connsiteX575" fmla="*/ 655236 w 7467600"/>
              <a:gd name="connsiteY575" fmla="*/ 1268632 h 6858000"/>
              <a:gd name="connsiteX576" fmla="*/ 839521 w 7467600"/>
              <a:gd name="connsiteY576" fmla="*/ 1685315 h 6858000"/>
              <a:gd name="connsiteX577" fmla="*/ 1109416 w 7467600"/>
              <a:gd name="connsiteY577" fmla="*/ 2061663 h 6858000"/>
              <a:gd name="connsiteX578" fmla="*/ 1298300 w 7467600"/>
              <a:gd name="connsiteY578" fmla="*/ 2247742 h 6858000"/>
              <a:gd name="connsiteX579" fmla="*/ 1125871 w 7467600"/>
              <a:gd name="connsiteY579" fmla="*/ 1989513 h 6858000"/>
              <a:gd name="connsiteX580" fmla="*/ 981574 w 7467600"/>
              <a:gd name="connsiteY580" fmla="*/ 1783157 h 6858000"/>
              <a:gd name="connsiteX581" fmla="*/ 922198 w 7467600"/>
              <a:gd name="connsiteY581" fmla="*/ 1677437 h 6858000"/>
              <a:gd name="connsiteX582" fmla="*/ 869293 w 7467600"/>
              <a:gd name="connsiteY582" fmla="*/ 1583214 h 6858000"/>
              <a:gd name="connsiteX583" fmla="*/ 751431 w 7467600"/>
              <a:gd name="connsiteY583" fmla="*/ 1405731 h 6858000"/>
              <a:gd name="connsiteX584" fmla="*/ 655236 w 7467600"/>
              <a:gd name="connsiteY584" fmla="*/ 1268632 h 6858000"/>
              <a:gd name="connsiteX585" fmla="*/ 6516292 w 7467600"/>
              <a:gd name="connsiteY585" fmla="*/ 1263064 h 6858000"/>
              <a:gd name="connsiteX586" fmla="*/ 5736320 w 7467600"/>
              <a:gd name="connsiteY586" fmla="*/ 1501803 h 6858000"/>
              <a:gd name="connsiteX587" fmla="*/ 6516292 w 7467600"/>
              <a:gd name="connsiteY587" fmla="*/ 1263064 h 6858000"/>
              <a:gd name="connsiteX588" fmla="*/ 291466 w 7467600"/>
              <a:gd name="connsiteY588" fmla="*/ 1250369 h 6858000"/>
              <a:gd name="connsiteX589" fmla="*/ 323180 w 7467600"/>
              <a:gd name="connsiteY589" fmla="*/ 1435283 h 6858000"/>
              <a:gd name="connsiteX590" fmla="*/ 349381 w 7467600"/>
              <a:gd name="connsiteY590" fmla="*/ 1875041 h 6858000"/>
              <a:gd name="connsiteX591" fmla="*/ 374363 w 7467600"/>
              <a:gd name="connsiteY591" fmla="*/ 1506494 h 6858000"/>
              <a:gd name="connsiteX592" fmla="*/ 302168 w 7467600"/>
              <a:gd name="connsiteY592" fmla="*/ 1274495 h 6858000"/>
              <a:gd name="connsiteX593" fmla="*/ 291466 w 7467600"/>
              <a:gd name="connsiteY593" fmla="*/ 1250369 h 6858000"/>
              <a:gd name="connsiteX594" fmla="*/ 678222 w 7467600"/>
              <a:gd name="connsiteY594" fmla="*/ 1248670 h 6858000"/>
              <a:gd name="connsiteX595" fmla="*/ 775536 w 7467600"/>
              <a:gd name="connsiteY595" fmla="*/ 1388015 h 6858000"/>
              <a:gd name="connsiteX596" fmla="*/ 894529 w 7467600"/>
              <a:gd name="connsiteY596" fmla="*/ 1567739 h 6858000"/>
              <a:gd name="connsiteX597" fmla="*/ 948000 w 7467600"/>
              <a:gd name="connsiteY597" fmla="*/ 1663088 h 6858000"/>
              <a:gd name="connsiteX598" fmla="*/ 1006812 w 7467600"/>
              <a:gd name="connsiteY598" fmla="*/ 1767683 h 6858000"/>
              <a:gd name="connsiteX599" fmla="*/ 1149133 w 7467600"/>
              <a:gd name="connsiteY599" fmla="*/ 1971513 h 6858000"/>
              <a:gd name="connsiteX600" fmla="*/ 1333952 w 7467600"/>
              <a:gd name="connsiteY600" fmla="*/ 2251620 h 6858000"/>
              <a:gd name="connsiteX601" fmla="*/ 1337329 w 7467600"/>
              <a:gd name="connsiteY601" fmla="*/ 2258350 h 6858000"/>
              <a:gd name="connsiteX602" fmla="*/ 1014726 w 7467600"/>
              <a:gd name="connsiteY602" fmla="*/ 1615556 h 6858000"/>
              <a:gd name="connsiteX603" fmla="*/ 678222 w 7467600"/>
              <a:gd name="connsiteY603" fmla="*/ 1248670 h 6858000"/>
              <a:gd name="connsiteX604" fmla="*/ 6691602 w 7467600"/>
              <a:gd name="connsiteY604" fmla="*/ 1140573 h 6858000"/>
              <a:gd name="connsiteX605" fmla="*/ 6571100 w 7467600"/>
              <a:gd name="connsiteY605" fmla="*/ 1183662 h 6858000"/>
              <a:gd name="connsiteX606" fmla="*/ 6241687 w 7467600"/>
              <a:gd name="connsiteY606" fmla="*/ 1257600 h 6858000"/>
              <a:gd name="connsiteX607" fmla="*/ 5693009 w 7467600"/>
              <a:gd name="connsiteY607" fmla="*/ 1478256 h 6858000"/>
              <a:gd name="connsiteX608" fmla="*/ 6548420 w 7467600"/>
              <a:gd name="connsiteY608" fmla="*/ 1214599 h 6858000"/>
              <a:gd name="connsiteX609" fmla="*/ 6605473 w 7467600"/>
              <a:gd name="connsiteY609" fmla="*/ 1184686 h 6858000"/>
              <a:gd name="connsiteX610" fmla="*/ 6691602 w 7467600"/>
              <a:gd name="connsiteY610" fmla="*/ 1140573 h 6858000"/>
              <a:gd name="connsiteX611" fmla="*/ 4002475 w 7467600"/>
              <a:gd name="connsiteY611" fmla="*/ 1037802 h 6858000"/>
              <a:gd name="connsiteX612" fmla="*/ 4000324 w 7467600"/>
              <a:gd name="connsiteY612" fmla="*/ 1039362 h 6858000"/>
              <a:gd name="connsiteX613" fmla="*/ 4002862 w 7467600"/>
              <a:gd name="connsiteY613" fmla="*/ 1042866 h 6858000"/>
              <a:gd name="connsiteX614" fmla="*/ 4002475 w 7467600"/>
              <a:gd name="connsiteY614" fmla="*/ 1037802 h 6858000"/>
              <a:gd name="connsiteX615" fmla="*/ 506322 w 7467600"/>
              <a:gd name="connsiteY615" fmla="*/ 1020997 h 6858000"/>
              <a:gd name="connsiteX616" fmla="*/ 533068 w 7467600"/>
              <a:gd name="connsiteY616" fmla="*/ 1029409 h 6858000"/>
              <a:gd name="connsiteX617" fmla="*/ 1232525 w 7467600"/>
              <a:gd name="connsiteY617" fmla="*/ 1804675 h 6858000"/>
              <a:gd name="connsiteX618" fmla="*/ 1388858 w 7467600"/>
              <a:gd name="connsiteY618" fmla="*/ 2368011 h 6858000"/>
              <a:gd name="connsiteX619" fmla="*/ 1384098 w 7467600"/>
              <a:gd name="connsiteY619" fmla="*/ 2378125 h 6858000"/>
              <a:gd name="connsiteX620" fmla="*/ 1425393 w 7467600"/>
              <a:gd name="connsiteY620" fmla="*/ 2589124 h 6858000"/>
              <a:gd name="connsiteX621" fmla="*/ 1424001 w 7467600"/>
              <a:gd name="connsiteY621" fmla="*/ 2597541 h 6858000"/>
              <a:gd name="connsiteX622" fmla="*/ 2152729 w 7467600"/>
              <a:gd name="connsiteY622" fmla="*/ 2864487 h 6858000"/>
              <a:gd name="connsiteX623" fmla="*/ 2020609 w 7467600"/>
              <a:gd name="connsiteY623" fmla="*/ 2539671 h 6858000"/>
              <a:gd name="connsiteX624" fmla="*/ 2018920 w 7467600"/>
              <a:gd name="connsiteY624" fmla="*/ 2536309 h 6858000"/>
              <a:gd name="connsiteX625" fmla="*/ 1342441 w 7467600"/>
              <a:gd name="connsiteY625" fmla="*/ 1173017 h 6858000"/>
              <a:gd name="connsiteX626" fmla="*/ 1367925 w 7467600"/>
              <a:gd name="connsiteY626" fmla="*/ 1135648 h 6858000"/>
              <a:gd name="connsiteX627" fmla="*/ 1771401 w 7467600"/>
              <a:gd name="connsiteY627" fmla="*/ 1806673 h 6858000"/>
              <a:gd name="connsiteX628" fmla="*/ 1972385 w 7467600"/>
              <a:gd name="connsiteY628" fmla="*/ 2198735 h 6858000"/>
              <a:gd name="connsiteX629" fmla="*/ 2040892 w 7467600"/>
              <a:gd name="connsiteY629" fmla="*/ 2405205 h 6858000"/>
              <a:gd name="connsiteX630" fmla="*/ 2131689 w 7467600"/>
              <a:gd name="connsiteY630" fmla="*/ 1936926 h 6858000"/>
              <a:gd name="connsiteX631" fmla="*/ 2454820 w 7467600"/>
              <a:gd name="connsiteY631" fmla="*/ 1248808 h 6858000"/>
              <a:gd name="connsiteX632" fmla="*/ 2492512 w 7467600"/>
              <a:gd name="connsiteY632" fmla="*/ 1302920 h 6858000"/>
              <a:gd name="connsiteX633" fmla="*/ 2081216 w 7467600"/>
              <a:gd name="connsiteY633" fmla="*/ 2527513 h 6858000"/>
              <a:gd name="connsiteX634" fmla="*/ 2081211 w 7467600"/>
              <a:gd name="connsiteY634" fmla="*/ 2528916 h 6858000"/>
              <a:gd name="connsiteX635" fmla="*/ 2199067 w 7467600"/>
              <a:gd name="connsiteY635" fmla="*/ 2884061 h 6858000"/>
              <a:gd name="connsiteX636" fmla="*/ 3192586 w 7467600"/>
              <a:gd name="connsiteY636" fmla="*/ 3411496 h 6858000"/>
              <a:gd name="connsiteX637" fmla="*/ 3182620 w 7467600"/>
              <a:gd name="connsiteY637" fmla="*/ 3483279 h 6858000"/>
              <a:gd name="connsiteX638" fmla="*/ 2435119 w 7467600"/>
              <a:gd name="connsiteY638" fmla="*/ 3080173 h 6858000"/>
              <a:gd name="connsiteX639" fmla="*/ 2410152 w 7467600"/>
              <a:gd name="connsiteY639" fmla="*/ 3063751 h 6858000"/>
              <a:gd name="connsiteX640" fmla="*/ 2408099 w 7467600"/>
              <a:gd name="connsiteY640" fmla="*/ 3064403 h 6858000"/>
              <a:gd name="connsiteX641" fmla="*/ 2407218 w 7467600"/>
              <a:gd name="connsiteY641" fmla="*/ 3070324 h 6858000"/>
              <a:gd name="connsiteX642" fmla="*/ 2380138 w 7467600"/>
              <a:gd name="connsiteY642" fmla="*/ 3099341 h 6858000"/>
              <a:gd name="connsiteX643" fmla="*/ 1765923 w 7467600"/>
              <a:gd name="connsiteY643" fmla="*/ 3581043 h 6858000"/>
              <a:gd name="connsiteX644" fmla="*/ 1702258 w 7467600"/>
              <a:gd name="connsiteY644" fmla="*/ 3612286 h 6858000"/>
              <a:gd name="connsiteX645" fmla="*/ 1538370 w 7467600"/>
              <a:gd name="connsiteY645" fmla="*/ 3811804 h 6858000"/>
              <a:gd name="connsiteX646" fmla="*/ 542867 w 7467600"/>
              <a:gd name="connsiteY646" fmla="*/ 4944092 h 6858000"/>
              <a:gd name="connsiteX647" fmla="*/ 515800 w 7467600"/>
              <a:gd name="connsiteY647" fmla="*/ 4862180 h 6858000"/>
              <a:gd name="connsiteX648" fmla="*/ 909145 w 7467600"/>
              <a:gd name="connsiteY648" fmla="*/ 4199225 h 6858000"/>
              <a:gd name="connsiteX649" fmla="*/ 1214067 w 7467600"/>
              <a:gd name="connsiteY649" fmla="*/ 3908561 h 6858000"/>
              <a:gd name="connsiteX650" fmla="*/ 640967 w 7467600"/>
              <a:gd name="connsiteY650" fmla="*/ 4105601 h 6858000"/>
              <a:gd name="connsiteX651" fmla="*/ 112563 w 7467600"/>
              <a:gd name="connsiteY651" fmla="*/ 4396952 h 6858000"/>
              <a:gd name="connsiteX652" fmla="*/ 0 w 7467600"/>
              <a:gd name="connsiteY652" fmla="*/ 4466006 h 6858000"/>
              <a:gd name="connsiteX653" fmla="*/ 0 w 7467600"/>
              <a:gd name="connsiteY653" fmla="*/ 4233763 h 6858000"/>
              <a:gd name="connsiteX654" fmla="*/ 36881 w 7467600"/>
              <a:gd name="connsiteY654" fmla="*/ 4200118 h 6858000"/>
              <a:gd name="connsiteX655" fmla="*/ 910534 w 7467600"/>
              <a:gd name="connsiteY655" fmla="*/ 3629753 h 6858000"/>
              <a:gd name="connsiteX656" fmla="*/ 1578717 w 7467600"/>
              <a:gd name="connsiteY656" fmla="*/ 3575982 h 6858000"/>
              <a:gd name="connsiteX657" fmla="*/ 2338780 w 7467600"/>
              <a:gd name="connsiteY657" fmla="*/ 3033725 h 6858000"/>
              <a:gd name="connsiteX658" fmla="*/ 1807991 w 7467600"/>
              <a:gd name="connsiteY658" fmla="*/ 2807184 h 6858000"/>
              <a:gd name="connsiteX659" fmla="*/ 1416358 w 7467600"/>
              <a:gd name="connsiteY659" fmla="*/ 3112571 h 6858000"/>
              <a:gd name="connsiteX660" fmla="*/ 939066 w 7467600"/>
              <a:gd name="connsiteY660" fmla="*/ 3378798 h 6858000"/>
              <a:gd name="connsiteX661" fmla="*/ 115099 w 7467600"/>
              <a:gd name="connsiteY661" fmla="*/ 3607650 h 6858000"/>
              <a:gd name="connsiteX662" fmla="*/ 97284 w 7467600"/>
              <a:gd name="connsiteY662" fmla="*/ 3520393 h 6858000"/>
              <a:gd name="connsiteX663" fmla="*/ 922050 w 7467600"/>
              <a:gd name="connsiteY663" fmla="*/ 3074867 h 6858000"/>
              <a:gd name="connsiteX664" fmla="*/ 1405265 w 7467600"/>
              <a:gd name="connsiteY664" fmla="*/ 3016319 h 6858000"/>
              <a:gd name="connsiteX665" fmla="*/ 1407512 w 7467600"/>
              <a:gd name="connsiteY665" fmla="*/ 3018001 h 6858000"/>
              <a:gd name="connsiteX666" fmla="*/ 1726266 w 7467600"/>
              <a:gd name="connsiteY666" fmla="*/ 2777274 h 6858000"/>
              <a:gd name="connsiteX667" fmla="*/ 625390 w 7467600"/>
              <a:gd name="connsiteY667" fmla="*/ 2514541 h 6858000"/>
              <a:gd name="connsiteX668" fmla="*/ 619799 w 7467600"/>
              <a:gd name="connsiteY668" fmla="*/ 2527180 h 6858000"/>
              <a:gd name="connsiteX669" fmla="*/ 310030 w 7467600"/>
              <a:gd name="connsiteY669" fmla="*/ 2771818 h 6858000"/>
              <a:gd name="connsiteX670" fmla="*/ 173877 w 7467600"/>
              <a:gd name="connsiteY670" fmla="*/ 2937056 h 6858000"/>
              <a:gd name="connsiteX671" fmla="*/ 77889 w 7467600"/>
              <a:gd name="connsiteY671" fmla="*/ 3138440 h 6858000"/>
              <a:gd name="connsiteX672" fmla="*/ 0 w 7467600"/>
              <a:gd name="connsiteY672" fmla="*/ 3271395 h 6858000"/>
              <a:gd name="connsiteX673" fmla="*/ 0 w 7467600"/>
              <a:gd name="connsiteY673" fmla="*/ 3153002 h 6858000"/>
              <a:gd name="connsiteX674" fmla="*/ 2386 w 7467600"/>
              <a:gd name="connsiteY674" fmla="*/ 3149203 h 6858000"/>
              <a:gd name="connsiteX675" fmla="*/ 89753 w 7467600"/>
              <a:gd name="connsiteY675" fmla="*/ 2987702 h 6858000"/>
              <a:gd name="connsiteX676" fmla="*/ 76869 w 7467600"/>
              <a:gd name="connsiteY676" fmla="*/ 3005404 h 6858000"/>
              <a:gd name="connsiteX677" fmla="*/ 32049 w 7467600"/>
              <a:gd name="connsiteY677" fmla="*/ 3065814 h 6858000"/>
              <a:gd name="connsiteX678" fmla="*/ 0 w 7467600"/>
              <a:gd name="connsiteY678" fmla="*/ 3108744 h 6858000"/>
              <a:gd name="connsiteX679" fmla="*/ 0 w 7467600"/>
              <a:gd name="connsiteY679" fmla="*/ 3058059 h 6858000"/>
              <a:gd name="connsiteX680" fmla="*/ 7610 w 7467600"/>
              <a:gd name="connsiteY680" fmla="*/ 3047889 h 6858000"/>
              <a:gd name="connsiteX681" fmla="*/ 52419 w 7467600"/>
              <a:gd name="connsiteY681" fmla="*/ 2987479 h 6858000"/>
              <a:gd name="connsiteX682" fmla="*/ 59142 w 7467600"/>
              <a:gd name="connsiteY682" fmla="*/ 2978488 h 6858000"/>
              <a:gd name="connsiteX683" fmla="*/ 0 w 7467600"/>
              <a:gd name="connsiteY683" fmla="*/ 3015334 h 6858000"/>
              <a:gd name="connsiteX684" fmla="*/ 0 w 7467600"/>
              <a:gd name="connsiteY684" fmla="*/ 2914286 h 6858000"/>
              <a:gd name="connsiteX685" fmla="*/ 36383 w 7467600"/>
              <a:gd name="connsiteY685" fmla="*/ 2901128 h 6858000"/>
              <a:gd name="connsiteX686" fmla="*/ 156329 w 7467600"/>
              <a:gd name="connsiteY686" fmla="*/ 2840533 h 6858000"/>
              <a:gd name="connsiteX687" fmla="*/ 358355 w 7467600"/>
              <a:gd name="connsiteY687" fmla="*/ 2620471 h 6858000"/>
              <a:gd name="connsiteX688" fmla="*/ 510577 w 7467600"/>
              <a:gd name="connsiteY688" fmla="*/ 2501244 h 6858000"/>
              <a:gd name="connsiteX689" fmla="*/ 211967 w 7467600"/>
              <a:gd name="connsiteY689" fmla="*/ 2479171 h 6858000"/>
              <a:gd name="connsiteX690" fmla="*/ 0 w 7467600"/>
              <a:gd name="connsiteY690" fmla="*/ 2476398 h 6858000"/>
              <a:gd name="connsiteX691" fmla="*/ 0 w 7467600"/>
              <a:gd name="connsiteY691" fmla="*/ 2389189 h 6858000"/>
              <a:gd name="connsiteX692" fmla="*/ 103062 w 7467600"/>
              <a:gd name="connsiteY692" fmla="*/ 2389518 h 6858000"/>
              <a:gd name="connsiteX693" fmla="*/ 510734 w 7467600"/>
              <a:gd name="connsiteY693" fmla="*/ 2416201 h 6858000"/>
              <a:gd name="connsiteX694" fmla="*/ 279257 w 7467600"/>
              <a:gd name="connsiteY694" fmla="*/ 2092102 h 6858000"/>
              <a:gd name="connsiteX695" fmla="*/ 65265 w 7467600"/>
              <a:gd name="connsiteY695" fmla="*/ 2006049 h 6858000"/>
              <a:gd name="connsiteX696" fmla="*/ 0 w 7467600"/>
              <a:gd name="connsiteY696" fmla="*/ 1982532 h 6858000"/>
              <a:gd name="connsiteX697" fmla="*/ 0 w 7467600"/>
              <a:gd name="connsiteY697" fmla="*/ 1912789 h 6858000"/>
              <a:gd name="connsiteX698" fmla="*/ 97460 w 7467600"/>
              <a:gd name="connsiteY698" fmla="*/ 1953725 h 6858000"/>
              <a:gd name="connsiteX699" fmla="*/ 221272 w 7467600"/>
              <a:gd name="connsiteY699" fmla="*/ 1980766 h 6858000"/>
              <a:gd name="connsiteX700" fmla="*/ 116765 w 7467600"/>
              <a:gd name="connsiteY700" fmla="*/ 1911033 h 6858000"/>
              <a:gd name="connsiteX701" fmla="*/ 16405 w 7467600"/>
              <a:gd name="connsiteY701" fmla="*/ 1803412 h 6858000"/>
              <a:gd name="connsiteX702" fmla="*/ 0 w 7467600"/>
              <a:gd name="connsiteY702" fmla="*/ 1784777 h 6858000"/>
              <a:gd name="connsiteX703" fmla="*/ 0 w 7467600"/>
              <a:gd name="connsiteY703" fmla="*/ 1740082 h 6858000"/>
              <a:gd name="connsiteX704" fmla="*/ 39394 w 7467600"/>
              <a:gd name="connsiteY704" fmla="*/ 1784856 h 6858000"/>
              <a:gd name="connsiteX705" fmla="*/ 135813 w 7467600"/>
              <a:gd name="connsiteY705" fmla="*/ 1888838 h 6858000"/>
              <a:gd name="connsiteX706" fmla="*/ 242575 w 7467600"/>
              <a:gd name="connsiteY706" fmla="*/ 1958841 h 6858000"/>
              <a:gd name="connsiteX707" fmla="*/ 82197 w 7467600"/>
              <a:gd name="connsiteY707" fmla="*/ 1754826 h 6858000"/>
              <a:gd name="connsiteX708" fmla="*/ 0 w 7467600"/>
              <a:gd name="connsiteY708" fmla="*/ 1679650 h 6858000"/>
              <a:gd name="connsiteX709" fmla="*/ 0 w 7467600"/>
              <a:gd name="connsiteY709" fmla="*/ 1602463 h 6858000"/>
              <a:gd name="connsiteX710" fmla="*/ 84689 w 7467600"/>
              <a:gd name="connsiteY710" fmla="*/ 1677442 h 6858000"/>
              <a:gd name="connsiteX711" fmla="*/ 298437 w 7467600"/>
              <a:gd name="connsiteY711" fmla="*/ 1968019 h 6858000"/>
              <a:gd name="connsiteX712" fmla="*/ 227269 w 7467600"/>
              <a:gd name="connsiteY712" fmla="*/ 1114064 h 6858000"/>
              <a:gd name="connsiteX713" fmla="*/ 248003 w 7467600"/>
              <a:gd name="connsiteY713" fmla="*/ 1089613 h 6858000"/>
              <a:gd name="connsiteX714" fmla="*/ 427020 w 7467600"/>
              <a:gd name="connsiteY714" fmla="*/ 1619803 h 6858000"/>
              <a:gd name="connsiteX715" fmla="*/ 340345 w 7467600"/>
              <a:gd name="connsiteY715" fmla="*/ 2027739 h 6858000"/>
              <a:gd name="connsiteX716" fmla="*/ 360865 w 7467600"/>
              <a:gd name="connsiteY716" fmla="*/ 2044827 h 6858000"/>
              <a:gd name="connsiteX717" fmla="*/ 560414 w 7467600"/>
              <a:gd name="connsiteY717" fmla="*/ 2421457 h 6858000"/>
              <a:gd name="connsiteX718" fmla="*/ 1359703 w 7467600"/>
              <a:gd name="connsiteY718" fmla="*/ 2578554 h 6858000"/>
              <a:gd name="connsiteX719" fmla="*/ 1359422 w 7467600"/>
              <a:gd name="connsiteY719" fmla="*/ 2577994 h 6858000"/>
              <a:gd name="connsiteX720" fmla="*/ 828701 w 7467600"/>
              <a:gd name="connsiteY720" fmla="*/ 1839520 h 6858000"/>
              <a:gd name="connsiteX721" fmla="*/ 494427 w 7467600"/>
              <a:gd name="connsiteY721" fmla="*/ 1092333 h 6858000"/>
              <a:gd name="connsiteX722" fmla="*/ 506322 w 7467600"/>
              <a:gd name="connsiteY722" fmla="*/ 1020997 h 6858000"/>
              <a:gd name="connsiteX723" fmla="*/ 4570198 w 7467600"/>
              <a:gd name="connsiteY723" fmla="*/ 978081 h 6858000"/>
              <a:gd name="connsiteX724" fmla="*/ 4523691 w 7467600"/>
              <a:gd name="connsiteY724" fmla="*/ 1127776 h 6858000"/>
              <a:gd name="connsiteX725" fmla="*/ 4509875 w 7467600"/>
              <a:gd name="connsiteY725" fmla="*/ 1167552 h 6858000"/>
              <a:gd name="connsiteX726" fmla="*/ 4478168 w 7467600"/>
              <a:gd name="connsiteY726" fmla="*/ 1260735 h 6858000"/>
              <a:gd name="connsiteX727" fmla="*/ 4409309 w 7467600"/>
              <a:gd name="connsiteY727" fmla="*/ 1666996 h 6858000"/>
              <a:gd name="connsiteX728" fmla="*/ 4370031 w 7467600"/>
              <a:gd name="connsiteY728" fmla="*/ 1955666 h 6858000"/>
              <a:gd name="connsiteX729" fmla="*/ 4570198 w 7467600"/>
              <a:gd name="connsiteY729" fmla="*/ 978081 h 6858000"/>
              <a:gd name="connsiteX730" fmla="*/ 4557898 w 7467600"/>
              <a:gd name="connsiteY730" fmla="*/ 900011 h 6858000"/>
              <a:gd name="connsiteX731" fmla="*/ 4344840 w 7467600"/>
              <a:gd name="connsiteY731" fmla="*/ 1922038 h 6858000"/>
              <a:gd name="connsiteX732" fmla="*/ 4378710 w 7467600"/>
              <a:gd name="connsiteY732" fmla="*/ 1665516 h 6858000"/>
              <a:gd name="connsiteX733" fmla="*/ 4448798 w 7467600"/>
              <a:gd name="connsiteY733" fmla="*/ 1253024 h 6858000"/>
              <a:gd name="connsiteX734" fmla="*/ 4480315 w 7467600"/>
              <a:gd name="connsiteY734" fmla="*/ 1158454 h 6858000"/>
              <a:gd name="connsiteX735" fmla="*/ 4494133 w 7467600"/>
              <a:gd name="connsiteY735" fmla="*/ 1118676 h 6858000"/>
              <a:gd name="connsiteX736" fmla="*/ 4557898 w 7467600"/>
              <a:gd name="connsiteY736" fmla="*/ 900011 h 6858000"/>
              <a:gd name="connsiteX737" fmla="*/ 5870151 w 7467600"/>
              <a:gd name="connsiteY737" fmla="*/ 898890 h 6858000"/>
              <a:gd name="connsiteX738" fmla="*/ 5861335 w 7467600"/>
              <a:gd name="connsiteY738" fmla="*/ 899177 h 6858000"/>
              <a:gd name="connsiteX739" fmla="*/ 5843702 w 7467600"/>
              <a:gd name="connsiteY739" fmla="*/ 899748 h 6858000"/>
              <a:gd name="connsiteX740" fmla="*/ 5651107 w 7467600"/>
              <a:gd name="connsiteY740" fmla="*/ 920306 h 6858000"/>
              <a:gd name="connsiteX741" fmla="*/ 5459407 w 7467600"/>
              <a:gd name="connsiteY741" fmla="*/ 940975 h 6858000"/>
              <a:gd name="connsiteX742" fmla="*/ 5374846 w 7467600"/>
              <a:gd name="connsiteY742" fmla="*/ 941988 h 6858000"/>
              <a:gd name="connsiteX743" fmla="*/ 5256105 w 7467600"/>
              <a:gd name="connsiteY743" fmla="*/ 945632 h 6858000"/>
              <a:gd name="connsiteX744" fmla="*/ 5107071 w 7467600"/>
              <a:gd name="connsiteY744" fmla="*/ 969720 h 6858000"/>
              <a:gd name="connsiteX745" fmla="*/ 4998681 w 7467600"/>
              <a:gd name="connsiteY745" fmla="*/ 988771 h 6858000"/>
              <a:gd name="connsiteX746" fmla="*/ 5870151 w 7467600"/>
              <a:gd name="connsiteY746" fmla="*/ 898890 h 6858000"/>
              <a:gd name="connsiteX747" fmla="*/ 5504425 w 7467600"/>
              <a:gd name="connsiteY747" fmla="*/ 848067 h 6858000"/>
              <a:gd name="connsiteX748" fmla="*/ 4968849 w 7467600"/>
              <a:gd name="connsiteY748" fmla="*/ 962318 h 6858000"/>
              <a:gd name="connsiteX749" fmla="*/ 5104039 w 7467600"/>
              <a:gd name="connsiteY749" fmla="*/ 940634 h 6858000"/>
              <a:gd name="connsiteX750" fmla="*/ 5256311 w 7467600"/>
              <a:gd name="connsiteY750" fmla="*/ 916490 h 6858000"/>
              <a:gd name="connsiteX751" fmla="*/ 5377381 w 7467600"/>
              <a:gd name="connsiteY751" fmla="*/ 912671 h 6858000"/>
              <a:gd name="connsiteX752" fmla="*/ 5460148 w 7467600"/>
              <a:gd name="connsiteY752" fmla="*/ 911442 h 6858000"/>
              <a:gd name="connsiteX753" fmla="*/ 5648971 w 7467600"/>
              <a:gd name="connsiteY753" fmla="*/ 891331 h 6858000"/>
              <a:gd name="connsiteX754" fmla="*/ 5844807 w 7467600"/>
              <a:gd name="connsiteY754" fmla="*/ 870718 h 6858000"/>
              <a:gd name="connsiteX755" fmla="*/ 5862975 w 7467600"/>
              <a:gd name="connsiteY755" fmla="*/ 869756 h 6858000"/>
              <a:gd name="connsiteX756" fmla="*/ 5920887 w 7467600"/>
              <a:gd name="connsiteY756" fmla="*/ 865929 h 6858000"/>
              <a:gd name="connsiteX757" fmla="*/ 5504425 w 7467600"/>
              <a:gd name="connsiteY757" fmla="*/ 848067 h 6858000"/>
              <a:gd name="connsiteX758" fmla="*/ 3607114 w 7467600"/>
              <a:gd name="connsiteY758" fmla="*/ 467441 h 6858000"/>
              <a:gd name="connsiteX759" fmla="*/ 3296242 w 7467600"/>
              <a:gd name="connsiteY759" fmla="*/ 807991 h 6858000"/>
              <a:gd name="connsiteX760" fmla="*/ 3174674 w 7467600"/>
              <a:gd name="connsiteY760" fmla="*/ 919759 h 6858000"/>
              <a:gd name="connsiteX761" fmla="*/ 3042978 w 7467600"/>
              <a:gd name="connsiteY761" fmla="*/ 1054894 h 6858000"/>
              <a:gd name="connsiteX762" fmla="*/ 2968914 w 7467600"/>
              <a:gd name="connsiteY762" fmla="*/ 1133756 h 6858000"/>
              <a:gd name="connsiteX763" fmla="*/ 3103823 w 7467600"/>
              <a:gd name="connsiteY763" fmla="*/ 1026814 h 6858000"/>
              <a:gd name="connsiteX764" fmla="*/ 3607114 w 7467600"/>
              <a:gd name="connsiteY764" fmla="*/ 467441 h 6858000"/>
              <a:gd name="connsiteX765" fmla="*/ 3744487 w 7467600"/>
              <a:gd name="connsiteY765" fmla="*/ 383136 h 6858000"/>
              <a:gd name="connsiteX766" fmla="*/ 3970213 w 7467600"/>
              <a:gd name="connsiteY766" fmla="*/ 995559 h 6858000"/>
              <a:gd name="connsiteX767" fmla="*/ 3744487 w 7467600"/>
              <a:gd name="connsiteY767" fmla="*/ 383136 h 6858000"/>
              <a:gd name="connsiteX768" fmla="*/ 3624562 w 7467600"/>
              <a:gd name="connsiteY768" fmla="*/ 367041 h 6858000"/>
              <a:gd name="connsiteX769" fmla="*/ 3489712 w 7467600"/>
              <a:gd name="connsiteY769" fmla="*/ 485386 h 6858000"/>
              <a:gd name="connsiteX770" fmla="*/ 3182994 w 7467600"/>
              <a:gd name="connsiteY770" fmla="*/ 828265 h 6858000"/>
              <a:gd name="connsiteX771" fmla="*/ 2892114 w 7467600"/>
              <a:gd name="connsiteY771" fmla="*/ 1172635 h 6858000"/>
              <a:gd name="connsiteX772" fmla="*/ 3021459 w 7467600"/>
              <a:gd name="connsiteY772" fmla="*/ 1035385 h 6858000"/>
              <a:gd name="connsiteX773" fmla="*/ 3153873 w 7467600"/>
              <a:gd name="connsiteY773" fmla="*/ 898971 h 6858000"/>
              <a:gd name="connsiteX774" fmla="*/ 3276511 w 7467600"/>
              <a:gd name="connsiteY774" fmla="*/ 786423 h 6858000"/>
              <a:gd name="connsiteX775" fmla="*/ 3584154 w 7467600"/>
              <a:gd name="connsiteY775" fmla="*/ 448218 h 6858000"/>
              <a:gd name="connsiteX776" fmla="*/ 3624562 w 7467600"/>
              <a:gd name="connsiteY776" fmla="*/ 367041 h 6858000"/>
              <a:gd name="connsiteX777" fmla="*/ 3766672 w 7467600"/>
              <a:gd name="connsiteY777" fmla="*/ 359429 h 6858000"/>
              <a:gd name="connsiteX778" fmla="*/ 3996338 w 7467600"/>
              <a:gd name="connsiteY778" fmla="*/ 968237 h 6858000"/>
              <a:gd name="connsiteX779" fmla="*/ 3766672 w 7467600"/>
              <a:gd name="connsiteY779" fmla="*/ 359429 h 6858000"/>
              <a:gd name="connsiteX780" fmla="*/ 5805386 w 7467600"/>
              <a:gd name="connsiteY780" fmla="*/ 239240 h 6858000"/>
              <a:gd name="connsiteX781" fmla="*/ 5736947 w 7467600"/>
              <a:gd name="connsiteY781" fmla="*/ 261367 h 6858000"/>
              <a:gd name="connsiteX782" fmla="*/ 5427012 w 7467600"/>
              <a:gd name="connsiteY782" fmla="*/ 311272 h 6858000"/>
              <a:gd name="connsiteX783" fmla="*/ 5147818 w 7467600"/>
              <a:gd name="connsiteY783" fmla="*/ 322112 h 6858000"/>
              <a:gd name="connsiteX784" fmla="*/ 5060854 w 7467600"/>
              <a:gd name="connsiteY784" fmla="*/ 311882 h 6858000"/>
              <a:gd name="connsiteX785" fmla="*/ 4945989 w 7467600"/>
              <a:gd name="connsiteY785" fmla="*/ 300516 h 6858000"/>
              <a:gd name="connsiteX786" fmla="*/ 5410479 w 7467600"/>
              <a:gd name="connsiteY786" fmla="*/ 348434 h 6858000"/>
              <a:gd name="connsiteX787" fmla="*/ 5805386 w 7467600"/>
              <a:gd name="connsiteY787" fmla="*/ 239240 h 6858000"/>
              <a:gd name="connsiteX788" fmla="*/ 5905192 w 7467600"/>
              <a:gd name="connsiteY788" fmla="*/ 163079 h 6858000"/>
              <a:gd name="connsiteX789" fmla="*/ 5865655 w 7467600"/>
              <a:gd name="connsiteY789" fmla="*/ 171901 h 6858000"/>
              <a:gd name="connsiteX790" fmla="*/ 5259740 w 7467600"/>
              <a:gd name="connsiteY790" fmla="*/ 257013 h 6858000"/>
              <a:gd name="connsiteX791" fmla="*/ 5208466 w 7467600"/>
              <a:gd name="connsiteY791" fmla="*/ 257550 h 6858000"/>
              <a:gd name="connsiteX792" fmla="*/ 4980204 w 7467600"/>
              <a:gd name="connsiteY792" fmla="*/ 271903 h 6858000"/>
              <a:gd name="connsiteX793" fmla="*/ 5068068 w 7467600"/>
              <a:gd name="connsiteY793" fmla="*/ 282244 h 6858000"/>
              <a:gd name="connsiteX794" fmla="*/ 5153231 w 7467600"/>
              <a:gd name="connsiteY794" fmla="*/ 292240 h 6858000"/>
              <a:gd name="connsiteX795" fmla="*/ 5426491 w 7467600"/>
              <a:gd name="connsiteY795" fmla="*/ 281128 h 6858000"/>
              <a:gd name="connsiteX796" fmla="*/ 5731212 w 7467600"/>
              <a:gd name="connsiteY796" fmla="*/ 231951 h 6858000"/>
              <a:gd name="connsiteX797" fmla="*/ 5905192 w 7467600"/>
              <a:gd name="connsiteY797" fmla="*/ 163079 h 6858000"/>
              <a:gd name="connsiteX798" fmla="*/ 5944437 w 7467600"/>
              <a:gd name="connsiteY798" fmla="*/ 113829 h 6858000"/>
              <a:gd name="connsiteX799" fmla="*/ 5825032 w 7467600"/>
              <a:gd name="connsiteY799" fmla="*/ 146405 h 6858000"/>
              <a:gd name="connsiteX800" fmla="*/ 4955599 w 7467600"/>
              <a:gd name="connsiteY800" fmla="*/ 247008 h 6858000"/>
              <a:gd name="connsiteX801" fmla="*/ 5210104 w 7467600"/>
              <a:gd name="connsiteY801" fmla="*/ 228123 h 6858000"/>
              <a:gd name="connsiteX802" fmla="*/ 5261015 w 7467600"/>
              <a:gd name="connsiteY802" fmla="*/ 227087 h 6858000"/>
              <a:gd name="connsiteX803" fmla="*/ 5861181 w 7467600"/>
              <a:gd name="connsiteY803" fmla="*/ 143093 h 6858000"/>
              <a:gd name="connsiteX804" fmla="*/ 5961252 w 7467600"/>
              <a:gd name="connsiteY804" fmla="*/ 114820 h 6858000"/>
              <a:gd name="connsiteX805" fmla="*/ 5944437 w 7467600"/>
              <a:gd name="connsiteY805" fmla="*/ 113829 h 6858000"/>
              <a:gd name="connsiteX806" fmla="*/ 3882765 w 7467600"/>
              <a:gd name="connsiteY806" fmla="*/ 0 h 6858000"/>
              <a:gd name="connsiteX807" fmla="*/ 3995099 w 7467600"/>
              <a:gd name="connsiteY807" fmla="*/ 0 h 6858000"/>
              <a:gd name="connsiteX808" fmla="*/ 4163818 w 7467600"/>
              <a:gd name="connsiteY808" fmla="*/ 234104 h 6858000"/>
              <a:gd name="connsiteX809" fmla="*/ 4172099 w 7467600"/>
              <a:gd name="connsiteY809" fmla="*/ 234207 h 6858000"/>
              <a:gd name="connsiteX810" fmla="*/ 4784282 w 7467600"/>
              <a:gd name="connsiteY810" fmla="*/ 276561 h 6858000"/>
              <a:gd name="connsiteX811" fmla="*/ 4801687 w 7467600"/>
              <a:gd name="connsiteY811" fmla="*/ 267764 h 6858000"/>
              <a:gd name="connsiteX812" fmla="*/ 6082788 w 7467600"/>
              <a:gd name="connsiteY812" fmla="*/ 64119 h 6858000"/>
              <a:gd name="connsiteX813" fmla="*/ 6099442 w 7467600"/>
              <a:gd name="connsiteY813" fmla="*/ 82568 h 6858000"/>
              <a:gd name="connsiteX814" fmla="*/ 4804137 w 7467600"/>
              <a:gd name="connsiteY814" fmla="*/ 320931 h 6858000"/>
              <a:gd name="connsiteX815" fmla="*/ 4227047 w 7467600"/>
              <a:gd name="connsiteY815" fmla="*/ 313415 h 6858000"/>
              <a:gd name="connsiteX816" fmla="*/ 4346041 w 7467600"/>
              <a:gd name="connsiteY816" fmla="*/ 456086 h 6858000"/>
              <a:gd name="connsiteX817" fmla="*/ 4870967 w 7467600"/>
              <a:gd name="connsiteY817" fmla="*/ 963061 h 6858000"/>
              <a:gd name="connsiteX818" fmla="*/ 4889647 w 7467600"/>
              <a:gd name="connsiteY818" fmla="*/ 957147 h 6858000"/>
              <a:gd name="connsiteX819" fmla="*/ 5422504 w 7467600"/>
              <a:gd name="connsiteY819" fmla="*/ 805191 h 6858000"/>
              <a:gd name="connsiteX820" fmla="*/ 6087656 w 7467600"/>
              <a:gd name="connsiteY820" fmla="*/ 826703 h 6858000"/>
              <a:gd name="connsiteX821" fmla="*/ 6058717 w 7467600"/>
              <a:gd name="connsiteY821" fmla="*/ 865992 h 6858000"/>
              <a:gd name="connsiteX822" fmla="*/ 4974153 w 7467600"/>
              <a:gd name="connsiteY822" fmla="*/ 1045456 h 6858000"/>
              <a:gd name="connsiteX823" fmla="*/ 5627835 w 7467600"/>
              <a:gd name="connsiteY823" fmla="*/ 1472077 h 6858000"/>
              <a:gd name="connsiteX824" fmla="*/ 5629817 w 7467600"/>
              <a:gd name="connsiteY824" fmla="*/ 1471412 h 6858000"/>
              <a:gd name="connsiteX825" fmla="*/ 5634124 w 7467600"/>
              <a:gd name="connsiteY825" fmla="*/ 1470572 h 6858000"/>
              <a:gd name="connsiteX826" fmla="*/ 5755832 w 7467600"/>
              <a:gd name="connsiteY826" fmla="*/ 1383886 h 6858000"/>
              <a:gd name="connsiteX827" fmla="*/ 6014186 w 7467600"/>
              <a:gd name="connsiteY827" fmla="*/ 1279799 h 6858000"/>
              <a:gd name="connsiteX828" fmla="*/ 6901619 w 7467600"/>
              <a:gd name="connsiteY828" fmla="*/ 1047874 h 6858000"/>
              <a:gd name="connsiteX829" fmla="*/ 6931566 w 7467600"/>
              <a:gd name="connsiteY829" fmla="*/ 1062034 h 6858000"/>
              <a:gd name="connsiteX830" fmla="*/ 5790982 w 7467600"/>
              <a:gd name="connsiteY830" fmla="*/ 1561380 h 6858000"/>
              <a:gd name="connsiteX831" fmla="*/ 6188971 w 7467600"/>
              <a:gd name="connsiteY831" fmla="*/ 1755168 h 6858000"/>
              <a:gd name="connsiteX832" fmla="*/ 6202446 w 7467600"/>
              <a:gd name="connsiteY832" fmla="*/ 1752268 h 6858000"/>
              <a:gd name="connsiteX833" fmla="*/ 7179560 w 7467600"/>
              <a:gd name="connsiteY833" fmla="*/ 1467551 h 6858000"/>
              <a:gd name="connsiteX834" fmla="*/ 7158730 w 7467600"/>
              <a:gd name="connsiteY834" fmla="*/ 1507835 h 6858000"/>
              <a:gd name="connsiteX835" fmla="*/ 6326959 w 7467600"/>
              <a:gd name="connsiteY835" fmla="*/ 1817686 h 6858000"/>
              <a:gd name="connsiteX836" fmla="*/ 6537433 w 7467600"/>
              <a:gd name="connsiteY836" fmla="*/ 1907790 h 6858000"/>
              <a:gd name="connsiteX837" fmla="*/ 6550221 w 7467600"/>
              <a:gd name="connsiteY837" fmla="*/ 1910729 h 6858000"/>
              <a:gd name="connsiteX838" fmla="*/ 6964438 w 7467600"/>
              <a:gd name="connsiteY838" fmla="*/ 2209505 h 6858000"/>
              <a:gd name="connsiteX839" fmla="*/ 7367862 w 7467600"/>
              <a:gd name="connsiteY839" fmla="*/ 2806833 h 6858000"/>
              <a:gd name="connsiteX840" fmla="*/ 7364329 w 7467600"/>
              <a:gd name="connsiteY840" fmla="*/ 2826907 h 6858000"/>
              <a:gd name="connsiteX841" fmla="*/ 7290545 w 7467600"/>
              <a:gd name="connsiteY841" fmla="*/ 2850663 h 6858000"/>
              <a:gd name="connsiteX842" fmla="*/ 6472036 w 7467600"/>
              <a:gd name="connsiteY842" fmla="*/ 1959003 h 6858000"/>
              <a:gd name="connsiteX843" fmla="*/ 5792897 w 7467600"/>
              <a:gd name="connsiteY843" fmla="*/ 1647747 h 6858000"/>
              <a:gd name="connsiteX844" fmla="*/ 5842751 w 7467600"/>
              <a:gd name="connsiteY844" fmla="*/ 1816112 h 6858000"/>
              <a:gd name="connsiteX845" fmla="*/ 5847424 w 7467600"/>
              <a:gd name="connsiteY845" fmla="*/ 1815776 h 6858000"/>
              <a:gd name="connsiteX846" fmla="*/ 6399821 w 7467600"/>
              <a:gd name="connsiteY846" fmla="*/ 2344799 h 6858000"/>
              <a:gd name="connsiteX847" fmla="*/ 6323232 w 7467600"/>
              <a:gd name="connsiteY847" fmla="*/ 2389634 h 6858000"/>
              <a:gd name="connsiteX848" fmla="*/ 5942958 w 7467600"/>
              <a:gd name="connsiteY848" fmla="*/ 2077708 h 6858000"/>
              <a:gd name="connsiteX849" fmla="*/ 5921559 w 7467600"/>
              <a:gd name="connsiteY849" fmla="*/ 2378596 h 6858000"/>
              <a:gd name="connsiteX850" fmla="*/ 5817651 w 7467600"/>
              <a:gd name="connsiteY850" fmla="*/ 3023919 h 6858000"/>
              <a:gd name="connsiteX851" fmla="*/ 5729634 w 7467600"/>
              <a:gd name="connsiteY851" fmla="*/ 3051849 h 6858000"/>
              <a:gd name="connsiteX852" fmla="*/ 5611018 w 7467600"/>
              <a:gd name="connsiteY852" fmla="*/ 2316769 h 6858000"/>
              <a:gd name="connsiteX853" fmla="*/ 5687608 w 7467600"/>
              <a:gd name="connsiteY853" fmla="*/ 2039972 h 6858000"/>
              <a:gd name="connsiteX854" fmla="*/ 5657554 w 7467600"/>
              <a:gd name="connsiteY854" fmla="*/ 1576445 h 6858000"/>
              <a:gd name="connsiteX855" fmla="*/ 5150475 w 7467600"/>
              <a:gd name="connsiteY855" fmla="*/ 1274012 h 6858000"/>
              <a:gd name="connsiteX856" fmla="*/ 5349142 w 7467600"/>
              <a:gd name="connsiteY856" fmla="*/ 2204405 h 6858000"/>
              <a:gd name="connsiteX857" fmla="*/ 5262214 w 7467600"/>
              <a:gd name="connsiteY857" fmla="*/ 2233836 h 6858000"/>
              <a:gd name="connsiteX858" fmla="*/ 4981539 w 7467600"/>
              <a:gd name="connsiteY858" fmla="*/ 1542201 h 6858000"/>
              <a:gd name="connsiteX859" fmla="*/ 4958461 w 7467600"/>
              <a:gd name="connsiteY859" fmla="*/ 1136957 h 6858000"/>
              <a:gd name="connsiteX860" fmla="*/ 4655015 w 7467600"/>
              <a:gd name="connsiteY860" fmla="*/ 891426 h 6858000"/>
              <a:gd name="connsiteX861" fmla="*/ 4348002 w 7467600"/>
              <a:gd name="connsiteY861" fmla="*/ 2205895 h 6858000"/>
              <a:gd name="connsiteX862" fmla="*/ 4262250 w 7467600"/>
              <a:gd name="connsiteY862" fmla="*/ 2219972 h 6858000"/>
              <a:gd name="connsiteX863" fmla="*/ 4550611 w 7467600"/>
              <a:gd name="connsiteY863" fmla="*/ 817540 h 6858000"/>
              <a:gd name="connsiteX864" fmla="*/ 4564418 w 7467600"/>
              <a:gd name="connsiteY864" fmla="*/ 808293 h 6858000"/>
              <a:gd name="connsiteX865" fmla="*/ 4266388 w 7467600"/>
              <a:gd name="connsiteY865" fmla="*/ 500083 h 6858000"/>
              <a:gd name="connsiteX866" fmla="*/ 4032842 w 7467600"/>
              <a:gd name="connsiteY866" fmla="*/ 211809 h 6858000"/>
              <a:gd name="connsiteX867" fmla="*/ 3882765 w 7467600"/>
              <a:gd name="connsiteY867" fmla="*/ 0 h 6858000"/>
              <a:gd name="connsiteX868" fmla="*/ 3721337 w 7467600"/>
              <a:gd name="connsiteY868" fmla="*/ 0 h 6858000"/>
              <a:gd name="connsiteX869" fmla="*/ 3797544 w 7467600"/>
              <a:gd name="connsiteY869" fmla="*/ 0 h 6858000"/>
              <a:gd name="connsiteX870" fmla="*/ 3775734 w 7467600"/>
              <a:gd name="connsiteY870" fmla="*/ 95131 h 6858000"/>
              <a:gd name="connsiteX871" fmla="*/ 3724807 w 7467600"/>
              <a:gd name="connsiteY871" fmla="*/ 272257 h 6858000"/>
              <a:gd name="connsiteX872" fmla="*/ 3726844 w 7467600"/>
              <a:gd name="connsiteY872" fmla="*/ 282988 h 6858000"/>
              <a:gd name="connsiteX873" fmla="*/ 3742664 w 7467600"/>
              <a:gd name="connsiteY873" fmla="*/ 279918 h 6858000"/>
              <a:gd name="connsiteX874" fmla="*/ 4103910 w 7467600"/>
              <a:gd name="connsiteY874" fmla="*/ 1161917 h 6858000"/>
              <a:gd name="connsiteX875" fmla="*/ 4020269 w 7467600"/>
              <a:gd name="connsiteY875" fmla="*/ 1200406 h 6858000"/>
              <a:gd name="connsiteX876" fmla="*/ 3674882 w 7467600"/>
              <a:gd name="connsiteY876" fmla="*/ 488524 h 6858000"/>
              <a:gd name="connsiteX877" fmla="*/ 3132682 w 7467600"/>
              <a:gd name="connsiteY877" fmla="*/ 1072284 h 6858000"/>
              <a:gd name="connsiteX878" fmla="*/ 2716346 w 7467600"/>
              <a:gd name="connsiteY878" fmla="*/ 1276376 h 6858000"/>
              <a:gd name="connsiteX879" fmla="*/ 2716772 w 7467600"/>
              <a:gd name="connsiteY879" fmla="*/ 1255462 h 6858000"/>
              <a:gd name="connsiteX880" fmla="*/ 3471096 w 7467600"/>
              <a:gd name="connsiteY880" fmla="*/ 437072 h 6858000"/>
              <a:gd name="connsiteX881" fmla="*/ 3639057 w 7467600"/>
              <a:gd name="connsiteY881" fmla="*/ 286334 h 6858000"/>
              <a:gd name="connsiteX882" fmla="*/ 3640309 w 7467600"/>
              <a:gd name="connsiteY882" fmla="*/ 284664 h 6858000"/>
              <a:gd name="connsiteX883" fmla="*/ 3646022 w 7467600"/>
              <a:gd name="connsiteY883" fmla="*/ 276711 h 6858000"/>
              <a:gd name="connsiteX884" fmla="*/ 3707943 w 7467600"/>
              <a:gd name="connsiteY884" fmla="*/ 65958 h 6858000"/>
              <a:gd name="connsiteX885" fmla="*/ 3721337 w 7467600"/>
              <a:gd name="connsiteY885" fmla="*/ 0 h 6858000"/>
              <a:gd name="connsiteX886" fmla="*/ 2867960 w 7467600"/>
              <a:gd name="connsiteY886" fmla="*/ 0 h 6858000"/>
              <a:gd name="connsiteX887" fmla="*/ 2926351 w 7467600"/>
              <a:gd name="connsiteY887" fmla="*/ 0 h 6858000"/>
              <a:gd name="connsiteX888" fmla="*/ 2902823 w 7467600"/>
              <a:gd name="connsiteY888" fmla="*/ 262929 h 6858000"/>
              <a:gd name="connsiteX889" fmla="*/ 2940663 w 7467600"/>
              <a:gd name="connsiteY889" fmla="*/ 140884 h 6858000"/>
              <a:gd name="connsiteX890" fmla="*/ 2947039 w 7467600"/>
              <a:gd name="connsiteY890" fmla="*/ 122524 h 6858000"/>
              <a:gd name="connsiteX891" fmla="*/ 2984316 w 7467600"/>
              <a:gd name="connsiteY891" fmla="*/ 0 h 6858000"/>
              <a:gd name="connsiteX892" fmla="*/ 3016114 w 7467600"/>
              <a:gd name="connsiteY892" fmla="*/ 0 h 6858000"/>
              <a:gd name="connsiteX893" fmla="*/ 2979949 w 7467600"/>
              <a:gd name="connsiteY893" fmla="*/ 119274 h 6858000"/>
              <a:gd name="connsiteX894" fmla="*/ 3023879 w 7467600"/>
              <a:gd name="connsiteY894" fmla="*/ 0 h 6858000"/>
              <a:gd name="connsiteX895" fmla="*/ 3105400 w 7467600"/>
              <a:gd name="connsiteY895" fmla="*/ 0 h 6858000"/>
              <a:gd name="connsiteX896" fmla="*/ 3094669 w 7467600"/>
              <a:gd name="connsiteY896" fmla="*/ 30308 h 6858000"/>
              <a:gd name="connsiteX897" fmla="*/ 2901945 w 7467600"/>
              <a:gd name="connsiteY897" fmla="*/ 466538 h 6858000"/>
              <a:gd name="connsiteX898" fmla="*/ 2815209 w 7467600"/>
              <a:gd name="connsiteY898" fmla="*/ 497361 h 6858000"/>
              <a:gd name="connsiteX899" fmla="*/ 2844845 w 7467600"/>
              <a:gd name="connsiteY899" fmla="*/ 127638 h 6858000"/>
              <a:gd name="connsiteX900" fmla="*/ 2867960 w 7467600"/>
              <a:gd name="connsiteY900" fmla="*/ 0 h 6858000"/>
              <a:gd name="connsiteX901" fmla="*/ 1057230 w 7467600"/>
              <a:gd name="connsiteY901" fmla="*/ 0 h 6858000"/>
              <a:gd name="connsiteX902" fmla="*/ 1111003 w 7467600"/>
              <a:gd name="connsiteY902" fmla="*/ 0 h 6858000"/>
              <a:gd name="connsiteX903" fmla="*/ 1125553 w 7467600"/>
              <a:gd name="connsiteY903" fmla="*/ 52588 h 6858000"/>
              <a:gd name="connsiteX904" fmla="*/ 1304276 w 7467600"/>
              <a:gd name="connsiteY904" fmla="*/ 476275 h 6858000"/>
              <a:gd name="connsiteX905" fmla="*/ 1492066 w 7467600"/>
              <a:gd name="connsiteY905" fmla="*/ 886333 h 6858000"/>
              <a:gd name="connsiteX906" fmla="*/ 1423698 w 7467600"/>
              <a:gd name="connsiteY906" fmla="*/ 710817 h 6858000"/>
              <a:gd name="connsiteX907" fmla="*/ 1357609 w 7467600"/>
              <a:gd name="connsiteY907" fmla="*/ 532892 h 6858000"/>
              <a:gd name="connsiteX908" fmla="*/ 1309550 w 7467600"/>
              <a:gd name="connsiteY908" fmla="*/ 374031 h 6858000"/>
              <a:gd name="connsiteX909" fmla="*/ 1193673 w 7467600"/>
              <a:gd name="connsiteY909" fmla="*/ 49533 h 6858000"/>
              <a:gd name="connsiteX910" fmla="*/ 1164391 w 7467600"/>
              <a:gd name="connsiteY910" fmla="*/ 0 h 6858000"/>
              <a:gd name="connsiteX911" fmla="*/ 1200666 w 7467600"/>
              <a:gd name="connsiteY911" fmla="*/ 0 h 6858000"/>
              <a:gd name="connsiteX912" fmla="*/ 1223408 w 7467600"/>
              <a:gd name="connsiteY912" fmla="*/ 38996 h 6858000"/>
              <a:gd name="connsiteX913" fmla="*/ 1339635 w 7467600"/>
              <a:gd name="connsiteY913" fmla="*/ 365517 h 6858000"/>
              <a:gd name="connsiteX914" fmla="*/ 1387469 w 7467600"/>
              <a:gd name="connsiteY914" fmla="*/ 523079 h 6858000"/>
              <a:gd name="connsiteX915" fmla="*/ 1452685 w 7467600"/>
              <a:gd name="connsiteY915" fmla="*/ 699806 h 6858000"/>
              <a:gd name="connsiteX916" fmla="*/ 1492092 w 7467600"/>
              <a:gd name="connsiteY916" fmla="*/ 800424 h 6858000"/>
              <a:gd name="connsiteX917" fmla="*/ 1455302 w 7467600"/>
              <a:gd name="connsiteY917" fmla="*/ 632913 h 6858000"/>
              <a:gd name="connsiteX918" fmla="*/ 1222336 w 7467600"/>
              <a:gd name="connsiteY918" fmla="*/ 9480 h 6858000"/>
              <a:gd name="connsiteX919" fmla="*/ 1214634 w 7467600"/>
              <a:gd name="connsiteY919" fmla="*/ 0 h 6858000"/>
              <a:gd name="connsiteX920" fmla="*/ 1289827 w 7467600"/>
              <a:gd name="connsiteY920" fmla="*/ 0 h 6858000"/>
              <a:gd name="connsiteX921" fmla="*/ 1321076 w 7467600"/>
              <a:gd name="connsiteY921" fmla="*/ 59722 h 6858000"/>
              <a:gd name="connsiteX922" fmla="*/ 1512579 w 7467600"/>
              <a:gd name="connsiteY922" fmla="*/ 626441 h 6858000"/>
              <a:gd name="connsiteX923" fmla="*/ 1506076 w 7467600"/>
              <a:gd name="connsiteY923" fmla="*/ 1089289 h 6858000"/>
              <a:gd name="connsiteX924" fmla="*/ 1486346 w 7467600"/>
              <a:gd name="connsiteY924" fmla="*/ 1079919 h 6858000"/>
              <a:gd name="connsiteX925" fmla="*/ 1070511 w 7467600"/>
              <a:gd name="connsiteY925" fmla="*/ 48609 h 6858000"/>
              <a:gd name="connsiteX926" fmla="*/ 1057230 w 7467600"/>
              <a:gd name="connsiteY926" fmla="*/ 0 h 6858000"/>
              <a:gd name="connsiteX927" fmla="*/ 43151 w 7467600"/>
              <a:gd name="connsiteY927" fmla="*/ 0 h 6858000"/>
              <a:gd name="connsiteX928" fmla="*/ 95283 w 7467600"/>
              <a:gd name="connsiteY928" fmla="*/ 0 h 6858000"/>
              <a:gd name="connsiteX929" fmla="*/ 300708 w 7467600"/>
              <a:gd name="connsiteY929" fmla="*/ 154571 h 6858000"/>
              <a:gd name="connsiteX930" fmla="*/ 530414 w 7467600"/>
              <a:gd name="connsiteY930" fmla="*/ 354673 h 6858000"/>
              <a:gd name="connsiteX931" fmla="*/ 333785 w 7467600"/>
              <a:gd name="connsiteY931" fmla="*/ 161564 h 6858000"/>
              <a:gd name="connsiteX932" fmla="*/ 147005 w 7467600"/>
              <a:gd name="connsiteY932" fmla="*/ 0 h 6858000"/>
              <a:gd name="connsiteX933" fmla="*/ 272509 w 7467600"/>
              <a:gd name="connsiteY933" fmla="*/ 0 h 6858000"/>
              <a:gd name="connsiteX934" fmla="*/ 326276 w 7467600"/>
              <a:gd name="connsiteY934" fmla="*/ 45847 h 6858000"/>
              <a:gd name="connsiteX935" fmla="*/ 823759 w 7467600"/>
              <a:gd name="connsiteY935" fmla="*/ 574145 h 6858000"/>
              <a:gd name="connsiteX936" fmla="*/ 811254 w 7467600"/>
              <a:gd name="connsiteY936" fmla="*/ 665546 h 6858000"/>
              <a:gd name="connsiteX937" fmla="*/ 154042 w 7467600"/>
              <a:gd name="connsiteY937" fmla="*/ 261522 h 6858000"/>
              <a:gd name="connsiteX938" fmla="*/ 13550 w 7467600"/>
              <a:gd name="connsiteY938" fmla="*/ 158423 h 6858000"/>
              <a:gd name="connsiteX939" fmla="*/ 0 w 7467600"/>
              <a:gd name="connsiteY939" fmla="*/ 146618 h 6858000"/>
              <a:gd name="connsiteX940" fmla="*/ 0 w 7467600"/>
              <a:gd name="connsiteY940" fmla="*/ 59161 h 6858000"/>
              <a:gd name="connsiteX941" fmla="*/ 45427 w 7467600"/>
              <a:gd name="connsiteY941" fmla="*/ 101078 h 6858000"/>
              <a:gd name="connsiteX942" fmla="*/ 630103 w 7467600"/>
              <a:gd name="connsiteY942" fmla="*/ 485885 h 6858000"/>
              <a:gd name="connsiteX943" fmla="*/ 532040 w 7467600"/>
              <a:gd name="connsiteY943" fmla="*/ 399359 h 6858000"/>
              <a:gd name="connsiteX944" fmla="*/ 517618 w 7467600"/>
              <a:gd name="connsiteY944" fmla="*/ 385726 h 6858000"/>
              <a:gd name="connsiteX945" fmla="*/ 285074 w 7467600"/>
              <a:gd name="connsiteY945" fmla="*/ 182755 h 6858000"/>
              <a:gd name="connsiteX946" fmla="*/ 43151 w 7467600"/>
              <a:gd name="connsiteY94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34024 w 7467600"/>
              <a:gd name="connsiteY4" fmla="*/ 672213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1019354 w 7467600"/>
              <a:gd name="connsiteY14" fmla="*/ 6315006 h 6858000"/>
              <a:gd name="connsiteX15" fmla="*/ 441046 w 7467600"/>
              <a:gd name="connsiteY15" fmla="*/ 6691153 h 6858000"/>
              <a:gd name="connsiteX16" fmla="*/ 1019354 w 7467600"/>
              <a:gd name="connsiteY16" fmla="*/ 6315006 h 6858000"/>
              <a:gd name="connsiteX17" fmla="*/ 991680 w 7467600"/>
              <a:gd name="connsiteY17" fmla="*/ 6298413 h 6858000"/>
              <a:gd name="connsiteX18" fmla="*/ 409060 w 7467600"/>
              <a:gd name="connsiteY18" fmla="*/ 6671470 h 6858000"/>
              <a:gd name="connsiteX19" fmla="*/ 991680 w 7467600"/>
              <a:gd name="connsiteY19" fmla="*/ 6298413 h 6858000"/>
              <a:gd name="connsiteX20" fmla="*/ 103333 w 7467600"/>
              <a:gd name="connsiteY20" fmla="*/ 5699602 h 6858000"/>
              <a:gd name="connsiteX21" fmla="*/ 233938 w 7467600"/>
              <a:gd name="connsiteY21" fmla="*/ 5809416 h 6858000"/>
              <a:gd name="connsiteX22" fmla="*/ 883580 w 7467600"/>
              <a:gd name="connsiteY22" fmla="*/ 6180710 h 6858000"/>
              <a:gd name="connsiteX23" fmla="*/ 487337 w 7467600"/>
              <a:gd name="connsiteY23" fmla="*/ 5950182 h 6858000"/>
              <a:gd name="connsiteX24" fmla="*/ 354051 w 7467600"/>
              <a:gd name="connsiteY24" fmla="*/ 5854912 h 6858000"/>
              <a:gd name="connsiteX25" fmla="*/ 195436 w 7467600"/>
              <a:gd name="connsiteY25" fmla="*/ 5755068 h 6858000"/>
              <a:gd name="connsiteX26" fmla="*/ 103333 w 7467600"/>
              <a:gd name="connsiteY26" fmla="*/ 5699602 h 6858000"/>
              <a:gd name="connsiteX27" fmla="*/ 5539432 w 7467600"/>
              <a:gd name="connsiteY27" fmla="*/ 5642928 h 6858000"/>
              <a:gd name="connsiteX28" fmla="*/ 5555462 w 7467600"/>
              <a:gd name="connsiteY28" fmla="*/ 5694454 h 6858000"/>
              <a:gd name="connsiteX29" fmla="*/ 5828270 w 7467600"/>
              <a:gd name="connsiteY29" fmla="*/ 6320663 h 6858000"/>
              <a:gd name="connsiteX30" fmla="*/ 5947416 w 7467600"/>
              <a:gd name="connsiteY30" fmla="*/ 6574846 h 6858000"/>
              <a:gd name="connsiteX31" fmla="*/ 5539432 w 7467600"/>
              <a:gd name="connsiteY31" fmla="*/ 5642928 h 6858000"/>
              <a:gd name="connsiteX32" fmla="*/ 51253 w 7467600"/>
              <a:gd name="connsiteY32" fmla="*/ 5631825 h 6858000"/>
              <a:gd name="connsiteX33" fmla="*/ 211622 w 7467600"/>
              <a:gd name="connsiteY33" fmla="*/ 5728803 h 6858000"/>
              <a:gd name="connsiteX34" fmla="*/ 371652 w 7467600"/>
              <a:gd name="connsiteY34" fmla="*/ 5829062 h 6858000"/>
              <a:gd name="connsiteX35" fmla="*/ 505903 w 7467600"/>
              <a:gd name="connsiteY35" fmla="*/ 5925221 h 6858000"/>
              <a:gd name="connsiteX36" fmla="*/ 899240 w 7467600"/>
              <a:gd name="connsiteY36" fmla="*/ 6153068 h 6858000"/>
              <a:gd name="connsiteX37" fmla="*/ 988114 w 7467600"/>
              <a:gd name="connsiteY37" fmla="*/ 6174204 h 6858000"/>
              <a:gd name="connsiteX38" fmla="*/ 845971 w 7467600"/>
              <a:gd name="connsiteY38" fmla="*/ 6067177 h 6858000"/>
              <a:gd name="connsiteX39" fmla="*/ 448057 w 7467600"/>
              <a:gd name="connsiteY39" fmla="*/ 5841376 h 6858000"/>
              <a:gd name="connsiteX40" fmla="*/ 51253 w 7467600"/>
              <a:gd name="connsiteY40" fmla="*/ 5631825 h 6858000"/>
              <a:gd name="connsiteX41" fmla="*/ 2606687 w 7467600"/>
              <a:gd name="connsiteY41" fmla="*/ 5630718 h 6858000"/>
              <a:gd name="connsiteX42" fmla="*/ 2645658 w 7467600"/>
              <a:gd name="connsiteY42" fmla="*/ 6640259 h 6858000"/>
              <a:gd name="connsiteX43" fmla="*/ 2606687 w 7467600"/>
              <a:gd name="connsiteY43" fmla="*/ 5630718 h 6858000"/>
              <a:gd name="connsiteX44" fmla="*/ 3642057 w 7467600"/>
              <a:gd name="connsiteY44" fmla="*/ 5573487 h 6858000"/>
              <a:gd name="connsiteX45" fmla="*/ 3632981 w 7467600"/>
              <a:gd name="connsiteY45" fmla="*/ 5579437 h 6858000"/>
              <a:gd name="connsiteX46" fmla="*/ 3382436 w 7467600"/>
              <a:gd name="connsiteY46" fmla="*/ 5952726 h 6858000"/>
              <a:gd name="connsiteX47" fmla="*/ 3191929 w 7467600"/>
              <a:gd name="connsiteY47" fmla="*/ 6662669 h 6858000"/>
              <a:gd name="connsiteX48" fmla="*/ 3369898 w 7467600"/>
              <a:gd name="connsiteY48" fmla="*/ 6081771 h 6858000"/>
              <a:gd name="connsiteX49" fmla="*/ 3642057 w 7467600"/>
              <a:gd name="connsiteY49" fmla="*/ 5573487 h 6858000"/>
              <a:gd name="connsiteX50" fmla="*/ 2650666 w 7467600"/>
              <a:gd name="connsiteY50" fmla="*/ 5530686 h 6858000"/>
              <a:gd name="connsiteX51" fmla="*/ 2650249 w 7467600"/>
              <a:gd name="connsiteY51" fmla="*/ 5532101 h 6858000"/>
              <a:gd name="connsiteX52" fmla="*/ 2663808 w 7467600"/>
              <a:gd name="connsiteY52" fmla="*/ 6535215 h 6858000"/>
              <a:gd name="connsiteX53" fmla="*/ 2665418 w 7467600"/>
              <a:gd name="connsiteY53" fmla="*/ 6132756 h 6858000"/>
              <a:gd name="connsiteX54" fmla="*/ 2650666 w 7467600"/>
              <a:gd name="connsiteY54" fmla="*/ 5530686 h 6858000"/>
              <a:gd name="connsiteX55" fmla="*/ 2680277 w 7467600"/>
              <a:gd name="connsiteY55" fmla="*/ 5479204 h 6858000"/>
              <a:gd name="connsiteX56" fmla="*/ 2678972 w 7467600"/>
              <a:gd name="connsiteY56" fmla="*/ 5481582 h 6858000"/>
              <a:gd name="connsiteX57" fmla="*/ 2696666 w 7467600"/>
              <a:gd name="connsiteY57" fmla="*/ 6133836 h 6858000"/>
              <a:gd name="connsiteX58" fmla="*/ 2695769 w 7467600"/>
              <a:gd name="connsiteY58" fmla="*/ 6390955 h 6858000"/>
              <a:gd name="connsiteX59" fmla="*/ 2739893 w 7467600"/>
              <a:gd name="connsiteY59" fmla="*/ 6108357 h 6858000"/>
              <a:gd name="connsiteX60" fmla="*/ 2680277 w 7467600"/>
              <a:gd name="connsiteY60" fmla="*/ 5479204 h 6858000"/>
              <a:gd name="connsiteX61" fmla="*/ 1132195 w 7467600"/>
              <a:gd name="connsiteY61" fmla="*/ 5467980 h 6858000"/>
              <a:gd name="connsiteX62" fmla="*/ 1679056 w 7467600"/>
              <a:gd name="connsiteY62" fmla="*/ 5516907 h 6858000"/>
              <a:gd name="connsiteX63" fmla="*/ 2128648 w 7467600"/>
              <a:gd name="connsiteY63" fmla="*/ 5474249 h 6858000"/>
              <a:gd name="connsiteX64" fmla="*/ 1825619 w 7467600"/>
              <a:gd name="connsiteY64" fmla="*/ 5478447 h 6858000"/>
              <a:gd name="connsiteX65" fmla="*/ 1737798 w 7467600"/>
              <a:gd name="connsiteY65" fmla="*/ 5483353 h 6858000"/>
              <a:gd name="connsiteX66" fmla="*/ 1132195 w 7467600"/>
              <a:gd name="connsiteY66" fmla="*/ 5467980 h 6858000"/>
              <a:gd name="connsiteX67" fmla="*/ 1456157 w 7467600"/>
              <a:gd name="connsiteY67" fmla="*/ 5371404 h 6858000"/>
              <a:gd name="connsiteX68" fmla="*/ 1244432 w 7467600"/>
              <a:gd name="connsiteY68" fmla="*/ 5385601 h 6858000"/>
              <a:gd name="connsiteX69" fmla="*/ 973990 w 7467600"/>
              <a:gd name="connsiteY69" fmla="*/ 5424940 h 6858000"/>
              <a:gd name="connsiteX70" fmla="*/ 1103809 w 7467600"/>
              <a:gd name="connsiteY70" fmla="*/ 5433720 h 6858000"/>
              <a:gd name="connsiteX71" fmla="*/ 1123454 w 7467600"/>
              <a:gd name="connsiteY71" fmla="*/ 5435727 h 6858000"/>
              <a:gd name="connsiteX72" fmla="*/ 1737017 w 7467600"/>
              <a:gd name="connsiteY72" fmla="*/ 5452183 h 6858000"/>
              <a:gd name="connsiteX73" fmla="*/ 1824397 w 7467600"/>
              <a:gd name="connsiteY73" fmla="*/ 5447757 h 6858000"/>
              <a:gd name="connsiteX74" fmla="*/ 2070059 w 7467600"/>
              <a:gd name="connsiteY74" fmla="*/ 5441660 h 6858000"/>
              <a:gd name="connsiteX75" fmla="*/ 1456157 w 7467600"/>
              <a:gd name="connsiteY75" fmla="*/ 5371404 h 6858000"/>
              <a:gd name="connsiteX76" fmla="*/ 4988186 w 7467600"/>
              <a:gd name="connsiteY76" fmla="*/ 5216467 h 6858000"/>
              <a:gd name="connsiteX77" fmla="*/ 4777334 w 7467600"/>
              <a:gd name="connsiteY77" fmla="*/ 5406072 h 6858000"/>
              <a:gd name="connsiteX78" fmla="*/ 4718341 w 7467600"/>
              <a:gd name="connsiteY78" fmla="*/ 5468043 h 6858000"/>
              <a:gd name="connsiteX79" fmla="*/ 4604655 w 7467600"/>
              <a:gd name="connsiteY79" fmla="*/ 5583434 h 6858000"/>
              <a:gd name="connsiteX80" fmla="*/ 4565074 w 7467600"/>
              <a:gd name="connsiteY80" fmla="*/ 5618550 h 6858000"/>
              <a:gd name="connsiteX81" fmla="*/ 4988186 w 7467600"/>
              <a:gd name="connsiteY81" fmla="*/ 5216467 h 6858000"/>
              <a:gd name="connsiteX82" fmla="*/ 4978032 w 7467600"/>
              <a:gd name="connsiteY82" fmla="*/ 5183809 h 6858000"/>
              <a:gd name="connsiteX83" fmla="*/ 4463413 w 7467600"/>
              <a:gd name="connsiteY83" fmla="*/ 5615162 h 6858000"/>
              <a:gd name="connsiteX84" fmla="*/ 4358134 w 7467600"/>
              <a:gd name="connsiteY84" fmla="*/ 5742791 h 6858000"/>
              <a:gd name="connsiteX85" fmla="*/ 4376219 w 7467600"/>
              <a:gd name="connsiteY85" fmla="*/ 5729027 h 6858000"/>
              <a:gd name="connsiteX86" fmla="*/ 4582340 w 7467600"/>
              <a:gd name="connsiteY86" fmla="*/ 5561037 h 6858000"/>
              <a:gd name="connsiteX87" fmla="*/ 4694684 w 7467600"/>
              <a:gd name="connsiteY87" fmla="*/ 5447098 h 6858000"/>
              <a:gd name="connsiteX88" fmla="*/ 4754123 w 7467600"/>
              <a:gd name="connsiteY88" fmla="*/ 5384643 h 6858000"/>
              <a:gd name="connsiteX89" fmla="*/ 4978032 w 7467600"/>
              <a:gd name="connsiteY89" fmla="*/ 5183809 h 6858000"/>
              <a:gd name="connsiteX90" fmla="*/ 1903353 w 7467600"/>
              <a:gd name="connsiteY90" fmla="*/ 5044827 h 6858000"/>
              <a:gd name="connsiteX91" fmla="*/ 1936931 w 7467600"/>
              <a:gd name="connsiteY91" fmla="*/ 5093954 h 6858000"/>
              <a:gd name="connsiteX92" fmla="*/ 2195868 w 7467600"/>
              <a:gd name="connsiteY92" fmla="*/ 5396574 h 6858000"/>
              <a:gd name="connsiteX93" fmla="*/ 2088852 w 7467600"/>
              <a:gd name="connsiteY93" fmla="*/ 5166123 h 6858000"/>
              <a:gd name="connsiteX94" fmla="*/ 1958241 w 7467600"/>
              <a:gd name="connsiteY94" fmla="*/ 5067955 h 6858000"/>
              <a:gd name="connsiteX95" fmla="*/ 1903353 w 7467600"/>
              <a:gd name="connsiteY95" fmla="*/ 5044827 h 6858000"/>
              <a:gd name="connsiteX96" fmla="*/ 1979378 w 7467600"/>
              <a:gd name="connsiteY96" fmla="*/ 4769504 h 6858000"/>
              <a:gd name="connsiteX97" fmla="*/ 2882120 w 7467600"/>
              <a:gd name="connsiteY97" fmla="*/ 5064547 h 6858000"/>
              <a:gd name="connsiteX98" fmla="*/ 2793103 w 7467600"/>
              <a:gd name="connsiteY98" fmla="*/ 5039699 h 6858000"/>
              <a:gd name="connsiteX99" fmla="*/ 2770041 w 7467600"/>
              <a:gd name="connsiteY99" fmla="*/ 5033634 h 6858000"/>
              <a:gd name="connsiteX100" fmla="*/ 1979378 w 7467600"/>
              <a:gd name="connsiteY100" fmla="*/ 4769504 h 6858000"/>
              <a:gd name="connsiteX101" fmla="*/ 1927410 w 7467600"/>
              <a:gd name="connsiteY101" fmla="*/ 4716164 h 6858000"/>
              <a:gd name="connsiteX102" fmla="*/ 1959587 w 7467600"/>
              <a:gd name="connsiteY102" fmla="*/ 4728849 h 6858000"/>
              <a:gd name="connsiteX103" fmla="*/ 2777707 w 7467600"/>
              <a:gd name="connsiteY103" fmla="*/ 5003991 h 6858000"/>
              <a:gd name="connsiteX104" fmla="*/ 2800768 w 7467600"/>
              <a:gd name="connsiteY104" fmla="*/ 5010056 h 6858000"/>
              <a:gd name="connsiteX105" fmla="*/ 2879408 w 7467600"/>
              <a:gd name="connsiteY105" fmla="*/ 5031590 h 6858000"/>
              <a:gd name="connsiteX106" fmla="*/ 2862295 w 7467600"/>
              <a:gd name="connsiteY106" fmla="*/ 5022958 h 6858000"/>
              <a:gd name="connsiteX107" fmla="*/ 2813343 w 7467600"/>
              <a:gd name="connsiteY107" fmla="*/ 4998369 h 6858000"/>
              <a:gd name="connsiteX108" fmla="*/ 2646245 w 7467600"/>
              <a:gd name="connsiteY108" fmla="*/ 4930999 h 6858000"/>
              <a:gd name="connsiteX109" fmla="*/ 1999243 w 7467600"/>
              <a:gd name="connsiteY109" fmla="*/ 4730524 h 6858000"/>
              <a:gd name="connsiteX110" fmla="*/ 1979527 w 7467600"/>
              <a:gd name="connsiteY110" fmla="*/ 4726651 h 6858000"/>
              <a:gd name="connsiteX111" fmla="*/ 1927410 w 7467600"/>
              <a:gd name="connsiteY111" fmla="*/ 4716164 h 6858000"/>
              <a:gd name="connsiteX112" fmla="*/ 1997014 w 7467600"/>
              <a:gd name="connsiteY112" fmla="*/ 4698007 h 6858000"/>
              <a:gd name="connsiteX113" fmla="*/ 2005458 w 7467600"/>
              <a:gd name="connsiteY113" fmla="*/ 4699540 h 6858000"/>
              <a:gd name="connsiteX114" fmla="*/ 2657186 w 7467600"/>
              <a:gd name="connsiteY114" fmla="*/ 4901687 h 6858000"/>
              <a:gd name="connsiteX115" fmla="*/ 2826662 w 7467600"/>
              <a:gd name="connsiteY115" fmla="*/ 4970362 h 6858000"/>
              <a:gd name="connsiteX116" fmla="*/ 2876100 w 7467600"/>
              <a:gd name="connsiteY116" fmla="*/ 4995397 h 6858000"/>
              <a:gd name="connsiteX117" fmla="*/ 3042600 w 7467600"/>
              <a:gd name="connsiteY117" fmla="*/ 5059532 h 6858000"/>
              <a:gd name="connsiteX118" fmla="*/ 1997014 w 7467600"/>
              <a:gd name="connsiteY118" fmla="*/ 4698007 h 6858000"/>
              <a:gd name="connsiteX119" fmla="*/ 2305292 w 7467600"/>
              <a:gd name="connsiteY119" fmla="*/ 4219492 h 6858000"/>
              <a:gd name="connsiteX120" fmla="*/ 3360922 w 7467600"/>
              <a:gd name="connsiteY120" fmla="*/ 4529373 h 6858000"/>
              <a:gd name="connsiteX121" fmla="*/ 3492420 w 7467600"/>
              <a:gd name="connsiteY121" fmla="*/ 4510145 h 6858000"/>
              <a:gd name="connsiteX122" fmla="*/ 3364086 w 7467600"/>
              <a:gd name="connsiteY122" fmla="*/ 4480340 h 6858000"/>
              <a:gd name="connsiteX123" fmla="*/ 3225818 w 7467600"/>
              <a:gd name="connsiteY123" fmla="*/ 4411822 h 6858000"/>
              <a:gd name="connsiteX124" fmla="*/ 3129696 w 7467600"/>
              <a:gd name="connsiteY124" fmla="*/ 4360704 h 6858000"/>
              <a:gd name="connsiteX125" fmla="*/ 2814545 w 7467600"/>
              <a:gd name="connsiteY125" fmla="*/ 4282955 h 6858000"/>
              <a:gd name="connsiteX126" fmla="*/ 2305292 w 7467600"/>
              <a:gd name="connsiteY126" fmla="*/ 4219492 h 6858000"/>
              <a:gd name="connsiteX127" fmla="*/ 2626982 w 7467600"/>
              <a:gd name="connsiteY127" fmla="*/ 4206450 h 6858000"/>
              <a:gd name="connsiteX128" fmla="*/ 2490617 w 7467600"/>
              <a:gd name="connsiteY128" fmla="*/ 4206951 h 6858000"/>
              <a:gd name="connsiteX129" fmla="*/ 2819869 w 7467600"/>
              <a:gd name="connsiteY129" fmla="*/ 4252936 h 6858000"/>
              <a:gd name="connsiteX130" fmla="*/ 3143018 w 7467600"/>
              <a:gd name="connsiteY130" fmla="*/ 4332698 h 6858000"/>
              <a:gd name="connsiteX131" fmla="*/ 3241520 w 7467600"/>
              <a:gd name="connsiteY131" fmla="*/ 4385112 h 6858000"/>
              <a:gd name="connsiteX132" fmla="*/ 3374575 w 7467600"/>
              <a:gd name="connsiteY132" fmla="*/ 4451517 h 6858000"/>
              <a:gd name="connsiteX133" fmla="*/ 3505221 w 7467600"/>
              <a:gd name="connsiteY133" fmla="*/ 4480757 h 6858000"/>
              <a:gd name="connsiteX134" fmla="*/ 2626982 w 7467600"/>
              <a:gd name="connsiteY134" fmla="*/ 4206450 h 6858000"/>
              <a:gd name="connsiteX135" fmla="*/ 1310106 w 7467600"/>
              <a:gd name="connsiteY135" fmla="*/ 3943217 h 6858000"/>
              <a:gd name="connsiteX136" fmla="*/ 854994 w 7467600"/>
              <a:gd name="connsiteY136" fmla="*/ 4399136 h 6858000"/>
              <a:gd name="connsiteX137" fmla="*/ 742462 w 7467600"/>
              <a:gd name="connsiteY137" fmla="*/ 4594648 h 6858000"/>
              <a:gd name="connsiteX138" fmla="*/ 820602 w 7467600"/>
              <a:gd name="connsiteY138" fmla="*/ 4485915 h 6858000"/>
              <a:gd name="connsiteX139" fmla="*/ 878295 w 7467600"/>
              <a:gd name="connsiteY139" fmla="*/ 4403594 h 6858000"/>
              <a:gd name="connsiteX140" fmla="*/ 1240607 w 7467600"/>
              <a:gd name="connsiteY140" fmla="*/ 4010401 h 6858000"/>
              <a:gd name="connsiteX141" fmla="*/ 1310106 w 7467600"/>
              <a:gd name="connsiteY141" fmla="*/ 3943217 h 6858000"/>
              <a:gd name="connsiteX142" fmla="*/ 1423113 w 7467600"/>
              <a:gd name="connsiteY142" fmla="*/ 3874565 h 6858000"/>
              <a:gd name="connsiteX143" fmla="*/ 1260565 w 7467600"/>
              <a:gd name="connsiteY143" fmla="*/ 4031982 h 6858000"/>
              <a:gd name="connsiteX144" fmla="*/ 901900 w 7467600"/>
              <a:gd name="connsiteY144" fmla="*/ 4421236 h 6858000"/>
              <a:gd name="connsiteX145" fmla="*/ 845044 w 7467600"/>
              <a:gd name="connsiteY145" fmla="*/ 4502436 h 6858000"/>
              <a:gd name="connsiteX146" fmla="*/ 685926 w 7467600"/>
              <a:gd name="connsiteY146" fmla="*/ 4703069 h 6858000"/>
              <a:gd name="connsiteX147" fmla="*/ 684248 w 7467600"/>
              <a:gd name="connsiteY147" fmla="*/ 4706721 h 6858000"/>
              <a:gd name="connsiteX148" fmla="*/ 1423113 w 7467600"/>
              <a:gd name="connsiteY148" fmla="*/ 3874565 h 6858000"/>
              <a:gd name="connsiteX149" fmla="*/ 3316479 w 7467600"/>
              <a:gd name="connsiteY149" fmla="*/ 3872136 h 6858000"/>
              <a:gd name="connsiteX150" fmla="*/ 3546806 w 7467600"/>
              <a:gd name="connsiteY150" fmla="*/ 4356139 h 6858000"/>
              <a:gd name="connsiteX151" fmla="*/ 3364433 w 7467600"/>
              <a:gd name="connsiteY151" fmla="*/ 3953121 h 6858000"/>
              <a:gd name="connsiteX152" fmla="*/ 3316479 w 7467600"/>
              <a:gd name="connsiteY152" fmla="*/ 3872136 h 6858000"/>
              <a:gd name="connsiteX153" fmla="*/ 3291335 w 7467600"/>
              <a:gd name="connsiteY153" fmla="*/ 3767420 h 6858000"/>
              <a:gd name="connsiteX154" fmla="*/ 3390805 w 7467600"/>
              <a:gd name="connsiteY154" fmla="*/ 3937163 h 6858000"/>
              <a:gd name="connsiteX155" fmla="*/ 3579062 w 7467600"/>
              <a:gd name="connsiteY155" fmla="*/ 4359040 h 6858000"/>
              <a:gd name="connsiteX156" fmla="*/ 3467355 w 7467600"/>
              <a:gd name="connsiteY156" fmla="*/ 3988130 h 6858000"/>
              <a:gd name="connsiteX157" fmla="*/ 3310753 w 7467600"/>
              <a:gd name="connsiteY157" fmla="*/ 3787140 h 6858000"/>
              <a:gd name="connsiteX158" fmla="*/ 3291335 w 7467600"/>
              <a:gd name="connsiteY158" fmla="*/ 3767420 h 6858000"/>
              <a:gd name="connsiteX159" fmla="*/ 1635889 w 7467600"/>
              <a:gd name="connsiteY159" fmla="*/ 3709494 h 6858000"/>
              <a:gd name="connsiteX160" fmla="*/ 1634800 w 7467600"/>
              <a:gd name="connsiteY160" fmla="*/ 3731111 h 6858000"/>
              <a:gd name="connsiteX161" fmla="*/ 1635889 w 7467600"/>
              <a:gd name="connsiteY161" fmla="*/ 3709494 h 6858000"/>
              <a:gd name="connsiteX162" fmla="*/ 1510397 w 7467600"/>
              <a:gd name="connsiteY162" fmla="*/ 3684705 h 6858000"/>
              <a:gd name="connsiteX163" fmla="*/ 1146550 w 7467600"/>
              <a:gd name="connsiteY163" fmla="*/ 3802012 h 6858000"/>
              <a:gd name="connsiteX164" fmla="*/ 698834 w 7467600"/>
              <a:gd name="connsiteY164" fmla="*/ 3952272 h 6858000"/>
              <a:gd name="connsiteX165" fmla="*/ 34256 w 7467600"/>
              <a:gd name="connsiteY165" fmla="*/ 4347603 h 6858000"/>
              <a:gd name="connsiteX166" fmla="*/ 527241 w 7467600"/>
              <a:gd name="connsiteY166" fmla="*/ 4065078 h 6858000"/>
              <a:gd name="connsiteX167" fmla="*/ 1510397 w 7467600"/>
              <a:gd name="connsiteY167" fmla="*/ 3684705 h 6858000"/>
              <a:gd name="connsiteX168" fmla="*/ 1313114 w 7467600"/>
              <a:gd name="connsiteY168" fmla="*/ 3655216 h 6858000"/>
              <a:gd name="connsiteX169" fmla="*/ 1109304 w 7467600"/>
              <a:gd name="connsiteY169" fmla="*/ 3669030 h 6858000"/>
              <a:gd name="connsiteX170" fmla="*/ 8129 w 7467600"/>
              <a:gd name="connsiteY170" fmla="*/ 4330519 h 6858000"/>
              <a:gd name="connsiteX171" fmla="*/ 687572 w 7467600"/>
              <a:gd name="connsiteY171" fmla="*/ 3925629 h 6858000"/>
              <a:gd name="connsiteX172" fmla="*/ 1138365 w 7467600"/>
              <a:gd name="connsiteY172" fmla="*/ 3774515 h 6858000"/>
              <a:gd name="connsiteX173" fmla="*/ 1505579 w 7467600"/>
              <a:gd name="connsiteY173" fmla="*/ 3655526 h 6858000"/>
              <a:gd name="connsiteX174" fmla="*/ 1313114 w 7467600"/>
              <a:gd name="connsiteY174" fmla="*/ 3655216 h 6858000"/>
              <a:gd name="connsiteX175" fmla="*/ 3655073 w 7467600"/>
              <a:gd name="connsiteY175" fmla="*/ 3650884 h 6858000"/>
              <a:gd name="connsiteX176" fmla="*/ 3989938 w 7467600"/>
              <a:gd name="connsiteY176" fmla="*/ 3991685 h 6858000"/>
              <a:gd name="connsiteX177" fmla="*/ 4393907 w 7467600"/>
              <a:gd name="connsiteY177" fmla="*/ 4261258 h 6858000"/>
              <a:gd name="connsiteX178" fmla="*/ 4648051 w 7467600"/>
              <a:gd name="connsiteY178" fmla="*/ 4374051 h 6858000"/>
              <a:gd name="connsiteX179" fmla="*/ 4383389 w 7467600"/>
              <a:gd name="connsiteY179" fmla="*/ 4184369 h 6858000"/>
              <a:gd name="connsiteX180" fmla="*/ 4165508 w 7467600"/>
              <a:gd name="connsiteY180" fmla="*/ 4035196 h 6858000"/>
              <a:gd name="connsiteX181" fmla="*/ 4068162 w 7467600"/>
              <a:gd name="connsiteY181" fmla="*/ 3953394 h 6858000"/>
              <a:gd name="connsiteX182" fmla="*/ 3981416 w 7467600"/>
              <a:gd name="connsiteY182" fmla="*/ 3880482 h 6858000"/>
              <a:gd name="connsiteX183" fmla="*/ 3800147 w 7467600"/>
              <a:gd name="connsiteY183" fmla="*/ 3749872 h 6858000"/>
              <a:gd name="connsiteX184" fmla="*/ 3655073 w 7467600"/>
              <a:gd name="connsiteY184" fmla="*/ 3650884 h 6858000"/>
              <a:gd name="connsiteX185" fmla="*/ 3670252 w 7467600"/>
              <a:gd name="connsiteY185" fmla="*/ 3622798 h 6858000"/>
              <a:gd name="connsiteX186" fmla="*/ 3817258 w 7467600"/>
              <a:gd name="connsiteY186" fmla="*/ 3723577 h 6858000"/>
              <a:gd name="connsiteX187" fmla="*/ 4000461 w 7467600"/>
              <a:gd name="connsiteY187" fmla="*/ 3855966 h 6858000"/>
              <a:gd name="connsiteX188" fmla="*/ 4088180 w 7467600"/>
              <a:gd name="connsiteY188" fmla="*/ 3929774 h 6858000"/>
              <a:gd name="connsiteX189" fmla="*/ 4184555 w 7467600"/>
              <a:gd name="connsiteY189" fmla="*/ 4010683 h 6858000"/>
              <a:gd name="connsiteX190" fmla="*/ 4399563 w 7467600"/>
              <a:gd name="connsiteY190" fmla="*/ 4158106 h 6858000"/>
              <a:gd name="connsiteX191" fmla="*/ 4684469 w 7467600"/>
              <a:gd name="connsiteY191" fmla="*/ 4364680 h 6858000"/>
              <a:gd name="connsiteX192" fmla="*/ 4690271 w 7467600"/>
              <a:gd name="connsiteY192" fmla="*/ 4370034 h 6858000"/>
              <a:gd name="connsiteX193" fmla="*/ 4136093 w 7467600"/>
              <a:gd name="connsiteY193" fmla="*/ 3858466 h 6858000"/>
              <a:gd name="connsiteX194" fmla="*/ 3670252 w 7467600"/>
              <a:gd name="connsiteY194" fmla="*/ 3622798 h 6858000"/>
              <a:gd name="connsiteX195" fmla="*/ 4440129 w 7467600"/>
              <a:gd name="connsiteY195" fmla="*/ 3448571 h 6858000"/>
              <a:gd name="connsiteX196" fmla="*/ 4856525 w 7467600"/>
              <a:gd name="connsiteY196" fmla="*/ 3915351 h 6858000"/>
              <a:gd name="connsiteX197" fmla="*/ 5059055 w 7467600"/>
              <a:gd name="connsiteY197" fmla="*/ 4108918 h 6858000"/>
              <a:gd name="connsiteX198" fmla="*/ 5290070 w 7467600"/>
              <a:gd name="connsiteY198" fmla="*/ 4263619 h 6858000"/>
              <a:gd name="connsiteX199" fmla="*/ 4834991 w 7467600"/>
              <a:gd name="connsiteY199" fmla="*/ 3830985 h 6858000"/>
              <a:gd name="connsiteX200" fmla="*/ 4440129 w 7467600"/>
              <a:gd name="connsiteY200" fmla="*/ 3448571 h 6858000"/>
              <a:gd name="connsiteX201" fmla="*/ 4441737 w 7467600"/>
              <a:gd name="connsiteY201" fmla="*/ 3399734 h 6858000"/>
              <a:gd name="connsiteX202" fmla="*/ 4431236 w 7467600"/>
              <a:gd name="connsiteY202" fmla="*/ 3400954 h 6858000"/>
              <a:gd name="connsiteX203" fmla="*/ 4557150 w 7467600"/>
              <a:gd name="connsiteY203" fmla="*/ 3510023 h 6858000"/>
              <a:gd name="connsiteX204" fmla="*/ 4856936 w 7467600"/>
              <a:gd name="connsiteY204" fmla="*/ 3809146 h 6858000"/>
              <a:gd name="connsiteX205" fmla="*/ 5111996 w 7467600"/>
              <a:gd name="connsiteY205" fmla="*/ 4065759 h 6858000"/>
              <a:gd name="connsiteX206" fmla="*/ 5388878 w 7467600"/>
              <a:gd name="connsiteY206" fmla="*/ 4300185 h 6858000"/>
              <a:gd name="connsiteX207" fmla="*/ 5425556 w 7467600"/>
              <a:gd name="connsiteY207" fmla="*/ 4308967 h 6858000"/>
              <a:gd name="connsiteX208" fmla="*/ 4943646 w 7467600"/>
              <a:gd name="connsiteY208" fmla="*/ 3822916 h 6858000"/>
              <a:gd name="connsiteX209" fmla="*/ 4594837 w 7467600"/>
              <a:gd name="connsiteY209" fmla="*/ 3532274 h 6858000"/>
              <a:gd name="connsiteX210" fmla="*/ 4441737 w 7467600"/>
              <a:gd name="connsiteY210" fmla="*/ 3399734 h 6858000"/>
              <a:gd name="connsiteX211" fmla="*/ 5425834 w 7467600"/>
              <a:gd name="connsiteY211" fmla="*/ 3162785 h 6858000"/>
              <a:gd name="connsiteX212" fmla="*/ 5401644 w 7467600"/>
              <a:gd name="connsiteY212" fmla="*/ 3617847 h 6858000"/>
              <a:gd name="connsiteX213" fmla="*/ 5467256 w 7467600"/>
              <a:gd name="connsiteY213" fmla="*/ 4175494 h 6858000"/>
              <a:gd name="connsiteX214" fmla="*/ 5448069 w 7467600"/>
              <a:gd name="connsiteY214" fmla="*/ 3567554 h 6858000"/>
              <a:gd name="connsiteX215" fmla="*/ 5425834 w 7467600"/>
              <a:gd name="connsiteY215" fmla="*/ 3162785 h 6858000"/>
              <a:gd name="connsiteX216" fmla="*/ 1318687 w 7467600"/>
              <a:gd name="connsiteY216" fmla="*/ 3113840 h 6858000"/>
              <a:gd name="connsiteX217" fmla="*/ 1066793 w 7467600"/>
              <a:gd name="connsiteY217" fmla="*/ 3212171 h 6858000"/>
              <a:gd name="connsiteX218" fmla="*/ 993319 w 7467600"/>
              <a:gd name="connsiteY218" fmla="*/ 3247648 h 6858000"/>
              <a:gd name="connsiteX219" fmla="*/ 853081 w 7467600"/>
              <a:gd name="connsiteY219" fmla="*/ 3312410 h 6858000"/>
              <a:gd name="connsiteX220" fmla="*/ 805957 w 7467600"/>
              <a:gd name="connsiteY220" fmla="*/ 3330443 h 6858000"/>
              <a:gd name="connsiteX221" fmla="*/ 1318687 w 7467600"/>
              <a:gd name="connsiteY221" fmla="*/ 3113840 h 6858000"/>
              <a:gd name="connsiteX222" fmla="*/ 5453702 w 7467600"/>
              <a:gd name="connsiteY222" fmla="*/ 3090882 h 6858000"/>
              <a:gd name="connsiteX223" fmla="*/ 5480135 w 7467600"/>
              <a:gd name="connsiteY223" fmla="*/ 3565802 h 6858000"/>
              <a:gd name="connsiteX224" fmla="*/ 5499023 w 7467600"/>
              <a:gd name="connsiteY224" fmla="*/ 4166310 h 6858000"/>
              <a:gd name="connsiteX225" fmla="*/ 5547022 w 7467600"/>
              <a:gd name="connsiteY225" fmla="*/ 3607838 h 6858000"/>
              <a:gd name="connsiteX226" fmla="*/ 5515964 w 7467600"/>
              <a:gd name="connsiteY226" fmla="*/ 3378541 h 6858000"/>
              <a:gd name="connsiteX227" fmla="*/ 5453702 w 7467600"/>
              <a:gd name="connsiteY227" fmla="*/ 3090882 h 6858000"/>
              <a:gd name="connsiteX228" fmla="*/ 1238695 w 7467600"/>
              <a:gd name="connsiteY228" fmla="*/ 3076820 h 6858000"/>
              <a:gd name="connsiteX229" fmla="*/ 716371 w 7467600"/>
              <a:gd name="connsiteY229" fmla="*/ 3293249 h 6858000"/>
              <a:gd name="connsiteX230" fmla="*/ 579522 w 7467600"/>
              <a:gd name="connsiteY230" fmla="*/ 3371759 h 6858000"/>
              <a:gd name="connsiteX231" fmla="*/ 600288 w 7467600"/>
              <a:gd name="connsiteY231" fmla="*/ 3365555 h 6858000"/>
              <a:gd name="connsiteX232" fmla="*/ 840692 w 7467600"/>
              <a:gd name="connsiteY232" fmla="*/ 3284921 h 6858000"/>
              <a:gd name="connsiteX233" fmla="*/ 979248 w 7467600"/>
              <a:gd name="connsiteY233" fmla="*/ 3221003 h 6858000"/>
              <a:gd name="connsiteX234" fmla="*/ 1053282 w 7467600"/>
              <a:gd name="connsiteY234" fmla="*/ 3185247 h 6858000"/>
              <a:gd name="connsiteX235" fmla="*/ 1320603 w 7467600"/>
              <a:gd name="connsiteY235" fmla="*/ 3081281 h 6858000"/>
              <a:gd name="connsiteX236" fmla="*/ 1238695 w 7467600"/>
              <a:gd name="connsiteY236" fmla="*/ 3076820 h 6858000"/>
              <a:gd name="connsiteX237" fmla="*/ 5425627 w 7467600"/>
              <a:gd name="connsiteY237" fmla="*/ 2954192 h 6858000"/>
              <a:gd name="connsiteX238" fmla="*/ 5470770 w 7467600"/>
              <a:gd name="connsiteY238" fmla="*/ 3005435 h 6858000"/>
              <a:gd name="connsiteX239" fmla="*/ 5519779 w 7467600"/>
              <a:gd name="connsiteY239" fmla="*/ 4359223 h 6858000"/>
              <a:gd name="connsiteX240" fmla="*/ 5520293 w 7467600"/>
              <a:gd name="connsiteY240" fmla="*/ 4360602 h 6858000"/>
              <a:gd name="connsiteX241" fmla="*/ 5767221 w 7467600"/>
              <a:gd name="connsiteY241" fmla="*/ 4665564 h 6858000"/>
              <a:gd name="connsiteX242" fmla="*/ 6937169 w 7467600"/>
              <a:gd name="connsiteY242" fmla="*/ 4815941 h 6858000"/>
              <a:gd name="connsiteX243" fmla="*/ 6953922 w 7467600"/>
              <a:gd name="connsiteY243" fmla="*/ 4890068 h 6858000"/>
              <a:gd name="connsiteX244" fmla="*/ 6071359 w 7467600"/>
              <a:gd name="connsiteY244" fmla="*/ 4770770 h 6858000"/>
              <a:gd name="connsiteX245" fmla="*/ 6038839 w 7467600"/>
              <a:gd name="connsiteY245" fmla="*/ 4764474 h 6858000"/>
              <a:gd name="connsiteX246" fmla="*/ 6038706 w 7467600"/>
              <a:gd name="connsiteY246" fmla="*/ 4763847 h 6858000"/>
              <a:gd name="connsiteX247" fmla="*/ 6037784 w 7467600"/>
              <a:gd name="connsiteY247" fmla="*/ 4764270 h 6858000"/>
              <a:gd name="connsiteX248" fmla="*/ 6038839 w 7467600"/>
              <a:gd name="connsiteY248" fmla="*/ 4764474 h 6858000"/>
              <a:gd name="connsiteX249" fmla="*/ 6040338 w 7467600"/>
              <a:gd name="connsiteY249" fmla="*/ 4771418 h 6858000"/>
              <a:gd name="connsiteX250" fmla="*/ 6024488 w 7467600"/>
              <a:gd name="connsiteY250" fmla="*/ 4809903 h 6858000"/>
              <a:gd name="connsiteX251" fmla="*/ 5599771 w 7467600"/>
              <a:gd name="connsiteY251" fmla="*/ 5509652 h 6858000"/>
              <a:gd name="connsiteX252" fmla="*/ 5548843 w 7467600"/>
              <a:gd name="connsiteY252" fmla="*/ 5563845 h 6858000"/>
              <a:gd name="connsiteX253" fmla="*/ 5940952 w 7467600"/>
              <a:gd name="connsiteY253" fmla="*/ 6250028 h 6858000"/>
              <a:gd name="connsiteX254" fmla="*/ 6043441 w 7467600"/>
              <a:gd name="connsiteY254" fmla="*/ 6665847 h 6858000"/>
              <a:gd name="connsiteX255" fmla="*/ 6093432 w 7467600"/>
              <a:gd name="connsiteY255" fmla="*/ 6858000 h 6858000"/>
              <a:gd name="connsiteX256" fmla="*/ 6034344 w 7467600"/>
              <a:gd name="connsiteY256" fmla="*/ 6858000 h 6858000"/>
              <a:gd name="connsiteX257" fmla="*/ 6026679 w 7467600"/>
              <a:gd name="connsiteY257" fmla="*/ 6836959 h 6858000"/>
              <a:gd name="connsiteX258" fmla="*/ 5800441 w 7467600"/>
              <a:gd name="connsiteY258" fmla="*/ 6335286 h 6858000"/>
              <a:gd name="connsiteX259" fmla="*/ 5526562 w 7467600"/>
              <a:gd name="connsiteY259" fmla="*/ 5705388 h 6858000"/>
              <a:gd name="connsiteX260" fmla="*/ 5519640 w 7467600"/>
              <a:gd name="connsiteY260" fmla="*/ 5683774 h 6858000"/>
              <a:gd name="connsiteX261" fmla="*/ 5844559 w 7467600"/>
              <a:gd name="connsiteY261" fmla="*/ 6553349 h 6858000"/>
              <a:gd name="connsiteX262" fmla="*/ 5975994 w 7467600"/>
              <a:gd name="connsiteY262" fmla="*/ 6858000 h 6858000"/>
              <a:gd name="connsiteX263" fmla="*/ 5898547 w 7467600"/>
              <a:gd name="connsiteY263" fmla="*/ 6858000 h 6858000"/>
              <a:gd name="connsiteX264" fmla="*/ 5682041 w 7467600"/>
              <a:gd name="connsiteY264" fmla="*/ 6355860 h 6858000"/>
              <a:gd name="connsiteX265" fmla="*/ 5461758 w 7467600"/>
              <a:gd name="connsiteY265" fmla="*/ 5820220 h 6858000"/>
              <a:gd name="connsiteX266" fmla="*/ 5237282 w 7467600"/>
              <a:gd name="connsiteY266" fmla="*/ 6579086 h 6858000"/>
              <a:gd name="connsiteX267" fmla="*/ 5115009 w 7467600"/>
              <a:gd name="connsiteY267" fmla="*/ 6858000 h 6858000"/>
              <a:gd name="connsiteX268" fmla="*/ 5028074 w 7467600"/>
              <a:gd name="connsiteY268" fmla="*/ 6858000 h 6858000"/>
              <a:gd name="connsiteX269" fmla="*/ 5079508 w 7467600"/>
              <a:gd name="connsiteY269" fmla="*/ 6749074 h 6858000"/>
              <a:gd name="connsiteX270" fmla="*/ 5371846 w 7467600"/>
              <a:gd name="connsiteY270" fmla="*/ 5924413 h 6858000"/>
              <a:gd name="connsiteX271" fmla="*/ 5270512 w 7467600"/>
              <a:gd name="connsiteY271" fmla="*/ 6138975 h 6858000"/>
              <a:gd name="connsiteX272" fmla="*/ 5062409 w 7467600"/>
              <a:gd name="connsiteY272" fmla="*/ 6653544 h 6858000"/>
              <a:gd name="connsiteX273" fmla="*/ 5036628 w 7467600"/>
              <a:gd name="connsiteY273" fmla="*/ 6754247 h 6858000"/>
              <a:gd name="connsiteX274" fmla="*/ 5009112 w 7467600"/>
              <a:gd name="connsiteY274" fmla="*/ 6858000 h 6858000"/>
              <a:gd name="connsiteX275" fmla="*/ 4976679 w 7467600"/>
              <a:gd name="connsiteY275" fmla="*/ 6858000 h 6858000"/>
              <a:gd name="connsiteX276" fmla="*/ 5006537 w 7467600"/>
              <a:gd name="connsiteY276" fmla="*/ 6747068 h 6858000"/>
              <a:gd name="connsiteX277" fmla="*/ 5032723 w 7467600"/>
              <a:gd name="connsiteY277" fmla="*/ 6644957 h 6858000"/>
              <a:gd name="connsiteX278" fmla="*/ 5242949 w 7467600"/>
              <a:gd name="connsiteY278" fmla="*/ 6125175 h 6858000"/>
              <a:gd name="connsiteX279" fmla="*/ 5286321 w 7467600"/>
              <a:gd name="connsiteY279" fmla="*/ 6033555 h 6858000"/>
              <a:gd name="connsiteX280" fmla="*/ 5008210 w 7467600"/>
              <a:gd name="connsiteY280" fmla="*/ 6649194 h 6858000"/>
              <a:gd name="connsiteX281" fmla="*/ 4986321 w 7467600"/>
              <a:gd name="connsiteY281" fmla="*/ 6765687 h 6858000"/>
              <a:gd name="connsiteX282" fmla="*/ 4973474 w 7467600"/>
              <a:gd name="connsiteY282" fmla="*/ 6858000 h 6858000"/>
              <a:gd name="connsiteX283" fmla="*/ 4907178 w 7467600"/>
              <a:gd name="connsiteY283" fmla="*/ 6858000 h 6858000"/>
              <a:gd name="connsiteX284" fmla="*/ 4910810 w 7467600"/>
              <a:gd name="connsiteY284" fmla="*/ 6829660 h 6858000"/>
              <a:gd name="connsiteX285" fmla="*/ 4987461 w 7467600"/>
              <a:gd name="connsiteY285" fmla="*/ 6432994 h 6858000"/>
              <a:gd name="connsiteX286" fmla="*/ 5179262 w 7467600"/>
              <a:gd name="connsiteY286" fmla="*/ 6035044 h 6858000"/>
              <a:gd name="connsiteX287" fmla="*/ 4689678 w 7467600"/>
              <a:gd name="connsiteY287" fmla="*/ 6440241 h 6858000"/>
              <a:gd name="connsiteX288" fmla="*/ 4477543 w 7467600"/>
              <a:gd name="connsiteY288" fmla="*/ 6674836 h 6858000"/>
              <a:gd name="connsiteX289" fmla="*/ 4329957 w 7467600"/>
              <a:gd name="connsiteY289" fmla="*/ 6858000 h 6858000"/>
              <a:gd name="connsiteX290" fmla="*/ 4218595 w 7467600"/>
              <a:gd name="connsiteY290" fmla="*/ 6858000 h 6858000"/>
              <a:gd name="connsiteX291" fmla="*/ 4368888 w 7467600"/>
              <a:gd name="connsiteY291" fmla="*/ 6668412 h 6858000"/>
              <a:gd name="connsiteX292" fmla="*/ 4563091 w 7467600"/>
              <a:gd name="connsiteY292" fmla="*/ 6442508 h 6858000"/>
              <a:gd name="connsiteX293" fmla="*/ 5387324 w 7467600"/>
              <a:gd name="connsiteY293" fmla="*/ 5705830 h 6858000"/>
              <a:gd name="connsiteX294" fmla="*/ 5073620 w 7467600"/>
              <a:gd name="connsiteY294" fmla="*/ 5955437 h 6858000"/>
              <a:gd name="connsiteX295" fmla="*/ 4689789 w 7467600"/>
              <a:gd name="connsiteY295" fmla="*/ 6268382 h 6858000"/>
              <a:gd name="connsiteX296" fmla="*/ 4418722 w 7467600"/>
              <a:gd name="connsiteY296" fmla="*/ 6570886 h 6858000"/>
              <a:gd name="connsiteX297" fmla="*/ 4214944 w 7467600"/>
              <a:gd name="connsiteY297" fmla="*/ 6858000 h 6858000"/>
              <a:gd name="connsiteX298" fmla="*/ 4177898 w 7467600"/>
              <a:gd name="connsiteY298" fmla="*/ 6858000 h 6858000"/>
              <a:gd name="connsiteX299" fmla="*/ 4391597 w 7467600"/>
              <a:gd name="connsiteY299" fmla="*/ 6556370 h 6858000"/>
              <a:gd name="connsiteX300" fmla="*/ 4668889 w 7467600"/>
              <a:gd name="connsiteY300" fmla="*/ 6246399 h 6858000"/>
              <a:gd name="connsiteX301" fmla="*/ 5055427 w 7467600"/>
              <a:gd name="connsiteY301" fmla="*/ 5931476 h 6858000"/>
              <a:gd name="connsiteX302" fmla="*/ 5371814 w 7467600"/>
              <a:gd name="connsiteY302" fmla="*/ 5678975 h 6858000"/>
              <a:gd name="connsiteX303" fmla="*/ 4987918 w 7467600"/>
              <a:gd name="connsiteY303" fmla="*/ 5838701 h 6858000"/>
              <a:gd name="connsiteX304" fmla="*/ 4317146 w 7467600"/>
              <a:gd name="connsiteY304" fmla="*/ 6587716 h 6858000"/>
              <a:gd name="connsiteX305" fmla="*/ 4171627 w 7467600"/>
              <a:gd name="connsiteY305" fmla="*/ 6858000 h 6858000"/>
              <a:gd name="connsiteX306" fmla="*/ 4081585 w 7467600"/>
              <a:gd name="connsiteY306" fmla="*/ 6858000 h 6858000"/>
              <a:gd name="connsiteX307" fmla="*/ 4238603 w 7467600"/>
              <a:gd name="connsiteY307" fmla="*/ 6559341 h 6858000"/>
              <a:gd name="connsiteX308" fmla="*/ 4778333 w 7467600"/>
              <a:gd name="connsiteY308" fmla="*/ 5873626 h 6858000"/>
              <a:gd name="connsiteX309" fmla="*/ 5414185 w 7467600"/>
              <a:gd name="connsiteY309" fmla="*/ 5573882 h 6858000"/>
              <a:gd name="connsiteX310" fmla="*/ 5959648 w 7467600"/>
              <a:gd name="connsiteY310" fmla="*/ 4760797 h 6858000"/>
              <a:gd name="connsiteX311" fmla="*/ 5355019 w 7467600"/>
              <a:gd name="connsiteY311" fmla="*/ 4734672 h 6858000"/>
              <a:gd name="connsiteX312" fmla="*/ 5083565 w 7467600"/>
              <a:gd name="connsiteY312" fmla="*/ 5179121 h 6858000"/>
              <a:gd name="connsiteX313" fmla="*/ 4713577 w 7467600"/>
              <a:gd name="connsiteY313" fmla="*/ 5616803 h 6858000"/>
              <a:gd name="connsiteX314" fmla="*/ 3989559 w 7467600"/>
              <a:gd name="connsiteY314" fmla="*/ 6145945 h 6858000"/>
              <a:gd name="connsiteX315" fmla="*/ 3939824 w 7467600"/>
              <a:gd name="connsiteY315" fmla="*/ 6066900 h 6858000"/>
              <a:gd name="connsiteX316" fmla="*/ 4584537 w 7467600"/>
              <a:gd name="connsiteY316" fmla="*/ 5324826 h 6858000"/>
              <a:gd name="connsiteX317" fmla="*/ 5037105 w 7467600"/>
              <a:gd name="connsiteY317" fmla="*/ 5088765 h 6858000"/>
              <a:gd name="connsiteX318" fmla="*/ 5039930 w 7467600"/>
              <a:gd name="connsiteY318" fmla="*/ 5089585 h 6858000"/>
              <a:gd name="connsiteX319" fmla="*/ 5263764 w 7467600"/>
              <a:gd name="connsiteY319" fmla="*/ 4735525 h 6858000"/>
              <a:gd name="connsiteX320" fmla="*/ 4086300 w 7467600"/>
              <a:gd name="connsiteY320" fmla="*/ 4884599 h 6858000"/>
              <a:gd name="connsiteX321" fmla="*/ 4085485 w 7467600"/>
              <a:gd name="connsiteY321" fmla="*/ 4899070 h 6858000"/>
              <a:gd name="connsiteX322" fmla="*/ 3871915 w 7467600"/>
              <a:gd name="connsiteY322" fmla="*/ 5253645 h 6858000"/>
              <a:gd name="connsiteX323" fmla="*/ 3799374 w 7467600"/>
              <a:gd name="connsiteY323" fmla="*/ 5466127 h 6858000"/>
              <a:gd name="connsiteX324" fmla="*/ 3498850 w 7467600"/>
              <a:gd name="connsiteY324" fmla="*/ 6661888 h 6858000"/>
              <a:gd name="connsiteX325" fmla="*/ 3399216 w 7467600"/>
              <a:gd name="connsiteY325" fmla="*/ 6858000 h 6858000"/>
              <a:gd name="connsiteX326" fmla="*/ 3303688 w 7467600"/>
              <a:gd name="connsiteY326" fmla="*/ 6858000 h 6858000"/>
              <a:gd name="connsiteX327" fmla="*/ 3391774 w 7467600"/>
              <a:gd name="connsiteY327" fmla="*/ 6697181 h 6858000"/>
              <a:gd name="connsiteX328" fmla="*/ 3735540 w 7467600"/>
              <a:gd name="connsiteY328" fmla="*/ 5546923 h 6858000"/>
              <a:gd name="connsiteX329" fmla="*/ 3729438 w 7467600"/>
              <a:gd name="connsiteY329" fmla="*/ 5569058 h 6858000"/>
              <a:gd name="connsiteX330" fmla="*/ 3707782 w 7467600"/>
              <a:gd name="connsiteY330" fmla="*/ 5644908 h 6858000"/>
              <a:gd name="connsiteX331" fmla="*/ 3583827 w 7467600"/>
              <a:gd name="connsiteY331" fmla="*/ 6039215 h 6858000"/>
              <a:gd name="connsiteX332" fmla="*/ 3547861 w 7467600"/>
              <a:gd name="connsiteY332" fmla="*/ 6129609 h 6858000"/>
              <a:gd name="connsiteX333" fmla="*/ 3490905 w 7467600"/>
              <a:gd name="connsiteY333" fmla="*/ 6277660 h 6858000"/>
              <a:gd name="connsiteX334" fmla="*/ 3455859 w 7467600"/>
              <a:gd name="connsiteY334" fmla="*/ 6391301 h 6858000"/>
              <a:gd name="connsiteX335" fmla="*/ 3429112 w 7467600"/>
              <a:gd name="connsiteY335" fmla="*/ 6479469 h 6858000"/>
              <a:gd name="connsiteX336" fmla="*/ 3304862 w 7467600"/>
              <a:gd name="connsiteY336" fmla="*/ 6796476 h 6858000"/>
              <a:gd name="connsiteX337" fmla="*/ 3276071 w 7467600"/>
              <a:gd name="connsiteY337" fmla="*/ 6858000 h 6858000"/>
              <a:gd name="connsiteX338" fmla="*/ 3240805 w 7467600"/>
              <a:gd name="connsiteY338" fmla="*/ 6858000 h 6858000"/>
              <a:gd name="connsiteX339" fmla="*/ 3275917 w 7467600"/>
              <a:gd name="connsiteY339" fmla="*/ 6783192 h 6858000"/>
              <a:gd name="connsiteX340" fmla="*/ 3399358 w 7467600"/>
              <a:gd name="connsiteY340" fmla="*/ 6469011 h 6858000"/>
              <a:gd name="connsiteX341" fmla="*/ 3425650 w 7467600"/>
              <a:gd name="connsiteY341" fmla="*/ 6381333 h 6858000"/>
              <a:gd name="connsiteX342" fmla="*/ 3460661 w 7467600"/>
              <a:gd name="connsiteY342" fmla="*/ 6266763 h 6858000"/>
              <a:gd name="connsiteX343" fmla="*/ 3518021 w 7467600"/>
              <a:gd name="connsiteY343" fmla="*/ 6117298 h 6858000"/>
              <a:gd name="connsiteX344" fmla="*/ 3554035 w 7467600"/>
              <a:gd name="connsiteY344" fmla="*/ 6027832 h 6858000"/>
              <a:gd name="connsiteX345" fmla="*/ 3677174 w 7467600"/>
              <a:gd name="connsiteY345" fmla="*/ 5636351 h 6858000"/>
              <a:gd name="connsiteX346" fmla="*/ 3698819 w 7467600"/>
              <a:gd name="connsiteY346" fmla="*/ 5560503 h 6858000"/>
              <a:gd name="connsiteX347" fmla="*/ 3702094 w 7467600"/>
              <a:gd name="connsiteY347" fmla="*/ 5549194 h 6858000"/>
              <a:gd name="connsiteX348" fmla="*/ 3398355 w 7467600"/>
              <a:gd name="connsiteY348" fmla="*/ 6094603 h 6858000"/>
              <a:gd name="connsiteX349" fmla="*/ 3193941 w 7467600"/>
              <a:gd name="connsiteY349" fmla="*/ 6798775 h 6858000"/>
              <a:gd name="connsiteX350" fmla="*/ 3184140 w 7467600"/>
              <a:gd name="connsiteY350" fmla="*/ 6858000 h 6858000"/>
              <a:gd name="connsiteX351" fmla="*/ 3099978 w 7467600"/>
              <a:gd name="connsiteY351" fmla="*/ 6858000 h 6858000"/>
              <a:gd name="connsiteX352" fmla="*/ 3101556 w 7467600"/>
              <a:gd name="connsiteY352" fmla="*/ 6843337 h 6858000"/>
              <a:gd name="connsiteX353" fmla="*/ 3370162 w 7467600"/>
              <a:gd name="connsiteY353" fmla="*/ 5785550 h 6858000"/>
              <a:gd name="connsiteX354" fmla="*/ 3746477 w 7467600"/>
              <a:gd name="connsiteY354" fmla="*/ 5377889 h 6858000"/>
              <a:gd name="connsiteX355" fmla="*/ 3863399 w 7467600"/>
              <a:gd name="connsiteY355" fmla="*/ 5087257 h 6858000"/>
              <a:gd name="connsiteX356" fmla="*/ 3968712 w 7467600"/>
              <a:gd name="connsiteY356" fmla="*/ 4913989 h 6858000"/>
              <a:gd name="connsiteX357" fmla="*/ 2792390 w 7467600"/>
              <a:gd name="connsiteY357" fmla="*/ 5382974 h 6858000"/>
              <a:gd name="connsiteX358" fmla="*/ 2714982 w 7467600"/>
              <a:gd name="connsiteY358" fmla="*/ 5427051 h 6858000"/>
              <a:gd name="connsiteX359" fmla="*/ 2813361 w 7467600"/>
              <a:gd name="connsiteY359" fmla="*/ 6023912 h 6858000"/>
              <a:gd name="connsiteX360" fmla="*/ 2688430 w 7467600"/>
              <a:gd name="connsiteY360" fmla="*/ 6801564 h 6858000"/>
              <a:gd name="connsiteX361" fmla="*/ 2629626 w 7467600"/>
              <a:gd name="connsiteY361" fmla="*/ 6763394 h 6858000"/>
              <a:gd name="connsiteX362" fmla="*/ 2565328 w 7467600"/>
              <a:gd name="connsiteY362" fmla="*/ 5516399 h 6858000"/>
              <a:gd name="connsiteX363" fmla="*/ 1922999 w 7467600"/>
              <a:gd name="connsiteY363" fmla="*/ 5980343 h 6858000"/>
              <a:gd name="connsiteX364" fmla="*/ 1950261 w 7467600"/>
              <a:gd name="connsiteY364" fmla="*/ 6405858 h 6858000"/>
              <a:gd name="connsiteX365" fmla="*/ 2365554 w 7467600"/>
              <a:gd name="connsiteY365" fmla="*/ 6759107 h 6858000"/>
              <a:gd name="connsiteX366" fmla="*/ 2424142 w 7467600"/>
              <a:gd name="connsiteY366" fmla="*/ 6858000 h 6858000"/>
              <a:gd name="connsiteX367" fmla="*/ 2395994 w 7467600"/>
              <a:gd name="connsiteY367" fmla="*/ 6858000 h 6858000"/>
              <a:gd name="connsiteX368" fmla="*/ 2392863 w 7467600"/>
              <a:gd name="connsiteY368" fmla="*/ 6852964 h 6858000"/>
              <a:gd name="connsiteX369" fmla="*/ 2017589 w 7467600"/>
              <a:gd name="connsiteY369" fmla="*/ 6493982 h 6858000"/>
              <a:gd name="connsiteX370" fmla="*/ 2147336 w 7467600"/>
              <a:gd name="connsiteY370" fmla="*/ 6594052 h 6858000"/>
              <a:gd name="connsiteX371" fmla="*/ 2207047 w 7467600"/>
              <a:gd name="connsiteY371" fmla="*/ 6654540 h 6858000"/>
              <a:gd name="connsiteX372" fmla="*/ 2299106 w 7467600"/>
              <a:gd name="connsiteY372" fmla="*/ 6778931 h 6858000"/>
              <a:gd name="connsiteX373" fmla="*/ 2314430 w 7467600"/>
              <a:gd name="connsiteY373" fmla="*/ 6801144 h 6858000"/>
              <a:gd name="connsiteX374" fmla="*/ 2352406 w 7467600"/>
              <a:gd name="connsiteY374" fmla="*/ 6858000 h 6858000"/>
              <a:gd name="connsiteX375" fmla="*/ 2314492 w 7467600"/>
              <a:gd name="connsiteY375" fmla="*/ 6858000 h 6858000"/>
              <a:gd name="connsiteX376" fmla="*/ 2288095 w 7467600"/>
              <a:gd name="connsiteY376" fmla="*/ 6818030 h 6858000"/>
              <a:gd name="connsiteX377" fmla="*/ 2272768 w 7467600"/>
              <a:gd name="connsiteY377" fmla="*/ 6795822 h 6858000"/>
              <a:gd name="connsiteX378" fmla="*/ 2182715 w 7467600"/>
              <a:gd name="connsiteY378" fmla="*/ 6675071 h 6858000"/>
              <a:gd name="connsiteX379" fmla="*/ 2032061 w 7467600"/>
              <a:gd name="connsiteY379" fmla="*/ 6541380 h 6858000"/>
              <a:gd name="connsiteX380" fmla="*/ 2257220 w 7467600"/>
              <a:gd name="connsiteY380" fmla="*/ 6826257 h 6858000"/>
              <a:gd name="connsiteX381" fmla="*/ 2281324 w 7467600"/>
              <a:gd name="connsiteY381" fmla="*/ 6858000 h 6858000"/>
              <a:gd name="connsiteX382" fmla="*/ 2242860 w 7467600"/>
              <a:gd name="connsiteY382" fmla="*/ 6858000 h 6858000"/>
              <a:gd name="connsiteX383" fmla="*/ 2232818 w 7467600"/>
              <a:gd name="connsiteY383" fmla="*/ 6844926 h 6858000"/>
              <a:gd name="connsiteX384" fmla="*/ 1990172 w 7467600"/>
              <a:gd name="connsiteY384" fmla="*/ 6542121 h 6858000"/>
              <a:gd name="connsiteX385" fmla="*/ 2124090 w 7467600"/>
              <a:gd name="connsiteY385" fmla="*/ 6761017 h 6858000"/>
              <a:gd name="connsiteX386" fmla="*/ 2200380 w 7467600"/>
              <a:gd name="connsiteY386" fmla="*/ 6858000 h 6858000"/>
              <a:gd name="connsiteX387" fmla="*/ 2147507 w 7467600"/>
              <a:gd name="connsiteY387" fmla="*/ 6858000 h 6858000"/>
              <a:gd name="connsiteX388" fmla="*/ 2070668 w 7467600"/>
              <a:gd name="connsiteY388" fmla="*/ 6761520 h 6858000"/>
              <a:gd name="connsiteX389" fmla="*/ 1975142 w 7467600"/>
              <a:gd name="connsiteY389" fmla="*/ 6585570 h 6858000"/>
              <a:gd name="connsiteX390" fmla="*/ 2050035 w 7467600"/>
              <a:gd name="connsiteY390" fmla="*/ 6813345 h 6858000"/>
              <a:gd name="connsiteX391" fmla="*/ 2063025 w 7467600"/>
              <a:gd name="connsiteY391" fmla="*/ 6858000 h 6858000"/>
              <a:gd name="connsiteX392" fmla="*/ 2021675 w 7467600"/>
              <a:gd name="connsiteY392" fmla="*/ 6858000 h 6858000"/>
              <a:gd name="connsiteX393" fmla="*/ 2019308 w 7467600"/>
              <a:gd name="connsiteY393" fmla="*/ 6847118 h 6858000"/>
              <a:gd name="connsiteX394" fmla="*/ 1938835 w 7467600"/>
              <a:gd name="connsiteY394" fmla="*/ 6551160 h 6858000"/>
              <a:gd name="connsiteX395" fmla="*/ 1953230 w 7467600"/>
              <a:gd name="connsiteY395" fmla="*/ 6759699 h 6858000"/>
              <a:gd name="connsiteX396" fmla="*/ 1956763 w 7467600"/>
              <a:gd name="connsiteY396" fmla="*/ 6778191 h 6858000"/>
              <a:gd name="connsiteX397" fmla="*/ 1967925 w 7467600"/>
              <a:gd name="connsiteY397" fmla="*/ 6858000 h 6858000"/>
              <a:gd name="connsiteX398" fmla="*/ 1936622 w 7467600"/>
              <a:gd name="connsiteY398" fmla="*/ 6858000 h 6858000"/>
              <a:gd name="connsiteX399" fmla="*/ 1926261 w 7467600"/>
              <a:gd name="connsiteY399" fmla="*/ 6784064 h 6858000"/>
              <a:gd name="connsiteX400" fmla="*/ 1922724 w 7467600"/>
              <a:gd name="connsiteY400" fmla="*/ 6765577 h 6858000"/>
              <a:gd name="connsiteX401" fmla="*/ 1904650 w 7467600"/>
              <a:gd name="connsiteY401" fmla="*/ 6639616 h 6858000"/>
              <a:gd name="connsiteX402" fmla="*/ 1885273 w 7467600"/>
              <a:gd name="connsiteY402" fmla="*/ 6858000 h 6858000"/>
              <a:gd name="connsiteX403" fmla="*/ 1854363 w 7467600"/>
              <a:gd name="connsiteY403" fmla="*/ 6858000 h 6858000"/>
              <a:gd name="connsiteX404" fmla="*/ 1880391 w 7467600"/>
              <a:gd name="connsiteY404" fmla="*/ 6603796 h 6858000"/>
              <a:gd name="connsiteX405" fmla="*/ 1818273 w 7467600"/>
              <a:gd name="connsiteY405" fmla="*/ 6715729 h 6858000"/>
              <a:gd name="connsiteX406" fmla="*/ 1794691 w 7467600"/>
              <a:gd name="connsiteY406" fmla="*/ 6843239 h 6858000"/>
              <a:gd name="connsiteX407" fmla="*/ 1794914 w 7467600"/>
              <a:gd name="connsiteY407" fmla="*/ 6858000 h 6858000"/>
              <a:gd name="connsiteX408" fmla="*/ 1746128 w 7467600"/>
              <a:gd name="connsiteY408" fmla="*/ 6858000 h 6858000"/>
              <a:gd name="connsiteX409" fmla="*/ 1753934 w 7467600"/>
              <a:gd name="connsiteY409" fmla="*/ 6724796 h 6858000"/>
              <a:gd name="connsiteX410" fmla="*/ 1792053 w 7467600"/>
              <a:gd name="connsiteY410" fmla="*/ 6572396 h 6858000"/>
              <a:gd name="connsiteX411" fmla="*/ 1862248 w 7467600"/>
              <a:gd name="connsiteY411" fmla="*/ 6266397 h 6858000"/>
              <a:gd name="connsiteX412" fmla="*/ 1862250 w 7467600"/>
              <a:gd name="connsiteY412" fmla="*/ 6033531 h 6858000"/>
              <a:gd name="connsiteX413" fmla="*/ 1211999 w 7467600"/>
              <a:gd name="connsiteY413" fmla="*/ 6683610 h 6858000"/>
              <a:gd name="connsiteX414" fmla="*/ 1213266 w 7467600"/>
              <a:gd name="connsiteY414" fmla="*/ 6691947 h 6858000"/>
              <a:gd name="connsiteX415" fmla="*/ 1203370 w 7467600"/>
              <a:gd name="connsiteY415" fmla="*/ 6850676 h 6858000"/>
              <a:gd name="connsiteX416" fmla="*/ 1203671 w 7467600"/>
              <a:gd name="connsiteY416" fmla="*/ 6858000 h 6858000"/>
              <a:gd name="connsiteX417" fmla="*/ 1143180 w 7467600"/>
              <a:gd name="connsiteY417" fmla="*/ 6858000 h 6858000"/>
              <a:gd name="connsiteX418" fmla="*/ 1142176 w 7467600"/>
              <a:gd name="connsiteY418" fmla="*/ 6766045 h 6858000"/>
              <a:gd name="connsiteX419" fmla="*/ 1067484 w 7467600"/>
              <a:gd name="connsiteY419" fmla="*/ 6858000 h 6858000"/>
              <a:gd name="connsiteX420" fmla="*/ 953928 w 7467600"/>
              <a:gd name="connsiteY420" fmla="*/ 6858000 h 6858000"/>
              <a:gd name="connsiteX421" fmla="*/ 959715 w 7467600"/>
              <a:gd name="connsiteY421" fmla="*/ 6850185 h 6858000"/>
              <a:gd name="connsiteX422" fmla="*/ 1483788 w 7467600"/>
              <a:gd name="connsiteY422" fmla="*/ 6259174 h 6858000"/>
              <a:gd name="connsiteX423" fmla="*/ 1100671 w 7467600"/>
              <a:gd name="connsiteY423" fmla="*/ 6252137 h 6858000"/>
              <a:gd name="connsiteX424" fmla="*/ 1090144 w 7467600"/>
              <a:gd name="connsiteY424" fmla="*/ 6256748 h 6858000"/>
              <a:gd name="connsiteX425" fmla="*/ 1095872 w 7467600"/>
              <a:gd name="connsiteY425" fmla="*/ 6271892 h 6858000"/>
              <a:gd name="connsiteX426" fmla="*/ 262785 w 7467600"/>
              <a:gd name="connsiteY426" fmla="*/ 6845450 h 6858000"/>
              <a:gd name="connsiteX427" fmla="*/ 209968 w 7467600"/>
              <a:gd name="connsiteY427" fmla="*/ 6770713 h 6858000"/>
              <a:gd name="connsiteX428" fmla="*/ 873460 w 7467600"/>
              <a:gd name="connsiteY428" fmla="*/ 6253768 h 6858000"/>
              <a:gd name="connsiteX429" fmla="*/ 192686 w 7467600"/>
              <a:gd name="connsiteY429" fmla="*/ 5849257 h 6858000"/>
              <a:gd name="connsiteX430" fmla="*/ 4696 w 7467600"/>
              <a:gd name="connsiteY430" fmla="*/ 5697668 h 6858000"/>
              <a:gd name="connsiteX431" fmla="*/ 0 w 7467600"/>
              <a:gd name="connsiteY431" fmla="*/ 5689984 h 6858000"/>
              <a:gd name="connsiteX432" fmla="*/ 0 w 7467600"/>
              <a:gd name="connsiteY432" fmla="*/ 5513472 h 6858000"/>
              <a:gd name="connsiteX433" fmla="*/ 174101 w 7467600"/>
              <a:gd name="connsiteY433" fmla="*/ 5620277 h 6858000"/>
              <a:gd name="connsiteX434" fmla="*/ 891800 w 7467600"/>
              <a:gd name="connsiteY434" fmla="*/ 6036935 h 6858000"/>
              <a:gd name="connsiteX435" fmla="*/ 1072219 w 7467600"/>
              <a:gd name="connsiteY435" fmla="*/ 6169443 h 6858000"/>
              <a:gd name="connsiteX436" fmla="*/ 1074117 w 7467600"/>
              <a:gd name="connsiteY436" fmla="*/ 6170301 h 6858000"/>
              <a:gd name="connsiteX437" fmla="*/ 1083114 w 7467600"/>
              <a:gd name="connsiteY437" fmla="*/ 6174131 h 6858000"/>
              <a:gd name="connsiteX438" fmla="*/ 1543010 w 7467600"/>
              <a:gd name="connsiteY438" fmla="*/ 6191140 h 6858000"/>
              <a:gd name="connsiteX439" fmla="*/ 1551080 w 7467600"/>
              <a:gd name="connsiteY439" fmla="*/ 6195006 h 6858000"/>
              <a:gd name="connsiteX440" fmla="*/ 2345443 w 7467600"/>
              <a:gd name="connsiteY440" fmla="*/ 5549882 h 6858000"/>
              <a:gd name="connsiteX441" fmla="*/ 1721499 w 7467600"/>
              <a:gd name="connsiteY441" fmla="*/ 5599969 h 6858000"/>
              <a:gd name="connsiteX442" fmla="*/ 767716 w 7467600"/>
              <a:gd name="connsiteY442" fmla="*/ 5472768 h 6858000"/>
              <a:gd name="connsiteX443" fmla="*/ 722147 w 7467600"/>
              <a:gd name="connsiteY443" fmla="*/ 5393091 h 6858000"/>
              <a:gd name="connsiteX444" fmla="*/ 1485552 w 7467600"/>
              <a:gd name="connsiteY444" fmla="*/ 5313202 h 6858000"/>
              <a:gd name="connsiteX445" fmla="*/ 2143004 w 7467600"/>
              <a:gd name="connsiteY445" fmla="*/ 5402420 h 6858000"/>
              <a:gd name="connsiteX446" fmla="*/ 1933391 w 7467600"/>
              <a:gd name="connsiteY446" fmla="*/ 5156971 h 6858000"/>
              <a:gd name="connsiteX447" fmla="*/ 1827118 w 7467600"/>
              <a:gd name="connsiteY447" fmla="*/ 4968410 h 6858000"/>
              <a:gd name="connsiteX448" fmla="*/ 1837349 w 7467600"/>
              <a:gd name="connsiteY448" fmla="*/ 4956357 h 6858000"/>
              <a:gd name="connsiteX449" fmla="*/ 2162835 w 7467600"/>
              <a:gd name="connsiteY449" fmla="*/ 5187853 h 6858000"/>
              <a:gd name="connsiteX450" fmla="*/ 2257167 w 7467600"/>
              <a:gd name="connsiteY450" fmla="*/ 5462123 h 6858000"/>
              <a:gd name="connsiteX451" fmla="*/ 2261598 w 7467600"/>
              <a:gd name="connsiteY451" fmla="*/ 5467998 h 6858000"/>
              <a:gd name="connsiteX452" fmla="*/ 2437177 w 7467600"/>
              <a:gd name="connsiteY452" fmla="*/ 5479608 h 6858000"/>
              <a:gd name="connsiteX453" fmla="*/ 2445247 w 7467600"/>
              <a:gd name="connsiteY453" fmla="*/ 5483476 h 6858000"/>
              <a:gd name="connsiteX454" fmla="*/ 2743626 w 7467600"/>
              <a:gd name="connsiteY454" fmla="*/ 5304819 h 6858000"/>
              <a:gd name="connsiteX455" fmla="*/ 3048102 w 7467600"/>
              <a:gd name="connsiteY455" fmla="*/ 5150595 h 6858000"/>
              <a:gd name="connsiteX456" fmla="*/ 1799414 w 7467600"/>
              <a:gd name="connsiteY456" fmla="*/ 4694732 h 6858000"/>
              <a:gd name="connsiteX457" fmla="*/ 1771735 w 7467600"/>
              <a:gd name="connsiteY457" fmla="*/ 4619929 h 6858000"/>
              <a:gd name="connsiteX458" fmla="*/ 3104273 w 7467600"/>
              <a:gd name="connsiteY458" fmla="*/ 5076159 h 6858000"/>
              <a:gd name="connsiteX459" fmla="*/ 3113245 w 7467600"/>
              <a:gd name="connsiteY459" fmla="*/ 5090705 h 6858000"/>
              <a:gd name="connsiteX460" fmla="*/ 3126294 w 7467600"/>
              <a:gd name="connsiteY460" fmla="*/ 5114400 h 6858000"/>
              <a:gd name="connsiteX461" fmla="*/ 3937433 w 7467600"/>
              <a:gd name="connsiteY461" fmla="*/ 4830473 h 6858000"/>
              <a:gd name="connsiteX462" fmla="*/ 3590475 w 7467600"/>
              <a:gd name="connsiteY462" fmla="*/ 4597974 h 6858000"/>
              <a:gd name="connsiteX463" fmla="*/ 3100264 w 7467600"/>
              <a:gd name="connsiteY463" fmla="*/ 4579845 h 6858000"/>
              <a:gd name="connsiteX464" fmla="*/ 2183576 w 7467600"/>
              <a:gd name="connsiteY464" fmla="*/ 4227150 h 6858000"/>
              <a:gd name="connsiteX465" fmla="*/ 2151029 w 7467600"/>
              <a:gd name="connsiteY465" fmla="*/ 4146947 h 6858000"/>
              <a:gd name="connsiteX466" fmla="*/ 3563434 w 7467600"/>
              <a:gd name="connsiteY466" fmla="*/ 4469115 h 6858000"/>
              <a:gd name="connsiteX467" fmla="*/ 3177952 w 7467600"/>
              <a:gd name="connsiteY467" fmla="*/ 3657386 h 6858000"/>
              <a:gd name="connsiteX468" fmla="*/ 3189263 w 7467600"/>
              <a:gd name="connsiteY468" fmla="*/ 3625726 h 6858000"/>
              <a:gd name="connsiteX469" fmla="*/ 3560912 w 7467600"/>
              <a:gd name="connsiteY469" fmla="*/ 4079863 h 6858000"/>
              <a:gd name="connsiteX470" fmla="*/ 3626636 w 7467600"/>
              <a:gd name="connsiteY470" fmla="*/ 4512230 h 6858000"/>
              <a:gd name="connsiteX471" fmla="*/ 3653088 w 7467600"/>
              <a:gd name="connsiteY471" fmla="*/ 4521417 h 6858000"/>
              <a:gd name="connsiteX472" fmla="*/ 3988128 w 7467600"/>
              <a:gd name="connsiteY472" fmla="*/ 4817267 h 6858000"/>
              <a:gd name="connsiteX473" fmla="*/ 4830582 w 7467600"/>
              <a:gd name="connsiteY473" fmla="*/ 4676000 h 6858000"/>
              <a:gd name="connsiteX474" fmla="*/ 4830100 w 7467600"/>
              <a:gd name="connsiteY474" fmla="*/ 4675554 h 6858000"/>
              <a:gd name="connsiteX475" fmla="*/ 4036318 w 7467600"/>
              <a:gd name="connsiteY475" fmla="*/ 4147013 h 6858000"/>
              <a:gd name="connsiteX476" fmla="*/ 3432098 w 7467600"/>
              <a:gd name="connsiteY476" fmla="*/ 3537312 h 6858000"/>
              <a:gd name="connsiteX477" fmla="*/ 3446761 w 7467600"/>
              <a:gd name="connsiteY477" fmla="*/ 3461278 h 6858000"/>
              <a:gd name="connsiteX478" fmla="*/ 4419733 w 7467600"/>
              <a:gd name="connsiteY478" fmla="*/ 3963555 h 6858000"/>
              <a:gd name="connsiteX479" fmla="*/ 4781371 w 7467600"/>
              <a:gd name="connsiteY479" fmla="*/ 4458604 h 6858000"/>
              <a:gd name="connsiteX480" fmla="*/ 4780440 w 7467600"/>
              <a:gd name="connsiteY480" fmla="*/ 4470290 h 6858000"/>
              <a:gd name="connsiteX481" fmla="*/ 4898954 w 7467600"/>
              <a:gd name="connsiteY481" fmla="*/ 4662092 h 6858000"/>
              <a:gd name="connsiteX482" fmla="*/ 4900699 w 7467600"/>
              <a:gd name="connsiteY482" fmla="*/ 4670867 h 6858000"/>
              <a:gd name="connsiteX483" fmla="*/ 5714511 w 7467600"/>
              <a:gd name="connsiteY483" fmla="*/ 4663483 h 6858000"/>
              <a:gd name="connsiteX484" fmla="*/ 5464793 w 7467600"/>
              <a:gd name="connsiteY484" fmla="*/ 4393556 h 6858000"/>
              <a:gd name="connsiteX485" fmla="*/ 5461897 w 7467600"/>
              <a:gd name="connsiteY485" fmla="*/ 4390879 h 6858000"/>
              <a:gd name="connsiteX486" fmla="*/ 4294126 w 7467600"/>
              <a:gd name="connsiteY486" fmla="*/ 3303048 h 6858000"/>
              <a:gd name="connsiteX487" fmla="*/ 4305321 w 7467600"/>
              <a:gd name="connsiteY487" fmla="*/ 3256953 h 6858000"/>
              <a:gd name="connsiteX488" fmla="*/ 4949299 w 7467600"/>
              <a:gd name="connsiteY488" fmla="*/ 3766336 h 6858000"/>
              <a:gd name="connsiteX489" fmla="*/ 5291452 w 7467600"/>
              <a:gd name="connsiteY489" fmla="*/ 4076801 h 6858000"/>
              <a:gd name="connsiteX490" fmla="*/ 5434998 w 7467600"/>
              <a:gd name="connsiteY490" fmla="*/ 4254100 h 6858000"/>
              <a:gd name="connsiteX491" fmla="*/ 5351015 w 7467600"/>
              <a:gd name="connsiteY491" fmla="*/ 3760989 h 6858000"/>
              <a:gd name="connsiteX492" fmla="*/ 5413780 w 7467600"/>
              <a:gd name="connsiteY492" fmla="*/ 2966265 h 6858000"/>
              <a:gd name="connsiteX493" fmla="*/ 5425627 w 7467600"/>
              <a:gd name="connsiteY493" fmla="*/ 2954192 h 6858000"/>
              <a:gd name="connsiteX494" fmla="*/ 6604735 w 7467600"/>
              <a:gd name="connsiteY494" fmla="*/ 2041381 h 6858000"/>
              <a:gd name="connsiteX495" fmla="*/ 7204487 w 7467600"/>
              <a:gd name="connsiteY495" fmla="*/ 2742112 h 6858000"/>
              <a:gd name="connsiteX496" fmla="*/ 7131592 w 7467600"/>
              <a:gd name="connsiteY496" fmla="*/ 2672096 h 6858000"/>
              <a:gd name="connsiteX497" fmla="*/ 6996344 w 7467600"/>
              <a:gd name="connsiteY497" fmla="*/ 2518310 h 6858000"/>
              <a:gd name="connsiteX498" fmla="*/ 6735495 w 7467600"/>
              <a:gd name="connsiteY498" fmla="*/ 2196890 h 6858000"/>
              <a:gd name="connsiteX499" fmla="*/ 6721901 w 7467600"/>
              <a:gd name="connsiteY499" fmla="*/ 2179274 h 6858000"/>
              <a:gd name="connsiteX500" fmla="*/ 6604735 w 7467600"/>
              <a:gd name="connsiteY500" fmla="*/ 2041381 h 6858000"/>
              <a:gd name="connsiteX501" fmla="*/ 6591670 w 7467600"/>
              <a:gd name="connsiteY501" fmla="*/ 1988277 h 6858000"/>
              <a:gd name="connsiteX502" fmla="*/ 6747349 w 7467600"/>
              <a:gd name="connsiteY502" fmla="*/ 2160069 h 6858000"/>
              <a:gd name="connsiteX503" fmla="*/ 6760943 w 7467600"/>
              <a:gd name="connsiteY503" fmla="*/ 2177686 h 6858000"/>
              <a:gd name="connsiteX504" fmla="*/ 7021065 w 7467600"/>
              <a:gd name="connsiteY504" fmla="*/ 2498102 h 6858000"/>
              <a:gd name="connsiteX505" fmla="*/ 7155223 w 7467600"/>
              <a:gd name="connsiteY505" fmla="*/ 2650386 h 6858000"/>
              <a:gd name="connsiteX506" fmla="*/ 7203167 w 7467600"/>
              <a:gd name="connsiteY506" fmla="*/ 2697288 h 6858000"/>
              <a:gd name="connsiteX507" fmla="*/ 6937703 w 7467600"/>
              <a:gd name="connsiteY507" fmla="*/ 2321981 h 6858000"/>
              <a:gd name="connsiteX508" fmla="*/ 6591670 w 7467600"/>
              <a:gd name="connsiteY508" fmla="*/ 1988277 h 6858000"/>
              <a:gd name="connsiteX509" fmla="*/ 5798671 w 7467600"/>
              <a:gd name="connsiteY509" fmla="*/ 1981601 h 6858000"/>
              <a:gd name="connsiteX510" fmla="*/ 5754709 w 7467600"/>
              <a:gd name="connsiteY510" fmla="*/ 2071454 h 6858000"/>
              <a:gd name="connsiteX511" fmla="*/ 5763044 w 7467600"/>
              <a:gd name="connsiteY511" fmla="*/ 2842206 h 6858000"/>
              <a:gd name="connsiteX512" fmla="*/ 5764974 w 7467600"/>
              <a:gd name="connsiteY512" fmla="*/ 2799609 h 6858000"/>
              <a:gd name="connsiteX513" fmla="*/ 5767665 w 7467600"/>
              <a:gd name="connsiteY513" fmla="*/ 2666409 h 6858000"/>
              <a:gd name="connsiteX514" fmla="*/ 5763055 w 7467600"/>
              <a:gd name="connsiteY514" fmla="*/ 2579705 h 6858000"/>
              <a:gd name="connsiteX515" fmla="*/ 5758079 w 7467600"/>
              <a:gd name="connsiteY515" fmla="*/ 2492508 h 6858000"/>
              <a:gd name="connsiteX516" fmla="*/ 5779325 w 7467600"/>
              <a:gd name="connsiteY516" fmla="*/ 2197069 h 6858000"/>
              <a:gd name="connsiteX517" fmla="*/ 5798671 w 7467600"/>
              <a:gd name="connsiteY517" fmla="*/ 1981601 h 6858000"/>
              <a:gd name="connsiteX518" fmla="*/ 5829202 w 7467600"/>
              <a:gd name="connsiteY518" fmla="*/ 1971679 h 6858000"/>
              <a:gd name="connsiteX519" fmla="*/ 5809558 w 7467600"/>
              <a:gd name="connsiteY519" fmla="*/ 2198043 h 6858000"/>
              <a:gd name="connsiteX520" fmla="*/ 5788653 w 7467600"/>
              <a:gd name="connsiteY520" fmla="*/ 2489430 h 6858000"/>
              <a:gd name="connsiteX521" fmla="*/ 5793439 w 7467600"/>
              <a:gd name="connsiteY521" fmla="*/ 2575235 h 6858000"/>
              <a:gd name="connsiteX522" fmla="*/ 5796837 w 7467600"/>
              <a:gd name="connsiteY522" fmla="*/ 2637633 h 6858000"/>
              <a:gd name="connsiteX523" fmla="*/ 5818614 w 7467600"/>
              <a:gd name="connsiteY523" fmla="*/ 2473055 h 6858000"/>
              <a:gd name="connsiteX524" fmla="*/ 5829202 w 7467600"/>
              <a:gd name="connsiteY524" fmla="*/ 1971679 h 6858000"/>
              <a:gd name="connsiteX525" fmla="*/ 5911389 w 7467600"/>
              <a:gd name="connsiteY525" fmla="*/ 1898371 h 6858000"/>
              <a:gd name="connsiteX526" fmla="*/ 6237627 w 7467600"/>
              <a:gd name="connsiteY526" fmla="*/ 2231921 h 6858000"/>
              <a:gd name="connsiteX527" fmla="*/ 5911389 w 7467600"/>
              <a:gd name="connsiteY527" fmla="*/ 1898371 h 6858000"/>
              <a:gd name="connsiteX528" fmla="*/ 6944437 w 7467600"/>
              <a:gd name="connsiteY528" fmla="*/ 1575402 h 6858000"/>
              <a:gd name="connsiteX529" fmla="*/ 6304730 w 7467600"/>
              <a:gd name="connsiteY529" fmla="*/ 1766654 h 6858000"/>
              <a:gd name="connsiteX530" fmla="*/ 6944437 w 7467600"/>
              <a:gd name="connsiteY530" fmla="*/ 1575402 h 6858000"/>
              <a:gd name="connsiteX531" fmla="*/ 7019523 w 7467600"/>
              <a:gd name="connsiteY531" fmla="*/ 1519450 h 6858000"/>
              <a:gd name="connsiteX532" fmla="*/ 6298091 w 7467600"/>
              <a:gd name="connsiteY532" fmla="*/ 1737122 h 6858000"/>
              <a:gd name="connsiteX533" fmla="*/ 7019523 w 7467600"/>
              <a:gd name="connsiteY533" fmla="*/ 1519450 h 6858000"/>
              <a:gd name="connsiteX534" fmla="*/ 2399523 w 7467600"/>
              <a:gd name="connsiteY534" fmla="*/ 1428234 h 6858000"/>
              <a:gd name="connsiteX535" fmla="*/ 2224982 w 7467600"/>
              <a:gd name="connsiteY535" fmla="*/ 1826201 h 6858000"/>
              <a:gd name="connsiteX536" fmla="*/ 2096099 w 7467600"/>
              <a:gd name="connsiteY536" fmla="*/ 2345900 h 6858000"/>
              <a:gd name="connsiteX537" fmla="*/ 2283317 w 7467600"/>
              <a:gd name="connsiteY537" fmla="*/ 1796925 h 6858000"/>
              <a:gd name="connsiteX538" fmla="*/ 2399523 w 7467600"/>
              <a:gd name="connsiteY538" fmla="*/ 1428234 h 6858000"/>
              <a:gd name="connsiteX539" fmla="*/ 2448558 w 7467600"/>
              <a:gd name="connsiteY539" fmla="*/ 1373435 h 6858000"/>
              <a:gd name="connsiteX540" fmla="*/ 2312521 w 7467600"/>
              <a:gd name="connsiteY540" fmla="*/ 1806140 h 6858000"/>
              <a:gd name="connsiteX541" fmla="*/ 2127533 w 7467600"/>
              <a:gd name="connsiteY541" fmla="*/ 2348380 h 6858000"/>
              <a:gd name="connsiteX542" fmla="*/ 2358080 w 7467600"/>
              <a:gd name="connsiteY542" fmla="*/ 1866134 h 6858000"/>
              <a:gd name="connsiteX543" fmla="*/ 2407436 w 7467600"/>
              <a:gd name="connsiteY543" fmla="*/ 1651070 h 6858000"/>
              <a:gd name="connsiteX544" fmla="*/ 2448558 w 7467600"/>
              <a:gd name="connsiteY544" fmla="*/ 1373435 h 6858000"/>
              <a:gd name="connsiteX545" fmla="*/ 278707 w 7467600"/>
              <a:gd name="connsiteY545" fmla="*/ 1352270 h 6858000"/>
              <a:gd name="connsiteX546" fmla="*/ 321570 w 7467600"/>
              <a:gd name="connsiteY546" fmla="*/ 1861610 h 6858000"/>
              <a:gd name="connsiteX547" fmla="*/ 294281 w 7467600"/>
              <a:gd name="connsiteY547" fmla="*/ 1440658 h 6858000"/>
              <a:gd name="connsiteX548" fmla="*/ 278707 w 7467600"/>
              <a:gd name="connsiteY548" fmla="*/ 1352270 h 6858000"/>
              <a:gd name="connsiteX549" fmla="*/ 1423821 w 7467600"/>
              <a:gd name="connsiteY549" fmla="*/ 1351958 h 6858000"/>
              <a:gd name="connsiteX550" fmla="*/ 1638521 w 7467600"/>
              <a:gd name="connsiteY550" fmla="*/ 1908470 h 6858000"/>
              <a:gd name="connsiteX551" fmla="*/ 1754199 w 7467600"/>
              <a:gd name="connsiteY551" fmla="*/ 2149284 h 6858000"/>
              <a:gd name="connsiteX552" fmla="*/ 1908359 w 7467600"/>
              <a:gd name="connsiteY552" fmla="*/ 2364988 h 6858000"/>
              <a:gd name="connsiteX553" fmla="*/ 1647661 w 7467600"/>
              <a:gd name="connsiteY553" fmla="*/ 1825945 h 6858000"/>
              <a:gd name="connsiteX554" fmla="*/ 1423821 w 7467600"/>
              <a:gd name="connsiteY554" fmla="*/ 1351958 h 6858000"/>
              <a:gd name="connsiteX555" fmla="*/ 1431890 w 7467600"/>
              <a:gd name="connsiteY555" fmla="*/ 1306475 h 6858000"/>
              <a:gd name="connsiteX556" fmla="*/ 1507597 w 7467600"/>
              <a:gd name="connsiteY556" fmla="*/ 1446132 h 6858000"/>
              <a:gd name="connsiteX557" fmla="*/ 1674586 w 7467600"/>
              <a:gd name="connsiteY557" fmla="*/ 1813832 h 6858000"/>
              <a:gd name="connsiteX558" fmla="*/ 1815950 w 7467600"/>
              <a:gd name="connsiteY558" fmla="*/ 2128564 h 6858000"/>
              <a:gd name="connsiteX559" fmla="*/ 1984242 w 7467600"/>
              <a:gd name="connsiteY559" fmla="*/ 2430829 h 6858000"/>
              <a:gd name="connsiteX560" fmla="*/ 2014023 w 7467600"/>
              <a:gd name="connsiteY560" fmla="*/ 2450995 h 6858000"/>
              <a:gd name="connsiteX561" fmla="*/ 1747337 w 7467600"/>
              <a:gd name="connsiteY561" fmla="*/ 1855264 h 6858000"/>
              <a:gd name="connsiteX562" fmla="*/ 1533749 w 7467600"/>
              <a:gd name="connsiteY562" fmla="*/ 1478656 h 6858000"/>
              <a:gd name="connsiteX563" fmla="*/ 1431890 w 7467600"/>
              <a:gd name="connsiteY563" fmla="*/ 1306475 h 6858000"/>
              <a:gd name="connsiteX564" fmla="*/ 5052692 w 7467600"/>
              <a:gd name="connsiteY564" fmla="*/ 1292994 h 6858000"/>
              <a:gd name="connsiteX565" fmla="*/ 5200661 w 7467600"/>
              <a:gd name="connsiteY565" fmla="*/ 1635186 h 6858000"/>
              <a:gd name="connsiteX566" fmla="*/ 5297138 w 7467600"/>
              <a:gd name="connsiteY566" fmla="*/ 1906351 h 6858000"/>
              <a:gd name="connsiteX567" fmla="*/ 5052692 w 7467600"/>
              <a:gd name="connsiteY567" fmla="*/ 1292994 h 6858000"/>
              <a:gd name="connsiteX568" fmla="*/ 5009948 w 7467600"/>
              <a:gd name="connsiteY568" fmla="*/ 1273619 h 6858000"/>
              <a:gd name="connsiteX569" fmla="*/ 5121777 w 7467600"/>
              <a:gd name="connsiteY569" fmla="*/ 1654213 h 6858000"/>
              <a:gd name="connsiteX570" fmla="*/ 5293545 w 7467600"/>
              <a:gd name="connsiteY570" fmla="*/ 2072247 h 6858000"/>
              <a:gd name="connsiteX571" fmla="*/ 5294042 w 7467600"/>
              <a:gd name="connsiteY571" fmla="*/ 2065019 h 6858000"/>
              <a:gd name="connsiteX572" fmla="*/ 5171936 w 7467600"/>
              <a:gd name="connsiteY572" fmla="*/ 1647613 h 6858000"/>
              <a:gd name="connsiteX573" fmla="*/ 5009948 w 7467600"/>
              <a:gd name="connsiteY573" fmla="*/ 1273619 h 6858000"/>
              <a:gd name="connsiteX574" fmla="*/ 655236 w 7467600"/>
              <a:gd name="connsiteY574" fmla="*/ 1268632 h 6858000"/>
              <a:gd name="connsiteX575" fmla="*/ 839521 w 7467600"/>
              <a:gd name="connsiteY575" fmla="*/ 1685315 h 6858000"/>
              <a:gd name="connsiteX576" fmla="*/ 1109416 w 7467600"/>
              <a:gd name="connsiteY576" fmla="*/ 2061663 h 6858000"/>
              <a:gd name="connsiteX577" fmla="*/ 1298300 w 7467600"/>
              <a:gd name="connsiteY577" fmla="*/ 2247742 h 6858000"/>
              <a:gd name="connsiteX578" fmla="*/ 1125871 w 7467600"/>
              <a:gd name="connsiteY578" fmla="*/ 1989513 h 6858000"/>
              <a:gd name="connsiteX579" fmla="*/ 981574 w 7467600"/>
              <a:gd name="connsiteY579" fmla="*/ 1783157 h 6858000"/>
              <a:gd name="connsiteX580" fmla="*/ 922198 w 7467600"/>
              <a:gd name="connsiteY580" fmla="*/ 1677437 h 6858000"/>
              <a:gd name="connsiteX581" fmla="*/ 869293 w 7467600"/>
              <a:gd name="connsiteY581" fmla="*/ 1583214 h 6858000"/>
              <a:gd name="connsiteX582" fmla="*/ 751431 w 7467600"/>
              <a:gd name="connsiteY582" fmla="*/ 1405731 h 6858000"/>
              <a:gd name="connsiteX583" fmla="*/ 655236 w 7467600"/>
              <a:gd name="connsiteY583" fmla="*/ 1268632 h 6858000"/>
              <a:gd name="connsiteX584" fmla="*/ 6516292 w 7467600"/>
              <a:gd name="connsiteY584" fmla="*/ 1263064 h 6858000"/>
              <a:gd name="connsiteX585" fmla="*/ 5736320 w 7467600"/>
              <a:gd name="connsiteY585" fmla="*/ 1501803 h 6858000"/>
              <a:gd name="connsiteX586" fmla="*/ 6516292 w 7467600"/>
              <a:gd name="connsiteY586" fmla="*/ 1263064 h 6858000"/>
              <a:gd name="connsiteX587" fmla="*/ 291466 w 7467600"/>
              <a:gd name="connsiteY587" fmla="*/ 1250369 h 6858000"/>
              <a:gd name="connsiteX588" fmla="*/ 323180 w 7467600"/>
              <a:gd name="connsiteY588" fmla="*/ 1435283 h 6858000"/>
              <a:gd name="connsiteX589" fmla="*/ 349381 w 7467600"/>
              <a:gd name="connsiteY589" fmla="*/ 1875041 h 6858000"/>
              <a:gd name="connsiteX590" fmla="*/ 374363 w 7467600"/>
              <a:gd name="connsiteY590" fmla="*/ 1506494 h 6858000"/>
              <a:gd name="connsiteX591" fmla="*/ 302168 w 7467600"/>
              <a:gd name="connsiteY591" fmla="*/ 1274495 h 6858000"/>
              <a:gd name="connsiteX592" fmla="*/ 291466 w 7467600"/>
              <a:gd name="connsiteY592" fmla="*/ 1250369 h 6858000"/>
              <a:gd name="connsiteX593" fmla="*/ 678222 w 7467600"/>
              <a:gd name="connsiteY593" fmla="*/ 1248670 h 6858000"/>
              <a:gd name="connsiteX594" fmla="*/ 775536 w 7467600"/>
              <a:gd name="connsiteY594" fmla="*/ 1388015 h 6858000"/>
              <a:gd name="connsiteX595" fmla="*/ 894529 w 7467600"/>
              <a:gd name="connsiteY595" fmla="*/ 1567739 h 6858000"/>
              <a:gd name="connsiteX596" fmla="*/ 948000 w 7467600"/>
              <a:gd name="connsiteY596" fmla="*/ 1663088 h 6858000"/>
              <a:gd name="connsiteX597" fmla="*/ 1006812 w 7467600"/>
              <a:gd name="connsiteY597" fmla="*/ 1767683 h 6858000"/>
              <a:gd name="connsiteX598" fmla="*/ 1149133 w 7467600"/>
              <a:gd name="connsiteY598" fmla="*/ 1971513 h 6858000"/>
              <a:gd name="connsiteX599" fmla="*/ 1333952 w 7467600"/>
              <a:gd name="connsiteY599" fmla="*/ 2251620 h 6858000"/>
              <a:gd name="connsiteX600" fmla="*/ 1337329 w 7467600"/>
              <a:gd name="connsiteY600" fmla="*/ 2258350 h 6858000"/>
              <a:gd name="connsiteX601" fmla="*/ 1014726 w 7467600"/>
              <a:gd name="connsiteY601" fmla="*/ 1615556 h 6858000"/>
              <a:gd name="connsiteX602" fmla="*/ 678222 w 7467600"/>
              <a:gd name="connsiteY602" fmla="*/ 1248670 h 6858000"/>
              <a:gd name="connsiteX603" fmla="*/ 6691602 w 7467600"/>
              <a:gd name="connsiteY603" fmla="*/ 1140573 h 6858000"/>
              <a:gd name="connsiteX604" fmla="*/ 6571100 w 7467600"/>
              <a:gd name="connsiteY604" fmla="*/ 1183662 h 6858000"/>
              <a:gd name="connsiteX605" fmla="*/ 6241687 w 7467600"/>
              <a:gd name="connsiteY605" fmla="*/ 1257600 h 6858000"/>
              <a:gd name="connsiteX606" fmla="*/ 5693009 w 7467600"/>
              <a:gd name="connsiteY606" fmla="*/ 1478256 h 6858000"/>
              <a:gd name="connsiteX607" fmla="*/ 6548420 w 7467600"/>
              <a:gd name="connsiteY607" fmla="*/ 1214599 h 6858000"/>
              <a:gd name="connsiteX608" fmla="*/ 6605473 w 7467600"/>
              <a:gd name="connsiteY608" fmla="*/ 1184686 h 6858000"/>
              <a:gd name="connsiteX609" fmla="*/ 6691602 w 7467600"/>
              <a:gd name="connsiteY609" fmla="*/ 1140573 h 6858000"/>
              <a:gd name="connsiteX610" fmla="*/ 4002475 w 7467600"/>
              <a:gd name="connsiteY610" fmla="*/ 1037802 h 6858000"/>
              <a:gd name="connsiteX611" fmla="*/ 4000324 w 7467600"/>
              <a:gd name="connsiteY611" fmla="*/ 1039362 h 6858000"/>
              <a:gd name="connsiteX612" fmla="*/ 4002862 w 7467600"/>
              <a:gd name="connsiteY612" fmla="*/ 1042866 h 6858000"/>
              <a:gd name="connsiteX613" fmla="*/ 4002475 w 7467600"/>
              <a:gd name="connsiteY613" fmla="*/ 1037802 h 6858000"/>
              <a:gd name="connsiteX614" fmla="*/ 506322 w 7467600"/>
              <a:gd name="connsiteY614" fmla="*/ 1020997 h 6858000"/>
              <a:gd name="connsiteX615" fmla="*/ 533068 w 7467600"/>
              <a:gd name="connsiteY615" fmla="*/ 1029409 h 6858000"/>
              <a:gd name="connsiteX616" fmla="*/ 1232525 w 7467600"/>
              <a:gd name="connsiteY616" fmla="*/ 1804675 h 6858000"/>
              <a:gd name="connsiteX617" fmla="*/ 1388858 w 7467600"/>
              <a:gd name="connsiteY617" fmla="*/ 2368011 h 6858000"/>
              <a:gd name="connsiteX618" fmla="*/ 1384098 w 7467600"/>
              <a:gd name="connsiteY618" fmla="*/ 2378125 h 6858000"/>
              <a:gd name="connsiteX619" fmla="*/ 1425393 w 7467600"/>
              <a:gd name="connsiteY619" fmla="*/ 2589124 h 6858000"/>
              <a:gd name="connsiteX620" fmla="*/ 1424001 w 7467600"/>
              <a:gd name="connsiteY620" fmla="*/ 2597541 h 6858000"/>
              <a:gd name="connsiteX621" fmla="*/ 2152729 w 7467600"/>
              <a:gd name="connsiteY621" fmla="*/ 2864487 h 6858000"/>
              <a:gd name="connsiteX622" fmla="*/ 2020609 w 7467600"/>
              <a:gd name="connsiteY622" fmla="*/ 2539671 h 6858000"/>
              <a:gd name="connsiteX623" fmla="*/ 2018920 w 7467600"/>
              <a:gd name="connsiteY623" fmla="*/ 2536309 h 6858000"/>
              <a:gd name="connsiteX624" fmla="*/ 1342441 w 7467600"/>
              <a:gd name="connsiteY624" fmla="*/ 1173017 h 6858000"/>
              <a:gd name="connsiteX625" fmla="*/ 1367925 w 7467600"/>
              <a:gd name="connsiteY625" fmla="*/ 1135648 h 6858000"/>
              <a:gd name="connsiteX626" fmla="*/ 1771401 w 7467600"/>
              <a:gd name="connsiteY626" fmla="*/ 1806673 h 6858000"/>
              <a:gd name="connsiteX627" fmla="*/ 1972385 w 7467600"/>
              <a:gd name="connsiteY627" fmla="*/ 2198735 h 6858000"/>
              <a:gd name="connsiteX628" fmla="*/ 2040892 w 7467600"/>
              <a:gd name="connsiteY628" fmla="*/ 2405205 h 6858000"/>
              <a:gd name="connsiteX629" fmla="*/ 2131689 w 7467600"/>
              <a:gd name="connsiteY629" fmla="*/ 1936926 h 6858000"/>
              <a:gd name="connsiteX630" fmla="*/ 2454820 w 7467600"/>
              <a:gd name="connsiteY630" fmla="*/ 1248808 h 6858000"/>
              <a:gd name="connsiteX631" fmla="*/ 2492512 w 7467600"/>
              <a:gd name="connsiteY631" fmla="*/ 1302920 h 6858000"/>
              <a:gd name="connsiteX632" fmla="*/ 2081216 w 7467600"/>
              <a:gd name="connsiteY632" fmla="*/ 2527513 h 6858000"/>
              <a:gd name="connsiteX633" fmla="*/ 2081211 w 7467600"/>
              <a:gd name="connsiteY633" fmla="*/ 2528916 h 6858000"/>
              <a:gd name="connsiteX634" fmla="*/ 2199067 w 7467600"/>
              <a:gd name="connsiteY634" fmla="*/ 2884061 h 6858000"/>
              <a:gd name="connsiteX635" fmla="*/ 3192586 w 7467600"/>
              <a:gd name="connsiteY635" fmla="*/ 3411496 h 6858000"/>
              <a:gd name="connsiteX636" fmla="*/ 3182620 w 7467600"/>
              <a:gd name="connsiteY636" fmla="*/ 3483279 h 6858000"/>
              <a:gd name="connsiteX637" fmla="*/ 2435119 w 7467600"/>
              <a:gd name="connsiteY637" fmla="*/ 3080173 h 6858000"/>
              <a:gd name="connsiteX638" fmla="*/ 2410152 w 7467600"/>
              <a:gd name="connsiteY638" fmla="*/ 3063751 h 6858000"/>
              <a:gd name="connsiteX639" fmla="*/ 2408099 w 7467600"/>
              <a:gd name="connsiteY639" fmla="*/ 3064403 h 6858000"/>
              <a:gd name="connsiteX640" fmla="*/ 2407218 w 7467600"/>
              <a:gd name="connsiteY640" fmla="*/ 3070324 h 6858000"/>
              <a:gd name="connsiteX641" fmla="*/ 2380138 w 7467600"/>
              <a:gd name="connsiteY641" fmla="*/ 3099341 h 6858000"/>
              <a:gd name="connsiteX642" fmla="*/ 1765923 w 7467600"/>
              <a:gd name="connsiteY642" fmla="*/ 3581043 h 6858000"/>
              <a:gd name="connsiteX643" fmla="*/ 1702258 w 7467600"/>
              <a:gd name="connsiteY643" fmla="*/ 3612286 h 6858000"/>
              <a:gd name="connsiteX644" fmla="*/ 1538370 w 7467600"/>
              <a:gd name="connsiteY644" fmla="*/ 3811804 h 6858000"/>
              <a:gd name="connsiteX645" fmla="*/ 542867 w 7467600"/>
              <a:gd name="connsiteY645" fmla="*/ 4944092 h 6858000"/>
              <a:gd name="connsiteX646" fmla="*/ 515800 w 7467600"/>
              <a:gd name="connsiteY646" fmla="*/ 4862180 h 6858000"/>
              <a:gd name="connsiteX647" fmla="*/ 909145 w 7467600"/>
              <a:gd name="connsiteY647" fmla="*/ 4199225 h 6858000"/>
              <a:gd name="connsiteX648" fmla="*/ 1214067 w 7467600"/>
              <a:gd name="connsiteY648" fmla="*/ 3908561 h 6858000"/>
              <a:gd name="connsiteX649" fmla="*/ 640967 w 7467600"/>
              <a:gd name="connsiteY649" fmla="*/ 4105601 h 6858000"/>
              <a:gd name="connsiteX650" fmla="*/ 112563 w 7467600"/>
              <a:gd name="connsiteY650" fmla="*/ 4396952 h 6858000"/>
              <a:gd name="connsiteX651" fmla="*/ 0 w 7467600"/>
              <a:gd name="connsiteY651" fmla="*/ 4466006 h 6858000"/>
              <a:gd name="connsiteX652" fmla="*/ 0 w 7467600"/>
              <a:gd name="connsiteY652" fmla="*/ 4233763 h 6858000"/>
              <a:gd name="connsiteX653" fmla="*/ 36881 w 7467600"/>
              <a:gd name="connsiteY653" fmla="*/ 4200118 h 6858000"/>
              <a:gd name="connsiteX654" fmla="*/ 910534 w 7467600"/>
              <a:gd name="connsiteY654" fmla="*/ 3629753 h 6858000"/>
              <a:gd name="connsiteX655" fmla="*/ 1578717 w 7467600"/>
              <a:gd name="connsiteY655" fmla="*/ 3575982 h 6858000"/>
              <a:gd name="connsiteX656" fmla="*/ 2338780 w 7467600"/>
              <a:gd name="connsiteY656" fmla="*/ 3033725 h 6858000"/>
              <a:gd name="connsiteX657" fmla="*/ 1807991 w 7467600"/>
              <a:gd name="connsiteY657" fmla="*/ 2807184 h 6858000"/>
              <a:gd name="connsiteX658" fmla="*/ 1416358 w 7467600"/>
              <a:gd name="connsiteY658" fmla="*/ 3112571 h 6858000"/>
              <a:gd name="connsiteX659" fmla="*/ 939066 w 7467600"/>
              <a:gd name="connsiteY659" fmla="*/ 3378798 h 6858000"/>
              <a:gd name="connsiteX660" fmla="*/ 115099 w 7467600"/>
              <a:gd name="connsiteY660" fmla="*/ 3607650 h 6858000"/>
              <a:gd name="connsiteX661" fmla="*/ 97284 w 7467600"/>
              <a:gd name="connsiteY661" fmla="*/ 3520393 h 6858000"/>
              <a:gd name="connsiteX662" fmla="*/ 922050 w 7467600"/>
              <a:gd name="connsiteY662" fmla="*/ 3074867 h 6858000"/>
              <a:gd name="connsiteX663" fmla="*/ 1405265 w 7467600"/>
              <a:gd name="connsiteY663" fmla="*/ 3016319 h 6858000"/>
              <a:gd name="connsiteX664" fmla="*/ 1407512 w 7467600"/>
              <a:gd name="connsiteY664" fmla="*/ 3018001 h 6858000"/>
              <a:gd name="connsiteX665" fmla="*/ 1726266 w 7467600"/>
              <a:gd name="connsiteY665" fmla="*/ 2777274 h 6858000"/>
              <a:gd name="connsiteX666" fmla="*/ 625390 w 7467600"/>
              <a:gd name="connsiteY666" fmla="*/ 2514541 h 6858000"/>
              <a:gd name="connsiteX667" fmla="*/ 619799 w 7467600"/>
              <a:gd name="connsiteY667" fmla="*/ 2527180 h 6858000"/>
              <a:gd name="connsiteX668" fmla="*/ 310030 w 7467600"/>
              <a:gd name="connsiteY668" fmla="*/ 2771818 h 6858000"/>
              <a:gd name="connsiteX669" fmla="*/ 173877 w 7467600"/>
              <a:gd name="connsiteY669" fmla="*/ 2937056 h 6858000"/>
              <a:gd name="connsiteX670" fmla="*/ 77889 w 7467600"/>
              <a:gd name="connsiteY670" fmla="*/ 3138440 h 6858000"/>
              <a:gd name="connsiteX671" fmla="*/ 0 w 7467600"/>
              <a:gd name="connsiteY671" fmla="*/ 3271395 h 6858000"/>
              <a:gd name="connsiteX672" fmla="*/ 0 w 7467600"/>
              <a:gd name="connsiteY672" fmla="*/ 3153002 h 6858000"/>
              <a:gd name="connsiteX673" fmla="*/ 2386 w 7467600"/>
              <a:gd name="connsiteY673" fmla="*/ 3149203 h 6858000"/>
              <a:gd name="connsiteX674" fmla="*/ 89753 w 7467600"/>
              <a:gd name="connsiteY674" fmla="*/ 2987702 h 6858000"/>
              <a:gd name="connsiteX675" fmla="*/ 76869 w 7467600"/>
              <a:gd name="connsiteY675" fmla="*/ 3005404 h 6858000"/>
              <a:gd name="connsiteX676" fmla="*/ 32049 w 7467600"/>
              <a:gd name="connsiteY676" fmla="*/ 3065814 h 6858000"/>
              <a:gd name="connsiteX677" fmla="*/ 0 w 7467600"/>
              <a:gd name="connsiteY677" fmla="*/ 3108744 h 6858000"/>
              <a:gd name="connsiteX678" fmla="*/ 0 w 7467600"/>
              <a:gd name="connsiteY678" fmla="*/ 3058059 h 6858000"/>
              <a:gd name="connsiteX679" fmla="*/ 7610 w 7467600"/>
              <a:gd name="connsiteY679" fmla="*/ 3047889 h 6858000"/>
              <a:gd name="connsiteX680" fmla="*/ 52419 w 7467600"/>
              <a:gd name="connsiteY680" fmla="*/ 2987479 h 6858000"/>
              <a:gd name="connsiteX681" fmla="*/ 59142 w 7467600"/>
              <a:gd name="connsiteY681" fmla="*/ 2978488 h 6858000"/>
              <a:gd name="connsiteX682" fmla="*/ 0 w 7467600"/>
              <a:gd name="connsiteY682" fmla="*/ 3015334 h 6858000"/>
              <a:gd name="connsiteX683" fmla="*/ 0 w 7467600"/>
              <a:gd name="connsiteY683" fmla="*/ 2914286 h 6858000"/>
              <a:gd name="connsiteX684" fmla="*/ 36383 w 7467600"/>
              <a:gd name="connsiteY684" fmla="*/ 2901128 h 6858000"/>
              <a:gd name="connsiteX685" fmla="*/ 156329 w 7467600"/>
              <a:gd name="connsiteY685" fmla="*/ 2840533 h 6858000"/>
              <a:gd name="connsiteX686" fmla="*/ 358355 w 7467600"/>
              <a:gd name="connsiteY686" fmla="*/ 2620471 h 6858000"/>
              <a:gd name="connsiteX687" fmla="*/ 510577 w 7467600"/>
              <a:gd name="connsiteY687" fmla="*/ 2501244 h 6858000"/>
              <a:gd name="connsiteX688" fmla="*/ 211967 w 7467600"/>
              <a:gd name="connsiteY688" fmla="*/ 2479171 h 6858000"/>
              <a:gd name="connsiteX689" fmla="*/ 0 w 7467600"/>
              <a:gd name="connsiteY689" fmla="*/ 2476398 h 6858000"/>
              <a:gd name="connsiteX690" fmla="*/ 0 w 7467600"/>
              <a:gd name="connsiteY690" fmla="*/ 2389189 h 6858000"/>
              <a:gd name="connsiteX691" fmla="*/ 103062 w 7467600"/>
              <a:gd name="connsiteY691" fmla="*/ 2389518 h 6858000"/>
              <a:gd name="connsiteX692" fmla="*/ 510734 w 7467600"/>
              <a:gd name="connsiteY692" fmla="*/ 2416201 h 6858000"/>
              <a:gd name="connsiteX693" fmla="*/ 279257 w 7467600"/>
              <a:gd name="connsiteY693" fmla="*/ 2092102 h 6858000"/>
              <a:gd name="connsiteX694" fmla="*/ 65265 w 7467600"/>
              <a:gd name="connsiteY694" fmla="*/ 2006049 h 6858000"/>
              <a:gd name="connsiteX695" fmla="*/ 0 w 7467600"/>
              <a:gd name="connsiteY695" fmla="*/ 1982532 h 6858000"/>
              <a:gd name="connsiteX696" fmla="*/ 0 w 7467600"/>
              <a:gd name="connsiteY696" fmla="*/ 1912789 h 6858000"/>
              <a:gd name="connsiteX697" fmla="*/ 97460 w 7467600"/>
              <a:gd name="connsiteY697" fmla="*/ 1953725 h 6858000"/>
              <a:gd name="connsiteX698" fmla="*/ 221272 w 7467600"/>
              <a:gd name="connsiteY698" fmla="*/ 1980766 h 6858000"/>
              <a:gd name="connsiteX699" fmla="*/ 116765 w 7467600"/>
              <a:gd name="connsiteY699" fmla="*/ 1911033 h 6858000"/>
              <a:gd name="connsiteX700" fmla="*/ 16405 w 7467600"/>
              <a:gd name="connsiteY700" fmla="*/ 1803412 h 6858000"/>
              <a:gd name="connsiteX701" fmla="*/ 0 w 7467600"/>
              <a:gd name="connsiteY701" fmla="*/ 1784777 h 6858000"/>
              <a:gd name="connsiteX702" fmla="*/ 0 w 7467600"/>
              <a:gd name="connsiteY702" fmla="*/ 1740082 h 6858000"/>
              <a:gd name="connsiteX703" fmla="*/ 39394 w 7467600"/>
              <a:gd name="connsiteY703" fmla="*/ 1784856 h 6858000"/>
              <a:gd name="connsiteX704" fmla="*/ 135813 w 7467600"/>
              <a:gd name="connsiteY704" fmla="*/ 1888838 h 6858000"/>
              <a:gd name="connsiteX705" fmla="*/ 242575 w 7467600"/>
              <a:gd name="connsiteY705" fmla="*/ 1958841 h 6858000"/>
              <a:gd name="connsiteX706" fmla="*/ 82197 w 7467600"/>
              <a:gd name="connsiteY706" fmla="*/ 1754826 h 6858000"/>
              <a:gd name="connsiteX707" fmla="*/ 0 w 7467600"/>
              <a:gd name="connsiteY707" fmla="*/ 1679650 h 6858000"/>
              <a:gd name="connsiteX708" fmla="*/ 0 w 7467600"/>
              <a:gd name="connsiteY708" fmla="*/ 1602463 h 6858000"/>
              <a:gd name="connsiteX709" fmla="*/ 84689 w 7467600"/>
              <a:gd name="connsiteY709" fmla="*/ 1677442 h 6858000"/>
              <a:gd name="connsiteX710" fmla="*/ 298437 w 7467600"/>
              <a:gd name="connsiteY710" fmla="*/ 1968019 h 6858000"/>
              <a:gd name="connsiteX711" fmla="*/ 227269 w 7467600"/>
              <a:gd name="connsiteY711" fmla="*/ 1114064 h 6858000"/>
              <a:gd name="connsiteX712" fmla="*/ 248003 w 7467600"/>
              <a:gd name="connsiteY712" fmla="*/ 1089613 h 6858000"/>
              <a:gd name="connsiteX713" fmla="*/ 427020 w 7467600"/>
              <a:gd name="connsiteY713" fmla="*/ 1619803 h 6858000"/>
              <a:gd name="connsiteX714" fmla="*/ 340345 w 7467600"/>
              <a:gd name="connsiteY714" fmla="*/ 2027739 h 6858000"/>
              <a:gd name="connsiteX715" fmla="*/ 360865 w 7467600"/>
              <a:gd name="connsiteY715" fmla="*/ 2044827 h 6858000"/>
              <a:gd name="connsiteX716" fmla="*/ 560414 w 7467600"/>
              <a:gd name="connsiteY716" fmla="*/ 2421457 h 6858000"/>
              <a:gd name="connsiteX717" fmla="*/ 1359703 w 7467600"/>
              <a:gd name="connsiteY717" fmla="*/ 2578554 h 6858000"/>
              <a:gd name="connsiteX718" fmla="*/ 1359422 w 7467600"/>
              <a:gd name="connsiteY718" fmla="*/ 2577994 h 6858000"/>
              <a:gd name="connsiteX719" fmla="*/ 828701 w 7467600"/>
              <a:gd name="connsiteY719" fmla="*/ 1839520 h 6858000"/>
              <a:gd name="connsiteX720" fmla="*/ 494427 w 7467600"/>
              <a:gd name="connsiteY720" fmla="*/ 1092333 h 6858000"/>
              <a:gd name="connsiteX721" fmla="*/ 506322 w 7467600"/>
              <a:gd name="connsiteY721" fmla="*/ 1020997 h 6858000"/>
              <a:gd name="connsiteX722" fmla="*/ 4570198 w 7467600"/>
              <a:gd name="connsiteY722" fmla="*/ 978081 h 6858000"/>
              <a:gd name="connsiteX723" fmla="*/ 4523691 w 7467600"/>
              <a:gd name="connsiteY723" fmla="*/ 1127776 h 6858000"/>
              <a:gd name="connsiteX724" fmla="*/ 4509875 w 7467600"/>
              <a:gd name="connsiteY724" fmla="*/ 1167552 h 6858000"/>
              <a:gd name="connsiteX725" fmla="*/ 4478168 w 7467600"/>
              <a:gd name="connsiteY725" fmla="*/ 1260735 h 6858000"/>
              <a:gd name="connsiteX726" fmla="*/ 4409309 w 7467600"/>
              <a:gd name="connsiteY726" fmla="*/ 1666996 h 6858000"/>
              <a:gd name="connsiteX727" fmla="*/ 4370031 w 7467600"/>
              <a:gd name="connsiteY727" fmla="*/ 1955666 h 6858000"/>
              <a:gd name="connsiteX728" fmla="*/ 4570198 w 7467600"/>
              <a:gd name="connsiteY728" fmla="*/ 978081 h 6858000"/>
              <a:gd name="connsiteX729" fmla="*/ 4557898 w 7467600"/>
              <a:gd name="connsiteY729" fmla="*/ 900011 h 6858000"/>
              <a:gd name="connsiteX730" fmla="*/ 4344840 w 7467600"/>
              <a:gd name="connsiteY730" fmla="*/ 1922038 h 6858000"/>
              <a:gd name="connsiteX731" fmla="*/ 4378710 w 7467600"/>
              <a:gd name="connsiteY731" fmla="*/ 1665516 h 6858000"/>
              <a:gd name="connsiteX732" fmla="*/ 4448798 w 7467600"/>
              <a:gd name="connsiteY732" fmla="*/ 1253024 h 6858000"/>
              <a:gd name="connsiteX733" fmla="*/ 4480315 w 7467600"/>
              <a:gd name="connsiteY733" fmla="*/ 1158454 h 6858000"/>
              <a:gd name="connsiteX734" fmla="*/ 4494133 w 7467600"/>
              <a:gd name="connsiteY734" fmla="*/ 1118676 h 6858000"/>
              <a:gd name="connsiteX735" fmla="*/ 4557898 w 7467600"/>
              <a:gd name="connsiteY735" fmla="*/ 900011 h 6858000"/>
              <a:gd name="connsiteX736" fmla="*/ 5870151 w 7467600"/>
              <a:gd name="connsiteY736" fmla="*/ 898890 h 6858000"/>
              <a:gd name="connsiteX737" fmla="*/ 5861335 w 7467600"/>
              <a:gd name="connsiteY737" fmla="*/ 899177 h 6858000"/>
              <a:gd name="connsiteX738" fmla="*/ 5843702 w 7467600"/>
              <a:gd name="connsiteY738" fmla="*/ 899748 h 6858000"/>
              <a:gd name="connsiteX739" fmla="*/ 5651107 w 7467600"/>
              <a:gd name="connsiteY739" fmla="*/ 920306 h 6858000"/>
              <a:gd name="connsiteX740" fmla="*/ 5459407 w 7467600"/>
              <a:gd name="connsiteY740" fmla="*/ 940975 h 6858000"/>
              <a:gd name="connsiteX741" fmla="*/ 5374846 w 7467600"/>
              <a:gd name="connsiteY741" fmla="*/ 941988 h 6858000"/>
              <a:gd name="connsiteX742" fmla="*/ 5256105 w 7467600"/>
              <a:gd name="connsiteY742" fmla="*/ 945632 h 6858000"/>
              <a:gd name="connsiteX743" fmla="*/ 5107071 w 7467600"/>
              <a:gd name="connsiteY743" fmla="*/ 969720 h 6858000"/>
              <a:gd name="connsiteX744" fmla="*/ 4998681 w 7467600"/>
              <a:gd name="connsiteY744" fmla="*/ 988771 h 6858000"/>
              <a:gd name="connsiteX745" fmla="*/ 5870151 w 7467600"/>
              <a:gd name="connsiteY745" fmla="*/ 898890 h 6858000"/>
              <a:gd name="connsiteX746" fmla="*/ 5504425 w 7467600"/>
              <a:gd name="connsiteY746" fmla="*/ 848067 h 6858000"/>
              <a:gd name="connsiteX747" fmla="*/ 4968849 w 7467600"/>
              <a:gd name="connsiteY747" fmla="*/ 962318 h 6858000"/>
              <a:gd name="connsiteX748" fmla="*/ 5104039 w 7467600"/>
              <a:gd name="connsiteY748" fmla="*/ 940634 h 6858000"/>
              <a:gd name="connsiteX749" fmla="*/ 5256311 w 7467600"/>
              <a:gd name="connsiteY749" fmla="*/ 916490 h 6858000"/>
              <a:gd name="connsiteX750" fmla="*/ 5377381 w 7467600"/>
              <a:gd name="connsiteY750" fmla="*/ 912671 h 6858000"/>
              <a:gd name="connsiteX751" fmla="*/ 5460148 w 7467600"/>
              <a:gd name="connsiteY751" fmla="*/ 911442 h 6858000"/>
              <a:gd name="connsiteX752" fmla="*/ 5648971 w 7467600"/>
              <a:gd name="connsiteY752" fmla="*/ 891331 h 6858000"/>
              <a:gd name="connsiteX753" fmla="*/ 5844807 w 7467600"/>
              <a:gd name="connsiteY753" fmla="*/ 870718 h 6858000"/>
              <a:gd name="connsiteX754" fmla="*/ 5862975 w 7467600"/>
              <a:gd name="connsiteY754" fmla="*/ 869756 h 6858000"/>
              <a:gd name="connsiteX755" fmla="*/ 5920887 w 7467600"/>
              <a:gd name="connsiteY755" fmla="*/ 865929 h 6858000"/>
              <a:gd name="connsiteX756" fmla="*/ 5504425 w 7467600"/>
              <a:gd name="connsiteY756" fmla="*/ 848067 h 6858000"/>
              <a:gd name="connsiteX757" fmla="*/ 3607114 w 7467600"/>
              <a:gd name="connsiteY757" fmla="*/ 467441 h 6858000"/>
              <a:gd name="connsiteX758" fmla="*/ 3296242 w 7467600"/>
              <a:gd name="connsiteY758" fmla="*/ 807991 h 6858000"/>
              <a:gd name="connsiteX759" fmla="*/ 3174674 w 7467600"/>
              <a:gd name="connsiteY759" fmla="*/ 919759 h 6858000"/>
              <a:gd name="connsiteX760" fmla="*/ 3042978 w 7467600"/>
              <a:gd name="connsiteY760" fmla="*/ 1054894 h 6858000"/>
              <a:gd name="connsiteX761" fmla="*/ 2968914 w 7467600"/>
              <a:gd name="connsiteY761" fmla="*/ 1133756 h 6858000"/>
              <a:gd name="connsiteX762" fmla="*/ 3103823 w 7467600"/>
              <a:gd name="connsiteY762" fmla="*/ 1026814 h 6858000"/>
              <a:gd name="connsiteX763" fmla="*/ 3607114 w 7467600"/>
              <a:gd name="connsiteY763" fmla="*/ 467441 h 6858000"/>
              <a:gd name="connsiteX764" fmla="*/ 3744487 w 7467600"/>
              <a:gd name="connsiteY764" fmla="*/ 383136 h 6858000"/>
              <a:gd name="connsiteX765" fmla="*/ 3970213 w 7467600"/>
              <a:gd name="connsiteY765" fmla="*/ 995559 h 6858000"/>
              <a:gd name="connsiteX766" fmla="*/ 3744487 w 7467600"/>
              <a:gd name="connsiteY766" fmla="*/ 383136 h 6858000"/>
              <a:gd name="connsiteX767" fmla="*/ 3624562 w 7467600"/>
              <a:gd name="connsiteY767" fmla="*/ 367041 h 6858000"/>
              <a:gd name="connsiteX768" fmla="*/ 3489712 w 7467600"/>
              <a:gd name="connsiteY768" fmla="*/ 485386 h 6858000"/>
              <a:gd name="connsiteX769" fmla="*/ 3182994 w 7467600"/>
              <a:gd name="connsiteY769" fmla="*/ 828265 h 6858000"/>
              <a:gd name="connsiteX770" fmla="*/ 2892114 w 7467600"/>
              <a:gd name="connsiteY770" fmla="*/ 1172635 h 6858000"/>
              <a:gd name="connsiteX771" fmla="*/ 3021459 w 7467600"/>
              <a:gd name="connsiteY771" fmla="*/ 1035385 h 6858000"/>
              <a:gd name="connsiteX772" fmla="*/ 3153873 w 7467600"/>
              <a:gd name="connsiteY772" fmla="*/ 898971 h 6858000"/>
              <a:gd name="connsiteX773" fmla="*/ 3276511 w 7467600"/>
              <a:gd name="connsiteY773" fmla="*/ 786423 h 6858000"/>
              <a:gd name="connsiteX774" fmla="*/ 3584154 w 7467600"/>
              <a:gd name="connsiteY774" fmla="*/ 448218 h 6858000"/>
              <a:gd name="connsiteX775" fmla="*/ 3624562 w 7467600"/>
              <a:gd name="connsiteY775" fmla="*/ 367041 h 6858000"/>
              <a:gd name="connsiteX776" fmla="*/ 3766672 w 7467600"/>
              <a:gd name="connsiteY776" fmla="*/ 359429 h 6858000"/>
              <a:gd name="connsiteX777" fmla="*/ 3996338 w 7467600"/>
              <a:gd name="connsiteY777" fmla="*/ 968237 h 6858000"/>
              <a:gd name="connsiteX778" fmla="*/ 3766672 w 7467600"/>
              <a:gd name="connsiteY778" fmla="*/ 359429 h 6858000"/>
              <a:gd name="connsiteX779" fmla="*/ 5805386 w 7467600"/>
              <a:gd name="connsiteY779" fmla="*/ 239240 h 6858000"/>
              <a:gd name="connsiteX780" fmla="*/ 5736947 w 7467600"/>
              <a:gd name="connsiteY780" fmla="*/ 261367 h 6858000"/>
              <a:gd name="connsiteX781" fmla="*/ 5427012 w 7467600"/>
              <a:gd name="connsiteY781" fmla="*/ 311272 h 6858000"/>
              <a:gd name="connsiteX782" fmla="*/ 5147818 w 7467600"/>
              <a:gd name="connsiteY782" fmla="*/ 322112 h 6858000"/>
              <a:gd name="connsiteX783" fmla="*/ 5060854 w 7467600"/>
              <a:gd name="connsiteY783" fmla="*/ 311882 h 6858000"/>
              <a:gd name="connsiteX784" fmla="*/ 4945989 w 7467600"/>
              <a:gd name="connsiteY784" fmla="*/ 300516 h 6858000"/>
              <a:gd name="connsiteX785" fmla="*/ 5410479 w 7467600"/>
              <a:gd name="connsiteY785" fmla="*/ 348434 h 6858000"/>
              <a:gd name="connsiteX786" fmla="*/ 5805386 w 7467600"/>
              <a:gd name="connsiteY786" fmla="*/ 239240 h 6858000"/>
              <a:gd name="connsiteX787" fmla="*/ 5905192 w 7467600"/>
              <a:gd name="connsiteY787" fmla="*/ 163079 h 6858000"/>
              <a:gd name="connsiteX788" fmla="*/ 5865655 w 7467600"/>
              <a:gd name="connsiteY788" fmla="*/ 171901 h 6858000"/>
              <a:gd name="connsiteX789" fmla="*/ 5259740 w 7467600"/>
              <a:gd name="connsiteY789" fmla="*/ 257013 h 6858000"/>
              <a:gd name="connsiteX790" fmla="*/ 5208466 w 7467600"/>
              <a:gd name="connsiteY790" fmla="*/ 257550 h 6858000"/>
              <a:gd name="connsiteX791" fmla="*/ 4980204 w 7467600"/>
              <a:gd name="connsiteY791" fmla="*/ 271903 h 6858000"/>
              <a:gd name="connsiteX792" fmla="*/ 5068068 w 7467600"/>
              <a:gd name="connsiteY792" fmla="*/ 282244 h 6858000"/>
              <a:gd name="connsiteX793" fmla="*/ 5153231 w 7467600"/>
              <a:gd name="connsiteY793" fmla="*/ 292240 h 6858000"/>
              <a:gd name="connsiteX794" fmla="*/ 5426491 w 7467600"/>
              <a:gd name="connsiteY794" fmla="*/ 281128 h 6858000"/>
              <a:gd name="connsiteX795" fmla="*/ 5731212 w 7467600"/>
              <a:gd name="connsiteY795" fmla="*/ 231951 h 6858000"/>
              <a:gd name="connsiteX796" fmla="*/ 5905192 w 7467600"/>
              <a:gd name="connsiteY796" fmla="*/ 163079 h 6858000"/>
              <a:gd name="connsiteX797" fmla="*/ 5944437 w 7467600"/>
              <a:gd name="connsiteY797" fmla="*/ 113829 h 6858000"/>
              <a:gd name="connsiteX798" fmla="*/ 5825032 w 7467600"/>
              <a:gd name="connsiteY798" fmla="*/ 146405 h 6858000"/>
              <a:gd name="connsiteX799" fmla="*/ 4955599 w 7467600"/>
              <a:gd name="connsiteY799" fmla="*/ 247008 h 6858000"/>
              <a:gd name="connsiteX800" fmla="*/ 5210104 w 7467600"/>
              <a:gd name="connsiteY800" fmla="*/ 228123 h 6858000"/>
              <a:gd name="connsiteX801" fmla="*/ 5261015 w 7467600"/>
              <a:gd name="connsiteY801" fmla="*/ 227087 h 6858000"/>
              <a:gd name="connsiteX802" fmla="*/ 5861181 w 7467600"/>
              <a:gd name="connsiteY802" fmla="*/ 143093 h 6858000"/>
              <a:gd name="connsiteX803" fmla="*/ 5961252 w 7467600"/>
              <a:gd name="connsiteY803" fmla="*/ 114820 h 6858000"/>
              <a:gd name="connsiteX804" fmla="*/ 5944437 w 7467600"/>
              <a:gd name="connsiteY804" fmla="*/ 113829 h 6858000"/>
              <a:gd name="connsiteX805" fmla="*/ 3882765 w 7467600"/>
              <a:gd name="connsiteY805" fmla="*/ 0 h 6858000"/>
              <a:gd name="connsiteX806" fmla="*/ 3995099 w 7467600"/>
              <a:gd name="connsiteY806" fmla="*/ 0 h 6858000"/>
              <a:gd name="connsiteX807" fmla="*/ 4163818 w 7467600"/>
              <a:gd name="connsiteY807" fmla="*/ 234104 h 6858000"/>
              <a:gd name="connsiteX808" fmla="*/ 4172099 w 7467600"/>
              <a:gd name="connsiteY808" fmla="*/ 234207 h 6858000"/>
              <a:gd name="connsiteX809" fmla="*/ 4784282 w 7467600"/>
              <a:gd name="connsiteY809" fmla="*/ 276561 h 6858000"/>
              <a:gd name="connsiteX810" fmla="*/ 4801687 w 7467600"/>
              <a:gd name="connsiteY810" fmla="*/ 267764 h 6858000"/>
              <a:gd name="connsiteX811" fmla="*/ 6082788 w 7467600"/>
              <a:gd name="connsiteY811" fmla="*/ 64119 h 6858000"/>
              <a:gd name="connsiteX812" fmla="*/ 6099442 w 7467600"/>
              <a:gd name="connsiteY812" fmla="*/ 82568 h 6858000"/>
              <a:gd name="connsiteX813" fmla="*/ 4804137 w 7467600"/>
              <a:gd name="connsiteY813" fmla="*/ 320931 h 6858000"/>
              <a:gd name="connsiteX814" fmla="*/ 4227047 w 7467600"/>
              <a:gd name="connsiteY814" fmla="*/ 313415 h 6858000"/>
              <a:gd name="connsiteX815" fmla="*/ 4346041 w 7467600"/>
              <a:gd name="connsiteY815" fmla="*/ 456086 h 6858000"/>
              <a:gd name="connsiteX816" fmla="*/ 4870967 w 7467600"/>
              <a:gd name="connsiteY816" fmla="*/ 963061 h 6858000"/>
              <a:gd name="connsiteX817" fmla="*/ 4889647 w 7467600"/>
              <a:gd name="connsiteY817" fmla="*/ 957147 h 6858000"/>
              <a:gd name="connsiteX818" fmla="*/ 5422504 w 7467600"/>
              <a:gd name="connsiteY818" fmla="*/ 805191 h 6858000"/>
              <a:gd name="connsiteX819" fmla="*/ 6087656 w 7467600"/>
              <a:gd name="connsiteY819" fmla="*/ 826703 h 6858000"/>
              <a:gd name="connsiteX820" fmla="*/ 6058717 w 7467600"/>
              <a:gd name="connsiteY820" fmla="*/ 865992 h 6858000"/>
              <a:gd name="connsiteX821" fmla="*/ 4974153 w 7467600"/>
              <a:gd name="connsiteY821" fmla="*/ 1045456 h 6858000"/>
              <a:gd name="connsiteX822" fmla="*/ 5627835 w 7467600"/>
              <a:gd name="connsiteY822" fmla="*/ 1472077 h 6858000"/>
              <a:gd name="connsiteX823" fmla="*/ 5629817 w 7467600"/>
              <a:gd name="connsiteY823" fmla="*/ 1471412 h 6858000"/>
              <a:gd name="connsiteX824" fmla="*/ 5634124 w 7467600"/>
              <a:gd name="connsiteY824" fmla="*/ 1470572 h 6858000"/>
              <a:gd name="connsiteX825" fmla="*/ 5755832 w 7467600"/>
              <a:gd name="connsiteY825" fmla="*/ 1383886 h 6858000"/>
              <a:gd name="connsiteX826" fmla="*/ 6014186 w 7467600"/>
              <a:gd name="connsiteY826" fmla="*/ 1279799 h 6858000"/>
              <a:gd name="connsiteX827" fmla="*/ 6901619 w 7467600"/>
              <a:gd name="connsiteY827" fmla="*/ 1047874 h 6858000"/>
              <a:gd name="connsiteX828" fmla="*/ 6931566 w 7467600"/>
              <a:gd name="connsiteY828" fmla="*/ 1062034 h 6858000"/>
              <a:gd name="connsiteX829" fmla="*/ 5790982 w 7467600"/>
              <a:gd name="connsiteY829" fmla="*/ 1561380 h 6858000"/>
              <a:gd name="connsiteX830" fmla="*/ 6188971 w 7467600"/>
              <a:gd name="connsiteY830" fmla="*/ 1755168 h 6858000"/>
              <a:gd name="connsiteX831" fmla="*/ 6202446 w 7467600"/>
              <a:gd name="connsiteY831" fmla="*/ 1752268 h 6858000"/>
              <a:gd name="connsiteX832" fmla="*/ 7179560 w 7467600"/>
              <a:gd name="connsiteY832" fmla="*/ 1467551 h 6858000"/>
              <a:gd name="connsiteX833" fmla="*/ 7158730 w 7467600"/>
              <a:gd name="connsiteY833" fmla="*/ 1507835 h 6858000"/>
              <a:gd name="connsiteX834" fmla="*/ 6326959 w 7467600"/>
              <a:gd name="connsiteY834" fmla="*/ 1817686 h 6858000"/>
              <a:gd name="connsiteX835" fmla="*/ 6537433 w 7467600"/>
              <a:gd name="connsiteY835" fmla="*/ 1907790 h 6858000"/>
              <a:gd name="connsiteX836" fmla="*/ 6550221 w 7467600"/>
              <a:gd name="connsiteY836" fmla="*/ 1910729 h 6858000"/>
              <a:gd name="connsiteX837" fmla="*/ 6964438 w 7467600"/>
              <a:gd name="connsiteY837" fmla="*/ 2209505 h 6858000"/>
              <a:gd name="connsiteX838" fmla="*/ 7367862 w 7467600"/>
              <a:gd name="connsiteY838" fmla="*/ 2806833 h 6858000"/>
              <a:gd name="connsiteX839" fmla="*/ 7364329 w 7467600"/>
              <a:gd name="connsiteY839" fmla="*/ 2826907 h 6858000"/>
              <a:gd name="connsiteX840" fmla="*/ 7290545 w 7467600"/>
              <a:gd name="connsiteY840" fmla="*/ 2850663 h 6858000"/>
              <a:gd name="connsiteX841" fmla="*/ 6472036 w 7467600"/>
              <a:gd name="connsiteY841" fmla="*/ 1959003 h 6858000"/>
              <a:gd name="connsiteX842" fmla="*/ 5792897 w 7467600"/>
              <a:gd name="connsiteY842" fmla="*/ 1647747 h 6858000"/>
              <a:gd name="connsiteX843" fmla="*/ 5842751 w 7467600"/>
              <a:gd name="connsiteY843" fmla="*/ 1816112 h 6858000"/>
              <a:gd name="connsiteX844" fmla="*/ 5847424 w 7467600"/>
              <a:gd name="connsiteY844" fmla="*/ 1815776 h 6858000"/>
              <a:gd name="connsiteX845" fmla="*/ 6399821 w 7467600"/>
              <a:gd name="connsiteY845" fmla="*/ 2344799 h 6858000"/>
              <a:gd name="connsiteX846" fmla="*/ 6323232 w 7467600"/>
              <a:gd name="connsiteY846" fmla="*/ 2389634 h 6858000"/>
              <a:gd name="connsiteX847" fmla="*/ 5942958 w 7467600"/>
              <a:gd name="connsiteY847" fmla="*/ 2077708 h 6858000"/>
              <a:gd name="connsiteX848" fmla="*/ 5921559 w 7467600"/>
              <a:gd name="connsiteY848" fmla="*/ 2378596 h 6858000"/>
              <a:gd name="connsiteX849" fmla="*/ 5817651 w 7467600"/>
              <a:gd name="connsiteY849" fmla="*/ 3023919 h 6858000"/>
              <a:gd name="connsiteX850" fmla="*/ 5729634 w 7467600"/>
              <a:gd name="connsiteY850" fmla="*/ 3051849 h 6858000"/>
              <a:gd name="connsiteX851" fmla="*/ 5611018 w 7467600"/>
              <a:gd name="connsiteY851" fmla="*/ 2316769 h 6858000"/>
              <a:gd name="connsiteX852" fmla="*/ 5687608 w 7467600"/>
              <a:gd name="connsiteY852" fmla="*/ 2039972 h 6858000"/>
              <a:gd name="connsiteX853" fmla="*/ 5657554 w 7467600"/>
              <a:gd name="connsiteY853" fmla="*/ 1576445 h 6858000"/>
              <a:gd name="connsiteX854" fmla="*/ 5150475 w 7467600"/>
              <a:gd name="connsiteY854" fmla="*/ 1274012 h 6858000"/>
              <a:gd name="connsiteX855" fmla="*/ 5349142 w 7467600"/>
              <a:gd name="connsiteY855" fmla="*/ 2204405 h 6858000"/>
              <a:gd name="connsiteX856" fmla="*/ 5262214 w 7467600"/>
              <a:gd name="connsiteY856" fmla="*/ 2233836 h 6858000"/>
              <a:gd name="connsiteX857" fmla="*/ 4981539 w 7467600"/>
              <a:gd name="connsiteY857" fmla="*/ 1542201 h 6858000"/>
              <a:gd name="connsiteX858" fmla="*/ 4958461 w 7467600"/>
              <a:gd name="connsiteY858" fmla="*/ 1136957 h 6858000"/>
              <a:gd name="connsiteX859" fmla="*/ 4655015 w 7467600"/>
              <a:gd name="connsiteY859" fmla="*/ 891426 h 6858000"/>
              <a:gd name="connsiteX860" fmla="*/ 4348002 w 7467600"/>
              <a:gd name="connsiteY860" fmla="*/ 2205895 h 6858000"/>
              <a:gd name="connsiteX861" fmla="*/ 4262250 w 7467600"/>
              <a:gd name="connsiteY861" fmla="*/ 2219972 h 6858000"/>
              <a:gd name="connsiteX862" fmla="*/ 4550611 w 7467600"/>
              <a:gd name="connsiteY862" fmla="*/ 817540 h 6858000"/>
              <a:gd name="connsiteX863" fmla="*/ 4564418 w 7467600"/>
              <a:gd name="connsiteY863" fmla="*/ 808293 h 6858000"/>
              <a:gd name="connsiteX864" fmla="*/ 4266388 w 7467600"/>
              <a:gd name="connsiteY864" fmla="*/ 500083 h 6858000"/>
              <a:gd name="connsiteX865" fmla="*/ 4032842 w 7467600"/>
              <a:gd name="connsiteY865" fmla="*/ 211809 h 6858000"/>
              <a:gd name="connsiteX866" fmla="*/ 3882765 w 7467600"/>
              <a:gd name="connsiteY866" fmla="*/ 0 h 6858000"/>
              <a:gd name="connsiteX867" fmla="*/ 3721337 w 7467600"/>
              <a:gd name="connsiteY867" fmla="*/ 0 h 6858000"/>
              <a:gd name="connsiteX868" fmla="*/ 3797544 w 7467600"/>
              <a:gd name="connsiteY868" fmla="*/ 0 h 6858000"/>
              <a:gd name="connsiteX869" fmla="*/ 3775734 w 7467600"/>
              <a:gd name="connsiteY869" fmla="*/ 95131 h 6858000"/>
              <a:gd name="connsiteX870" fmla="*/ 3724807 w 7467600"/>
              <a:gd name="connsiteY870" fmla="*/ 272257 h 6858000"/>
              <a:gd name="connsiteX871" fmla="*/ 3726844 w 7467600"/>
              <a:gd name="connsiteY871" fmla="*/ 282988 h 6858000"/>
              <a:gd name="connsiteX872" fmla="*/ 3742664 w 7467600"/>
              <a:gd name="connsiteY872" fmla="*/ 279918 h 6858000"/>
              <a:gd name="connsiteX873" fmla="*/ 4103910 w 7467600"/>
              <a:gd name="connsiteY873" fmla="*/ 1161917 h 6858000"/>
              <a:gd name="connsiteX874" fmla="*/ 4020269 w 7467600"/>
              <a:gd name="connsiteY874" fmla="*/ 1200406 h 6858000"/>
              <a:gd name="connsiteX875" fmla="*/ 3674882 w 7467600"/>
              <a:gd name="connsiteY875" fmla="*/ 488524 h 6858000"/>
              <a:gd name="connsiteX876" fmla="*/ 3132682 w 7467600"/>
              <a:gd name="connsiteY876" fmla="*/ 1072284 h 6858000"/>
              <a:gd name="connsiteX877" fmla="*/ 2716346 w 7467600"/>
              <a:gd name="connsiteY877" fmla="*/ 1276376 h 6858000"/>
              <a:gd name="connsiteX878" fmla="*/ 2716772 w 7467600"/>
              <a:gd name="connsiteY878" fmla="*/ 1255462 h 6858000"/>
              <a:gd name="connsiteX879" fmla="*/ 3471096 w 7467600"/>
              <a:gd name="connsiteY879" fmla="*/ 437072 h 6858000"/>
              <a:gd name="connsiteX880" fmla="*/ 3639057 w 7467600"/>
              <a:gd name="connsiteY880" fmla="*/ 286334 h 6858000"/>
              <a:gd name="connsiteX881" fmla="*/ 3640309 w 7467600"/>
              <a:gd name="connsiteY881" fmla="*/ 284664 h 6858000"/>
              <a:gd name="connsiteX882" fmla="*/ 3646022 w 7467600"/>
              <a:gd name="connsiteY882" fmla="*/ 276711 h 6858000"/>
              <a:gd name="connsiteX883" fmla="*/ 3707943 w 7467600"/>
              <a:gd name="connsiteY883" fmla="*/ 65958 h 6858000"/>
              <a:gd name="connsiteX884" fmla="*/ 3721337 w 7467600"/>
              <a:gd name="connsiteY884" fmla="*/ 0 h 6858000"/>
              <a:gd name="connsiteX885" fmla="*/ 2867960 w 7467600"/>
              <a:gd name="connsiteY885" fmla="*/ 0 h 6858000"/>
              <a:gd name="connsiteX886" fmla="*/ 2926351 w 7467600"/>
              <a:gd name="connsiteY886" fmla="*/ 0 h 6858000"/>
              <a:gd name="connsiteX887" fmla="*/ 2902823 w 7467600"/>
              <a:gd name="connsiteY887" fmla="*/ 262929 h 6858000"/>
              <a:gd name="connsiteX888" fmla="*/ 2940663 w 7467600"/>
              <a:gd name="connsiteY888" fmla="*/ 140884 h 6858000"/>
              <a:gd name="connsiteX889" fmla="*/ 2947039 w 7467600"/>
              <a:gd name="connsiteY889" fmla="*/ 122524 h 6858000"/>
              <a:gd name="connsiteX890" fmla="*/ 2984316 w 7467600"/>
              <a:gd name="connsiteY890" fmla="*/ 0 h 6858000"/>
              <a:gd name="connsiteX891" fmla="*/ 3016114 w 7467600"/>
              <a:gd name="connsiteY891" fmla="*/ 0 h 6858000"/>
              <a:gd name="connsiteX892" fmla="*/ 2979949 w 7467600"/>
              <a:gd name="connsiteY892" fmla="*/ 119274 h 6858000"/>
              <a:gd name="connsiteX893" fmla="*/ 3023879 w 7467600"/>
              <a:gd name="connsiteY893" fmla="*/ 0 h 6858000"/>
              <a:gd name="connsiteX894" fmla="*/ 3105400 w 7467600"/>
              <a:gd name="connsiteY894" fmla="*/ 0 h 6858000"/>
              <a:gd name="connsiteX895" fmla="*/ 3094669 w 7467600"/>
              <a:gd name="connsiteY895" fmla="*/ 30308 h 6858000"/>
              <a:gd name="connsiteX896" fmla="*/ 2901945 w 7467600"/>
              <a:gd name="connsiteY896" fmla="*/ 466538 h 6858000"/>
              <a:gd name="connsiteX897" fmla="*/ 2815209 w 7467600"/>
              <a:gd name="connsiteY897" fmla="*/ 497361 h 6858000"/>
              <a:gd name="connsiteX898" fmla="*/ 2844845 w 7467600"/>
              <a:gd name="connsiteY898" fmla="*/ 127638 h 6858000"/>
              <a:gd name="connsiteX899" fmla="*/ 2867960 w 7467600"/>
              <a:gd name="connsiteY899" fmla="*/ 0 h 6858000"/>
              <a:gd name="connsiteX900" fmla="*/ 1057230 w 7467600"/>
              <a:gd name="connsiteY900" fmla="*/ 0 h 6858000"/>
              <a:gd name="connsiteX901" fmla="*/ 1111003 w 7467600"/>
              <a:gd name="connsiteY901" fmla="*/ 0 h 6858000"/>
              <a:gd name="connsiteX902" fmla="*/ 1125553 w 7467600"/>
              <a:gd name="connsiteY902" fmla="*/ 52588 h 6858000"/>
              <a:gd name="connsiteX903" fmla="*/ 1304276 w 7467600"/>
              <a:gd name="connsiteY903" fmla="*/ 476275 h 6858000"/>
              <a:gd name="connsiteX904" fmla="*/ 1492066 w 7467600"/>
              <a:gd name="connsiteY904" fmla="*/ 886333 h 6858000"/>
              <a:gd name="connsiteX905" fmla="*/ 1423698 w 7467600"/>
              <a:gd name="connsiteY905" fmla="*/ 710817 h 6858000"/>
              <a:gd name="connsiteX906" fmla="*/ 1357609 w 7467600"/>
              <a:gd name="connsiteY906" fmla="*/ 532892 h 6858000"/>
              <a:gd name="connsiteX907" fmla="*/ 1309550 w 7467600"/>
              <a:gd name="connsiteY907" fmla="*/ 374031 h 6858000"/>
              <a:gd name="connsiteX908" fmla="*/ 1193673 w 7467600"/>
              <a:gd name="connsiteY908" fmla="*/ 49533 h 6858000"/>
              <a:gd name="connsiteX909" fmla="*/ 1164391 w 7467600"/>
              <a:gd name="connsiteY909" fmla="*/ 0 h 6858000"/>
              <a:gd name="connsiteX910" fmla="*/ 1200666 w 7467600"/>
              <a:gd name="connsiteY910" fmla="*/ 0 h 6858000"/>
              <a:gd name="connsiteX911" fmla="*/ 1223408 w 7467600"/>
              <a:gd name="connsiteY911" fmla="*/ 38996 h 6858000"/>
              <a:gd name="connsiteX912" fmla="*/ 1339635 w 7467600"/>
              <a:gd name="connsiteY912" fmla="*/ 365517 h 6858000"/>
              <a:gd name="connsiteX913" fmla="*/ 1387469 w 7467600"/>
              <a:gd name="connsiteY913" fmla="*/ 523079 h 6858000"/>
              <a:gd name="connsiteX914" fmla="*/ 1452685 w 7467600"/>
              <a:gd name="connsiteY914" fmla="*/ 699806 h 6858000"/>
              <a:gd name="connsiteX915" fmla="*/ 1492092 w 7467600"/>
              <a:gd name="connsiteY915" fmla="*/ 800424 h 6858000"/>
              <a:gd name="connsiteX916" fmla="*/ 1455302 w 7467600"/>
              <a:gd name="connsiteY916" fmla="*/ 632913 h 6858000"/>
              <a:gd name="connsiteX917" fmla="*/ 1222336 w 7467600"/>
              <a:gd name="connsiteY917" fmla="*/ 9480 h 6858000"/>
              <a:gd name="connsiteX918" fmla="*/ 1214634 w 7467600"/>
              <a:gd name="connsiteY918" fmla="*/ 0 h 6858000"/>
              <a:gd name="connsiteX919" fmla="*/ 1289827 w 7467600"/>
              <a:gd name="connsiteY919" fmla="*/ 0 h 6858000"/>
              <a:gd name="connsiteX920" fmla="*/ 1321076 w 7467600"/>
              <a:gd name="connsiteY920" fmla="*/ 59722 h 6858000"/>
              <a:gd name="connsiteX921" fmla="*/ 1512579 w 7467600"/>
              <a:gd name="connsiteY921" fmla="*/ 626441 h 6858000"/>
              <a:gd name="connsiteX922" fmla="*/ 1506076 w 7467600"/>
              <a:gd name="connsiteY922" fmla="*/ 1089289 h 6858000"/>
              <a:gd name="connsiteX923" fmla="*/ 1486346 w 7467600"/>
              <a:gd name="connsiteY923" fmla="*/ 1079919 h 6858000"/>
              <a:gd name="connsiteX924" fmla="*/ 1070511 w 7467600"/>
              <a:gd name="connsiteY924" fmla="*/ 48609 h 6858000"/>
              <a:gd name="connsiteX925" fmla="*/ 1057230 w 7467600"/>
              <a:gd name="connsiteY925" fmla="*/ 0 h 6858000"/>
              <a:gd name="connsiteX926" fmla="*/ 43151 w 7467600"/>
              <a:gd name="connsiteY926" fmla="*/ 0 h 6858000"/>
              <a:gd name="connsiteX927" fmla="*/ 95283 w 7467600"/>
              <a:gd name="connsiteY927" fmla="*/ 0 h 6858000"/>
              <a:gd name="connsiteX928" fmla="*/ 300708 w 7467600"/>
              <a:gd name="connsiteY928" fmla="*/ 154571 h 6858000"/>
              <a:gd name="connsiteX929" fmla="*/ 530414 w 7467600"/>
              <a:gd name="connsiteY929" fmla="*/ 354673 h 6858000"/>
              <a:gd name="connsiteX930" fmla="*/ 333785 w 7467600"/>
              <a:gd name="connsiteY930" fmla="*/ 161564 h 6858000"/>
              <a:gd name="connsiteX931" fmla="*/ 147005 w 7467600"/>
              <a:gd name="connsiteY931" fmla="*/ 0 h 6858000"/>
              <a:gd name="connsiteX932" fmla="*/ 272509 w 7467600"/>
              <a:gd name="connsiteY932" fmla="*/ 0 h 6858000"/>
              <a:gd name="connsiteX933" fmla="*/ 326276 w 7467600"/>
              <a:gd name="connsiteY933" fmla="*/ 45847 h 6858000"/>
              <a:gd name="connsiteX934" fmla="*/ 823759 w 7467600"/>
              <a:gd name="connsiteY934" fmla="*/ 574145 h 6858000"/>
              <a:gd name="connsiteX935" fmla="*/ 811254 w 7467600"/>
              <a:gd name="connsiteY935" fmla="*/ 665546 h 6858000"/>
              <a:gd name="connsiteX936" fmla="*/ 154042 w 7467600"/>
              <a:gd name="connsiteY936" fmla="*/ 261522 h 6858000"/>
              <a:gd name="connsiteX937" fmla="*/ 13550 w 7467600"/>
              <a:gd name="connsiteY937" fmla="*/ 158423 h 6858000"/>
              <a:gd name="connsiteX938" fmla="*/ 0 w 7467600"/>
              <a:gd name="connsiteY938" fmla="*/ 146618 h 6858000"/>
              <a:gd name="connsiteX939" fmla="*/ 0 w 7467600"/>
              <a:gd name="connsiteY939" fmla="*/ 59161 h 6858000"/>
              <a:gd name="connsiteX940" fmla="*/ 45427 w 7467600"/>
              <a:gd name="connsiteY940" fmla="*/ 101078 h 6858000"/>
              <a:gd name="connsiteX941" fmla="*/ 630103 w 7467600"/>
              <a:gd name="connsiteY941" fmla="*/ 485885 h 6858000"/>
              <a:gd name="connsiteX942" fmla="*/ 532040 w 7467600"/>
              <a:gd name="connsiteY942" fmla="*/ 399359 h 6858000"/>
              <a:gd name="connsiteX943" fmla="*/ 517618 w 7467600"/>
              <a:gd name="connsiteY943" fmla="*/ 385726 h 6858000"/>
              <a:gd name="connsiteX944" fmla="*/ 285074 w 7467600"/>
              <a:gd name="connsiteY944" fmla="*/ 182755 h 6858000"/>
              <a:gd name="connsiteX945" fmla="*/ 43151 w 7467600"/>
              <a:gd name="connsiteY94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1019354 w 7467600"/>
              <a:gd name="connsiteY13" fmla="*/ 6315006 h 6858000"/>
              <a:gd name="connsiteX14" fmla="*/ 441046 w 7467600"/>
              <a:gd name="connsiteY14" fmla="*/ 6691153 h 6858000"/>
              <a:gd name="connsiteX15" fmla="*/ 1019354 w 7467600"/>
              <a:gd name="connsiteY15" fmla="*/ 6315006 h 6858000"/>
              <a:gd name="connsiteX16" fmla="*/ 991680 w 7467600"/>
              <a:gd name="connsiteY16" fmla="*/ 6298413 h 6858000"/>
              <a:gd name="connsiteX17" fmla="*/ 409060 w 7467600"/>
              <a:gd name="connsiteY17" fmla="*/ 6671470 h 6858000"/>
              <a:gd name="connsiteX18" fmla="*/ 991680 w 7467600"/>
              <a:gd name="connsiteY18" fmla="*/ 6298413 h 6858000"/>
              <a:gd name="connsiteX19" fmla="*/ 103333 w 7467600"/>
              <a:gd name="connsiteY19" fmla="*/ 5699602 h 6858000"/>
              <a:gd name="connsiteX20" fmla="*/ 233938 w 7467600"/>
              <a:gd name="connsiteY20" fmla="*/ 5809416 h 6858000"/>
              <a:gd name="connsiteX21" fmla="*/ 883580 w 7467600"/>
              <a:gd name="connsiteY21" fmla="*/ 6180710 h 6858000"/>
              <a:gd name="connsiteX22" fmla="*/ 487337 w 7467600"/>
              <a:gd name="connsiteY22" fmla="*/ 5950182 h 6858000"/>
              <a:gd name="connsiteX23" fmla="*/ 354051 w 7467600"/>
              <a:gd name="connsiteY23" fmla="*/ 5854912 h 6858000"/>
              <a:gd name="connsiteX24" fmla="*/ 195436 w 7467600"/>
              <a:gd name="connsiteY24" fmla="*/ 5755068 h 6858000"/>
              <a:gd name="connsiteX25" fmla="*/ 103333 w 7467600"/>
              <a:gd name="connsiteY25" fmla="*/ 5699602 h 6858000"/>
              <a:gd name="connsiteX26" fmla="*/ 5539432 w 7467600"/>
              <a:gd name="connsiteY26" fmla="*/ 5642928 h 6858000"/>
              <a:gd name="connsiteX27" fmla="*/ 5555462 w 7467600"/>
              <a:gd name="connsiteY27" fmla="*/ 5694454 h 6858000"/>
              <a:gd name="connsiteX28" fmla="*/ 5828270 w 7467600"/>
              <a:gd name="connsiteY28" fmla="*/ 6320663 h 6858000"/>
              <a:gd name="connsiteX29" fmla="*/ 5947416 w 7467600"/>
              <a:gd name="connsiteY29" fmla="*/ 6574846 h 6858000"/>
              <a:gd name="connsiteX30" fmla="*/ 5539432 w 7467600"/>
              <a:gd name="connsiteY30" fmla="*/ 5642928 h 6858000"/>
              <a:gd name="connsiteX31" fmla="*/ 51253 w 7467600"/>
              <a:gd name="connsiteY31" fmla="*/ 5631825 h 6858000"/>
              <a:gd name="connsiteX32" fmla="*/ 211622 w 7467600"/>
              <a:gd name="connsiteY32" fmla="*/ 5728803 h 6858000"/>
              <a:gd name="connsiteX33" fmla="*/ 371652 w 7467600"/>
              <a:gd name="connsiteY33" fmla="*/ 5829062 h 6858000"/>
              <a:gd name="connsiteX34" fmla="*/ 505903 w 7467600"/>
              <a:gd name="connsiteY34" fmla="*/ 5925221 h 6858000"/>
              <a:gd name="connsiteX35" fmla="*/ 899240 w 7467600"/>
              <a:gd name="connsiteY35" fmla="*/ 6153068 h 6858000"/>
              <a:gd name="connsiteX36" fmla="*/ 988114 w 7467600"/>
              <a:gd name="connsiteY36" fmla="*/ 6174204 h 6858000"/>
              <a:gd name="connsiteX37" fmla="*/ 845971 w 7467600"/>
              <a:gd name="connsiteY37" fmla="*/ 6067177 h 6858000"/>
              <a:gd name="connsiteX38" fmla="*/ 448057 w 7467600"/>
              <a:gd name="connsiteY38" fmla="*/ 5841376 h 6858000"/>
              <a:gd name="connsiteX39" fmla="*/ 51253 w 7467600"/>
              <a:gd name="connsiteY39" fmla="*/ 5631825 h 6858000"/>
              <a:gd name="connsiteX40" fmla="*/ 2606687 w 7467600"/>
              <a:gd name="connsiteY40" fmla="*/ 5630718 h 6858000"/>
              <a:gd name="connsiteX41" fmla="*/ 2645658 w 7467600"/>
              <a:gd name="connsiteY41" fmla="*/ 6640259 h 6858000"/>
              <a:gd name="connsiteX42" fmla="*/ 2606687 w 7467600"/>
              <a:gd name="connsiteY42" fmla="*/ 5630718 h 6858000"/>
              <a:gd name="connsiteX43" fmla="*/ 3642057 w 7467600"/>
              <a:gd name="connsiteY43" fmla="*/ 5573487 h 6858000"/>
              <a:gd name="connsiteX44" fmla="*/ 3632981 w 7467600"/>
              <a:gd name="connsiteY44" fmla="*/ 5579437 h 6858000"/>
              <a:gd name="connsiteX45" fmla="*/ 3382436 w 7467600"/>
              <a:gd name="connsiteY45" fmla="*/ 5952726 h 6858000"/>
              <a:gd name="connsiteX46" fmla="*/ 3191929 w 7467600"/>
              <a:gd name="connsiteY46" fmla="*/ 6662669 h 6858000"/>
              <a:gd name="connsiteX47" fmla="*/ 3369898 w 7467600"/>
              <a:gd name="connsiteY47" fmla="*/ 6081771 h 6858000"/>
              <a:gd name="connsiteX48" fmla="*/ 3642057 w 7467600"/>
              <a:gd name="connsiteY48" fmla="*/ 5573487 h 6858000"/>
              <a:gd name="connsiteX49" fmla="*/ 2650666 w 7467600"/>
              <a:gd name="connsiteY49" fmla="*/ 5530686 h 6858000"/>
              <a:gd name="connsiteX50" fmla="*/ 2650249 w 7467600"/>
              <a:gd name="connsiteY50" fmla="*/ 5532101 h 6858000"/>
              <a:gd name="connsiteX51" fmla="*/ 2663808 w 7467600"/>
              <a:gd name="connsiteY51" fmla="*/ 6535215 h 6858000"/>
              <a:gd name="connsiteX52" fmla="*/ 2665418 w 7467600"/>
              <a:gd name="connsiteY52" fmla="*/ 6132756 h 6858000"/>
              <a:gd name="connsiteX53" fmla="*/ 2650666 w 7467600"/>
              <a:gd name="connsiteY53" fmla="*/ 5530686 h 6858000"/>
              <a:gd name="connsiteX54" fmla="*/ 2680277 w 7467600"/>
              <a:gd name="connsiteY54" fmla="*/ 5479204 h 6858000"/>
              <a:gd name="connsiteX55" fmla="*/ 2678972 w 7467600"/>
              <a:gd name="connsiteY55" fmla="*/ 5481582 h 6858000"/>
              <a:gd name="connsiteX56" fmla="*/ 2696666 w 7467600"/>
              <a:gd name="connsiteY56" fmla="*/ 6133836 h 6858000"/>
              <a:gd name="connsiteX57" fmla="*/ 2695769 w 7467600"/>
              <a:gd name="connsiteY57" fmla="*/ 6390955 h 6858000"/>
              <a:gd name="connsiteX58" fmla="*/ 2739893 w 7467600"/>
              <a:gd name="connsiteY58" fmla="*/ 6108357 h 6858000"/>
              <a:gd name="connsiteX59" fmla="*/ 2680277 w 7467600"/>
              <a:gd name="connsiteY59" fmla="*/ 5479204 h 6858000"/>
              <a:gd name="connsiteX60" fmla="*/ 1132195 w 7467600"/>
              <a:gd name="connsiteY60" fmla="*/ 5467980 h 6858000"/>
              <a:gd name="connsiteX61" fmla="*/ 1679056 w 7467600"/>
              <a:gd name="connsiteY61" fmla="*/ 5516907 h 6858000"/>
              <a:gd name="connsiteX62" fmla="*/ 2128648 w 7467600"/>
              <a:gd name="connsiteY62" fmla="*/ 5474249 h 6858000"/>
              <a:gd name="connsiteX63" fmla="*/ 1825619 w 7467600"/>
              <a:gd name="connsiteY63" fmla="*/ 5478447 h 6858000"/>
              <a:gd name="connsiteX64" fmla="*/ 1737798 w 7467600"/>
              <a:gd name="connsiteY64" fmla="*/ 5483353 h 6858000"/>
              <a:gd name="connsiteX65" fmla="*/ 1132195 w 7467600"/>
              <a:gd name="connsiteY65" fmla="*/ 5467980 h 6858000"/>
              <a:gd name="connsiteX66" fmla="*/ 1456157 w 7467600"/>
              <a:gd name="connsiteY66" fmla="*/ 5371404 h 6858000"/>
              <a:gd name="connsiteX67" fmla="*/ 1244432 w 7467600"/>
              <a:gd name="connsiteY67" fmla="*/ 5385601 h 6858000"/>
              <a:gd name="connsiteX68" fmla="*/ 973990 w 7467600"/>
              <a:gd name="connsiteY68" fmla="*/ 5424940 h 6858000"/>
              <a:gd name="connsiteX69" fmla="*/ 1103809 w 7467600"/>
              <a:gd name="connsiteY69" fmla="*/ 5433720 h 6858000"/>
              <a:gd name="connsiteX70" fmla="*/ 1123454 w 7467600"/>
              <a:gd name="connsiteY70" fmla="*/ 5435727 h 6858000"/>
              <a:gd name="connsiteX71" fmla="*/ 1737017 w 7467600"/>
              <a:gd name="connsiteY71" fmla="*/ 5452183 h 6858000"/>
              <a:gd name="connsiteX72" fmla="*/ 1824397 w 7467600"/>
              <a:gd name="connsiteY72" fmla="*/ 5447757 h 6858000"/>
              <a:gd name="connsiteX73" fmla="*/ 2070059 w 7467600"/>
              <a:gd name="connsiteY73" fmla="*/ 5441660 h 6858000"/>
              <a:gd name="connsiteX74" fmla="*/ 1456157 w 7467600"/>
              <a:gd name="connsiteY74" fmla="*/ 5371404 h 6858000"/>
              <a:gd name="connsiteX75" fmla="*/ 4988186 w 7467600"/>
              <a:gd name="connsiteY75" fmla="*/ 5216467 h 6858000"/>
              <a:gd name="connsiteX76" fmla="*/ 4777334 w 7467600"/>
              <a:gd name="connsiteY76" fmla="*/ 5406072 h 6858000"/>
              <a:gd name="connsiteX77" fmla="*/ 4718341 w 7467600"/>
              <a:gd name="connsiteY77" fmla="*/ 5468043 h 6858000"/>
              <a:gd name="connsiteX78" fmla="*/ 4604655 w 7467600"/>
              <a:gd name="connsiteY78" fmla="*/ 5583434 h 6858000"/>
              <a:gd name="connsiteX79" fmla="*/ 4565074 w 7467600"/>
              <a:gd name="connsiteY79" fmla="*/ 5618550 h 6858000"/>
              <a:gd name="connsiteX80" fmla="*/ 4988186 w 7467600"/>
              <a:gd name="connsiteY80" fmla="*/ 5216467 h 6858000"/>
              <a:gd name="connsiteX81" fmla="*/ 4978032 w 7467600"/>
              <a:gd name="connsiteY81" fmla="*/ 5183809 h 6858000"/>
              <a:gd name="connsiteX82" fmla="*/ 4463413 w 7467600"/>
              <a:gd name="connsiteY82" fmla="*/ 5615162 h 6858000"/>
              <a:gd name="connsiteX83" fmla="*/ 4358134 w 7467600"/>
              <a:gd name="connsiteY83" fmla="*/ 5742791 h 6858000"/>
              <a:gd name="connsiteX84" fmla="*/ 4376219 w 7467600"/>
              <a:gd name="connsiteY84" fmla="*/ 5729027 h 6858000"/>
              <a:gd name="connsiteX85" fmla="*/ 4582340 w 7467600"/>
              <a:gd name="connsiteY85" fmla="*/ 5561037 h 6858000"/>
              <a:gd name="connsiteX86" fmla="*/ 4694684 w 7467600"/>
              <a:gd name="connsiteY86" fmla="*/ 5447098 h 6858000"/>
              <a:gd name="connsiteX87" fmla="*/ 4754123 w 7467600"/>
              <a:gd name="connsiteY87" fmla="*/ 5384643 h 6858000"/>
              <a:gd name="connsiteX88" fmla="*/ 4978032 w 7467600"/>
              <a:gd name="connsiteY88" fmla="*/ 5183809 h 6858000"/>
              <a:gd name="connsiteX89" fmla="*/ 1903353 w 7467600"/>
              <a:gd name="connsiteY89" fmla="*/ 5044827 h 6858000"/>
              <a:gd name="connsiteX90" fmla="*/ 1936931 w 7467600"/>
              <a:gd name="connsiteY90" fmla="*/ 5093954 h 6858000"/>
              <a:gd name="connsiteX91" fmla="*/ 2195868 w 7467600"/>
              <a:gd name="connsiteY91" fmla="*/ 5396574 h 6858000"/>
              <a:gd name="connsiteX92" fmla="*/ 2088852 w 7467600"/>
              <a:gd name="connsiteY92" fmla="*/ 5166123 h 6858000"/>
              <a:gd name="connsiteX93" fmla="*/ 1958241 w 7467600"/>
              <a:gd name="connsiteY93" fmla="*/ 5067955 h 6858000"/>
              <a:gd name="connsiteX94" fmla="*/ 1903353 w 7467600"/>
              <a:gd name="connsiteY94" fmla="*/ 5044827 h 6858000"/>
              <a:gd name="connsiteX95" fmla="*/ 1979378 w 7467600"/>
              <a:gd name="connsiteY95" fmla="*/ 4769504 h 6858000"/>
              <a:gd name="connsiteX96" fmla="*/ 2882120 w 7467600"/>
              <a:gd name="connsiteY96" fmla="*/ 5064547 h 6858000"/>
              <a:gd name="connsiteX97" fmla="*/ 2793103 w 7467600"/>
              <a:gd name="connsiteY97" fmla="*/ 5039699 h 6858000"/>
              <a:gd name="connsiteX98" fmla="*/ 2770041 w 7467600"/>
              <a:gd name="connsiteY98" fmla="*/ 5033634 h 6858000"/>
              <a:gd name="connsiteX99" fmla="*/ 1979378 w 7467600"/>
              <a:gd name="connsiteY99" fmla="*/ 4769504 h 6858000"/>
              <a:gd name="connsiteX100" fmla="*/ 1927410 w 7467600"/>
              <a:gd name="connsiteY100" fmla="*/ 4716164 h 6858000"/>
              <a:gd name="connsiteX101" fmla="*/ 1959587 w 7467600"/>
              <a:gd name="connsiteY101" fmla="*/ 4728849 h 6858000"/>
              <a:gd name="connsiteX102" fmla="*/ 2777707 w 7467600"/>
              <a:gd name="connsiteY102" fmla="*/ 5003991 h 6858000"/>
              <a:gd name="connsiteX103" fmla="*/ 2800768 w 7467600"/>
              <a:gd name="connsiteY103" fmla="*/ 5010056 h 6858000"/>
              <a:gd name="connsiteX104" fmla="*/ 2879408 w 7467600"/>
              <a:gd name="connsiteY104" fmla="*/ 5031590 h 6858000"/>
              <a:gd name="connsiteX105" fmla="*/ 2862295 w 7467600"/>
              <a:gd name="connsiteY105" fmla="*/ 5022958 h 6858000"/>
              <a:gd name="connsiteX106" fmla="*/ 2813343 w 7467600"/>
              <a:gd name="connsiteY106" fmla="*/ 4998369 h 6858000"/>
              <a:gd name="connsiteX107" fmla="*/ 2646245 w 7467600"/>
              <a:gd name="connsiteY107" fmla="*/ 4930999 h 6858000"/>
              <a:gd name="connsiteX108" fmla="*/ 1999243 w 7467600"/>
              <a:gd name="connsiteY108" fmla="*/ 4730524 h 6858000"/>
              <a:gd name="connsiteX109" fmla="*/ 1979527 w 7467600"/>
              <a:gd name="connsiteY109" fmla="*/ 4726651 h 6858000"/>
              <a:gd name="connsiteX110" fmla="*/ 1927410 w 7467600"/>
              <a:gd name="connsiteY110" fmla="*/ 4716164 h 6858000"/>
              <a:gd name="connsiteX111" fmla="*/ 1997014 w 7467600"/>
              <a:gd name="connsiteY111" fmla="*/ 4698007 h 6858000"/>
              <a:gd name="connsiteX112" fmla="*/ 2005458 w 7467600"/>
              <a:gd name="connsiteY112" fmla="*/ 4699540 h 6858000"/>
              <a:gd name="connsiteX113" fmla="*/ 2657186 w 7467600"/>
              <a:gd name="connsiteY113" fmla="*/ 4901687 h 6858000"/>
              <a:gd name="connsiteX114" fmla="*/ 2826662 w 7467600"/>
              <a:gd name="connsiteY114" fmla="*/ 4970362 h 6858000"/>
              <a:gd name="connsiteX115" fmla="*/ 2876100 w 7467600"/>
              <a:gd name="connsiteY115" fmla="*/ 4995397 h 6858000"/>
              <a:gd name="connsiteX116" fmla="*/ 3042600 w 7467600"/>
              <a:gd name="connsiteY116" fmla="*/ 5059532 h 6858000"/>
              <a:gd name="connsiteX117" fmla="*/ 1997014 w 7467600"/>
              <a:gd name="connsiteY117" fmla="*/ 4698007 h 6858000"/>
              <a:gd name="connsiteX118" fmla="*/ 2305292 w 7467600"/>
              <a:gd name="connsiteY118" fmla="*/ 4219492 h 6858000"/>
              <a:gd name="connsiteX119" fmla="*/ 3360922 w 7467600"/>
              <a:gd name="connsiteY119" fmla="*/ 4529373 h 6858000"/>
              <a:gd name="connsiteX120" fmla="*/ 3492420 w 7467600"/>
              <a:gd name="connsiteY120" fmla="*/ 4510145 h 6858000"/>
              <a:gd name="connsiteX121" fmla="*/ 3364086 w 7467600"/>
              <a:gd name="connsiteY121" fmla="*/ 4480340 h 6858000"/>
              <a:gd name="connsiteX122" fmla="*/ 3225818 w 7467600"/>
              <a:gd name="connsiteY122" fmla="*/ 4411822 h 6858000"/>
              <a:gd name="connsiteX123" fmla="*/ 3129696 w 7467600"/>
              <a:gd name="connsiteY123" fmla="*/ 4360704 h 6858000"/>
              <a:gd name="connsiteX124" fmla="*/ 2814545 w 7467600"/>
              <a:gd name="connsiteY124" fmla="*/ 4282955 h 6858000"/>
              <a:gd name="connsiteX125" fmla="*/ 2305292 w 7467600"/>
              <a:gd name="connsiteY125" fmla="*/ 4219492 h 6858000"/>
              <a:gd name="connsiteX126" fmla="*/ 2626982 w 7467600"/>
              <a:gd name="connsiteY126" fmla="*/ 4206450 h 6858000"/>
              <a:gd name="connsiteX127" fmla="*/ 2490617 w 7467600"/>
              <a:gd name="connsiteY127" fmla="*/ 4206951 h 6858000"/>
              <a:gd name="connsiteX128" fmla="*/ 2819869 w 7467600"/>
              <a:gd name="connsiteY128" fmla="*/ 4252936 h 6858000"/>
              <a:gd name="connsiteX129" fmla="*/ 3143018 w 7467600"/>
              <a:gd name="connsiteY129" fmla="*/ 4332698 h 6858000"/>
              <a:gd name="connsiteX130" fmla="*/ 3241520 w 7467600"/>
              <a:gd name="connsiteY130" fmla="*/ 4385112 h 6858000"/>
              <a:gd name="connsiteX131" fmla="*/ 3374575 w 7467600"/>
              <a:gd name="connsiteY131" fmla="*/ 4451517 h 6858000"/>
              <a:gd name="connsiteX132" fmla="*/ 3505221 w 7467600"/>
              <a:gd name="connsiteY132" fmla="*/ 4480757 h 6858000"/>
              <a:gd name="connsiteX133" fmla="*/ 2626982 w 7467600"/>
              <a:gd name="connsiteY133" fmla="*/ 4206450 h 6858000"/>
              <a:gd name="connsiteX134" fmla="*/ 1310106 w 7467600"/>
              <a:gd name="connsiteY134" fmla="*/ 3943217 h 6858000"/>
              <a:gd name="connsiteX135" fmla="*/ 854994 w 7467600"/>
              <a:gd name="connsiteY135" fmla="*/ 4399136 h 6858000"/>
              <a:gd name="connsiteX136" fmla="*/ 742462 w 7467600"/>
              <a:gd name="connsiteY136" fmla="*/ 4594648 h 6858000"/>
              <a:gd name="connsiteX137" fmla="*/ 820602 w 7467600"/>
              <a:gd name="connsiteY137" fmla="*/ 4485915 h 6858000"/>
              <a:gd name="connsiteX138" fmla="*/ 878295 w 7467600"/>
              <a:gd name="connsiteY138" fmla="*/ 4403594 h 6858000"/>
              <a:gd name="connsiteX139" fmla="*/ 1240607 w 7467600"/>
              <a:gd name="connsiteY139" fmla="*/ 4010401 h 6858000"/>
              <a:gd name="connsiteX140" fmla="*/ 1310106 w 7467600"/>
              <a:gd name="connsiteY140" fmla="*/ 3943217 h 6858000"/>
              <a:gd name="connsiteX141" fmla="*/ 1423113 w 7467600"/>
              <a:gd name="connsiteY141" fmla="*/ 3874565 h 6858000"/>
              <a:gd name="connsiteX142" fmla="*/ 1260565 w 7467600"/>
              <a:gd name="connsiteY142" fmla="*/ 4031982 h 6858000"/>
              <a:gd name="connsiteX143" fmla="*/ 901900 w 7467600"/>
              <a:gd name="connsiteY143" fmla="*/ 4421236 h 6858000"/>
              <a:gd name="connsiteX144" fmla="*/ 845044 w 7467600"/>
              <a:gd name="connsiteY144" fmla="*/ 4502436 h 6858000"/>
              <a:gd name="connsiteX145" fmla="*/ 685926 w 7467600"/>
              <a:gd name="connsiteY145" fmla="*/ 4703069 h 6858000"/>
              <a:gd name="connsiteX146" fmla="*/ 684248 w 7467600"/>
              <a:gd name="connsiteY146" fmla="*/ 4706721 h 6858000"/>
              <a:gd name="connsiteX147" fmla="*/ 1423113 w 7467600"/>
              <a:gd name="connsiteY147" fmla="*/ 3874565 h 6858000"/>
              <a:gd name="connsiteX148" fmla="*/ 3316479 w 7467600"/>
              <a:gd name="connsiteY148" fmla="*/ 3872136 h 6858000"/>
              <a:gd name="connsiteX149" fmla="*/ 3546806 w 7467600"/>
              <a:gd name="connsiteY149" fmla="*/ 4356139 h 6858000"/>
              <a:gd name="connsiteX150" fmla="*/ 3364433 w 7467600"/>
              <a:gd name="connsiteY150" fmla="*/ 3953121 h 6858000"/>
              <a:gd name="connsiteX151" fmla="*/ 3316479 w 7467600"/>
              <a:gd name="connsiteY151" fmla="*/ 3872136 h 6858000"/>
              <a:gd name="connsiteX152" fmla="*/ 3291335 w 7467600"/>
              <a:gd name="connsiteY152" fmla="*/ 3767420 h 6858000"/>
              <a:gd name="connsiteX153" fmla="*/ 3390805 w 7467600"/>
              <a:gd name="connsiteY153" fmla="*/ 3937163 h 6858000"/>
              <a:gd name="connsiteX154" fmla="*/ 3579062 w 7467600"/>
              <a:gd name="connsiteY154" fmla="*/ 4359040 h 6858000"/>
              <a:gd name="connsiteX155" fmla="*/ 3467355 w 7467600"/>
              <a:gd name="connsiteY155" fmla="*/ 3988130 h 6858000"/>
              <a:gd name="connsiteX156" fmla="*/ 3310753 w 7467600"/>
              <a:gd name="connsiteY156" fmla="*/ 3787140 h 6858000"/>
              <a:gd name="connsiteX157" fmla="*/ 3291335 w 7467600"/>
              <a:gd name="connsiteY157" fmla="*/ 3767420 h 6858000"/>
              <a:gd name="connsiteX158" fmla="*/ 1635889 w 7467600"/>
              <a:gd name="connsiteY158" fmla="*/ 3709494 h 6858000"/>
              <a:gd name="connsiteX159" fmla="*/ 1634800 w 7467600"/>
              <a:gd name="connsiteY159" fmla="*/ 3731111 h 6858000"/>
              <a:gd name="connsiteX160" fmla="*/ 1635889 w 7467600"/>
              <a:gd name="connsiteY160" fmla="*/ 3709494 h 6858000"/>
              <a:gd name="connsiteX161" fmla="*/ 1510397 w 7467600"/>
              <a:gd name="connsiteY161" fmla="*/ 3684705 h 6858000"/>
              <a:gd name="connsiteX162" fmla="*/ 1146550 w 7467600"/>
              <a:gd name="connsiteY162" fmla="*/ 3802012 h 6858000"/>
              <a:gd name="connsiteX163" fmla="*/ 698834 w 7467600"/>
              <a:gd name="connsiteY163" fmla="*/ 3952272 h 6858000"/>
              <a:gd name="connsiteX164" fmla="*/ 34256 w 7467600"/>
              <a:gd name="connsiteY164" fmla="*/ 4347603 h 6858000"/>
              <a:gd name="connsiteX165" fmla="*/ 527241 w 7467600"/>
              <a:gd name="connsiteY165" fmla="*/ 4065078 h 6858000"/>
              <a:gd name="connsiteX166" fmla="*/ 1510397 w 7467600"/>
              <a:gd name="connsiteY166" fmla="*/ 3684705 h 6858000"/>
              <a:gd name="connsiteX167" fmla="*/ 1313114 w 7467600"/>
              <a:gd name="connsiteY167" fmla="*/ 3655216 h 6858000"/>
              <a:gd name="connsiteX168" fmla="*/ 1109304 w 7467600"/>
              <a:gd name="connsiteY168" fmla="*/ 3669030 h 6858000"/>
              <a:gd name="connsiteX169" fmla="*/ 8129 w 7467600"/>
              <a:gd name="connsiteY169" fmla="*/ 4330519 h 6858000"/>
              <a:gd name="connsiteX170" fmla="*/ 687572 w 7467600"/>
              <a:gd name="connsiteY170" fmla="*/ 3925629 h 6858000"/>
              <a:gd name="connsiteX171" fmla="*/ 1138365 w 7467600"/>
              <a:gd name="connsiteY171" fmla="*/ 3774515 h 6858000"/>
              <a:gd name="connsiteX172" fmla="*/ 1505579 w 7467600"/>
              <a:gd name="connsiteY172" fmla="*/ 3655526 h 6858000"/>
              <a:gd name="connsiteX173" fmla="*/ 1313114 w 7467600"/>
              <a:gd name="connsiteY173" fmla="*/ 3655216 h 6858000"/>
              <a:gd name="connsiteX174" fmla="*/ 3655073 w 7467600"/>
              <a:gd name="connsiteY174" fmla="*/ 3650884 h 6858000"/>
              <a:gd name="connsiteX175" fmla="*/ 3989938 w 7467600"/>
              <a:gd name="connsiteY175" fmla="*/ 3991685 h 6858000"/>
              <a:gd name="connsiteX176" fmla="*/ 4393907 w 7467600"/>
              <a:gd name="connsiteY176" fmla="*/ 4261258 h 6858000"/>
              <a:gd name="connsiteX177" fmla="*/ 4648051 w 7467600"/>
              <a:gd name="connsiteY177" fmla="*/ 4374051 h 6858000"/>
              <a:gd name="connsiteX178" fmla="*/ 4383389 w 7467600"/>
              <a:gd name="connsiteY178" fmla="*/ 4184369 h 6858000"/>
              <a:gd name="connsiteX179" fmla="*/ 4165508 w 7467600"/>
              <a:gd name="connsiteY179" fmla="*/ 4035196 h 6858000"/>
              <a:gd name="connsiteX180" fmla="*/ 4068162 w 7467600"/>
              <a:gd name="connsiteY180" fmla="*/ 3953394 h 6858000"/>
              <a:gd name="connsiteX181" fmla="*/ 3981416 w 7467600"/>
              <a:gd name="connsiteY181" fmla="*/ 3880482 h 6858000"/>
              <a:gd name="connsiteX182" fmla="*/ 3800147 w 7467600"/>
              <a:gd name="connsiteY182" fmla="*/ 3749872 h 6858000"/>
              <a:gd name="connsiteX183" fmla="*/ 3655073 w 7467600"/>
              <a:gd name="connsiteY183" fmla="*/ 3650884 h 6858000"/>
              <a:gd name="connsiteX184" fmla="*/ 3670252 w 7467600"/>
              <a:gd name="connsiteY184" fmla="*/ 3622798 h 6858000"/>
              <a:gd name="connsiteX185" fmla="*/ 3817258 w 7467600"/>
              <a:gd name="connsiteY185" fmla="*/ 3723577 h 6858000"/>
              <a:gd name="connsiteX186" fmla="*/ 4000461 w 7467600"/>
              <a:gd name="connsiteY186" fmla="*/ 3855966 h 6858000"/>
              <a:gd name="connsiteX187" fmla="*/ 4088180 w 7467600"/>
              <a:gd name="connsiteY187" fmla="*/ 3929774 h 6858000"/>
              <a:gd name="connsiteX188" fmla="*/ 4184555 w 7467600"/>
              <a:gd name="connsiteY188" fmla="*/ 4010683 h 6858000"/>
              <a:gd name="connsiteX189" fmla="*/ 4399563 w 7467600"/>
              <a:gd name="connsiteY189" fmla="*/ 4158106 h 6858000"/>
              <a:gd name="connsiteX190" fmla="*/ 4684469 w 7467600"/>
              <a:gd name="connsiteY190" fmla="*/ 4364680 h 6858000"/>
              <a:gd name="connsiteX191" fmla="*/ 4690271 w 7467600"/>
              <a:gd name="connsiteY191" fmla="*/ 4370034 h 6858000"/>
              <a:gd name="connsiteX192" fmla="*/ 4136093 w 7467600"/>
              <a:gd name="connsiteY192" fmla="*/ 3858466 h 6858000"/>
              <a:gd name="connsiteX193" fmla="*/ 3670252 w 7467600"/>
              <a:gd name="connsiteY193" fmla="*/ 3622798 h 6858000"/>
              <a:gd name="connsiteX194" fmla="*/ 4440129 w 7467600"/>
              <a:gd name="connsiteY194" fmla="*/ 3448571 h 6858000"/>
              <a:gd name="connsiteX195" fmla="*/ 4856525 w 7467600"/>
              <a:gd name="connsiteY195" fmla="*/ 3915351 h 6858000"/>
              <a:gd name="connsiteX196" fmla="*/ 5059055 w 7467600"/>
              <a:gd name="connsiteY196" fmla="*/ 4108918 h 6858000"/>
              <a:gd name="connsiteX197" fmla="*/ 5290070 w 7467600"/>
              <a:gd name="connsiteY197" fmla="*/ 4263619 h 6858000"/>
              <a:gd name="connsiteX198" fmla="*/ 4834991 w 7467600"/>
              <a:gd name="connsiteY198" fmla="*/ 3830985 h 6858000"/>
              <a:gd name="connsiteX199" fmla="*/ 4440129 w 7467600"/>
              <a:gd name="connsiteY199" fmla="*/ 3448571 h 6858000"/>
              <a:gd name="connsiteX200" fmla="*/ 4441737 w 7467600"/>
              <a:gd name="connsiteY200" fmla="*/ 3399734 h 6858000"/>
              <a:gd name="connsiteX201" fmla="*/ 4431236 w 7467600"/>
              <a:gd name="connsiteY201" fmla="*/ 3400954 h 6858000"/>
              <a:gd name="connsiteX202" fmla="*/ 4557150 w 7467600"/>
              <a:gd name="connsiteY202" fmla="*/ 3510023 h 6858000"/>
              <a:gd name="connsiteX203" fmla="*/ 4856936 w 7467600"/>
              <a:gd name="connsiteY203" fmla="*/ 3809146 h 6858000"/>
              <a:gd name="connsiteX204" fmla="*/ 5111996 w 7467600"/>
              <a:gd name="connsiteY204" fmla="*/ 4065759 h 6858000"/>
              <a:gd name="connsiteX205" fmla="*/ 5388878 w 7467600"/>
              <a:gd name="connsiteY205" fmla="*/ 4300185 h 6858000"/>
              <a:gd name="connsiteX206" fmla="*/ 5425556 w 7467600"/>
              <a:gd name="connsiteY206" fmla="*/ 4308967 h 6858000"/>
              <a:gd name="connsiteX207" fmla="*/ 4943646 w 7467600"/>
              <a:gd name="connsiteY207" fmla="*/ 3822916 h 6858000"/>
              <a:gd name="connsiteX208" fmla="*/ 4594837 w 7467600"/>
              <a:gd name="connsiteY208" fmla="*/ 3532274 h 6858000"/>
              <a:gd name="connsiteX209" fmla="*/ 4441737 w 7467600"/>
              <a:gd name="connsiteY209" fmla="*/ 3399734 h 6858000"/>
              <a:gd name="connsiteX210" fmla="*/ 5425834 w 7467600"/>
              <a:gd name="connsiteY210" fmla="*/ 3162785 h 6858000"/>
              <a:gd name="connsiteX211" fmla="*/ 5401644 w 7467600"/>
              <a:gd name="connsiteY211" fmla="*/ 3617847 h 6858000"/>
              <a:gd name="connsiteX212" fmla="*/ 5467256 w 7467600"/>
              <a:gd name="connsiteY212" fmla="*/ 4175494 h 6858000"/>
              <a:gd name="connsiteX213" fmla="*/ 5448069 w 7467600"/>
              <a:gd name="connsiteY213" fmla="*/ 3567554 h 6858000"/>
              <a:gd name="connsiteX214" fmla="*/ 5425834 w 7467600"/>
              <a:gd name="connsiteY214" fmla="*/ 3162785 h 6858000"/>
              <a:gd name="connsiteX215" fmla="*/ 1318687 w 7467600"/>
              <a:gd name="connsiteY215" fmla="*/ 3113840 h 6858000"/>
              <a:gd name="connsiteX216" fmla="*/ 1066793 w 7467600"/>
              <a:gd name="connsiteY216" fmla="*/ 3212171 h 6858000"/>
              <a:gd name="connsiteX217" fmla="*/ 993319 w 7467600"/>
              <a:gd name="connsiteY217" fmla="*/ 3247648 h 6858000"/>
              <a:gd name="connsiteX218" fmla="*/ 853081 w 7467600"/>
              <a:gd name="connsiteY218" fmla="*/ 3312410 h 6858000"/>
              <a:gd name="connsiteX219" fmla="*/ 805957 w 7467600"/>
              <a:gd name="connsiteY219" fmla="*/ 3330443 h 6858000"/>
              <a:gd name="connsiteX220" fmla="*/ 1318687 w 7467600"/>
              <a:gd name="connsiteY220" fmla="*/ 3113840 h 6858000"/>
              <a:gd name="connsiteX221" fmla="*/ 5453702 w 7467600"/>
              <a:gd name="connsiteY221" fmla="*/ 3090882 h 6858000"/>
              <a:gd name="connsiteX222" fmla="*/ 5480135 w 7467600"/>
              <a:gd name="connsiteY222" fmla="*/ 3565802 h 6858000"/>
              <a:gd name="connsiteX223" fmla="*/ 5499023 w 7467600"/>
              <a:gd name="connsiteY223" fmla="*/ 4166310 h 6858000"/>
              <a:gd name="connsiteX224" fmla="*/ 5547022 w 7467600"/>
              <a:gd name="connsiteY224" fmla="*/ 3607838 h 6858000"/>
              <a:gd name="connsiteX225" fmla="*/ 5515964 w 7467600"/>
              <a:gd name="connsiteY225" fmla="*/ 3378541 h 6858000"/>
              <a:gd name="connsiteX226" fmla="*/ 5453702 w 7467600"/>
              <a:gd name="connsiteY226" fmla="*/ 3090882 h 6858000"/>
              <a:gd name="connsiteX227" fmla="*/ 1238695 w 7467600"/>
              <a:gd name="connsiteY227" fmla="*/ 3076820 h 6858000"/>
              <a:gd name="connsiteX228" fmla="*/ 716371 w 7467600"/>
              <a:gd name="connsiteY228" fmla="*/ 3293249 h 6858000"/>
              <a:gd name="connsiteX229" fmla="*/ 579522 w 7467600"/>
              <a:gd name="connsiteY229" fmla="*/ 3371759 h 6858000"/>
              <a:gd name="connsiteX230" fmla="*/ 600288 w 7467600"/>
              <a:gd name="connsiteY230" fmla="*/ 3365555 h 6858000"/>
              <a:gd name="connsiteX231" fmla="*/ 840692 w 7467600"/>
              <a:gd name="connsiteY231" fmla="*/ 3284921 h 6858000"/>
              <a:gd name="connsiteX232" fmla="*/ 979248 w 7467600"/>
              <a:gd name="connsiteY232" fmla="*/ 3221003 h 6858000"/>
              <a:gd name="connsiteX233" fmla="*/ 1053282 w 7467600"/>
              <a:gd name="connsiteY233" fmla="*/ 3185247 h 6858000"/>
              <a:gd name="connsiteX234" fmla="*/ 1320603 w 7467600"/>
              <a:gd name="connsiteY234" fmla="*/ 3081281 h 6858000"/>
              <a:gd name="connsiteX235" fmla="*/ 1238695 w 7467600"/>
              <a:gd name="connsiteY235" fmla="*/ 3076820 h 6858000"/>
              <a:gd name="connsiteX236" fmla="*/ 5425627 w 7467600"/>
              <a:gd name="connsiteY236" fmla="*/ 2954192 h 6858000"/>
              <a:gd name="connsiteX237" fmla="*/ 5470770 w 7467600"/>
              <a:gd name="connsiteY237" fmla="*/ 3005435 h 6858000"/>
              <a:gd name="connsiteX238" fmla="*/ 5519779 w 7467600"/>
              <a:gd name="connsiteY238" fmla="*/ 4359223 h 6858000"/>
              <a:gd name="connsiteX239" fmla="*/ 5520293 w 7467600"/>
              <a:gd name="connsiteY239" fmla="*/ 4360602 h 6858000"/>
              <a:gd name="connsiteX240" fmla="*/ 5767221 w 7467600"/>
              <a:gd name="connsiteY240" fmla="*/ 4665564 h 6858000"/>
              <a:gd name="connsiteX241" fmla="*/ 6937169 w 7467600"/>
              <a:gd name="connsiteY241" fmla="*/ 4815941 h 6858000"/>
              <a:gd name="connsiteX242" fmla="*/ 6953922 w 7467600"/>
              <a:gd name="connsiteY242" fmla="*/ 4890068 h 6858000"/>
              <a:gd name="connsiteX243" fmla="*/ 6071359 w 7467600"/>
              <a:gd name="connsiteY243" fmla="*/ 4770770 h 6858000"/>
              <a:gd name="connsiteX244" fmla="*/ 6038839 w 7467600"/>
              <a:gd name="connsiteY244" fmla="*/ 4764474 h 6858000"/>
              <a:gd name="connsiteX245" fmla="*/ 6038706 w 7467600"/>
              <a:gd name="connsiteY245" fmla="*/ 4763847 h 6858000"/>
              <a:gd name="connsiteX246" fmla="*/ 6037784 w 7467600"/>
              <a:gd name="connsiteY246" fmla="*/ 4764270 h 6858000"/>
              <a:gd name="connsiteX247" fmla="*/ 6038839 w 7467600"/>
              <a:gd name="connsiteY247" fmla="*/ 4764474 h 6858000"/>
              <a:gd name="connsiteX248" fmla="*/ 6040338 w 7467600"/>
              <a:gd name="connsiteY248" fmla="*/ 4771418 h 6858000"/>
              <a:gd name="connsiteX249" fmla="*/ 6024488 w 7467600"/>
              <a:gd name="connsiteY249" fmla="*/ 4809903 h 6858000"/>
              <a:gd name="connsiteX250" fmla="*/ 5599771 w 7467600"/>
              <a:gd name="connsiteY250" fmla="*/ 5509652 h 6858000"/>
              <a:gd name="connsiteX251" fmla="*/ 5548843 w 7467600"/>
              <a:gd name="connsiteY251" fmla="*/ 5563845 h 6858000"/>
              <a:gd name="connsiteX252" fmla="*/ 5940952 w 7467600"/>
              <a:gd name="connsiteY252" fmla="*/ 6250028 h 6858000"/>
              <a:gd name="connsiteX253" fmla="*/ 6043441 w 7467600"/>
              <a:gd name="connsiteY253" fmla="*/ 6665847 h 6858000"/>
              <a:gd name="connsiteX254" fmla="*/ 6093432 w 7467600"/>
              <a:gd name="connsiteY254" fmla="*/ 6858000 h 6858000"/>
              <a:gd name="connsiteX255" fmla="*/ 6034344 w 7467600"/>
              <a:gd name="connsiteY255" fmla="*/ 6858000 h 6858000"/>
              <a:gd name="connsiteX256" fmla="*/ 6026679 w 7467600"/>
              <a:gd name="connsiteY256" fmla="*/ 6836959 h 6858000"/>
              <a:gd name="connsiteX257" fmla="*/ 5800441 w 7467600"/>
              <a:gd name="connsiteY257" fmla="*/ 6335286 h 6858000"/>
              <a:gd name="connsiteX258" fmla="*/ 5526562 w 7467600"/>
              <a:gd name="connsiteY258" fmla="*/ 5705388 h 6858000"/>
              <a:gd name="connsiteX259" fmla="*/ 5519640 w 7467600"/>
              <a:gd name="connsiteY259" fmla="*/ 5683774 h 6858000"/>
              <a:gd name="connsiteX260" fmla="*/ 5844559 w 7467600"/>
              <a:gd name="connsiteY260" fmla="*/ 6553349 h 6858000"/>
              <a:gd name="connsiteX261" fmla="*/ 5975994 w 7467600"/>
              <a:gd name="connsiteY261" fmla="*/ 6858000 h 6858000"/>
              <a:gd name="connsiteX262" fmla="*/ 5898547 w 7467600"/>
              <a:gd name="connsiteY262" fmla="*/ 6858000 h 6858000"/>
              <a:gd name="connsiteX263" fmla="*/ 5682041 w 7467600"/>
              <a:gd name="connsiteY263" fmla="*/ 6355860 h 6858000"/>
              <a:gd name="connsiteX264" fmla="*/ 5461758 w 7467600"/>
              <a:gd name="connsiteY264" fmla="*/ 5820220 h 6858000"/>
              <a:gd name="connsiteX265" fmla="*/ 5237282 w 7467600"/>
              <a:gd name="connsiteY265" fmla="*/ 6579086 h 6858000"/>
              <a:gd name="connsiteX266" fmla="*/ 5115009 w 7467600"/>
              <a:gd name="connsiteY266" fmla="*/ 6858000 h 6858000"/>
              <a:gd name="connsiteX267" fmla="*/ 5028074 w 7467600"/>
              <a:gd name="connsiteY267" fmla="*/ 6858000 h 6858000"/>
              <a:gd name="connsiteX268" fmla="*/ 5079508 w 7467600"/>
              <a:gd name="connsiteY268" fmla="*/ 6749074 h 6858000"/>
              <a:gd name="connsiteX269" fmla="*/ 5371846 w 7467600"/>
              <a:gd name="connsiteY269" fmla="*/ 5924413 h 6858000"/>
              <a:gd name="connsiteX270" fmla="*/ 5270512 w 7467600"/>
              <a:gd name="connsiteY270" fmla="*/ 6138975 h 6858000"/>
              <a:gd name="connsiteX271" fmla="*/ 5062409 w 7467600"/>
              <a:gd name="connsiteY271" fmla="*/ 6653544 h 6858000"/>
              <a:gd name="connsiteX272" fmla="*/ 5036628 w 7467600"/>
              <a:gd name="connsiteY272" fmla="*/ 6754247 h 6858000"/>
              <a:gd name="connsiteX273" fmla="*/ 5009112 w 7467600"/>
              <a:gd name="connsiteY273" fmla="*/ 6858000 h 6858000"/>
              <a:gd name="connsiteX274" fmla="*/ 4976679 w 7467600"/>
              <a:gd name="connsiteY274" fmla="*/ 6858000 h 6858000"/>
              <a:gd name="connsiteX275" fmla="*/ 5006537 w 7467600"/>
              <a:gd name="connsiteY275" fmla="*/ 6747068 h 6858000"/>
              <a:gd name="connsiteX276" fmla="*/ 5032723 w 7467600"/>
              <a:gd name="connsiteY276" fmla="*/ 6644957 h 6858000"/>
              <a:gd name="connsiteX277" fmla="*/ 5242949 w 7467600"/>
              <a:gd name="connsiteY277" fmla="*/ 6125175 h 6858000"/>
              <a:gd name="connsiteX278" fmla="*/ 5286321 w 7467600"/>
              <a:gd name="connsiteY278" fmla="*/ 6033555 h 6858000"/>
              <a:gd name="connsiteX279" fmla="*/ 5008210 w 7467600"/>
              <a:gd name="connsiteY279" fmla="*/ 6649194 h 6858000"/>
              <a:gd name="connsiteX280" fmla="*/ 4986321 w 7467600"/>
              <a:gd name="connsiteY280" fmla="*/ 6765687 h 6858000"/>
              <a:gd name="connsiteX281" fmla="*/ 4973474 w 7467600"/>
              <a:gd name="connsiteY281" fmla="*/ 6858000 h 6858000"/>
              <a:gd name="connsiteX282" fmla="*/ 4907178 w 7467600"/>
              <a:gd name="connsiteY282" fmla="*/ 6858000 h 6858000"/>
              <a:gd name="connsiteX283" fmla="*/ 4910810 w 7467600"/>
              <a:gd name="connsiteY283" fmla="*/ 6829660 h 6858000"/>
              <a:gd name="connsiteX284" fmla="*/ 4987461 w 7467600"/>
              <a:gd name="connsiteY284" fmla="*/ 6432994 h 6858000"/>
              <a:gd name="connsiteX285" fmla="*/ 5179262 w 7467600"/>
              <a:gd name="connsiteY285" fmla="*/ 6035044 h 6858000"/>
              <a:gd name="connsiteX286" fmla="*/ 4689678 w 7467600"/>
              <a:gd name="connsiteY286" fmla="*/ 6440241 h 6858000"/>
              <a:gd name="connsiteX287" fmla="*/ 4477543 w 7467600"/>
              <a:gd name="connsiteY287" fmla="*/ 6674836 h 6858000"/>
              <a:gd name="connsiteX288" fmla="*/ 4329957 w 7467600"/>
              <a:gd name="connsiteY288" fmla="*/ 6858000 h 6858000"/>
              <a:gd name="connsiteX289" fmla="*/ 4218595 w 7467600"/>
              <a:gd name="connsiteY289" fmla="*/ 6858000 h 6858000"/>
              <a:gd name="connsiteX290" fmla="*/ 4368888 w 7467600"/>
              <a:gd name="connsiteY290" fmla="*/ 6668412 h 6858000"/>
              <a:gd name="connsiteX291" fmla="*/ 4563091 w 7467600"/>
              <a:gd name="connsiteY291" fmla="*/ 6442508 h 6858000"/>
              <a:gd name="connsiteX292" fmla="*/ 5387324 w 7467600"/>
              <a:gd name="connsiteY292" fmla="*/ 5705830 h 6858000"/>
              <a:gd name="connsiteX293" fmla="*/ 5073620 w 7467600"/>
              <a:gd name="connsiteY293" fmla="*/ 5955437 h 6858000"/>
              <a:gd name="connsiteX294" fmla="*/ 4689789 w 7467600"/>
              <a:gd name="connsiteY294" fmla="*/ 6268382 h 6858000"/>
              <a:gd name="connsiteX295" fmla="*/ 4418722 w 7467600"/>
              <a:gd name="connsiteY295" fmla="*/ 6570886 h 6858000"/>
              <a:gd name="connsiteX296" fmla="*/ 4214944 w 7467600"/>
              <a:gd name="connsiteY296" fmla="*/ 6858000 h 6858000"/>
              <a:gd name="connsiteX297" fmla="*/ 4177898 w 7467600"/>
              <a:gd name="connsiteY297" fmla="*/ 6858000 h 6858000"/>
              <a:gd name="connsiteX298" fmla="*/ 4391597 w 7467600"/>
              <a:gd name="connsiteY298" fmla="*/ 6556370 h 6858000"/>
              <a:gd name="connsiteX299" fmla="*/ 4668889 w 7467600"/>
              <a:gd name="connsiteY299" fmla="*/ 6246399 h 6858000"/>
              <a:gd name="connsiteX300" fmla="*/ 5055427 w 7467600"/>
              <a:gd name="connsiteY300" fmla="*/ 5931476 h 6858000"/>
              <a:gd name="connsiteX301" fmla="*/ 5371814 w 7467600"/>
              <a:gd name="connsiteY301" fmla="*/ 5678975 h 6858000"/>
              <a:gd name="connsiteX302" fmla="*/ 4987918 w 7467600"/>
              <a:gd name="connsiteY302" fmla="*/ 5838701 h 6858000"/>
              <a:gd name="connsiteX303" fmla="*/ 4317146 w 7467600"/>
              <a:gd name="connsiteY303" fmla="*/ 6587716 h 6858000"/>
              <a:gd name="connsiteX304" fmla="*/ 4171627 w 7467600"/>
              <a:gd name="connsiteY304" fmla="*/ 6858000 h 6858000"/>
              <a:gd name="connsiteX305" fmla="*/ 4081585 w 7467600"/>
              <a:gd name="connsiteY305" fmla="*/ 6858000 h 6858000"/>
              <a:gd name="connsiteX306" fmla="*/ 4238603 w 7467600"/>
              <a:gd name="connsiteY306" fmla="*/ 6559341 h 6858000"/>
              <a:gd name="connsiteX307" fmla="*/ 4778333 w 7467600"/>
              <a:gd name="connsiteY307" fmla="*/ 5873626 h 6858000"/>
              <a:gd name="connsiteX308" fmla="*/ 5414185 w 7467600"/>
              <a:gd name="connsiteY308" fmla="*/ 5573882 h 6858000"/>
              <a:gd name="connsiteX309" fmla="*/ 5959648 w 7467600"/>
              <a:gd name="connsiteY309" fmla="*/ 4760797 h 6858000"/>
              <a:gd name="connsiteX310" fmla="*/ 5355019 w 7467600"/>
              <a:gd name="connsiteY310" fmla="*/ 4734672 h 6858000"/>
              <a:gd name="connsiteX311" fmla="*/ 5083565 w 7467600"/>
              <a:gd name="connsiteY311" fmla="*/ 5179121 h 6858000"/>
              <a:gd name="connsiteX312" fmla="*/ 4713577 w 7467600"/>
              <a:gd name="connsiteY312" fmla="*/ 5616803 h 6858000"/>
              <a:gd name="connsiteX313" fmla="*/ 3989559 w 7467600"/>
              <a:gd name="connsiteY313" fmla="*/ 6145945 h 6858000"/>
              <a:gd name="connsiteX314" fmla="*/ 3939824 w 7467600"/>
              <a:gd name="connsiteY314" fmla="*/ 6066900 h 6858000"/>
              <a:gd name="connsiteX315" fmla="*/ 4584537 w 7467600"/>
              <a:gd name="connsiteY315" fmla="*/ 5324826 h 6858000"/>
              <a:gd name="connsiteX316" fmla="*/ 5037105 w 7467600"/>
              <a:gd name="connsiteY316" fmla="*/ 5088765 h 6858000"/>
              <a:gd name="connsiteX317" fmla="*/ 5039930 w 7467600"/>
              <a:gd name="connsiteY317" fmla="*/ 5089585 h 6858000"/>
              <a:gd name="connsiteX318" fmla="*/ 5263764 w 7467600"/>
              <a:gd name="connsiteY318" fmla="*/ 4735525 h 6858000"/>
              <a:gd name="connsiteX319" fmla="*/ 4086300 w 7467600"/>
              <a:gd name="connsiteY319" fmla="*/ 4884599 h 6858000"/>
              <a:gd name="connsiteX320" fmla="*/ 4085485 w 7467600"/>
              <a:gd name="connsiteY320" fmla="*/ 4899070 h 6858000"/>
              <a:gd name="connsiteX321" fmla="*/ 3871915 w 7467600"/>
              <a:gd name="connsiteY321" fmla="*/ 5253645 h 6858000"/>
              <a:gd name="connsiteX322" fmla="*/ 3799374 w 7467600"/>
              <a:gd name="connsiteY322" fmla="*/ 5466127 h 6858000"/>
              <a:gd name="connsiteX323" fmla="*/ 3498850 w 7467600"/>
              <a:gd name="connsiteY323" fmla="*/ 6661888 h 6858000"/>
              <a:gd name="connsiteX324" fmla="*/ 3399216 w 7467600"/>
              <a:gd name="connsiteY324" fmla="*/ 6858000 h 6858000"/>
              <a:gd name="connsiteX325" fmla="*/ 3303688 w 7467600"/>
              <a:gd name="connsiteY325" fmla="*/ 6858000 h 6858000"/>
              <a:gd name="connsiteX326" fmla="*/ 3391774 w 7467600"/>
              <a:gd name="connsiteY326" fmla="*/ 6697181 h 6858000"/>
              <a:gd name="connsiteX327" fmla="*/ 3735540 w 7467600"/>
              <a:gd name="connsiteY327" fmla="*/ 5546923 h 6858000"/>
              <a:gd name="connsiteX328" fmla="*/ 3729438 w 7467600"/>
              <a:gd name="connsiteY328" fmla="*/ 5569058 h 6858000"/>
              <a:gd name="connsiteX329" fmla="*/ 3707782 w 7467600"/>
              <a:gd name="connsiteY329" fmla="*/ 5644908 h 6858000"/>
              <a:gd name="connsiteX330" fmla="*/ 3583827 w 7467600"/>
              <a:gd name="connsiteY330" fmla="*/ 6039215 h 6858000"/>
              <a:gd name="connsiteX331" fmla="*/ 3547861 w 7467600"/>
              <a:gd name="connsiteY331" fmla="*/ 6129609 h 6858000"/>
              <a:gd name="connsiteX332" fmla="*/ 3490905 w 7467600"/>
              <a:gd name="connsiteY332" fmla="*/ 6277660 h 6858000"/>
              <a:gd name="connsiteX333" fmla="*/ 3455859 w 7467600"/>
              <a:gd name="connsiteY333" fmla="*/ 6391301 h 6858000"/>
              <a:gd name="connsiteX334" fmla="*/ 3429112 w 7467600"/>
              <a:gd name="connsiteY334" fmla="*/ 6479469 h 6858000"/>
              <a:gd name="connsiteX335" fmla="*/ 3304862 w 7467600"/>
              <a:gd name="connsiteY335" fmla="*/ 6796476 h 6858000"/>
              <a:gd name="connsiteX336" fmla="*/ 3276071 w 7467600"/>
              <a:gd name="connsiteY336" fmla="*/ 6858000 h 6858000"/>
              <a:gd name="connsiteX337" fmla="*/ 3240805 w 7467600"/>
              <a:gd name="connsiteY337" fmla="*/ 6858000 h 6858000"/>
              <a:gd name="connsiteX338" fmla="*/ 3275917 w 7467600"/>
              <a:gd name="connsiteY338" fmla="*/ 6783192 h 6858000"/>
              <a:gd name="connsiteX339" fmla="*/ 3399358 w 7467600"/>
              <a:gd name="connsiteY339" fmla="*/ 6469011 h 6858000"/>
              <a:gd name="connsiteX340" fmla="*/ 3425650 w 7467600"/>
              <a:gd name="connsiteY340" fmla="*/ 6381333 h 6858000"/>
              <a:gd name="connsiteX341" fmla="*/ 3460661 w 7467600"/>
              <a:gd name="connsiteY341" fmla="*/ 6266763 h 6858000"/>
              <a:gd name="connsiteX342" fmla="*/ 3518021 w 7467600"/>
              <a:gd name="connsiteY342" fmla="*/ 6117298 h 6858000"/>
              <a:gd name="connsiteX343" fmla="*/ 3554035 w 7467600"/>
              <a:gd name="connsiteY343" fmla="*/ 6027832 h 6858000"/>
              <a:gd name="connsiteX344" fmla="*/ 3677174 w 7467600"/>
              <a:gd name="connsiteY344" fmla="*/ 5636351 h 6858000"/>
              <a:gd name="connsiteX345" fmla="*/ 3698819 w 7467600"/>
              <a:gd name="connsiteY345" fmla="*/ 5560503 h 6858000"/>
              <a:gd name="connsiteX346" fmla="*/ 3702094 w 7467600"/>
              <a:gd name="connsiteY346" fmla="*/ 5549194 h 6858000"/>
              <a:gd name="connsiteX347" fmla="*/ 3398355 w 7467600"/>
              <a:gd name="connsiteY347" fmla="*/ 6094603 h 6858000"/>
              <a:gd name="connsiteX348" fmla="*/ 3193941 w 7467600"/>
              <a:gd name="connsiteY348" fmla="*/ 6798775 h 6858000"/>
              <a:gd name="connsiteX349" fmla="*/ 3184140 w 7467600"/>
              <a:gd name="connsiteY349" fmla="*/ 6858000 h 6858000"/>
              <a:gd name="connsiteX350" fmla="*/ 3099978 w 7467600"/>
              <a:gd name="connsiteY350" fmla="*/ 6858000 h 6858000"/>
              <a:gd name="connsiteX351" fmla="*/ 3101556 w 7467600"/>
              <a:gd name="connsiteY351" fmla="*/ 6843337 h 6858000"/>
              <a:gd name="connsiteX352" fmla="*/ 3370162 w 7467600"/>
              <a:gd name="connsiteY352" fmla="*/ 5785550 h 6858000"/>
              <a:gd name="connsiteX353" fmla="*/ 3746477 w 7467600"/>
              <a:gd name="connsiteY353" fmla="*/ 5377889 h 6858000"/>
              <a:gd name="connsiteX354" fmla="*/ 3863399 w 7467600"/>
              <a:gd name="connsiteY354" fmla="*/ 5087257 h 6858000"/>
              <a:gd name="connsiteX355" fmla="*/ 3968712 w 7467600"/>
              <a:gd name="connsiteY355" fmla="*/ 4913989 h 6858000"/>
              <a:gd name="connsiteX356" fmla="*/ 2792390 w 7467600"/>
              <a:gd name="connsiteY356" fmla="*/ 5382974 h 6858000"/>
              <a:gd name="connsiteX357" fmla="*/ 2714982 w 7467600"/>
              <a:gd name="connsiteY357" fmla="*/ 5427051 h 6858000"/>
              <a:gd name="connsiteX358" fmla="*/ 2813361 w 7467600"/>
              <a:gd name="connsiteY358" fmla="*/ 6023912 h 6858000"/>
              <a:gd name="connsiteX359" fmla="*/ 2688430 w 7467600"/>
              <a:gd name="connsiteY359" fmla="*/ 6801564 h 6858000"/>
              <a:gd name="connsiteX360" fmla="*/ 2629626 w 7467600"/>
              <a:gd name="connsiteY360" fmla="*/ 6763394 h 6858000"/>
              <a:gd name="connsiteX361" fmla="*/ 2565328 w 7467600"/>
              <a:gd name="connsiteY361" fmla="*/ 5516399 h 6858000"/>
              <a:gd name="connsiteX362" fmla="*/ 1922999 w 7467600"/>
              <a:gd name="connsiteY362" fmla="*/ 5980343 h 6858000"/>
              <a:gd name="connsiteX363" fmla="*/ 1950261 w 7467600"/>
              <a:gd name="connsiteY363" fmla="*/ 6405858 h 6858000"/>
              <a:gd name="connsiteX364" fmla="*/ 2365554 w 7467600"/>
              <a:gd name="connsiteY364" fmla="*/ 6759107 h 6858000"/>
              <a:gd name="connsiteX365" fmla="*/ 2424142 w 7467600"/>
              <a:gd name="connsiteY365" fmla="*/ 6858000 h 6858000"/>
              <a:gd name="connsiteX366" fmla="*/ 2395994 w 7467600"/>
              <a:gd name="connsiteY366" fmla="*/ 6858000 h 6858000"/>
              <a:gd name="connsiteX367" fmla="*/ 2392863 w 7467600"/>
              <a:gd name="connsiteY367" fmla="*/ 6852964 h 6858000"/>
              <a:gd name="connsiteX368" fmla="*/ 2017589 w 7467600"/>
              <a:gd name="connsiteY368" fmla="*/ 6493982 h 6858000"/>
              <a:gd name="connsiteX369" fmla="*/ 2147336 w 7467600"/>
              <a:gd name="connsiteY369" fmla="*/ 6594052 h 6858000"/>
              <a:gd name="connsiteX370" fmla="*/ 2207047 w 7467600"/>
              <a:gd name="connsiteY370" fmla="*/ 6654540 h 6858000"/>
              <a:gd name="connsiteX371" fmla="*/ 2299106 w 7467600"/>
              <a:gd name="connsiteY371" fmla="*/ 6778931 h 6858000"/>
              <a:gd name="connsiteX372" fmla="*/ 2314430 w 7467600"/>
              <a:gd name="connsiteY372" fmla="*/ 6801144 h 6858000"/>
              <a:gd name="connsiteX373" fmla="*/ 2352406 w 7467600"/>
              <a:gd name="connsiteY373" fmla="*/ 6858000 h 6858000"/>
              <a:gd name="connsiteX374" fmla="*/ 2314492 w 7467600"/>
              <a:gd name="connsiteY374" fmla="*/ 6858000 h 6858000"/>
              <a:gd name="connsiteX375" fmla="*/ 2288095 w 7467600"/>
              <a:gd name="connsiteY375" fmla="*/ 6818030 h 6858000"/>
              <a:gd name="connsiteX376" fmla="*/ 2272768 w 7467600"/>
              <a:gd name="connsiteY376" fmla="*/ 6795822 h 6858000"/>
              <a:gd name="connsiteX377" fmla="*/ 2182715 w 7467600"/>
              <a:gd name="connsiteY377" fmla="*/ 6675071 h 6858000"/>
              <a:gd name="connsiteX378" fmla="*/ 2032061 w 7467600"/>
              <a:gd name="connsiteY378" fmla="*/ 6541380 h 6858000"/>
              <a:gd name="connsiteX379" fmla="*/ 2257220 w 7467600"/>
              <a:gd name="connsiteY379" fmla="*/ 6826257 h 6858000"/>
              <a:gd name="connsiteX380" fmla="*/ 2281324 w 7467600"/>
              <a:gd name="connsiteY380" fmla="*/ 6858000 h 6858000"/>
              <a:gd name="connsiteX381" fmla="*/ 2242860 w 7467600"/>
              <a:gd name="connsiteY381" fmla="*/ 6858000 h 6858000"/>
              <a:gd name="connsiteX382" fmla="*/ 2232818 w 7467600"/>
              <a:gd name="connsiteY382" fmla="*/ 6844926 h 6858000"/>
              <a:gd name="connsiteX383" fmla="*/ 1990172 w 7467600"/>
              <a:gd name="connsiteY383" fmla="*/ 6542121 h 6858000"/>
              <a:gd name="connsiteX384" fmla="*/ 2124090 w 7467600"/>
              <a:gd name="connsiteY384" fmla="*/ 6761017 h 6858000"/>
              <a:gd name="connsiteX385" fmla="*/ 2200380 w 7467600"/>
              <a:gd name="connsiteY385" fmla="*/ 6858000 h 6858000"/>
              <a:gd name="connsiteX386" fmla="*/ 2147507 w 7467600"/>
              <a:gd name="connsiteY386" fmla="*/ 6858000 h 6858000"/>
              <a:gd name="connsiteX387" fmla="*/ 2070668 w 7467600"/>
              <a:gd name="connsiteY387" fmla="*/ 6761520 h 6858000"/>
              <a:gd name="connsiteX388" fmla="*/ 1975142 w 7467600"/>
              <a:gd name="connsiteY388" fmla="*/ 6585570 h 6858000"/>
              <a:gd name="connsiteX389" fmla="*/ 2050035 w 7467600"/>
              <a:gd name="connsiteY389" fmla="*/ 6813345 h 6858000"/>
              <a:gd name="connsiteX390" fmla="*/ 2063025 w 7467600"/>
              <a:gd name="connsiteY390" fmla="*/ 6858000 h 6858000"/>
              <a:gd name="connsiteX391" fmla="*/ 2021675 w 7467600"/>
              <a:gd name="connsiteY391" fmla="*/ 6858000 h 6858000"/>
              <a:gd name="connsiteX392" fmla="*/ 2019308 w 7467600"/>
              <a:gd name="connsiteY392" fmla="*/ 6847118 h 6858000"/>
              <a:gd name="connsiteX393" fmla="*/ 1938835 w 7467600"/>
              <a:gd name="connsiteY393" fmla="*/ 6551160 h 6858000"/>
              <a:gd name="connsiteX394" fmla="*/ 1953230 w 7467600"/>
              <a:gd name="connsiteY394" fmla="*/ 6759699 h 6858000"/>
              <a:gd name="connsiteX395" fmla="*/ 1956763 w 7467600"/>
              <a:gd name="connsiteY395" fmla="*/ 6778191 h 6858000"/>
              <a:gd name="connsiteX396" fmla="*/ 1967925 w 7467600"/>
              <a:gd name="connsiteY396" fmla="*/ 6858000 h 6858000"/>
              <a:gd name="connsiteX397" fmla="*/ 1936622 w 7467600"/>
              <a:gd name="connsiteY397" fmla="*/ 6858000 h 6858000"/>
              <a:gd name="connsiteX398" fmla="*/ 1926261 w 7467600"/>
              <a:gd name="connsiteY398" fmla="*/ 6784064 h 6858000"/>
              <a:gd name="connsiteX399" fmla="*/ 1922724 w 7467600"/>
              <a:gd name="connsiteY399" fmla="*/ 6765577 h 6858000"/>
              <a:gd name="connsiteX400" fmla="*/ 1904650 w 7467600"/>
              <a:gd name="connsiteY400" fmla="*/ 6639616 h 6858000"/>
              <a:gd name="connsiteX401" fmla="*/ 1885273 w 7467600"/>
              <a:gd name="connsiteY401" fmla="*/ 6858000 h 6858000"/>
              <a:gd name="connsiteX402" fmla="*/ 1854363 w 7467600"/>
              <a:gd name="connsiteY402" fmla="*/ 6858000 h 6858000"/>
              <a:gd name="connsiteX403" fmla="*/ 1880391 w 7467600"/>
              <a:gd name="connsiteY403" fmla="*/ 6603796 h 6858000"/>
              <a:gd name="connsiteX404" fmla="*/ 1818273 w 7467600"/>
              <a:gd name="connsiteY404" fmla="*/ 6715729 h 6858000"/>
              <a:gd name="connsiteX405" fmla="*/ 1794691 w 7467600"/>
              <a:gd name="connsiteY405" fmla="*/ 6843239 h 6858000"/>
              <a:gd name="connsiteX406" fmla="*/ 1794914 w 7467600"/>
              <a:gd name="connsiteY406" fmla="*/ 6858000 h 6858000"/>
              <a:gd name="connsiteX407" fmla="*/ 1746128 w 7467600"/>
              <a:gd name="connsiteY407" fmla="*/ 6858000 h 6858000"/>
              <a:gd name="connsiteX408" fmla="*/ 1753934 w 7467600"/>
              <a:gd name="connsiteY408" fmla="*/ 6724796 h 6858000"/>
              <a:gd name="connsiteX409" fmla="*/ 1792053 w 7467600"/>
              <a:gd name="connsiteY409" fmla="*/ 6572396 h 6858000"/>
              <a:gd name="connsiteX410" fmla="*/ 1862248 w 7467600"/>
              <a:gd name="connsiteY410" fmla="*/ 6266397 h 6858000"/>
              <a:gd name="connsiteX411" fmla="*/ 1862250 w 7467600"/>
              <a:gd name="connsiteY411" fmla="*/ 6033531 h 6858000"/>
              <a:gd name="connsiteX412" fmla="*/ 1211999 w 7467600"/>
              <a:gd name="connsiteY412" fmla="*/ 6683610 h 6858000"/>
              <a:gd name="connsiteX413" fmla="*/ 1213266 w 7467600"/>
              <a:gd name="connsiteY413" fmla="*/ 6691947 h 6858000"/>
              <a:gd name="connsiteX414" fmla="*/ 1203370 w 7467600"/>
              <a:gd name="connsiteY414" fmla="*/ 6850676 h 6858000"/>
              <a:gd name="connsiteX415" fmla="*/ 1203671 w 7467600"/>
              <a:gd name="connsiteY415" fmla="*/ 6858000 h 6858000"/>
              <a:gd name="connsiteX416" fmla="*/ 1143180 w 7467600"/>
              <a:gd name="connsiteY416" fmla="*/ 6858000 h 6858000"/>
              <a:gd name="connsiteX417" fmla="*/ 1142176 w 7467600"/>
              <a:gd name="connsiteY417" fmla="*/ 6766045 h 6858000"/>
              <a:gd name="connsiteX418" fmla="*/ 1067484 w 7467600"/>
              <a:gd name="connsiteY418" fmla="*/ 6858000 h 6858000"/>
              <a:gd name="connsiteX419" fmla="*/ 953928 w 7467600"/>
              <a:gd name="connsiteY419" fmla="*/ 6858000 h 6858000"/>
              <a:gd name="connsiteX420" fmla="*/ 959715 w 7467600"/>
              <a:gd name="connsiteY420" fmla="*/ 6850185 h 6858000"/>
              <a:gd name="connsiteX421" fmla="*/ 1483788 w 7467600"/>
              <a:gd name="connsiteY421" fmla="*/ 6259174 h 6858000"/>
              <a:gd name="connsiteX422" fmla="*/ 1100671 w 7467600"/>
              <a:gd name="connsiteY422" fmla="*/ 6252137 h 6858000"/>
              <a:gd name="connsiteX423" fmla="*/ 1090144 w 7467600"/>
              <a:gd name="connsiteY423" fmla="*/ 6256748 h 6858000"/>
              <a:gd name="connsiteX424" fmla="*/ 1095872 w 7467600"/>
              <a:gd name="connsiteY424" fmla="*/ 6271892 h 6858000"/>
              <a:gd name="connsiteX425" fmla="*/ 262785 w 7467600"/>
              <a:gd name="connsiteY425" fmla="*/ 6845450 h 6858000"/>
              <a:gd name="connsiteX426" fmla="*/ 209968 w 7467600"/>
              <a:gd name="connsiteY426" fmla="*/ 6770713 h 6858000"/>
              <a:gd name="connsiteX427" fmla="*/ 873460 w 7467600"/>
              <a:gd name="connsiteY427" fmla="*/ 6253768 h 6858000"/>
              <a:gd name="connsiteX428" fmla="*/ 192686 w 7467600"/>
              <a:gd name="connsiteY428" fmla="*/ 5849257 h 6858000"/>
              <a:gd name="connsiteX429" fmla="*/ 4696 w 7467600"/>
              <a:gd name="connsiteY429" fmla="*/ 5697668 h 6858000"/>
              <a:gd name="connsiteX430" fmla="*/ 0 w 7467600"/>
              <a:gd name="connsiteY430" fmla="*/ 5689984 h 6858000"/>
              <a:gd name="connsiteX431" fmla="*/ 0 w 7467600"/>
              <a:gd name="connsiteY431" fmla="*/ 5513472 h 6858000"/>
              <a:gd name="connsiteX432" fmla="*/ 174101 w 7467600"/>
              <a:gd name="connsiteY432" fmla="*/ 5620277 h 6858000"/>
              <a:gd name="connsiteX433" fmla="*/ 891800 w 7467600"/>
              <a:gd name="connsiteY433" fmla="*/ 6036935 h 6858000"/>
              <a:gd name="connsiteX434" fmla="*/ 1072219 w 7467600"/>
              <a:gd name="connsiteY434" fmla="*/ 6169443 h 6858000"/>
              <a:gd name="connsiteX435" fmla="*/ 1074117 w 7467600"/>
              <a:gd name="connsiteY435" fmla="*/ 6170301 h 6858000"/>
              <a:gd name="connsiteX436" fmla="*/ 1083114 w 7467600"/>
              <a:gd name="connsiteY436" fmla="*/ 6174131 h 6858000"/>
              <a:gd name="connsiteX437" fmla="*/ 1543010 w 7467600"/>
              <a:gd name="connsiteY437" fmla="*/ 6191140 h 6858000"/>
              <a:gd name="connsiteX438" fmla="*/ 1551080 w 7467600"/>
              <a:gd name="connsiteY438" fmla="*/ 6195006 h 6858000"/>
              <a:gd name="connsiteX439" fmla="*/ 2345443 w 7467600"/>
              <a:gd name="connsiteY439" fmla="*/ 5549882 h 6858000"/>
              <a:gd name="connsiteX440" fmla="*/ 1721499 w 7467600"/>
              <a:gd name="connsiteY440" fmla="*/ 5599969 h 6858000"/>
              <a:gd name="connsiteX441" fmla="*/ 767716 w 7467600"/>
              <a:gd name="connsiteY441" fmla="*/ 5472768 h 6858000"/>
              <a:gd name="connsiteX442" fmla="*/ 722147 w 7467600"/>
              <a:gd name="connsiteY442" fmla="*/ 5393091 h 6858000"/>
              <a:gd name="connsiteX443" fmla="*/ 1485552 w 7467600"/>
              <a:gd name="connsiteY443" fmla="*/ 5313202 h 6858000"/>
              <a:gd name="connsiteX444" fmla="*/ 2143004 w 7467600"/>
              <a:gd name="connsiteY444" fmla="*/ 5402420 h 6858000"/>
              <a:gd name="connsiteX445" fmla="*/ 1933391 w 7467600"/>
              <a:gd name="connsiteY445" fmla="*/ 5156971 h 6858000"/>
              <a:gd name="connsiteX446" fmla="*/ 1827118 w 7467600"/>
              <a:gd name="connsiteY446" fmla="*/ 4968410 h 6858000"/>
              <a:gd name="connsiteX447" fmla="*/ 1837349 w 7467600"/>
              <a:gd name="connsiteY447" fmla="*/ 4956357 h 6858000"/>
              <a:gd name="connsiteX448" fmla="*/ 2162835 w 7467600"/>
              <a:gd name="connsiteY448" fmla="*/ 5187853 h 6858000"/>
              <a:gd name="connsiteX449" fmla="*/ 2257167 w 7467600"/>
              <a:gd name="connsiteY449" fmla="*/ 5462123 h 6858000"/>
              <a:gd name="connsiteX450" fmla="*/ 2261598 w 7467600"/>
              <a:gd name="connsiteY450" fmla="*/ 5467998 h 6858000"/>
              <a:gd name="connsiteX451" fmla="*/ 2437177 w 7467600"/>
              <a:gd name="connsiteY451" fmla="*/ 5479608 h 6858000"/>
              <a:gd name="connsiteX452" fmla="*/ 2445247 w 7467600"/>
              <a:gd name="connsiteY452" fmla="*/ 5483476 h 6858000"/>
              <a:gd name="connsiteX453" fmla="*/ 2743626 w 7467600"/>
              <a:gd name="connsiteY453" fmla="*/ 5304819 h 6858000"/>
              <a:gd name="connsiteX454" fmla="*/ 3048102 w 7467600"/>
              <a:gd name="connsiteY454" fmla="*/ 5150595 h 6858000"/>
              <a:gd name="connsiteX455" fmla="*/ 1799414 w 7467600"/>
              <a:gd name="connsiteY455" fmla="*/ 4694732 h 6858000"/>
              <a:gd name="connsiteX456" fmla="*/ 1771735 w 7467600"/>
              <a:gd name="connsiteY456" fmla="*/ 4619929 h 6858000"/>
              <a:gd name="connsiteX457" fmla="*/ 3104273 w 7467600"/>
              <a:gd name="connsiteY457" fmla="*/ 5076159 h 6858000"/>
              <a:gd name="connsiteX458" fmla="*/ 3113245 w 7467600"/>
              <a:gd name="connsiteY458" fmla="*/ 5090705 h 6858000"/>
              <a:gd name="connsiteX459" fmla="*/ 3126294 w 7467600"/>
              <a:gd name="connsiteY459" fmla="*/ 5114400 h 6858000"/>
              <a:gd name="connsiteX460" fmla="*/ 3937433 w 7467600"/>
              <a:gd name="connsiteY460" fmla="*/ 4830473 h 6858000"/>
              <a:gd name="connsiteX461" fmla="*/ 3590475 w 7467600"/>
              <a:gd name="connsiteY461" fmla="*/ 4597974 h 6858000"/>
              <a:gd name="connsiteX462" fmla="*/ 3100264 w 7467600"/>
              <a:gd name="connsiteY462" fmla="*/ 4579845 h 6858000"/>
              <a:gd name="connsiteX463" fmla="*/ 2183576 w 7467600"/>
              <a:gd name="connsiteY463" fmla="*/ 4227150 h 6858000"/>
              <a:gd name="connsiteX464" fmla="*/ 2151029 w 7467600"/>
              <a:gd name="connsiteY464" fmla="*/ 4146947 h 6858000"/>
              <a:gd name="connsiteX465" fmla="*/ 3563434 w 7467600"/>
              <a:gd name="connsiteY465" fmla="*/ 4469115 h 6858000"/>
              <a:gd name="connsiteX466" fmla="*/ 3177952 w 7467600"/>
              <a:gd name="connsiteY466" fmla="*/ 3657386 h 6858000"/>
              <a:gd name="connsiteX467" fmla="*/ 3189263 w 7467600"/>
              <a:gd name="connsiteY467" fmla="*/ 3625726 h 6858000"/>
              <a:gd name="connsiteX468" fmla="*/ 3560912 w 7467600"/>
              <a:gd name="connsiteY468" fmla="*/ 4079863 h 6858000"/>
              <a:gd name="connsiteX469" fmla="*/ 3626636 w 7467600"/>
              <a:gd name="connsiteY469" fmla="*/ 4512230 h 6858000"/>
              <a:gd name="connsiteX470" fmla="*/ 3653088 w 7467600"/>
              <a:gd name="connsiteY470" fmla="*/ 4521417 h 6858000"/>
              <a:gd name="connsiteX471" fmla="*/ 3988128 w 7467600"/>
              <a:gd name="connsiteY471" fmla="*/ 4817267 h 6858000"/>
              <a:gd name="connsiteX472" fmla="*/ 4830582 w 7467600"/>
              <a:gd name="connsiteY472" fmla="*/ 4676000 h 6858000"/>
              <a:gd name="connsiteX473" fmla="*/ 4830100 w 7467600"/>
              <a:gd name="connsiteY473" fmla="*/ 4675554 h 6858000"/>
              <a:gd name="connsiteX474" fmla="*/ 4036318 w 7467600"/>
              <a:gd name="connsiteY474" fmla="*/ 4147013 h 6858000"/>
              <a:gd name="connsiteX475" fmla="*/ 3432098 w 7467600"/>
              <a:gd name="connsiteY475" fmla="*/ 3537312 h 6858000"/>
              <a:gd name="connsiteX476" fmla="*/ 3446761 w 7467600"/>
              <a:gd name="connsiteY476" fmla="*/ 3461278 h 6858000"/>
              <a:gd name="connsiteX477" fmla="*/ 4419733 w 7467600"/>
              <a:gd name="connsiteY477" fmla="*/ 3963555 h 6858000"/>
              <a:gd name="connsiteX478" fmla="*/ 4781371 w 7467600"/>
              <a:gd name="connsiteY478" fmla="*/ 4458604 h 6858000"/>
              <a:gd name="connsiteX479" fmla="*/ 4780440 w 7467600"/>
              <a:gd name="connsiteY479" fmla="*/ 4470290 h 6858000"/>
              <a:gd name="connsiteX480" fmla="*/ 4898954 w 7467600"/>
              <a:gd name="connsiteY480" fmla="*/ 4662092 h 6858000"/>
              <a:gd name="connsiteX481" fmla="*/ 4900699 w 7467600"/>
              <a:gd name="connsiteY481" fmla="*/ 4670867 h 6858000"/>
              <a:gd name="connsiteX482" fmla="*/ 5714511 w 7467600"/>
              <a:gd name="connsiteY482" fmla="*/ 4663483 h 6858000"/>
              <a:gd name="connsiteX483" fmla="*/ 5464793 w 7467600"/>
              <a:gd name="connsiteY483" fmla="*/ 4393556 h 6858000"/>
              <a:gd name="connsiteX484" fmla="*/ 5461897 w 7467600"/>
              <a:gd name="connsiteY484" fmla="*/ 4390879 h 6858000"/>
              <a:gd name="connsiteX485" fmla="*/ 4294126 w 7467600"/>
              <a:gd name="connsiteY485" fmla="*/ 3303048 h 6858000"/>
              <a:gd name="connsiteX486" fmla="*/ 4305321 w 7467600"/>
              <a:gd name="connsiteY486" fmla="*/ 3256953 h 6858000"/>
              <a:gd name="connsiteX487" fmla="*/ 4949299 w 7467600"/>
              <a:gd name="connsiteY487" fmla="*/ 3766336 h 6858000"/>
              <a:gd name="connsiteX488" fmla="*/ 5291452 w 7467600"/>
              <a:gd name="connsiteY488" fmla="*/ 4076801 h 6858000"/>
              <a:gd name="connsiteX489" fmla="*/ 5434998 w 7467600"/>
              <a:gd name="connsiteY489" fmla="*/ 4254100 h 6858000"/>
              <a:gd name="connsiteX490" fmla="*/ 5351015 w 7467600"/>
              <a:gd name="connsiteY490" fmla="*/ 3760989 h 6858000"/>
              <a:gd name="connsiteX491" fmla="*/ 5413780 w 7467600"/>
              <a:gd name="connsiteY491" fmla="*/ 2966265 h 6858000"/>
              <a:gd name="connsiteX492" fmla="*/ 5425627 w 7467600"/>
              <a:gd name="connsiteY492" fmla="*/ 2954192 h 6858000"/>
              <a:gd name="connsiteX493" fmla="*/ 6604735 w 7467600"/>
              <a:gd name="connsiteY493" fmla="*/ 2041381 h 6858000"/>
              <a:gd name="connsiteX494" fmla="*/ 7204487 w 7467600"/>
              <a:gd name="connsiteY494" fmla="*/ 2742112 h 6858000"/>
              <a:gd name="connsiteX495" fmla="*/ 7131592 w 7467600"/>
              <a:gd name="connsiteY495" fmla="*/ 2672096 h 6858000"/>
              <a:gd name="connsiteX496" fmla="*/ 6996344 w 7467600"/>
              <a:gd name="connsiteY496" fmla="*/ 2518310 h 6858000"/>
              <a:gd name="connsiteX497" fmla="*/ 6735495 w 7467600"/>
              <a:gd name="connsiteY497" fmla="*/ 2196890 h 6858000"/>
              <a:gd name="connsiteX498" fmla="*/ 6721901 w 7467600"/>
              <a:gd name="connsiteY498" fmla="*/ 2179274 h 6858000"/>
              <a:gd name="connsiteX499" fmla="*/ 6604735 w 7467600"/>
              <a:gd name="connsiteY499" fmla="*/ 2041381 h 6858000"/>
              <a:gd name="connsiteX500" fmla="*/ 6591670 w 7467600"/>
              <a:gd name="connsiteY500" fmla="*/ 1988277 h 6858000"/>
              <a:gd name="connsiteX501" fmla="*/ 6747349 w 7467600"/>
              <a:gd name="connsiteY501" fmla="*/ 2160069 h 6858000"/>
              <a:gd name="connsiteX502" fmla="*/ 6760943 w 7467600"/>
              <a:gd name="connsiteY502" fmla="*/ 2177686 h 6858000"/>
              <a:gd name="connsiteX503" fmla="*/ 7021065 w 7467600"/>
              <a:gd name="connsiteY503" fmla="*/ 2498102 h 6858000"/>
              <a:gd name="connsiteX504" fmla="*/ 7155223 w 7467600"/>
              <a:gd name="connsiteY504" fmla="*/ 2650386 h 6858000"/>
              <a:gd name="connsiteX505" fmla="*/ 7203167 w 7467600"/>
              <a:gd name="connsiteY505" fmla="*/ 2697288 h 6858000"/>
              <a:gd name="connsiteX506" fmla="*/ 6937703 w 7467600"/>
              <a:gd name="connsiteY506" fmla="*/ 2321981 h 6858000"/>
              <a:gd name="connsiteX507" fmla="*/ 6591670 w 7467600"/>
              <a:gd name="connsiteY507" fmla="*/ 1988277 h 6858000"/>
              <a:gd name="connsiteX508" fmla="*/ 5798671 w 7467600"/>
              <a:gd name="connsiteY508" fmla="*/ 1981601 h 6858000"/>
              <a:gd name="connsiteX509" fmla="*/ 5754709 w 7467600"/>
              <a:gd name="connsiteY509" fmla="*/ 2071454 h 6858000"/>
              <a:gd name="connsiteX510" fmla="*/ 5763044 w 7467600"/>
              <a:gd name="connsiteY510" fmla="*/ 2842206 h 6858000"/>
              <a:gd name="connsiteX511" fmla="*/ 5764974 w 7467600"/>
              <a:gd name="connsiteY511" fmla="*/ 2799609 h 6858000"/>
              <a:gd name="connsiteX512" fmla="*/ 5767665 w 7467600"/>
              <a:gd name="connsiteY512" fmla="*/ 2666409 h 6858000"/>
              <a:gd name="connsiteX513" fmla="*/ 5763055 w 7467600"/>
              <a:gd name="connsiteY513" fmla="*/ 2579705 h 6858000"/>
              <a:gd name="connsiteX514" fmla="*/ 5758079 w 7467600"/>
              <a:gd name="connsiteY514" fmla="*/ 2492508 h 6858000"/>
              <a:gd name="connsiteX515" fmla="*/ 5779325 w 7467600"/>
              <a:gd name="connsiteY515" fmla="*/ 2197069 h 6858000"/>
              <a:gd name="connsiteX516" fmla="*/ 5798671 w 7467600"/>
              <a:gd name="connsiteY516" fmla="*/ 1981601 h 6858000"/>
              <a:gd name="connsiteX517" fmla="*/ 5829202 w 7467600"/>
              <a:gd name="connsiteY517" fmla="*/ 1971679 h 6858000"/>
              <a:gd name="connsiteX518" fmla="*/ 5809558 w 7467600"/>
              <a:gd name="connsiteY518" fmla="*/ 2198043 h 6858000"/>
              <a:gd name="connsiteX519" fmla="*/ 5788653 w 7467600"/>
              <a:gd name="connsiteY519" fmla="*/ 2489430 h 6858000"/>
              <a:gd name="connsiteX520" fmla="*/ 5793439 w 7467600"/>
              <a:gd name="connsiteY520" fmla="*/ 2575235 h 6858000"/>
              <a:gd name="connsiteX521" fmla="*/ 5796837 w 7467600"/>
              <a:gd name="connsiteY521" fmla="*/ 2637633 h 6858000"/>
              <a:gd name="connsiteX522" fmla="*/ 5818614 w 7467600"/>
              <a:gd name="connsiteY522" fmla="*/ 2473055 h 6858000"/>
              <a:gd name="connsiteX523" fmla="*/ 5829202 w 7467600"/>
              <a:gd name="connsiteY523" fmla="*/ 1971679 h 6858000"/>
              <a:gd name="connsiteX524" fmla="*/ 5911389 w 7467600"/>
              <a:gd name="connsiteY524" fmla="*/ 1898371 h 6858000"/>
              <a:gd name="connsiteX525" fmla="*/ 6237627 w 7467600"/>
              <a:gd name="connsiteY525" fmla="*/ 2231921 h 6858000"/>
              <a:gd name="connsiteX526" fmla="*/ 5911389 w 7467600"/>
              <a:gd name="connsiteY526" fmla="*/ 1898371 h 6858000"/>
              <a:gd name="connsiteX527" fmla="*/ 6944437 w 7467600"/>
              <a:gd name="connsiteY527" fmla="*/ 1575402 h 6858000"/>
              <a:gd name="connsiteX528" fmla="*/ 6304730 w 7467600"/>
              <a:gd name="connsiteY528" fmla="*/ 1766654 h 6858000"/>
              <a:gd name="connsiteX529" fmla="*/ 6944437 w 7467600"/>
              <a:gd name="connsiteY529" fmla="*/ 1575402 h 6858000"/>
              <a:gd name="connsiteX530" fmla="*/ 7019523 w 7467600"/>
              <a:gd name="connsiteY530" fmla="*/ 1519450 h 6858000"/>
              <a:gd name="connsiteX531" fmla="*/ 6298091 w 7467600"/>
              <a:gd name="connsiteY531" fmla="*/ 1737122 h 6858000"/>
              <a:gd name="connsiteX532" fmla="*/ 7019523 w 7467600"/>
              <a:gd name="connsiteY532" fmla="*/ 1519450 h 6858000"/>
              <a:gd name="connsiteX533" fmla="*/ 2399523 w 7467600"/>
              <a:gd name="connsiteY533" fmla="*/ 1428234 h 6858000"/>
              <a:gd name="connsiteX534" fmla="*/ 2224982 w 7467600"/>
              <a:gd name="connsiteY534" fmla="*/ 1826201 h 6858000"/>
              <a:gd name="connsiteX535" fmla="*/ 2096099 w 7467600"/>
              <a:gd name="connsiteY535" fmla="*/ 2345900 h 6858000"/>
              <a:gd name="connsiteX536" fmla="*/ 2283317 w 7467600"/>
              <a:gd name="connsiteY536" fmla="*/ 1796925 h 6858000"/>
              <a:gd name="connsiteX537" fmla="*/ 2399523 w 7467600"/>
              <a:gd name="connsiteY537" fmla="*/ 1428234 h 6858000"/>
              <a:gd name="connsiteX538" fmla="*/ 2448558 w 7467600"/>
              <a:gd name="connsiteY538" fmla="*/ 1373435 h 6858000"/>
              <a:gd name="connsiteX539" fmla="*/ 2312521 w 7467600"/>
              <a:gd name="connsiteY539" fmla="*/ 1806140 h 6858000"/>
              <a:gd name="connsiteX540" fmla="*/ 2127533 w 7467600"/>
              <a:gd name="connsiteY540" fmla="*/ 2348380 h 6858000"/>
              <a:gd name="connsiteX541" fmla="*/ 2358080 w 7467600"/>
              <a:gd name="connsiteY541" fmla="*/ 1866134 h 6858000"/>
              <a:gd name="connsiteX542" fmla="*/ 2407436 w 7467600"/>
              <a:gd name="connsiteY542" fmla="*/ 1651070 h 6858000"/>
              <a:gd name="connsiteX543" fmla="*/ 2448558 w 7467600"/>
              <a:gd name="connsiteY543" fmla="*/ 1373435 h 6858000"/>
              <a:gd name="connsiteX544" fmla="*/ 278707 w 7467600"/>
              <a:gd name="connsiteY544" fmla="*/ 1352270 h 6858000"/>
              <a:gd name="connsiteX545" fmla="*/ 321570 w 7467600"/>
              <a:gd name="connsiteY545" fmla="*/ 1861610 h 6858000"/>
              <a:gd name="connsiteX546" fmla="*/ 294281 w 7467600"/>
              <a:gd name="connsiteY546" fmla="*/ 1440658 h 6858000"/>
              <a:gd name="connsiteX547" fmla="*/ 278707 w 7467600"/>
              <a:gd name="connsiteY547" fmla="*/ 1352270 h 6858000"/>
              <a:gd name="connsiteX548" fmla="*/ 1423821 w 7467600"/>
              <a:gd name="connsiteY548" fmla="*/ 1351958 h 6858000"/>
              <a:gd name="connsiteX549" fmla="*/ 1638521 w 7467600"/>
              <a:gd name="connsiteY549" fmla="*/ 1908470 h 6858000"/>
              <a:gd name="connsiteX550" fmla="*/ 1754199 w 7467600"/>
              <a:gd name="connsiteY550" fmla="*/ 2149284 h 6858000"/>
              <a:gd name="connsiteX551" fmla="*/ 1908359 w 7467600"/>
              <a:gd name="connsiteY551" fmla="*/ 2364988 h 6858000"/>
              <a:gd name="connsiteX552" fmla="*/ 1647661 w 7467600"/>
              <a:gd name="connsiteY552" fmla="*/ 1825945 h 6858000"/>
              <a:gd name="connsiteX553" fmla="*/ 1423821 w 7467600"/>
              <a:gd name="connsiteY553" fmla="*/ 1351958 h 6858000"/>
              <a:gd name="connsiteX554" fmla="*/ 1431890 w 7467600"/>
              <a:gd name="connsiteY554" fmla="*/ 1306475 h 6858000"/>
              <a:gd name="connsiteX555" fmla="*/ 1507597 w 7467600"/>
              <a:gd name="connsiteY555" fmla="*/ 1446132 h 6858000"/>
              <a:gd name="connsiteX556" fmla="*/ 1674586 w 7467600"/>
              <a:gd name="connsiteY556" fmla="*/ 1813832 h 6858000"/>
              <a:gd name="connsiteX557" fmla="*/ 1815950 w 7467600"/>
              <a:gd name="connsiteY557" fmla="*/ 2128564 h 6858000"/>
              <a:gd name="connsiteX558" fmla="*/ 1984242 w 7467600"/>
              <a:gd name="connsiteY558" fmla="*/ 2430829 h 6858000"/>
              <a:gd name="connsiteX559" fmla="*/ 2014023 w 7467600"/>
              <a:gd name="connsiteY559" fmla="*/ 2450995 h 6858000"/>
              <a:gd name="connsiteX560" fmla="*/ 1747337 w 7467600"/>
              <a:gd name="connsiteY560" fmla="*/ 1855264 h 6858000"/>
              <a:gd name="connsiteX561" fmla="*/ 1533749 w 7467600"/>
              <a:gd name="connsiteY561" fmla="*/ 1478656 h 6858000"/>
              <a:gd name="connsiteX562" fmla="*/ 1431890 w 7467600"/>
              <a:gd name="connsiteY562" fmla="*/ 1306475 h 6858000"/>
              <a:gd name="connsiteX563" fmla="*/ 5052692 w 7467600"/>
              <a:gd name="connsiteY563" fmla="*/ 1292994 h 6858000"/>
              <a:gd name="connsiteX564" fmla="*/ 5200661 w 7467600"/>
              <a:gd name="connsiteY564" fmla="*/ 1635186 h 6858000"/>
              <a:gd name="connsiteX565" fmla="*/ 5297138 w 7467600"/>
              <a:gd name="connsiteY565" fmla="*/ 1906351 h 6858000"/>
              <a:gd name="connsiteX566" fmla="*/ 5052692 w 7467600"/>
              <a:gd name="connsiteY566" fmla="*/ 1292994 h 6858000"/>
              <a:gd name="connsiteX567" fmla="*/ 5009948 w 7467600"/>
              <a:gd name="connsiteY567" fmla="*/ 1273619 h 6858000"/>
              <a:gd name="connsiteX568" fmla="*/ 5121777 w 7467600"/>
              <a:gd name="connsiteY568" fmla="*/ 1654213 h 6858000"/>
              <a:gd name="connsiteX569" fmla="*/ 5293545 w 7467600"/>
              <a:gd name="connsiteY569" fmla="*/ 2072247 h 6858000"/>
              <a:gd name="connsiteX570" fmla="*/ 5294042 w 7467600"/>
              <a:gd name="connsiteY570" fmla="*/ 2065019 h 6858000"/>
              <a:gd name="connsiteX571" fmla="*/ 5171936 w 7467600"/>
              <a:gd name="connsiteY571" fmla="*/ 1647613 h 6858000"/>
              <a:gd name="connsiteX572" fmla="*/ 5009948 w 7467600"/>
              <a:gd name="connsiteY572" fmla="*/ 1273619 h 6858000"/>
              <a:gd name="connsiteX573" fmla="*/ 655236 w 7467600"/>
              <a:gd name="connsiteY573" fmla="*/ 1268632 h 6858000"/>
              <a:gd name="connsiteX574" fmla="*/ 839521 w 7467600"/>
              <a:gd name="connsiteY574" fmla="*/ 1685315 h 6858000"/>
              <a:gd name="connsiteX575" fmla="*/ 1109416 w 7467600"/>
              <a:gd name="connsiteY575" fmla="*/ 2061663 h 6858000"/>
              <a:gd name="connsiteX576" fmla="*/ 1298300 w 7467600"/>
              <a:gd name="connsiteY576" fmla="*/ 2247742 h 6858000"/>
              <a:gd name="connsiteX577" fmla="*/ 1125871 w 7467600"/>
              <a:gd name="connsiteY577" fmla="*/ 1989513 h 6858000"/>
              <a:gd name="connsiteX578" fmla="*/ 981574 w 7467600"/>
              <a:gd name="connsiteY578" fmla="*/ 1783157 h 6858000"/>
              <a:gd name="connsiteX579" fmla="*/ 922198 w 7467600"/>
              <a:gd name="connsiteY579" fmla="*/ 1677437 h 6858000"/>
              <a:gd name="connsiteX580" fmla="*/ 869293 w 7467600"/>
              <a:gd name="connsiteY580" fmla="*/ 1583214 h 6858000"/>
              <a:gd name="connsiteX581" fmla="*/ 751431 w 7467600"/>
              <a:gd name="connsiteY581" fmla="*/ 1405731 h 6858000"/>
              <a:gd name="connsiteX582" fmla="*/ 655236 w 7467600"/>
              <a:gd name="connsiteY582" fmla="*/ 1268632 h 6858000"/>
              <a:gd name="connsiteX583" fmla="*/ 6516292 w 7467600"/>
              <a:gd name="connsiteY583" fmla="*/ 1263064 h 6858000"/>
              <a:gd name="connsiteX584" fmla="*/ 5736320 w 7467600"/>
              <a:gd name="connsiteY584" fmla="*/ 1501803 h 6858000"/>
              <a:gd name="connsiteX585" fmla="*/ 6516292 w 7467600"/>
              <a:gd name="connsiteY585" fmla="*/ 1263064 h 6858000"/>
              <a:gd name="connsiteX586" fmla="*/ 291466 w 7467600"/>
              <a:gd name="connsiteY586" fmla="*/ 1250369 h 6858000"/>
              <a:gd name="connsiteX587" fmla="*/ 323180 w 7467600"/>
              <a:gd name="connsiteY587" fmla="*/ 1435283 h 6858000"/>
              <a:gd name="connsiteX588" fmla="*/ 349381 w 7467600"/>
              <a:gd name="connsiteY588" fmla="*/ 1875041 h 6858000"/>
              <a:gd name="connsiteX589" fmla="*/ 374363 w 7467600"/>
              <a:gd name="connsiteY589" fmla="*/ 1506494 h 6858000"/>
              <a:gd name="connsiteX590" fmla="*/ 302168 w 7467600"/>
              <a:gd name="connsiteY590" fmla="*/ 1274495 h 6858000"/>
              <a:gd name="connsiteX591" fmla="*/ 291466 w 7467600"/>
              <a:gd name="connsiteY591" fmla="*/ 1250369 h 6858000"/>
              <a:gd name="connsiteX592" fmla="*/ 678222 w 7467600"/>
              <a:gd name="connsiteY592" fmla="*/ 1248670 h 6858000"/>
              <a:gd name="connsiteX593" fmla="*/ 775536 w 7467600"/>
              <a:gd name="connsiteY593" fmla="*/ 1388015 h 6858000"/>
              <a:gd name="connsiteX594" fmla="*/ 894529 w 7467600"/>
              <a:gd name="connsiteY594" fmla="*/ 1567739 h 6858000"/>
              <a:gd name="connsiteX595" fmla="*/ 948000 w 7467600"/>
              <a:gd name="connsiteY595" fmla="*/ 1663088 h 6858000"/>
              <a:gd name="connsiteX596" fmla="*/ 1006812 w 7467600"/>
              <a:gd name="connsiteY596" fmla="*/ 1767683 h 6858000"/>
              <a:gd name="connsiteX597" fmla="*/ 1149133 w 7467600"/>
              <a:gd name="connsiteY597" fmla="*/ 1971513 h 6858000"/>
              <a:gd name="connsiteX598" fmla="*/ 1333952 w 7467600"/>
              <a:gd name="connsiteY598" fmla="*/ 2251620 h 6858000"/>
              <a:gd name="connsiteX599" fmla="*/ 1337329 w 7467600"/>
              <a:gd name="connsiteY599" fmla="*/ 2258350 h 6858000"/>
              <a:gd name="connsiteX600" fmla="*/ 1014726 w 7467600"/>
              <a:gd name="connsiteY600" fmla="*/ 1615556 h 6858000"/>
              <a:gd name="connsiteX601" fmla="*/ 678222 w 7467600"/>
              <a:gd name="connsiteY601" fmla="*/ 1248670 h 6858000"/>
              <a:gd name="connsiteX602" fmla="*/ 6691602 w 7467600"/>
              <a:gd name="connsiteY602" fmla="*/ 1140573 h 6858000"/>
              <a:gd name="connsiteX603" fmla="*/ 6571100 w 7467600"/>
              <a:gd name="connsiteY603" fmla="*/ 1183662 h 6858000"/>
              <a:gd name="connsiteX604" fmla="*/ 6241687 w 7467600"/>
              <a:gd name="connsiteY604" fmla="*/ 1257600 h 6858000"/>
              <a:gd name="connsiteX605" fmla="*/ 5693009 w 7467600"/>
              <a:gd name="connsiteY605" fmla="*/ 1478256 h 6858000"/>
              <a:gd name="connsiteX606" fmla="*/ 6548420 w 7467600"/>
              <a:gd name="connsiteY606" fmla="*/ 1214599 h 6858000"/>
              <a:gd name="connsiteX607" fmla="*/ 6605473 w 7467600"/>
              <a:gd name="connsiteY607" fmla="*/ 1184686 h 6858000"/>
              <a:gd name="connsiteX608" fmla="*/ 6691602 w 7467600"/>
              <a:gd name="connsiteY608" fmla="*/ 1140573 h 6858000"/>
              <a:gd name="connsiteX609" fmla="*/ 4002475 w 7467600"/>
              <a:gd name="connsiteY609" fmla="*/ 1037802 h 6858000"/>
              <a:gd name="connsiteX610" fmla="*/ 4000324 w 7467600"/>
              <a:gd name="connsiteY610" fmla="*/ 1039362 h 6858000"/>
              <a:gd name="connsiteX611" fmla="*/ 4002862 w 7467600"/>
              <a:gd name="connsiteY611" fmla="*/ 1042866 h 6858000"/>
              <a:gd name="connsiteX612" fmla="*/ 4002475 w 7467600"/>
              <a:gd name="connsiteY612" fmla="*/ 1037802 h 6858000"/>
              <a:gd name="connsiteX613" fmla="*/ 506322 w 7467600"/>
              <a:gd name="connsiteY613" fmla="*/ 1020997 h 6858000"/>
              <a:gd name="connsiteX614" fmla="*/ 533068 w 7467600"/>
              <a:gd name="connsiteY614" fmla="*/ 1029409 h 6858000"/>
              <a:gd name="connsiteX615" fmla="*/ 1232525 w 7467600"/>
              <a:gd name="connsiteY615" fmla="*/ 1804675 h 6858000"/>
              <a:gd name="connsiteX616" fmla="*/ 1388858 w 7467600"/>
              <a:gd name="connsiteY616" fmla="*/ 2368011 h 6858000"/>
              <a:gd name="connsiteX617" fmla="*/ 1384098 w 7467600"/>
              <a:gd name="connsiteY617" fmla="*/ 2378125 h 6858000"/>
              <a:gd name="connsiteX618" fmla="*/ 1425393 w 7467600"/>
              <a:gd name="connsiteY618" fmla="*/ 2589124 h 6858000"/>
              <a:gd name="connsiteX619" fmla="*/ 1424001 w 7467600"/>
              <a:gd name="connsiteY619" fmla="*/ 2597541 h 6858000"/>
              <a:gd name="connsiteX620" fmla="*/ 2152729 w 7467600"/>
              <a:gd name="connsiteY620" fmla="*/ 2864487 h 6858000"/>
              <a:gd name="connsiteX621" fmla="*/ 2020609 w 7467600"/>
              <a:gd name="connsiteY621" fmla="*/ 2539671 h 6858000"/>
              <a:gd name="connsiteX622" fmla="*/ 2018920 w 7467600"/>
              <a:gd name="connsiteY622" fmla="*/ 2536309 h 6858000"/>
              <a:gd name="connsiteX623" fmla="*/ 1342441 w 7467600"/>
              <a:gd name="connsiteY623" fmla="*/ 1173017 h 6858000"/>
              <a:gd name="connsiteX624" fmla="*/ 1367925 w 7467600"/>
              <a:gd name="connsiteY624" fmla="*/ 1135648 h 6858000"/>
              <a:gd name="connsiteX625" fmla="*/ 1771401 w 7467600"/>
              <a:gd name="connsiteY625" fmla="*/ 1806673 h 6858000"/>
              <a:gd name="connsiteX626" fmla="*/ 1972385 w 7467600"/>
              <a:gd name="connsiteY626" fmla="*/ 2198735 h 6858000"/>
              <a:gd name="connsiteX627" fmla="*/ 2040892 w 7467600"/>
              <a:gd name="connsiteY627" fmla="*/ 2405205 h 6858000"/>
              <a:gd name="connsiteX628" fmla="*/ 2131689 w 7467600"/>
              <a:gd name="connsiteY628" fmla="*/ 1936926 h 6858000"/>
              <a:gd name="connsiteX629" fmla="*/ 2454820 w 7467600"/>
              <a:gd name="connsiteY629" fmla="*/ 1248808 h 6858000"/>
              <a:gd name="connsiteX630" fmla="*/ 2492512 w 7467600"/>
              <a:gd name="connsiteY630" fmla="*/ 1302920 h 6858000"/>
              <a:gd name="connsiteX631" fmla="*/ 2081216 w 7467600"/>
              <a:gd name="connsiteY631" fmla="*/ 2527513 h 6858000"/>
              <a:gd name="connsiteX632" fmla="*/ 2081211 w 7467600"/>
              <a:gd name="connsiteY632" fmla="*/ 2528916 h 6858000"/>
              <a:gd name="connsiteX633" fmla="*/ 2199067 w 7467600"/>
              <a:gd name="connsiteY633" fmla="*/ 2884061 h 6858000"/>
              <a:gd name="connsiteX634" fmla="*/ 3192586 w 7467600"/>
              <a:gd name="connsiteY634" fmla="*/ 3411496 h 6858000"/>
              <a:gd name="connsiteX635" fmla="*/ 3182620 w 7467600"/>
              <a:gd name="connsiteY635" fmla="*/ 3483279 h 6858000"/>
              <a:gd name="connsiteX636" fmla="*/ 2435119 w 7467600"/>
              <a:gd name="connsiteY636" fmla="*/ 3080173 h 6858000"/>
              <a:gd name="connsiteX637" fmla="*/ 2410152 w 7467600"/>
              <a:gd name="connsiteY637" fmla="*/ 3063751 h 6858000"/>
              <a:gd name="connsiteX638" fmla="*/ 2408099 w 7467600"/>
              <a:gd name="connsiteY638" fmla="*/ 3064403 h 6858000"/>
              <a:gd name="connsiteX639" fmla="*/ 2407218 w 7467600"/>
              <a:gd name="connsiteY639" fmla="*/ 3070324 h 6858000"/>
              <a:gd name="connsiteX640" fmla="*/ 2380138 w 7467600"/>
              <a:gd name="connsiteY640" fmla="*/ 3099341 h 6858000"/>
              <a:gd name="connsiteX641" fmla="*/ 1765923 w 7467600"/>
              <a:gd name="connsiteY641" fmla="*/ 3581043 h 6858000"/>
              <a:gd name="connsiteX642" fmla="*/ 1702258 w 7467600"/>
              <a:gd name="connsiteY642" fmla="*/ 3612286 h 6858000"/>
              <a:gd name="connsiteX643" fmla="*/ 1538370 w 7467600"/>
              <a:gd name="connsiteY643" fmla="*/ 3811804 h 6858000"/>
              <a:gd name="connsiteX644" fmla="*/ 542867 w 7467600"/>
              <a:gd name="connsiteY644" fmla="*/ 4944092 h 6858000"/>
              <a:gd name="connsiteX645" fmla="*/ 515800 w 7467600"/>
              <a:gd name="connsiteY645" fmla="*/ 4862180 h 6858000"/>
              <a:gd name="connsiteX646" fmla="*/ 909145 w 7467600"/>
              <a:gd name="connsiteY646" fmla="*/ 4199225 h 6858000"/>
              <a:gd name="connsiteX647" fmla="*/ 1214067 w 7467600"/>
              <a:gd name="connsiteY647" fmla="*/ 3908561 h 6858000"/>
              <a:gd name="connsiteX648" fmla="*/ 640967 w 7467600"/>
              <a:gd name="connsiteY648" fmla="*/ 4105601 h 6858000"/>
              <a:gd name="connsiteX649" fmla="*/ 112563 w 7467600"/>
              <a:gd name="connsiteY649" fmla="*/ 4396952 h 6858000"/>
              <a:gd name="connsiteX650" fmla="*/ 0 w 7467600"/>
              <a:gd name="connsiteY650" fmla="*/ 4466006 h 6858000"/>
              <a:gd name="connsiteX651" fmla="*/ 0 w 7467600"/>
              <a:gd name="connsiteY651" fmla="*/ 4233763 h 6858000"/>
              <a:gd name="connsiteX652" fmla="*/ 36881 w 7467600"/>
              <a:gd name="connsiteY652" fmla="*/ 4200118 h 6858000"/>
              <a:gd name="connsiteX653" fmla="*/ 910534 w 7467600"/>
              <a:gd name="connsiteY653" fmla="*/ 3629753 h 6858000"/>
              <a:gd name="connsiteX654" fmla="*/ 1578717 w 7467600"/>
              <a:gd name="connsiteY654" fmla="*/ 3575982 h 6858000"/>
              <a:gd name="connsiteX655" fmla="*/ 2338780 w 7467600"/>
              <a:gd name="connsiteY655" fmla="*/ 3033725 h 6858000"/>
              <a:gd name="connsiteX656" fmla="*/ 1807991 w 7467600"/>
              <a:gd name="connsiteY656" fmla="*/ 2807184 h 6858000"/>
              <a:gd name="connsiteX657" fmla="*/ 1416358 w 7467600"/>
              <a:gd name="connsiteY657" fmla="*/ 3112571 h 6858000"/>
              <a:gd name="connsiteX658" fmla="*/ 939066 w 7467600"/>
              <a:gd name="connsiteY658" fmla="*/ 3378798 h 6858000"/>
              <a:gd name="connsiteX659" fmla="*/ 115099 w 7467600"/>
              <a:gd name="connsiteY659" fmla="*/ 3607650 h 6858000"/>
              <a:gd name="connsiteX660" fmla="*/ 97284 w 7467600"/>
              <a:gd name="connsiteY660" fmla="*/ 3520393 h 6858000"/>
              <a:gd name="connsiteX661" fmla="*/ 922050 w 7467600"/>
              <a:gd name="connsiteY661" fmla="*/ 3074867 h 6858000"/>
              <a:gd name="connsiteX662" fmla="*/ 1405265 w 7467600"/>
              <a:gd name="connsiteY662" fmla="*/ 3016319 h 6858000"/>
              <a:gd name="connsiteX663" fmla="*/ 1407512 w 7467600"/>
              <a:gd name="connsiteY663" fmla="*/ 3018001 h 6858000"/>
              <a:gd name="connsiteX664" fmla="*/ 1726266 w 7467600"/>
              <a:gd name="connsiteY664" fmla="*/ 2777274 h 6858000"/>
              <a:gd name="connsiteX665" fmla="*/ 625390 w 7467600"/>
              <a:gd name="connsiteY665" fmla="*/ 2514541 h 6858000"/>
              <a:gd name="connsiteX666" fmla="*/ 619799 w 7467600"/>
              <a:gd name="connsiteY666" fmla="*/ 2527180 h 6858000"/>
              <a:gd name="connsiteX667" fmla="*/ 310030 w 7467600"/>
              <a:gd name="connsiteY667" fmla="*/ 2771818 h 6858000"/>
              <a:gd name="connsiteX668" fmla="*/ 173877 w 7467600"/>
              <a:gd name="connsiteY668" fmla="*/ 2937056 h 6858000"/>
              <a:gd name="connsiteX669" fmla="*/ 77889 w 7467600"/>
              <a:gd name="connsiteY669" fmla="*/ 3138440 h 6858000"/>
              <a:gd name="connsiteX670" fmla="*/ 0 w 7467600"/>
              <a:gd name="connsiteY670" fmla="*/ 3271395 h 6858000"/>
              <a:gd name="connsiteX671" fmla="*/ 0 w 7467600"/>
              <a:gd name="connsiteY671" fmla="*/ 3153002 h 6858000"/>
              <a:gd name="connsiteX672" fmla="*/ 2386 w 7467600"/>
              <a:gd name="connsiteY672" fmla="*/ 3149203 h 6858000"/>
              <a:gd name="connsiteX673" fmla="*/ 89753 w 7467600"/>
              <a:gd name="connsiteY673" fmla="*/ 2987702 h 6858000"/>
              <a:gd name="connsiteX674" fmla="*/ 76869 w 7467600"/>
              <a:gd name="connsiteY674" fmla="*/ 3005404 h 6858000"/>
              <a:gd name="connsiteX675" fmla="*/ 32049 w 7467600"/>
              <a:gd name="connsiteY675" fmla="*/ 3065814 h 6858000"/>
              <a:gd name="connsiteX676" fmla="*/ 0 w 7467600"/>
              <a:gd name="connsiteY676" fmla="*/ 3108744 h 6858000"/>
              <a:gd name="connsiteX677" fmla="*/ 0 w 7467600"/>
              <a:gd name="connsiteY677" fmla="*/ 3058059 h 6858000"/>
              <a:gd name="connsiteX678" fmla="*/ 7610 w 7467600"/>
              <a:gd name="connsiteY678" fmla="*/ 3047889 h 6858000"/>
              <a:gd name="connsiteX679" fmla="*/ 52419 w 7467600"/>
              <a:gd name="connsiteY679" fmla="*/ 2987479 h 6858000"/>
              <a:gd name="connsiteX680" fmla="*/ 59142 w 7467600"/>
              <a:gd name="connsiteY680" fmla="*/ 2978488 h 6858000"/>
              <a:gd name="connsiteX681" fmla="*/ 0 w 7467600"/>
              <a:gd name="connsiteY681" fmla="*/ 3015334 h 6858000"/>
              <a:gd name="connsiteX682" fmla="*/ 0 w 7467600"/>
              <a:gd name="connsiteY682" fmla="*/ 2914286 h 6858000"/>
              <a:gd name="connsiteX683" fmla="*/ 36383 w 7467600"/>
              <a:gd name="connsiteY683" fmla="*/ 2901128 h 6858000"/>
              <a:gd name="connsiteX684" fmla="*/ 156329 w 7467600"/>
              <a:gd name="connsiteY684" fmla="*/ 2840533 h 6858000"/>
              <a:gd name="connsiteX685" fmla="*/ 358355 w 7467600"/>
              <a:gd name="connsiteY685" fmla="*/ 2620471 h 6858000"/>
              <a:gd name="connsiteX686" fmla="*/ 510577 w 7467600"/>
              <a:gd name="connsiteY686" fmla="*/ 2501244 h 6858000"/>
              <a:gd name="connsiteX687" fmla="*/ 211967 w 7467600"/>
              <a:gd name="connsiteY687" fmla="*/ 2479171 h 6858000"/>
              <a:gd name="connsiteX688" fmla="*/ 0 w 7467600"/>
              <a:gd name="connsiteY688" fmla="*/ 2476398 h 6858000"/>
              <a:gd name="connsiteX689" fmla="*/ 0 w 7467600"/>
              <a:gd name="connsiteY689" fmla="*/ 2389189 h 6858000"/>
              <a:gd name="connsiteX690" fmla="*/ 103062 w 7467600"/>
              <a:gd name="connsiteY690" fmla="*/ 2389518 h 6858000"/>
              <a:gd name="connsiteX691" fmla="*/ 510734 w 7467600"/>
              <a:gd name="connsiteY691" fmla="*/ 2416201 h 6858000"/>
              <a:gd name="connsiteX692" fmla="*/ 279257 w 7467600"/>
              <a:gd name="connsiteY692" fmla="*/ 2092102 h 6858000"/>
              <a:gd name="connsiteX693" fmla="*/ 65265 w 7467600"/>
              <a:gd name="connsiteY693" fmla="*/ 2006049 h 6858000"/>
              <a:gd name="connsiteX694" fmla="*/ 0 w 7467600"/>
              <a:gd name="connsiteY694" fmla="*/ 1982532 h 6858000"/>
              <a:gd name="connsiteX695" fmla="*/ 0 w 7467600"/>
              <a:gd name="connsiteY695" fmla="*/ 1912789 h 6858000"/>
              <a:gd name="connsiteX696" fmla="*/ 97460 w 7467600"/>
              <a:gd name="connsiteY696" fmla="*/ 1953725 h 6858000"/>
              <a:gd name="connsiteX697" fmla="*/ 221272 w 7467600"/>
              <a:gd name="connsiteY697" fmla="*/ 1980766 h 6858000"/>
              <a:gd name="connsiteX698" fmla="*/ 116765 w 7467600"/>
              <a:gd name="connsiteY698" fmla="*/ 1911033 h 6858000"/>
              <a:gd name="connsiteX699" fmla="*/ 16405 w 7467600"/>
              <a:gd name="connsiteY699" fmla="*/ 1803412 h 6858000"/>
              <a:gd name="connsiteX700" fmla="*/ 0 w 7467600"/>
              <a:gd name="connsiteY700" fmla="*/ 1784777 h 6858000"/>
              <a:gd name="connsiteX701" fmla="*/ 0 w 7467600"/>
              <a:gd name="connsiteY701" fmla="*/ 1740082 h 6858000"/>
              <a:gd name="connsiteX702" fmla="*/ 39394 w 7467600"/>
              <a:gd name="connsiteY702" fmla="*/ 1784856 h 6858000"/>
              <a:gd name="connsiteX703" fmla="*/ 135813 w 7467600"/>
              <a:gd name="connsiteY703" fmla="*/ 1888838 h 6858000"/>
              <a:gd name="connsiteX704" fmla="*/ 242575 w 7467600"/>
              <a:gd name="connsiteY704" fmla="*/ 1958841 h 6858000"/>
              <a:gd name="connsiteX705" fmla="*/ 82197 w 7467600"/>
              <a:gd name="connsiteY705" fmla="*/ 1754826 h 6858000"/>
              <a:gd name="connsiteX706" fmla="*/ 0 w 7467600"/>
              <a:gd name="connsiteY706" fmla="*/ 1679650 h 6858000"/>
              <a:gd name="connsiteX707" fmla="*/ 0 w 7467600"/>
              <a:gd name="connsiteY707" fmla="*/ 1602463 h 6858000"/>
              <a:gd name="connsiteX708" fmla="*/ 84689 w 7467600"/>
              <a:gd name="connsiteY708" fmla="*/ 1677442 h 6858000"/>
              <a:gd name="connsiteX709" fmla="*/ 298437 w 7467600"/>
              <a:gd name="connsiteY709" fmla="*/ 1968019 h 6858000"/>
              <a:gd name="connsiteX710" fmla="*/ 227269 w 7467600"/>
              <a:gd name="connsiteY710" fmla="*/ 1114064 h 6858000"/>
              <a:gd name="connsiteX711" fmla="*/ 248003 w 7467600"/>
              <a:gd name="connsiteY711" fmla="*/ 1089613 h 6858000"/>
              <a:gd name="connsiteX712" fmla="*/ 427020 w 7467600"/>
              <a:gd name="connsiteY712" fmla="*/ 1619803 h 6858000"/>
              <a:gd name="connsiteX713" fmla="*/ 340345 w 7467600"/>
              <a:gd name="connsiteY713" fmla="*/ 2027739 h 6858000"/>
              <a:gd name="connsiteX714" fmla="*/ 360865 w 7467600"/>
              <a:gd name="connsiteY714" fmla="*/ 2044827 h 6858000"/>
              <a:gd name="connsiteX715" fmla="*/ 560414 w 7467600"/>
              <a:gd name="connsiteY715" fmla="*/ 2421457 h 6858000"/>
              <a:gd name="connsiteX716" fmla="*/ 1359703 w 7467600"/>
              <a:gd name="connsiteY716" fmla="*/ 2578554 h 6858000"/>
              <a:gd name="connsiteX717" fmla="*/ 1359422 w 7467600"/>
              <a:gd name="connsiteY717" fmla="*/ 2577994 h 6858000"/>
              <a:gd name="connsiteX718" fmla="*/ 828701 w 7467600"/>
              <a:gd name="connsiteY718" fmla="*/ 1839520 h 6858000"/>
              <a:gd name="connsiteX719" fmla="*/ 494427 w 7467600"/>
              <a:gd name="connsiteY719" fmla="*/ 1092333 h 6858000"/>
              <a:gd name="connsiteX720" fmla="*/ 506322 w 7467600"/>
              <a:gd name="connsiteY720" fmla="*/ 1020997 h 6858000"/>
              <a:gd name="connsiteX721" fmla="*/ 4570198 w 7467600"/>
              <a:gd name="connsiteY721" fmla="*/ 978081 h 6858000"/>
              <a:gd name="connsiteX722" fmla="*/ 4523691 w 7467600"/>
              <a:gd name="connsiteY722" fmla="*/ 1127776 h 6858000"/>
              <a:gd name="connsiteX723" fmla="*/ 4509875 w 7467600"/>
              <a:gd name="connsiteY723" fmla="*/ 1167552 h 6858000"/>
              <a:gd name="connsiteX724" fmla="*/ 4478168 w 7467600"/>
              <a:gd name="connsiteY724" fmla="*/ 1260735 h 6858000"/>
              <a:gd name="connsiteX725" fmla="*/ 4409309 w 7467600"/>
              <a:gd name="connsiteY725" fmla="*/ 1666996 h 6858000"/>
              <a:gd name="connsiteX726" fmla="*/ 4370031 w 7467600"/>
              <a:gd name="connsiteY726" fmla="*/ 1955666 h 6858000"/>
              <a:gd name="connsiteX727" fmla="*/ 4570198 w 7467600"/>
              <a:gd name="connsiteY727" fmla="*/ 978081 h 6858000"/>
              <a:gd name="connsiteX728" fmla="*/ 4557898 w 7467600"/>
              <a:gd name="connsiteY728" fmla="*/ 900011 h 6858000"/>
              <a:gd name="connsiteX729" fmla="*/ 4344840 w 7467600"/>
              <a:gd name="connsiteY729" fmla="*/ 1922038 h 6858000"/>
              <a:gd name="connsiteX730" fmla="*/ 4378710 w 7467600"/>
              <a:gd name="connsiteY730" fmla="*/ 1665516 h 6858000"/>
              <a:gd name="connsiteX731" fmla="*/ 4448798 w 7467600"/>
              <a:gd name="connsiteY731" fmla="*/ 1253024 h 6858000"/>
              <a:gd name="connsiteX732" fmla="*/ 4480315 w 7467600"/>
              <a:gd name="connsiteY732" fmla="*/ 1158454 h 6858000"/>
              <a:gd name="connsiteX733" fmla="*/ 4494133 w 7467600"/>
              <a:gd name="connsiteY733" fmla="*/ 1118676 h 6858000"/>
              <a:gd name="connsiteX734" fmla="*/ 4557898 w 7467600"/>
              <a:gd name="connsiteY734" fmla="*/ 900011 h 6858000"/>
              <a:gd name="connsiteX735" fmla="*/ 5870151 w 7467600"/>
              <a:gd name="connsiteY735" fmla="*/ 898890 h 6858000"/>
              <a:gd name="connsiteX736" fmla="*/ 5861335 w 7467600"/>
              <a:gd name="connsiteY736" fmla="*/ 899177 h 6858000"/>
              <a:gd name="connsiteX737" fmla="*/ 5843702 w 7467600"/>
              <a:gd name="connsiteY737" fmla="*/ 899748 h 6858000"/>
              <a:gd name="connsiteX738" fmla="*/ 5651107 w 7467600"/>
              <a:gd name="connsiteY738" fmla="*/ 920306 h 6858000"/>
              <a:gd name="connsiteX739" fmla="*/ 5459407 w 7467600"/>
              <a:gd name="connsiteY739" fmla="*/ 940975 h 6858000"/>
              <a:gd name="connsiteX740" fmla="*/ 5374846 w 7467600"/>
              <a:gd name="connsiteY740" fmla="*/ 941988 h 6858000"/>
              <a:gd name="connsiteX741" fmla="*/ 5256105 w 7467600"/>
              <a:gd name="connsiteY741" fmla="*/ 945632 h 6858000"/>
              <a:gd name="connsiteX742" fmla="*/ 5107071 w 7467600"/>
              <a:gd name="connsiteY742" fmla="*/ 969720 h 6858000"/>
              <a:gd name="connsiteX743" fmla="*/ 4998681 w 7467600"/>
              <a:gd name="connsiteY743" fmla="*/ 988771 h 6858000"/>
              <a:gd name="connsiteX744" fmla="*/ 5870151 w 7467600"/>
              <a:gd name="connsiteY744" fmla="*/ 898890 h 6858000"/>
              <a:gd name="connsiteX745" fmla="*/ 5504425 w 7467600"/>
              <a:gd name="connsiteY745" fmla="*/ 848067 h 6858000"/>
              <a:gd name="connsiteX746" fmla="*/ 4968849 w 7467600"/>
              <a:gd name="connsiteY746" fmla="*/ 962318 h 6858000"/>
              <a:gd name="connsiteX747" fmla="*/ 5104039 w 7467600"/>
              <a:gd name="connsiteY747" fmla="*/ 940634 h 6858000"/>
              <a:gd name="connsiteX748" fmla="*/ 5256311 w 7467600"/>
              <a:gd name="connsiteY748" fmla="*/ 916490 h 6858000"/>
              <a:gd name="connsiteX749" fmla="*/ 5377381 w 7467600"/>
              <a:gd name="connsiteY749" fmla="*/ 912671 h 6858000"/>
              <a:gd name="connsiteX750" fmla="*/ 5460148 w 7467600"/>
              <a:gd name="connsiteY750" fmla="*/ 911442 h 6858000"/>
              <a:gd name="connsiteX751" fmla="*/ 5648971 w 7467600"/>
              <a:gd name="connsiteY751" fmla="*/ 891331 h 6858000"/>
              <a:gd name="connsiteX752" fmla="*/ 5844807 w 7467600"/>
              <a:gd name="connsiteY752" fmla="*/ 870718 h 6858000"/>
              <a:gd name="connsiteX753" fmla="*/ 5862975 w 7467600"/>
              <a:gd name="connsiteY753" fmla="*/ 869756 h 6858000"/>
              <a:gd name="connsiteX754" fmla="*/ 5920887 w 7467600"/>
              <a:gd name="connsiteY754" fmla="*/ 865929 h 6858000"/>
              <a:gd name="connsiteX755" fmla="*/ 5504425 w 7467600"/>
              <a:gd name="connsiteY755" fmla="*/ 848067 h 6858000"/>
              <a:gd name="connsiteX756" fmla="*/ 3607114 w 7467600"/>
              <a:gd name="connsiteY756" fmla="*/ 467441 h 6858000"/>
              <a:gd name="connsiteX757" fmla="*/ 3296242 w 7467600"/>
              <a:gd name="connsiteY757" fmla="*/ 807991 h 6858000"/>
              <a:gd name="connsiteX758" fmla="*/ 3174674 w 7467600"/>
              <a:gd name="connsiteY758" fmla="*/ 919759 h 6858000"/>
              <a:gd name="connsiteX759" fmla="*/ 3042978 w 7467600"/>
              <a:gd name="connsiteY759" fmla="*/ 1054894 h 6858000"/>
              <a:gd name="connsiteX760" fmla="*/ 2968914 w 7467600"/>
              <a:gd name="connsiteY760" fmla="*/ 1133756 h 6858000"/>
              <a:gd name="connsiteX761" fmla="*/ 3103823 w 7467600"/>
              <a:gd name="connsiteY761" fmla="*/ 1026814 h 6858000"/>
              <a:gd name="connsiteX762" fmla="*/ 3607114 w 7467600"/>
              <a:gd name="connsiteY762" fmla="*/ 467441 h 6858000"/>
              <a:gd name="connsiteX763" fmla="*/ 3744487 w 7467600"/>
              <a:gd name="connsiteY763" fmla="*/ 383136 h 6858000"/>
              <a:gd name="connsiteX764" fmla="*/ 3970213 w 7467600"/>
              <a:gd name="connsiteY764" fmla="*/ 995559 h 6858000"/>
              <a:gd name="connsiteX765" fmla="*/ 3744487 w 7467600"/>
              <a:gd name="connsiteY765" fmla="*/ 383136 h 6858000"/>
              <a:gd name="connsiteX766" fmla="*/ 3624562 w 7467600"/>
              <a:gd name="connsiteY766" fmla="*/ 367041 h 6858000"/>
              <a:gd name="connsiteX767" fmla="*/ 3489712 w 7467600"/>
              <a:gd name="connsiteY767" fmla="*/ 485386 h 6858000"/>
              <a:gd name="connsiteX768" fmla="*/ 3182994 w 7467600"/>
              <a:gd name="connsiteY768" fmla="*/ 828265 h 6858000"/>
              <a:gd name="connsiteX769" fmla="*/ 2892114 w 7467600"/>
              <a:gd name="connsiteY769" fmla="*/ 1172635 h 6858000"/>
              <a:gd name="connsiteX770" fmla="*/ 3021459 w 7467600"/>
              <a:gd name="connsiteY770" fmla="*/ 1035385 h 6858000"/>
              <a:gd name="connsiteX771" fmla="*/ 3153873 w 7467600"/>
              <a:gd name="connsiteY771" fmla="*/ 898971 h 6858000"/>
              <a:gd name="connsiteX772" fmla="*/ 3276511 w 7467600"/>
              <a:gd name="connsiteY772" fmla="*/ 786423 h 6858000"/>
              <a:gd name="connsiteX773" fmla="*/ 3584154 w 7467600"/>
              <a:gd name="connsiteY773" fmla="*/ 448218 h 6858000"/>
              <a:gd name="connsiteX774" fmla="*/ 3624562 w 7467600"/>
              <a:gd name="connsiteY774" fmla="*/ 367041 h 6858000"/>
              <a:gd name="connsiteX775" fmla="*/ 3766672 w 7467600"/>
              <a:gd name="connsiteY775" fmla="*/ 359429 h 6858000"/>
              <a:gd name="connsiteX776" fmla="*/ 3996338 w 7467600"/>
              <a:gd name="connsiteY776" fmla="*/ 968237 h 6858000"/>
              <a:gd name="connsiteX777" fmla="*/ 3766672 w 7467600"/>
              <a:gd name="connsiteY777" fmla="*/ 359429 h 6858000"/>
              <a:gd name="connsiteX778" fmla="*/ 5805386 w 7467600"/>
              <a:gd name="connsiteY778" fmla="*/ 239240 h 6858000"/>
              <a:gd name="connsiteX779" fmla="*/ 5736947 w 7467600"/>
              <a:gd name="connsiteY779" fmla="*/ 261367 h 6858000"/>
              <a:gd name="connsiteX780" fmla="*/ 5427012 w 7467600"/>
              <a:gd name="connsiteY780" fmla="*/ 311272 h 6858000"/>
              <a:gd name="connsiteX781" fmla="*/ 5147818 w 7467600"/>
              <a:gd name="connsiteY781" fmla="*/ 322112 h 6858000"/>
              <a:gd name="connsiteX782" fmla="*/ 5060854 w 7467600"/>
              <a:gd name="connsiteY782" fmla="*/ 311882 h 6858000"/>
              <a:gd name="connsiteX783" fmla="*/ 4945989 w 7467600"/>
              <a:gd name="connsiteY783" fmla="*/ 300516 h 6858000"/>
              <a:gd name="connsiteX784" fmla="*/ 5410479 w 7467600"/>
              <a:gd name="connsiteY784" fmla="*/ 348434 h 6858000"/>
              <a:gd name="connsiteX785" fmla="*/ 5805386 w 7467600"/>
              <a:gd name="connsiteY785" fmla="*/ 239240 h 6858000"/>
              <a:gd name="connsiteX786" fmla="*/ 5905192 w 7467600"/>
              <a:gd name="connsiteY786" fmla="*/ 163079 h 6858000"/>
              <a:gd name="connsiteX787" fmla="*/ 5865655 w 7467600"/>
              <a:gd name="connsiteY787" fmla="*/ 171901 h 6858000"/>
              <a:gd name="connsiteX788" fmla="*/ 5259740 w 7467600"/>
              <a:gd name="connsiteY788" fmla="*/ 257013 h 6858000"/>
              <a:gd name="connsiteX789" fmla="*/ 5208466 w 7467600"/>
              <a:gd name="connsiteY789" fmla="*/ 257550 h 6858000"/>
              <a:gd name="connsiteX790" fmla="*/ 4980204 w 7467600"/>
              <a:gd name="connsiteY790" fmla="*/ 271903 h 6858000"/>
              <a:gd name="connsiteX791" fmla="*/ 5068068 w 7467600"/>
              <a:gd name="connsiteY791" fmla="*/ 282244 h 6858000"/>
              <a:gd name="connsiteX792" fmla="*/ 5153231 w 7467600"/>
              <a:gd name="connsiteY792" fmla="*/ 292240 h 6858000"/>
              <a:gd name="connsiteX793" fmla="*/ 5426491 w 7467600"/>
              <a:gd name="connsiteY793" fmla="*/ 281128 h 6858000"/>
              <a:gd name="connsiteX794" fmla="*/ 5731212 w 7467600"/>
              <a:gd name="connsiteY794" fmla="*/ 231951 h 6858000"/>
              <a:gd name="connsiteX795" fmla="*/ 5905192 w 7467600"/>
              <a:gd name="connsiteY795" fmla="*/ 163079 h 6858000"/>
              <a:gd name="connsiteX796" fmla="*/ 5944437 w 7467600"/>
              <a:gd name="connsiteY796" fmla="*/ 113829 h 6858000"/>
              <a:gd name="connsiteX797" fmla="*/ 5825032 w 7467600"/>
              <a:gd name="connsiteY797" fmla="*/ 146405 h 6858000"/>
              <a:gd name="connsiteX798" fmla="*/ 4955599 w 7467600"/>
              <a:gd name="connsiteY798" fmla="*/ 247008 h 6858000"/>
              <a:gd name="connsiteX799" fmla="*/ 5210104 w 7467600"/>
              <a:gd name="connsiteY799" fmla="*/ 228123 h 6858000"/>
              <a:gd name="connsiteX800" fmla="*/ 5261015 w 7467600"/>
              <a:gd name="connsiteY800" fmla="*/ 227087 h 6858000"/>
              <a:gd name="connsiteX801" fmla="*/ 5861181 w 7467600"/>
              <a:gd name="connsiteY801" fmla="*/ 143093 h 6858000"/>
              <a:gd name="connsiteX802" fmla="*/ 5961252 w 7467600"/>
              <a:gd name="connsiteY802" fmla="*/ 114820 h 6858000"/>
              <a:gd name="connsiteX803" fmla="*/ 5944437 w 7467600"/>
              <a:gd name="connsiteY803" fmla="*/ 113829 h 6858000"/>
              <a:gd name="connsiteX804" fmla="*/ 3882765 w 7467600"/>
              <a:gd name="connsiteY804" fmla="*/ 0 h 6858000"/>
              <a:gd name="connsiteX805" fmla="*/ 3995099 w 7467600"/>
              <a:gd name="connsiteY805" fmla="*/ 0 h 6858000"/>
              <a:gd name="connsiteX806" fmla="*/ 4163818 w 7467600"/>
              <a:gd name="connsiteY806" fmla="*/ 234104 h 6858000"/>
              <a:gd name="connsiteX807" fmla="*/ 4172099 w 7467600"/>
              <a:gd name="connsiteY807" fmla="*/ 234207 h 6858000"/>
              <a:gd name="connsiteX808" fmla="*/ 4784282 w 7467600"/>
              <a:gd name="connsiteY808" fmla="*/ 276561 h 6858000"/>
              <a:gd name="connsiteX809" fmla="*/ 4801687 w 7467600"/>
              <a:gd name="connsiteY809" fmla="*/ 267764 h 6858000"/>
              <a:gd name="connsiteX810" fmla="*/ 6082788 w 7467600"/>
              <a:gd name="connsiteY810" fmla="*/ 64119 h 6858000"/>
              <a:gd name="connsiteX811" fmla="*/ 6099442 w 7467600"/>
              <a:gd name="connsiteY811" fmla="*/ 82568 h 6858000"/>
              <a:gd name="connsiteX812" fmla="*/ 4804137 w 7467600"/>
              <a:gd name="connsiteY812" fmla="*/ 320931 h 6858000"/>
              <a:gd name="connsiteX813" fmla="*/ 4227047 w 7467600"/>
              <a:gd name="connsiteY813" fmla="*/ 313415 h 6858000"/>
              <a:gd name="connsiteX814" fmla="*/ 4346041 w 7467600"/>
              <a:gd name="connsiteY814" fmla="*/ 456086 h 6858000"/>
              <a:gd name="connsiteX815" fmla="*/ 4870967 w 7467600"/>
              <a:gd name="connsiteY815" fmla="*/ 963061 h 6858000"/>
              <a:gd name="connsiteX816" fmla="*/ 4889647 w 7467600"/>
              <a:gd name="connsiteY816" fmla="*/ 957147 h 6858000"/>
              <a:gd name="connsiteX817" fmla="*/ 5422504 w 7467600"/>
              <a:gd name="connsiteY817" fmla="*/ 805191 h 6858000"/>
              <a:gd name="connsiteX818" fmla="*/ 6087656 w 7467600"/>
              <a:gd name="connsiteY818" fmla="*/ 826703 h 6858000"/>
              <a:gd name="connsiteX819" fmla="*/ 6058717 w 7467600"/>
              <a:gd name="connsiteY819" fmla="*/ 865992 h 6858000"/>
              <a:gd name="connsiteX820" fmla="*/ 4974153 w 7467600"/>
              <a:gd name="connsiteY820" fmla="*/ 1045456 h 6858000"/>
              <a:gd name="connsiteX821" fmla="*/ 5627835 w 7467600"/>
              <a:gd name="connsiteY821" fmla="*/ 1472077 h 6858000"/>
              <a:gd name="connsiteX822" fmla="*/ 5629817 w 7467600"/>
              <a:gd name="connsiteY822" fmla="*/ 1471412 h 6858000"/>
              <a:gd name="connsiteX823" fmla="*/ 5634124 w 7467600"/>
              <a:gd name="connsiteY823" fmla="*/ 1470572 h 6858000"/>
              <a:gd name="connsiteX824" fmla="*/ 5755832 w 7467600"/>
              <a:gd name="connsiteY824" fmla="*/ 1383886 h 6858000"/>
              <a:gd name="connsiteX825" fmla="*/ 6014186 w 7467600"/>
              <a:gd name="connsiteY825" fmla="*/ 1279799 h 6858000"/>
              <a:gd name="connsiteX826" fmla="*/ 6901619 w 7467600"/>
              <a:gd name="connsiteY826" fmla="*/ 1047874 h 6858000"/>
              <a:gd name="connsiteX827" fmla="*/ 6931566 w 7467600"/>
              <a:gd name="connsiteY827" fmla="*/ 1062034 h 6858000"/>
              <a:gd name="connsiteX828" fmla="*/ 5790982 w 7467600"/>
              <a:gd name="connsiteY828" fmla="*/ 1561380 h 6858000"/>
              <a:gd name="connsiteX829" fmla="*/ 6188971 w 7467600"/>
              <a:gd name="connsiteY829" fmla="*/ 1755168 h 6858000"/>
              <a:gd name="connsiteX830" fmla="*/ 6202446 w 7467600"/>
              <a:gd name="connsiteY830" fmla="*/ 1752268 h 6858000"/>
              <a:gd name="connsiteX831" fmla="*/ 7179560 w 7467600"/>
              <a:gd name="connsiteY831" fmla="*/ 1467551 h 6858000"/>
              <a:gd name="connsiteX832" fmla="*/ 7158730 w 7467600"/>
              <a:gd name="connsiteY832" fmla="*/ 1507835 h 6858000"/>
              <a:gd name="connsiteX833" fmla="*/ 6326959 w 7467600"/>
              <a:gd name="connsiteY833" fmla="*/ 1817686 h 6858000"/>
              <a:gd name="connsiteX834" fmla="*/ 6537433 w 7467600"/>
              <a:gd name="connsiteY834" fmla="*/ 1907790 h 6858000"/>
              <a:gd name="connsiteX835" fmla="*/ 6550221 w 7467600"/>
              <a:gd name="connsiteY835" fmla="*/ 1910729 h 6858000"/>
              <a:gd name="connsiteX836" fmla="*/ 6964438 w 7467600"/>
              <a:gd name="connsiteY836" fmla="*/ 2209505 h 6858000"/>
              <a:gd name="connsiteX837" fmla="*/ 7367862 w 7467600"/>
              <a:gd name="connsiteY837" fmla="*/ 2806833 h 6858000"/>
              <a:gd name="connsiteX838" fmla="*/ 7364329 w 7467600"/>
              <a:gd name="connsiteY838" fmla="*/ 2826907 h 6858000"/>
              <a:gd name="connsiteX839" fmla="*/ 7290545 w 7467600"/>
              <a:gd name="connsiteY839" fmla="*/ 2850663 h 6858000"/>
              <a:gd name="connsiteX840" fmla="*/ 6472036 w 7467600"/>
              <a:gd name="connsiteY840" fmla="*/ 1959003 h 6858000"/>
              <a:gd name="connsiteX841" fmla="*/ 5792897 w 7467600"/>
              <a:gd name="connsiteY841" fmla="*/ 1647747 h 6858000"/>
              <a:gd name="connsiteX842" fmla="*/ 5842751 w 7467600"/>
              <a:gd name="connsiteY842" fmla="*/ 1816112 h 6858000"/>
              <a:gd name="connsiteX843" fmla="*/ 5847424 w 7467600"/>
              <a:gd name="connsiteY843" fmla="*/ 1815776 h 6858000"/>
              <a:gd name="connsiteX844" fmla="*/ 6399821 w 7467600"/>
              <a:gd name="connsiteY844" fmla="*/ 2344799 h 6858000"/>
              <a:gd name="connsiteX845" fmla="*/ 6323232 w 7467600"/>
              <a:gd name="connsiteY845" fmla="*/ 2389634 h 6858000"/>
              <a:gd name="connsiteX846" fmla="*/ 5942958 w 7467600"/>
              <a:gd name="connsiteY846" fmla="*/ 2077708 h 6858000"/>
              <a:gd name="connsiteX847" fmla="*/ 5921559 w 7467600"/>
              <a:gd name="connsiteY847" fmla="*/ 2378596 h 6858000"/>
              <a:gd name="connsiteX848" fmla="*/ 5817651 w 7467600"/>
              <a:gd name="connsiteY848" fmla="*/ 3023919 h 6858000"/>
              <a:gd name="connsiteX849" fmla="*/ 5729634 w 7467600"/>
              <a:gd name="connsiteY849" fmla="*/ 3051849 h 6858000"/>
              <a:gd name="connsiteX850" fmla="*/ 5611018 w 7467600"/>
              <a:gd name="connsiteY850" fmla="*/ 2316769 h 6858000"/>
              <a:gd name="connsiteX851" fmla="*/ 5687608 w 7467600"/>
              <a:gd name="connsiteY851" fmla="*/ 2039972 h 6858000"/>
              <a:gd name="connsiteX852" fmla="*/ 5657554 w 7467600"/>
              <a:gd name="connsiteY852" fmla="*/ 1576445 h 6858000"/>
              <a:gd name="connsiteX853" fmla="*/ 5150475 w 7467600"/>
              <a:gd name="connsiteY853" fmla="*/ 1274012 h 6858000"/>
              <a:gd name="connsiteX854" fmla="*/ 5349142 w 7467600"/>
              <a:gd name="connsiteY854" fmla="*/ 2204405 h 6858000"/>
              <a:gd name="connsiteX855" fmla="*/ 5262214 w 7467600"/>
              <a:gd name="connsiteY855" fmla="*/ 2233836 h 6858000"/>
              <a:gd name="connsiteX856" fmla="*/ 4981539 w 7467600"/>
              <a:gd name="connsiteY856" fmla="*/ 1542201 h 6858000"/>
              <a:gd name="connsiteX857" fmla="*/ 4958461 w 7467600"/>
              <a:gd name="connsiteY857" fmla="*/ 1136957 h 6858000"/>
              <a:gd name="connsiteX858" fmla="*/ 4655015 w 7467600"/>
              <a:gd name="connsiteY858" fmla="*/ 891426 h 6858000"/>
              <a:gd name="connsiteX859" fmla="*/ 4348002 w 7467600"/>
              <a:gd name="connsiteY859" fmla="*/ 2205895 h 6858000"/>
              <a:gd name="connsiteX860" fmla="*/ 4262250 w 7467600"/>
              <a:gd name="connsiteY860" fmla="*/ 2219972 h 6858000"/>
              <a:gd name="connsiteX861" fmla="*/ 4550611 w 7467600"/>
              <a:gd name="connsiteY861" fmla="*/ 817540 h 6858000"/>
              <a:gd name="connsiteX862" fmla="*/ 4564418 w 7467600"/>
              <a:gd name="connsiteY862" fmla="*/ 808293 h 6858000"/>
              <a:gd name="connsiteX863" fmla="*/ 4266388 w 7467600"/>
              <a:gd name="connsiteY863" fmla="*/ 500083 h 6858000"/>
              <a:gd name="connsiteX864" fmla="*/ 4032842 w 7467600"/>
              <a:gd name="connsiteY864" fmla="*/ 211809 h 6858000"/>
              <a:gd name="connsiteX865" fmla="*/ 3882765 w 7467600"/>
              <a:gd name="connsiteY865" fmla="*/ 0 h 6858000"/>
              <a:gd name="connsiteX866" fmla="*/ 3721337 w 7467600"/>
              <a:gd name="connsiteY866" fmla="*/ 0 h 6858000"/>
              <a:gd name="connsiteX867" fmla="*/ 3797544 w 7467600"/>
              <a:gd name="connsiteY867" fmla="*/ 0 h 6858000"/>
              <a:gd name="connsiteX868" fmla="*/ 3775734 w 7467600"/>
              <a:gd name="connsiteY868" fmla="*/ 95131 h 6858000"/>
              <a:gd name="connsiteX869" fmla="*/ 3724807 w 7467600"/>
              <a:gd name="connsiteY869" fmla="*/ 272257 h 6858000"/>
              <a:gd name="connsiteX870" fmla="*/ 3726844 w 7467600"/>
              <a:gd name="connsiteY870" fmla="*/ 282988 h 6858000"/>
              <a:gd name="connsiteX871" fmla="*/ 3742664 w 7467600"/>
              <a:gd name="connsiteY871" fmla="*/ 279918 h 6858000"/>
              <a:gd name="connsiteX872" fmla="*/ 4103910 w 7467600"/>
              <a:gd name="connsiteY872" fmla="*/ 1161917 h 6858000"/>
              <a:gd name="connsiteX873" fmla="*/ 4020269 w 7467600"/>
              <a:gd name="connsiteY873" fmla="*/ 1200406 h 6858000"/>
              <a:gd name="connsiteX874" fmla="*/ 3674882 w 7467600"/>
              <a:gd name="connsiteY874" fmla="*/ 488524 h 6858000"/>
              <a:gd name="connsiteX875" fmla="*/ 3132682 w 7467600"/>
              <a:gd name="connsiteY875" fmla="*/ 1072284 h 6858000"/>
              <a:gd name="connsiteX876" fmla="*/ 2716346 w 7467600"/>
              <a:gd name="connsiteY876" fmla="*/ 1276376 h 6858000"/>
              <a:gd name="connsiteX877" fmla="*/ 2716772 w 7467600"/>
              <a:gd name="connsiteY877" fmla="*/ 1255462 h 6858000"/>
              <a:gd name="connsiteX878" fmla="*/ 3471096 w 7467600"/>
              <a:gd name="connsiteY878" fmla="*/ 437072 h 6858000"/>
              <a:gd name="connsiteX879" fmla="*/ 3639057 w 7467600"/>
              <a:gd name="connsiteY879" fmla="*/ 286334 h 6858000"/>
              <a:gd name="connsiteX880" fmla="*/ 3640309 w 7467600"/>
              <a:gd name="connsiteY880" fmla="*/ 284664 h 6858000"/>
              <a:gd name="connsiteX881" fmla="*/ 3646022 w 7467600"/>
              <a:gd name="connsiteY881" fmla="*/ 276711 h 6858000"/>
              <a:gd name="connsiteX882" fmla="*/ 3707943 w 7467600"/>
              <a:gd name="connsiteY882" fmla="*/ 65958 h 6858000"/>
              <a:gd name="connsiteX883" fmla="*/ 3721337 w 7467600"/>
              <a:gd name="connsiteY883" fmla="*/ 0 h 6858000"/>
              <a:gd name="connsiteX884" fmla="*/ 2867960 w 7467600"/>
              <a:gd name="connsiteY884" fmla="*/ 0 h 6858000"/>
              <a:gd name="connsiteX885" fmla="*/ 2926351 w 7467600"/>
              <a:gd name="connsiteY885" fmla="*/ 0 h 6858000"/>
              <a:gd name="connsiteX886" fmla="*/ 2902823 w 7467600"/>
              <a:gd name="connsiteY886" fmla="*/ 262929 h 6858000"/>
              <a:gd name="connsiteX887" fmla="*/ 2940663 w 7467600"/>
              <a:gd name="connsiteY887" fmla="*/ 140884 h 6858000"/>
              <a:gd name="connsiteX888" fmla="*/ 2947039 w 7467600"/>
              <a:gd name="connsiteY888" fmla="*/ 122524 h 6858000"/>
              <a:gd name="connsiteX889" fmla="*/ 2984316 w 7467600"/>
              <a:gd name="connsiteY889" fmla="*/ 0 h 6858000"/>
              <a:gd name="connsiteX890" fmla="*/ 3016114 w 7467600"/>
              <a:gd name="connsiteY890" fmla="*/ 0 h 6858000"/>
              <a:gd name="connsiteX891" fmla="*/ 2979949 w 7467600"/>
              <a:gd name="connsiteY891" fmla="*/ 119274 h 6858000"/>
              <a:gd name="connsiteX892" fmla="*/ 3023879 w 7467600"/>
              <a:gd name="connsiteY892" fmla="*/ 0 h 6858000"/>
              <a:gd name="connsiteX893" fmla="*/ 3105400 w 7467600"/>
              <a:gd name="connsiteY893" fmla="*/ 0 h 6858000"/>
              <a:gd name="connsiteX894" fmla="*/ 3094669 w 7467600"/>
              <a:gd name="connsiteY894" fmla="*/ 30308 h 6858000"/>
              <a:gd name="connsiteX895" fmla="*/ 2901945 w 7467600"/>
              <a:gd name="connsiteY895" fmla="*/ 466538 h 6858000"/>
              <a:gd name="connsiteX896" fmla="*/ 2815209 w 7467600"/>
              <a:gd name="connsiteY896" fmla="*/ 497361 h 6858000"/>
              <a:gd name="connsiteX897" fmla="*/ 2844845 w 7467600"/>
              <a:gd name="connsiteY897" fmla="*/ 127638 h 6858000"/>
              <a:gd name="connsiteX898" fmla="*/ 2867960 w 7467600"/>
              <a:gd name="connsiteY898" fmla="*/ 0 h 6858000"/>
              <a:gd name="connsiteX899" fmla="*/ 1057230 w 7467600"/>
              <a:gd name="connsiteY899" fmla="*/ 0 h 6858000"/>
              <a:gd name="connsiteX900" fmla="*/ 1111003 w 7467600"/>
              <a:gd name="connsiteY900" fmla="*/ 0 h 6858000"/>
              <a:gd name="connsiteX901" fmla="*/ 1125553 w 7467600"/>
              <a:gd name="connsiteY901" fmla="*/ 52588 h 6858000"/>
              <a:gd name="connsiteX902" fmla="*/ 1304276 w 7467600"/>
              <a:gd name="connsiteY902" fmla="*/ 476275 h 6858000"/>
              <a:gd name="connsiteX903" fmla="*/ 1492066 w 7467600"/>
              <a:gd name="connsiteY903" fmla="*/ 886333 h 6858000"/>
              <a:gd name="connsiteX904" fmla="*/ 1423698 w 7467600"/>
              <a:gd name="connsiteY904" fmla="*/ 710817 h 6858000"/>
              <a:gd name="connsiteX905" fmla="*/ 1357609 w 7467600"/>
              <a:gd name="connsiteY905" fmla="*/ 532892 h 6858000"/>
              <a:gd name="connsiteX906" fmla="*/ 1309550 w 7467600"/>
              <a:gd name="connsiteY906" fmla="*/ 374031 h 6858000"/>
              <a:gd name="connsiteX907" fmla="*/ 1193673 w 7467600"/>
              <a:gd name="connsiteY907" fmla="*/ 49533 h 6858000"/>
              <a:gd name="connsiteX908" fmla="*/ 1164391 w 7467600"/>
              <a:gd name="connsiteY908" fmla="*/ 0 h 6858000"/>
              <a:gd name="connsiteX909" fmla="*/ 1200666 w 7467600"/>
              <a:gd name="connsiteY909" fmla="*/ 0 h 6858000"/>
              <a:gd name="connsiteX910" fmla="*/ 1223408 w 7467600"/>
              <a:gd name="connsiteY910" fmla="*/ 38996 h 6858000"/>
              <a:gd name="connsiteX911" fmla="*/ 1339635 w 7467600"/>
              <a:gd name="connsiteY911" fmla="*/ 365517 h 6858000"/>
              <a:gd name="connsiteX912" fmla="*/ 1387469 w 7467600"/>
              <a:gd name="connsiteY912" fmla="*/ 523079 h 6858000"/>
              <a:gd name="connsiteX913" fmla="*/ 1452685 w 7467600"/>
              <a:gd name="connsiteY913" fmla="*/ 699806 h 6858000"/>
              <a:gd name="connsiteX914" fmla="*/ 1492092 w 7467600"/>
              <a:gd name="connsiteY914" fmla="*/ 800424 h 6858000"/>
              <a:gd name="connsiteX915" fmla="*/ 1455302 w 7467600"/>
              <a:gd name="connsiteY915" fmla="*/ 632913 h 6858000"/>
              <a:gd name="connsiteX916" fmla="*/ 1222336 w 7467600"/>
              <a:gd name="connsiteY916" fmla="*/ 9480 h 6858000"/>
              <a:gd name="connsiteX917" fmla="*/ 1214634 w 7467600"/>
              <a:gd name="connsiteY917" fmla="*/ 0 h 6858000"/>
              <a:gd name="connsiteX918" fmla="*/ 1289827 w 7467600"/>
              <a:gd name="connsiteY918" fmla="*/ 0 h 6858000"/>
              <a:gd name="connsiteX919" fmla="*/ 1321076 w 7467600"/>
              <a:gd name="connsiteY919" fmla="*/ 59722 h 6858000"/>
              <a:gd name="connsiteX920" fmla="*/ 1512579 w 7467600"/>
              <a:gd name="connsiteY920" fmla="*/ 626441 h 6858000"/>
              <a:gd name="connsiteX921" fmla="*/ 1506076 w 7467600"/>
              <a:gd name="connsiteY921" fmla="*/ 1089289 h 6858000"/>
              <a:gd name="connsiteX922" fmla="*/ 1486346 w 7467600"/>
              <a:gd name="connsiteY922" fmla="*/ 1079919 h 6858000"/>
              <a:gd name="connsiteX923" fmla="*/ 1070511 w 7467600"/>
              <a:gd name="connsiteY923" fmla="*/ 48609 h 6858000"/>
              <a:gd name="connsiteX924" fmla="*/ 1057230 w 7467600"/>
              <a:gd name="connsiteY924" fmla="*/ 0 h 6858000"/>
              <a:gd name="connsiteX925" fmla="*/ 43151 w 7467600"/>
              <a:gd name="connsiteY925" fmla="*/ 0 h 6858000"/>
              <a:gd name="connsiteX926" fmla="*/ 95283 w 7467600"/>
              <a:gd name="connsiteY926" fmla="*/ 0 h 6858000"/>
              <a:gd name="connsiteX927" fmla="*/ 300708 w 7467600"/>
              <a:gd name="connsiteY927" fmla="*/ 154571 h 6858000"/>
              <a:gd name="connsiteX928" fmla="*/ 530414 w 7467600"/>
              <a:gd name="connsiteY928" fmla="*/ 354673 h 6858000"/>
              <a:gd name="connsiteX929" fmla="*/ 333785 w 7467600"/>
              <a:gd name="connsiteY929" fmla="*/ 161564 h 6858000"/>
              <a:gd name="connsiteX930" fmla="*/ 147005 w 7467600"/>
              <a:gd name="connsiteY930" fmla="*/ 0 h 6858000"/>
              <a:gd name="connsiteX931" fmla="*/ 272509 w 7467600"/>
              <a:gd name="connsiteY931" fmla="*/ 0 h 6858000"/>
              <a:gd name="connsiteX932" fmla="*/ 326276 w 7467600"/>
              <a:gd name="connsiteY932" fmla="*/ 45847 h 6858000"/>
              <a:gd name="connsiteX933" fmla="*/ 823759 w 7467600"/>
              <a:gd name="connsiteY933" fmla="*/ 574145 h 6858000"/>
              <a:gd name="connsiteX934" fmla="*/ 811254 w 7467600"/>
              <a:gd name="connsiteY934" fmla="*/ 665546 h 6858000"/>
              <a:gd name="connsiteX935" fmla="*/ 154042 w 7467600"/>
              <a:gd name="connsiteY935" fmla="*/ 261522 h 6858000"/>
              <a:gd name="connsiteX936" fmla="*/ 13550 w 7467600"/>
              <a:gd name="connsiteY936" fmla="*/ 158423 h 6858000"/>
              <a:gd name="connsiteX937" fmla="*/ 0 w 7467600"/>
              <a:gd name="connsiteY937" fmla="*/ 146618 h 6858000"/>
              <a:gd name="connsiteX938" fmla="*/ 0 w 7467600"/>
              <a:gd name="connsiteY938" fmla="*/ 59161 h 6858000"/>
              <a:gd name="connsiteX939" fmla="*/ 45427 w 7467600"/>
              <a:gd name="connsiteY939" fmla="*/ 101078 h 6858000"/>
              <a:gd name="connsiteX940" fmla="*/ 630103 w 7467600"/>
              <a:gd name="connsiteY940" fmla="*/ 485885 h 6858000"/>
              <a:gd name="connsiteX941" fmla="*/ 532040 w 7467600"/>
              <a:gd name="connsiteY941" fmla="*/ 399359 h 6858000"/>
              <a:gd name="connsiteX942" fmla="*/ 517618 w 7467600"/>
              <a:gd name="connsiteY942" fmla="*/ 385726 h 6858000"/>
              <a:gd name="connsiteX943" fmla="*/ 285074 w 7467600"/>
              <a:gd name="connsiteY943" fmla="*/ 182755 h 6858000"/>
              <a:gd name="connsiteX944" fmla="*/ 43151 w 7467600"/>
              <a:gd name="connsiteY94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289862 w 7467600"/>
              <a:gd name="connsiteY11" fmla="*/ 6659827 h 6858000"/>
              <a:gd name="connsiteX12" fmla="*/ 1019354 w 7467600"/>
              <a:gd name="connsiteY12" fmla="*/ 6315006 h 6858000"/>
              <a:gd name="connsiteX13" fmla="*/ 441046 w 7467600"/>
              <a:gd name="connsiteY13" fmla="*/ 6691153 h 6858000"/>
              <a:gd name="connsiteX14" fmla="*/ 1019354 w 7467600"/>
              <a:gd name="connsiteY14" fmla="*/ 6315006 h 6858000"/>
              <a:gd name="connsiteX15" fmla="*/ 991680 w 7467600"/>
              <a:gd name="connsiteY15" fmla="*/ 6298413 h 6858000"/>
              <a:gd name="connsiteX16" fmla="*/ 409060 w 7467600"/>
              <a:gd name="connsiteY16" fmla="*/ 6671470 h 6858000"/>
              <a:gd name="connsiteX17" fmla="*/ 991680 w 7467600"/>
              <a:gd name="connsiteY17" fmla="*/ 6298413 h 6858000"/>
              <a:gd name="connsiteX18" fmla="*/ 103333 w 7467600"/>
              <a:gd name="connsiteY18" fmla="*/ 5699602 h 6858000"/>
              <a:gd name="connsiteX19" fmla="*/ 233938 w 7467600"/>
              <a:gd name="connsiteY19" fmla="*/ 5809416 h 6858000"/>
              <a:gd name="connsiteX20" fmla="*/ 883580 w 7467600"/>
              <a:gd name="connsiteY20" fmla="*/ 6180710 h 6858000"/>
              <a:gd name="connsiteX21" fmla="*/ 487337 w 7467600"/>
              <a:gd name="connsiteY21" fmla="*/ 5950182 h 6858000"/>
              <a:gd name="connsiteX22" fmla="*/ 354051 w 7467600"/>
              <a:gd name="connsiteY22" fmla="*/ 5854912 h 6858000"/>
              <a:gd name="connsiteX23" fmla="*/ 195436 w 7467600"/>
              <a:gd name="connsiteY23" fmla="*/ 5755068 h 6858000"/>
              <a:gd name="connsiteX24" fmla="*/ 103333 w 7467600"/>
              <a:gd name="connsiteY24" fmla="*/ 5699602 h 6858000"/>
              <a:gd name="connsiteX25" fmla="*/ 5539432 w 7467600"/>
              <a:gd name="connsiteY25" fmla="*/ 5642928 h 6858000"/>
              <a:gd name="connsiteX26" fmla="*/ 5555462 w 7467600"/>
              <a:gd name="connsiteY26" fmla="*/ 5694454 h 6858000"/>
              <a:gd name="connsiteX27" fmla="*/ 5828270 w 7467600"/>
              <a:gd name="connsiteY27" fmla="*/ 6320663 h 6858000"/>
              <a:gd name="connsiteX28" fmla="*/ 5947416 w 7467600"/>
              <a:gd name="connsiteY28" fmla="*/ 6574846 h 6858000"/>
              <a:gd name="connsiteX29" fmla="*/ 5539432 w 7467600"/>
              <a:gd name="connsiteY29" fmla="*/ 5642928 h 6858000"/>
              <a:gd name="connsiteX30" fmla="*/ 51253 w 7467600"/>
              <a:gd name="connsiteY30" fmla="*/ 5631825 h 6858000"/>
              <a:gd name="connsiteX31" fmla="*/ 211622 w 7467600"/>
              <a:gd name="connsiteY31" fmla="*/ 5728803 h 6858000"/>
              <a:gd name="connsiteX32" fmla="*/ 371652 w 7467600"/>
              <a:gd name="connsiteY32" fmla="*/ 5829062 h 6858000"/>
              <a:gd name="connsiteX33" fmla="*/ 505903 w 7467600"/>
              <a:gd name="connsiteY33" fmla="*/ 5925221 h 6858000"/>
              <a:gd name="connsiteX34" fmla="*/ 899240 w 7467600"/>
              <a:gd name="connsiteY34" fmla="*/ 6153068 h 6858000"/>
              <a:gd name="connsiteX35" fmla="*/ 988114 w 7467600"/>
              <a:gd name="connsiteY35" fmla="*/ 6174204 h 6858000"/>
              <a:gd name="connsiteX36" fmla="*/ 845971 w 7467600"/>
              <a:gd name="connsiteY36" fmla="*/ 6067177 h 6858000"/>
              <a:gd name="connsiteX37" fmla="*/ 448057 w 7467600"/>
              <a:gd name="connsiteY37" fmla="*/ 5841376 h 6858000"/>
              <a:gd name="connsiteX38" fmla="*/ 51253 w 7467600"/>
              <a:gd name="connsiteY38" fmla="*/ 5631825 h 6858000"/>
              <a:gd name="connsiteX39" fmla="*/ 2606687 w 7467600"/>
              <a:gd name="connsiteY39" fmla="*/ 5630718 h 6858000"/>
              <a:gd name="connsiteX40" fmla="*/ 2645658 w 7467600"/>
              <a:gd name="connsiteY40" fmla="*/ 6640259 h 6858000"/>
              <a:gd name="connsiteX41" fmla="*/ 2606687 w 7467600"/>
              <a:gd name="connsiteY41" fmla="*/ 5630718 h 6858000"/>
              <a:gd name="connsiteX42" fmla="*/ 3642057 w 7467600"/>
              <a:gd name="connsiteY42" fmla="*/ 5573487 h 6858000"/>
              <a:gd name="connsiteX43" fmla="*/ 3632981 w 7467600"/>
              <a:gd name="connsiteY43" fmla="*/ 5579437 h 6858000"/>
              <a:gd name="connsiteX44" fmla="*/ 3382436 w 7467600"/>
              <a:gd name="connsiteY44" fmla="*/ 5952726 h 6858000"/>
              <a:gd name="connsiteX45" fmla="*/ 3191929 w 7467600"/>
              <a:gd name="connsiteY45" fmla="*/ 6662669 h 6858000"/>
              <a:gd name="connsiteX46" fmla="*/ 3369898 w 7467600"/>
              <a:gd name="connsiteY46" fmla="*/ 6081771 h 6858000"/>
              <a:gd name="connsiteX47" fmla="*/ 3642057 w 7467600"/>
              <a:gd name="connsiteY47" fmla="*/ 5573487 h 6858000"/>
              <a:gd name="connsiteX48" fmla="*/ 2650666 w 7467600"/>
              <a:gd name="connsiteY48" fmla="*/ 5530686 h 6858000"/>
              <a:gd name="connsiteX49" fmla="*/ 2650249 w 7467600"/>
              <a:gd name="connsiteY49" fmla="*/ 5532101 h 6858000"/>
              <a:gd name="connsiteX50" fmla="*/ 2663808 w 7467600"/>
              <a:gd name="connsiteY50" fmla="*/ 6535215 h 6858000"/>
              <a:gd name="connsiteX51" fmla="*/ 2665418 w 7467600"/>
              <a:gd name="connsiteY51" fmla="*/ 6132756 h 6858000"/>
              <a:gd name="connsiteX52" fmla="*/ 2650666 w 7467600"/>
              <a:gd name="connsiteY52" fmla="*/ 5530686 h 6858000"/>
              <a:gd name="connsiteX53" fmla="*/ 2680277 w 7467600"/>
              <a:gd name="connsiteY53" fmla="*/ 5479204 h 6858000"/>
              <a:gd name="connsiteX54" fmla="*/ 2678972 w 7467600"/>
              <a:gd name="connsiteY54" fmla="*/ 5481582 h 6858000"/>
              <a:gd name="connsiteX55" fmla="*/ 2696666 w 7467600"/>
              <a:gd name="connsiteY55" fmla="*/ 6133836 h 6858000"/>
              <a:gd name="connsiteX56" fmla="*/ 2695769 w 7467600"/>
              <a:gd name="connsiteY56" fmla="*/ 6390955 h 6858000"/>
              <a:gd name="connsiteX57" fmla="*/ 2739893 w 7467600"/>
              <a:gd name="connsiteY57" fmla="*/ 6108357 h 6858000"/>
              <a:gd name="connsiteX58" fmla="*/ 2680277 w 7467600"/>
              <a:gd name="connsiteY58" fmla="*/ 5479204 h 6858000"/>
              <a:gd name="connsiteX59" fmla="*/ 1132195 w 7467600"/>
              <a:gd name="connsiteY59" fmla="*/ 5467980 h 6858000"/>
              <a:gd name="connsiteX60" fmla="*/ 1679056 w 7467600"/>
              <a:gd name="connsiteY60" fmla="*/ 5516907 h 6858000"/>
              <a:gd name="connsiteX61" fmla="*/ 2128648 w 7467600"/>
              <a:gd name="connsiteY61" fmla="*/ 5474249 h 6858000"/>
              <a:gd name="connsiteX62" fmla="*/ 1825619 w 7467600"/>
              <a:gd name="connsiteY62" fmla="*/ 5478447 h 6858000"/>
              <a:gd name="connsiteX63" fmla="*/ 1737798 w 7467600"/>
              <a:gd name="connsiteY63" fmla="*/ 5483353 h 6858000"/>
              <a:gd name="connsiteX64" fmla="*/ 1132195 w 7467600"/>
              <a:gd name="connsiteY64" fmla="*/ 5467980 h 6858000"/>
              <a:gd name="connsiteX65" fmla="*/ 1456157 w 7467600"/>
              <a:gd name="connsiteY65" fmla="*/ 5371404 h 6858000"/>
              <a:gd name="connsiteX66" fmla="*/ 1244432 w 7467600"/>
              <a:gd name="connsiteY66" fmla="*/ 5385601 h 6858000"/>
              <a:gd name="connsiteX67" fmla="*/ 973990 w 7467600"/>
              <a:gd name="connsiteY67" fmla="*/ 5424940 h 6858000"/>
              <a:gd name="connsiteX68" fmla="*/ 1103809 w 7467600"/>
              <a:gd name="connsiteY68" fmla="*/ 5433720 h 6858000"/>
              <a:gd name="connsiteX69" fmla="*/ 1123454 w 7467600"/>
              <a:gd name="connsiteY69" fmla="*/ 5435727 h 6858000"/>
              <a:gd name="connsiteX70" fmla="*/ 1737017 w 7467600"/>
              <a:gd name="connsiteY70" fmla="*/ 5452183 h 6858000"/>
              <a:gd name="connsiteX71" fmla="*/ 1824397 w 7467600"/>
              <a:gd name="connsiteY71" fmla="*/ 5447757 h 6858000"/>
              <a:gd name="connsiteX72" fmla="*/ 2070059 w 7467600"/>
              <a:gd name="connsiteY72" fmla="*/ 5441660 h 6858000"/>
              <a:gd name="connsiteX73" fmla="*/ 1456157 w 7467600"/>
              <a:gd name="connsiteY73" fmla="*/ 5371404 h 6858000"/>
              <a:gd name="connsiteX74" fmla="*/ 4988186 w 7467600"/>
              <a:gd name="connsiteY74" fmla="*/ 5216467 h 6858000"/>
              <a:gd name="connsiteX75" fmla="*/ 4777334 w 7467600"/>
              <a:gd name="connsiteY75" fmla="*/ 5406072 h 6858000"/>
              <a:gd name="connsiteX76" fmla="*/ 4718341 w 7467600"/>
              <a:gd name="connsiteY76" fmla="*/ 5468043 h 6858000"/>
              <a:gd name="connsiteX77" fmla="*/ 4604655 w 7467600"/>
              <a:gd name="connsiteY77" fmla="*/ 5583434 h 6858000"/>
              <a:gd name="connsiteX78" fmla="*/ 4565074 w 7467600"/>
              <a:gd name="connsiteY78" fmla="*/ 5618550 h 6858000"/>
              <a:gd name="connsiteX79" fmla="*/ 4988186 w 7467600"/>
              <a:gd name="connsiteY79" fmla="*/ 5216467 h 6858000"/>
              <a:gd name="connsiteX80" fmla="*/ 4978032 w 7467600"/>
              <a:gd name="connsiteY80" fmla="*/ 5183809 h 6858000"/>
              <a:gd name="connsiteX81" fmla="*/ 4463413 w 7467600"/>
              <a:gd name="connsiteY81" fmla="*/ 5615162 h 6858000"/>
              <a:gd name="connsiteX82" fmla="*/ 4358134 w 7467600"/>
              <a:gd name="connsiteY82" fmla="*/ 5742791 h 6858000"/>
              <a:gd name="connsiteX83" fmla="*/ 4376219 w 7467600"/>
              <a:gd name="connsiteY83" fmla="*/ 5729027 h 6858000"/>
              <a:gd name="connsiteX84" fmla="*/ 4582340 w 7467600"/>
              <a:gd name="connsiteY84" fmla="*/ 5561037 h 6858000"/>
              <a:gd name="connsiteX85" fmla="*/ 4694684 w 7467600"/>
              <a:gd name="connsiteY85" fmla="*/ 5447098 h 6858000"/>
              <a:gd name="connsiteX86" fmla="*/ 4754123 w 7467600"/>
              <a:gd name="connsiteY86" fmla="*/ 5384643 h 6858000"/>
              <a:gd name="connsiteX87" fmla="*/ 4978032 w 7467600"/>
              <a:gd name="connsiteY87" fmla="*/ 5183809 h 6858000"/>
              <a:gd name="connsiteX88" fmla="*/ 1903353 w 7467600"/>
              <a:gd name="connsiteY88" fmla="*/ 5044827 h 6858000"/>
              <a:gd name="connsiteX89" fmla="*/ 1936931 w 7467600"/>
              <a:gd name="connsiteY89" fmla="*/ 5093954 h 6858000"/>
              <a:gd name="connsiteX90" fmla="*/ 2195868 w 7467600"/>
              <a:gd name="connsiteY90" fmla="*/ 5396574 h 6858000"/>
              <a:gd name="connsiteX91" fmla="*/ 2088852 w 7467600"/>
              <a:gd name="connsiteY91" fmla="*/ 5166123 h 6858000"/>
              <a:gd name="connsiteX92" fmla="*/ 1958241 w 7467600"/>
              <a:gd name="connsiteY92" fmla="*/ 5067955 h 6858000"/>
              <a:gd name="connsiteX93" fmla="*/ 1903353 w 7467600"/>
              <a:gd name="connsiteY93" fmla="*/ 5044827 h 6858000"/>
              <a:gd name="connsiteX94" fmla="*/ 1979378 w 7467600"/>
              <a:gd name="connsiteY94" fmla="*/ 4769504 h 6858000"/>
              <a:gd name="connsiteX95" fmla="*/ 2882120 w 7467600"/>
              <a:gd name="connsiteY95" fmla="*/ 5064547 h 6858000"/>
              <a:gd name="connsiteX96" fmla="*/ 2793103 w 7467600"/>
              <a:gd name="connsiteY96" fmla="*/ 5039699 h 6858000"/>
              <a:gd name="connsiteX97" fmla="*/ 2770041 w 7467600"/>
              <a:gd name="connsiteY97" fmla="*/ 5033634 h 6858000"/>
              <a:gd name="connsiteX98" fmla="*/ 1979378 w 7467600"/>
              <a:gd name="connsiteY98" fmla="*/ 4769504 h 6858000"/>
              <a:gd name="connsiteX99" fmla="*/ 1927410 w 7467600"/>
              <a:gd name="connsiteY99" fmla="*/ 4716164 h 6858000"/>
              <a:gd name="connsiteX100" fmla="*/ 1959587 w 7467600"/>
              <a:gd name="connsiteY100" fmla="*/ 4728849 h 6858000"/>
              <a:gd name="connsiteX101" fmla="*/ 2777707 w 7467600"/>
              <a:gd name="connsiteY101" fmla="*/ 5003991 h 6858000"/>
              <a:gd name="connsiteX102" fmla="*/ 2800768 w 7467600"/>
              <a:gd name="connsiteY102" fmla="*/ 5010056 h 6858000"/>
              <a:gd name="connsiteX103" fmla="*/ 2879408 w 7467600"/>
              <a:gd name="connsiteY103" fmla="*/ 5031590 h 6858000"/>
              <a:gd name="connsiteX104" fmla="*/ 2862295 w 7467600"/>
              <a:gd name="connsiteY104" fmla="*/ 5022958 h 6858000"/>
              <a:gd name="connsiteX105" fmla="*/ 2813343 w 7467600"/>
              <a:gd name="connsiteY105" fmla="*/ 4998369 h 6858000"/>
              <a:gd name="connsiteX106" fmla="*/ 2646245 w 7467600"/>
              <a:gd name="connsiteY106" fmla="*/ 4930999 h 6858000"/>
              <a:gd name="connsiteX107" fmla="*/ 1999243 w 7467600"/>
              <a:gd name="connsiteY107" fmla="*/ 4730524 h 6858000"/>
              <a:gd name="connsiteX108" fmla="*/ 1979527 w 7467600"/>
              <a:gd name="connsiteY108" fmla="*/ 4726651 h 6858000"/>
              <a:gd name="connsiteX109" fmla="*/ 1927410 w 7467600"/>
              <a:gd name="connsiteY109" fmla="*/ 4716164 h 6858000"/>
              <a:gd name="connsiteX110" fmla="*/ 1997014 w 7467600"/>
              <a:gd name="connsiteY110" fmla="*/ 4698007 h 6858000"/>
              <a:gd name="connsiteX111" fmla="*/ 2005458 w 7467600"/>
              <a:gd name="connsiteY111" fmla="*/ 4699540 h 6858000"/>
              <a:gd name="connsiteX112" fmla="*/ 2657186 w 7467600"/>
              <a:gd name="connsiteY112" fmla="*/ 4901687 h 6858000"/>
              <a:gd name="connsiteX113" fmla="*/ 2826662 w 7467600"/>
              <a:gd name="connsiteY113" fmla="*/ 4970362 h 6858000"/>
              <a:gd name="connsiteX114" fmla="*/ 2876100 w 7467600"/>
              <a:gd name="connsiteY114" fmla="*/ 4995397 h 6858000"/>
              <a:gd name="connsiteX115" fmla="*/ 3042600 w 7467600"/>
              <a:gd name="connsiteY115" fmla="*/ 5059532 h 6858000"/>
              <a:gd name="connsiteX116" fmla="*/ 1997014 w 7467600"/>
              <a:gd name="connsiteY116" fmla="*/ 4698007 h 6858000"/>
              <a:gd name="connsiteX117" fmla="*/ 2305292 w 7467600"/>
              <a:gd name="connsiteY117" fmla="*/ 4219492 h 6858000"/>
              <a:gd name="connsiteX118" fmla="*/ 3360922 w 7467600"/>
              <a:gd name="connsiteY118" fmla="*/ 4529373 h 6858000"/>
              <a:gd name="connsiteX119" fmla="*/ 3492420 w 7467600"/>
              <a:gd name="connsiteY119" fmla="*/ 4510145 h 6858000"/>
              <a:gd name="connsiteX120" fmla="*/ 3364086 w 7467600"/>
              <a:gd name="connsiteY120" fmla="*/ 4480340 h 6858000"/>
              <a:gd name="connsiteX121" fmla="*/ 3225818 w 7467600"/>
              <a:gd name="connsiteY121" fmla="*/ 4411822 h 6858000"/>
              <a:gd name="connsiteX122" fmla="*/ 3129696 w 7467600"/>
              <a:gd name="connsiteY122" fmla="*/ 4360704 h 6858000"/>
              <a:gd name="connsiteX123" fmla="*/ 2814545 w 7467600"/>
              <a:gd name="connsiteY123" fmla="*/ 4282955 h 6858000"/>
              <a:gd name="connsiteX124" fmla="*/ 2305292 w 7467600"/>
              <a:gd name="connsiteY124" fmla="*/ 4219492 h 6858000"/>
              <a:gd name="connsiteX125" fmla="*/ 2626982 w 7467600"/>
              <a:gd name="connsiteY125" fmla="*/ 4206450 h 6858000"/>
              <a:gd name="connsiteX126" fmla="*/ 2490617 w 7467600"/>
              <a:gd name="connsiteY126" fmla="*/ 4206951 h 6858000"/>
              <a:gd name="connsiteX127" fmla="*/ 2819869 w 7467600"/>
              <a:gd name="connsiteY127" fmla="*/ 4252936 h 6858000"/>
              <a:gd name="connsiteX128" fmla="*/ 3143018 w 7467600"/>
              <a:gd name="connsiteY128" fmla="*/ 4332698 h 6858000"/>
              <a:gd name="connsiteX129" fmla="*/ 3241520 w 7467600"/>
              <a:gd name="connsiteY129" fmla="*/ 4385112 h 6858000"/>
              <a:gd name="connsiteX130" fmla="*/ 3374575 w 7467600"/>
              <a:gd name="connsiteY130" fmla="*/ 4451517 h 6858000"/>
              <a:gd name="connsiteX131" fmla="*/ 3505221 w 7467600"/>
              <a:gd name="connsiteY131" fmla="*/ 4480757 h 6858000"/>
              <a:gd name="connsiteX132" fmla="*/ 2626982 w 7467600"/>
              <a:gd name="connsiteY132" fmla="*/ 4206450 h 6858000"/>
              <a:gd name="connsiteX133" fmla="*/ 1310106 w 7467600"/>
              <a:gd name="connsiteY133" fmla="*/ 3943217 h 6858000"/>
              <a:gd name="connsiteX134" fmla="*/ 854994 w 7467600"/>
              <a:gd name="connsiteY134" fmla="*/ 4399136 h 6858000"/>
              <a:gd name="connsiteX135" fmla="*/ 742462 w 7467600"/>
              <a:gd name="connsiteY135" fmla="*/ 4594648 h 6858000"/>
              <a:gd name="connsiteX136" fmla="*/ 820602 w 7467600"/>
              <a:gd name="connsiteY136" fmla="*/ 4485915 h 6858000"/>
              <a:gd name="connsiteX137" fmla="*/ 878295 w 7467600"/>
              <a:gd name="connsiteY137" fmla="*/ 4403594 h 6858000"/>
              <a:gd name="connsiteX138" fmla="*/ 1240607 w 7467600"/>
              <a:gd name="connsiteY138" fmla="*/ 4010401 h 6858000"/>
              <a:gd name="connsiteX139" fmla="*/ 1310106 w 7467600"/>
              <a:gd name="connsiteY139" fmla="*/ 3943217 h 6858000"/>
              <a:gd name="connsiteX140" fmla="*/ 1423113 w 7467600"/>
              <a:gd name="connsiteY140" fmla="*/ 3874565 h 6858000"/>
              <a:gd name="connsiteX141" fmla="*/ 1260565 w 7467600"/>
              <a:gd name="connsiteY141" fmla="*/ 4031982 h 6858000"/>
              <a:gd name="connsiteX142" fmla="*/ 901900 w 7467600"/>
              <a:gd name="connsiteY142" fmla="*/ 4421236 h 6858000"/>
              <a:gd name="connsiteX143" fmla="*/ 845044 w 7467600"/>
              <a:gd name="connsiteY143" fmla="*/ 4502436 h 6858000"/>
              <a:gd name="connsiteX144" fmla="*/ 685926 w 7467600"/>
              <a:gd name="connsiteY144" fmla="*/ 4703069 h 6858000"/>
              <a:gd name="connsiteX145" fmla="*/ 684248 w 7467600"/>
              <a:gd name="connsiteY145" fmla="*/ 4706721 h 6858000"/>
              <a:gd name="connsiteX146" fmla="*/ 1423113 w 7467600"/>
              <a:gd name="connsiteY146" fmla="*/ 3874565 h 6858000"/>
              <a:gd name="connsiteX147" fmla="*/ 3316479 w 7467600"/>
              <a:gd name="connsiteY147" fmla="*/ 3872136 h 6858000"/>
              <a:gd name="connsiteX148" fmla="*/ 3546806 w 7467600"/>
              <a:gd name="connsiteY148" fmla="*/ 4356139 h 6858000"/>
              <a:gd name="connsiteX149" fmla="*/ 3364433 w 7467600"/>
              <a:gd name="connsiteY149" fmla="*/ 3953121 h 6858000"/>
              <a:gd name="connsiteX150" fmla="*/ 3316479 w 7467600"/>
              <a:gd name="connsiteY150" fmla="*/ 3872136 h 6858000"/>
              <a:gd name="connsiteX151" fmla="*/ 3291335 w 7467600"/>
              <a:gd name="connsiteY151" fmla="*/ 3767420 h 6858000"/>
              <a:gd name="connsiteX152" fmla="*/ 3390805 w 7467600"/>
              <a:gd name="connsiteY152" fmla="*/ 3937163 h 6858000"/>
              <a:gd name="connsiteX153" fmla="*/ 3579062 w 7467600"/>
              <a:gd name="connsiteY153" fmla="*/ 4359040 h 6858000"/>
              <a:gd name="connsiteX154" fmla="*/ 3467355 w 7467600"/>
              <a:gd name="connsiteY154" fmla="*/ 3988130 h 6858000"/>
              <a:gd name="connsiteX155" fmla="*/ 3310753 w 7467600"/>
              <a:gd name="connsiteY155" fmla="*/ 3787140 h 6858000"/>
              <a:gd name="connsiteX156" fmla="*/ 3291335 w 7467600"/>
              <a:gd name="connsiteY156" fmla="*/ 3767420 h 6858000"/>
              <a:gd name="connsiteX157" fmla="*/ 1635889 w 7467600"/>
              <a:gd name="connsiteY157" fmla="*/ 3709494 h 6858000"/>
              <a:gd name="connsiteX158" fmla="*/ 1634800 w 7467600"/>
              <a:gd name="connsiteY158" fmla="*/ 3731111 h 6858000"/>
              <a:gd name="connsiteX159" fmla="*/ 1635889 w 7467600"/>
              <a:gd name="connsiteY159" fmla="*/ 3709494 h 6858000"/>
              <a:gd name="connsiteX160" fmla="*/ 1510397 w 7467600"/>
              <a:gd name="connsiteY160" fmla="*/ 3684705 h 6858000"/>
              <a:gd name="connsiteX161" fmla="*/ 1146550 w 7467600"/>
              <a:gd name="connsiteY161" fmla="*/ 3802012 h 6858000"/>
              <a:gd name="connsiteX162" fmla="*/ 698834 w 7467600"/>
              <a:gd name="connsiteY162" fmla="*/ 3952272 h 6858000"/>
              <a:gd name="connsiteX163" fmla="*/ 34256 w 7467600"/>
              <a:gd name="connsiteY163" fmla="*/ 4347603 h 6858000"/>
              <a:gd name="connsiteX164" fmla="*/ 527241 w 7467600"/>
              <a:gd name="connsiteY164" fmla="*/ 4065078 h 6858000"/>
              <a:gd name="connsiteX165" fmla="*/ 1510397 w 7467600"/>
              <a:gd name="connsiteY165" fmla="*/ 3684705 h 6858000"/>
              <a:gd name="connsiteX166" fmla="*/ 1313114 w 7467600"/>
              <a:gd name="connsiteY166" fmla="*/ 3655216 h 6858000"/>
              <a:gd name="connsiteX167" fmla="*/ 1109304 w 7467600"/>
              <a:gd name="connsiteY167" fmla="*/ 3669030 h 6858000"/>
              <a:gd name="connsiteX168" fmla="*/ 8129 w 7467600"/>
              <a:gd name="connsiteY168" fmla="*/ 4330519 h 6858000"/>
              <a:gd name="connsiteX169" fmla="*/ 687572 w 7467600"/>
              <a:gd name="connsiteY169" fmla="*/ 3925629 h 6858000"/>
              <a:gd name="connsiteX170" fmla="*/ 1138365 w 7467600"/>
              <a:gd name="connsiteY170" fmla="*/ 3774515 h 6858000"/>
              <a:gd name="connsiteX171" fmla="*/ 1505579 w 7467600"/>
              <a:gd name="connsiteY171" fmla="*/ 3655526 h 6858000"/>
              <a:gd name="connsiteX172" fmla="*/ 1313114 w 7467600"/>
              <a:gd name="connsiteY172" fmla="*/ 3655216 h 6858000"/>
              <a:gd name="connsiteX173" fmla="*/ 3655073 w 7467600"/>
              <a:gd name="connsiteY173" fmla="*/ 3650884 h 6858000"/>
              <a:gd name="connsiteX174" fmla="*/ 3989938 w 7467600"/>
              <a:gd name="connsiteY174" fmla="*/ 3991685 h 6858000"/>
              <a:gd name="connsiteX175" fmla="*/ 4393907 w 7467600"/>
              <a:gd name="connsiteY175" fmla="*/ 4261258 h 6858000"/>
              <a:gd name="connsiteX176" fmla="*/ 4648051 w 7467600"/>
              <a:gd name="connsiteY176" fmla="*/ 4374051 h 6858000"/>
              <a:gd name="connsiteX177" fmla="*/ 4383389 w 7467600"/>
              <a:gd name="connsiteY177" fmla="*/ 4184369 h 6858000"/>
              <a:gd name="connsiteX178" fmla="*/ 4165508 w 7467600"/>
              <a:gd name="connsiteY178" fmla="*/ 4035196 h 6858000"/>
              <a:gd name="connsiteX179" fmla="*/ 4068162 w 7467600"/>
              <a:gd name="connsiteY179" fmla="*/ 3953394 h 6858000"/>
              <a:gd name="connsiteX180" fmla="*/ 3981416 w 7467600"/>
              <a:gd name="connsiteY180" fmla="*/ 3880482 h 6858000"/>
              <a:gd name="connsiteX181" fmla="*/ 3800147 w 7467600"/>
              <a:gd name="connsiteY181" fmla="*/ 3749872 h 6858000"/>
              <a:gd name="connsiteX182" fmla="*/ 3655073 w 7467600"/>
              <a:gd name="connsiteY182" fmla="*/ 3650884 h 6858000"/>
              <a:gd name="connsiteX183" fmla="*/ 3670252 w 7467600"/>
              <a:gd name="connsiteY183" fmla="*/ 3622798 h 6858000"/>
              <a:gd name="connsiteX184" fmla="*/ 3817258 w 7467600"/>
              <a:gd name="connsiteY184" fmla="*/ 3723577 h 6858000"/>
              <a:gd name="connsiteX185" fmla="*/ 4000461 w 7467600"/>
              <a:gd name="connsiteY185" fmla="*/ 3855966 h 6858000"/>
              <a:gd name="connsiteX186" fmla="*/ 4088180 w 7467600"/>
              <a:gd name="connsiteY186" fmla="*/ 3929774 h 6858000"/>
              <a:gd name="connsiteX187" fmla="*/ 4184555 w 7467600"/>
              <a:gd name="connsiteY187" fmla="*/ 4010683 h 6858000"/>
              <a:gd name="connsiteX188" fmla="*/ 4399563 w 7467600"/>
              <a:gd name="connsiteY188" fmla="*/ 4158106 h 6858000"/>
              <a:gd name="connsiteX189" fmla="*/ 4684469 w 7467600"/>
              <a:gd name="connsiteY189" fmla="*/ 4364680 h 6858000"/>
              <a:gd name="connsiteX190" fmla="*/ 4690271 w 7467600"/>
              <a:gd name="connsiteY190" fmla="*/ 4370034 h 6858000"/>
              <a:gd name="connsiteX191" fmla="*/ 4136093 w 7467600"/>
              <a:gd name="connsiteY191" fmla="*/ 3858466 h 6858000"/>
              <a:gd name="connsiteX192" fmla="*/ 3670252 w 7467600"/>
              <a:gd name="connsiteY192" fmla="*/ 3622798 h 6858000"/>
              <a:gd name="connsiteX193" fmla="*/ 4440129 w 7467600"/>
              <a:gd name="connsiteY193" fmla="*/ 3448571 h 6858000"/>
              <a:gd name="connsiteX194" fmla="*/ 4856525 w 7467600"/>
              <a:gd name="connsiteY194" fmla="*/ 3915351 h 6858000"/>
              <a:gd name="connsiteX195" fmla="*/ 5059055 w 7467600"/>
              <a:gd name="connsiteY195" fmla="*/ 4108918 h 6858000"/>
              <a:gd name="connsiteX196" fmla="*/ 5290070 w 7467600"/>
              <a:gd name="connsiteY196" fmla="*/ 4263619 h 6858000"/>
              <a:gd name="connsiteX197" fmla="*/ 4834991 w 7467600"/>
              <a:gd name="connsiteY197" fmla="*/ 3830985 h 6858000"/>
              <a:gd name="connsiteX198" fmla="*/ 4440129 w 7467600"/>
              <a:gd name="connsiteY198" fmla="*/ 3448571 h 6858000"/>
              <a:gd name="connsiteX199" fmla="*/ 4441737 w 7467600"/>
              <a:gd name="connsiteY199" fmla="*/ 3399734 h 6858000"/>
              <a:gd name="connsiteX200" fmla="*/ 4431236 w 7467600"/>
              <a:gd name="connsiteY200" fmla="*/ 3400954 h 6858000"/>
              <a:gd name="connsiteX201" fmla="*/ 4557150 w 7467600"/>
              <a:gd name="connsiteY201" fmla="*/ 3510023 h 6858000"/>
              <a:gd name="connsiteX202" fmla="*/ 4856936 w 7467600"/>
              <a:gd name="connsiteY202" fmla="*/ 3809146 h 6858000"/>
              <a:gd name="connsiteX203" fmla="*/ 5111996 w 7467600"/>
              <a:gd name="connsiteY203" fmla="*/ 4065759 h 6858000"/>
              <a:gd name="connsiteX204" fmla="*/ 5388878 w 7467600"/>
              <a:gd name="connsiteY204" fmla="*/ 4300185 h 6858000"/>
              <a:gd name="connsiteX205" fmla="*/ 5425556 w 7467600"/>
              <a:gd name="connsiteY205" fmla="*/ 4308967 h 6858000"/>
              <a:gd name="connsiteX206" fmla="*/ 4943646 w 7467600"/>
              <a:gd name="connsiteY206" fmla="*/ 3822916 h 6858000"/>
              <a:gd name="connsiteX207" fmla="*/ 4594837 w 7467600"/>
              <a:gd name="connsiteY207" fmla="*/ 3532274 h 6858000"/>
              <a:gd name="connsiteX208" fmla="*/ 4441737 w 7467600"/>
              <a:gd name="connsiteY208" fmla="*/ 3399734 h 6858000"/>
              <a:gd name="connsiteX209" fmla="*/ 5425834 w 7467600"/>
              <a:gd name="connsiteY209" fmla="*/ 3162785 h 6858000"/>
              <a:gd name="connsiteX210" fmla="*/ 5401644 w 7467600"/>
              <a:gd name="connsiteY210" fmla="*/ 3617847 h 6858000"/>
              <a:gd name="connsiteX211" fmla="*/ 5467256 w 7467600"/>
              <a:gd name="connsiteY211" fmla="*/ 4175494 h 6858000"/>
              <a:gd name="connsiteX212" fmla="*/ 5448069 w 7467600"/>
              <a:gd name="connsiteY212" fmla="*/ 3567554 h 6858000"/>
              <a:gd name="connsiteX213" fmla="*/ 5425834 w 7467600"/>
              <a:gd name="connsiteY213" fmla="*/ 3162785 h 6858000"/>
              <a:gd name="connsiteX214" fmla="*/ 1318687 w 7467600"/>
              <a:gd name="connsiteY214" fmla="*/ 3113840 h 6858000"/>
              <a:gd name="connsiteX215" fmla="*/ 1066793 w 7467600"/>
              <a:gd name="connsiteY215" fmla="*/ 3212171 h 6858000"/>
              <a:gd name="connsiteX216" fmla="*/ 993319 w 7467600"/>
              <a:gd name="connsiteY216" fmla="*/ 3247648 h 6858000"/>
              <a:gd name="connsiteX217" fmla="*/ 853081 w 7467600"/>
              <a:gd name="connsiteY217" fmla="*/ 3312410 h 6858000"/>
              <a:gd name="connsiteX218" fmla="*/ 805957 w 7467600"/>
              <a:gd name="connsiteY218" fmla="*/ 3330443 h 6858000"/>
              <a:gd name="connsiteX219" fmla="*/ 1318687 w 7467600"/>
              <a:gd name="connsiteY219" fmla="*/ 3113840 h 6858000"/>
              <a:gd name="connsiteX220" fmla="*/ 5453702 w 7467600"/>
              <a:gd name="connsiteY220" fmla="*/ 3090882 h 6858000"/>
              <a:gd name="connsiteX221" fmla="*/ 5480135 w 7467600"/>
              <a:gd name="connsiteY221" fmla="*/ 3565802 h 6858000"/>
              <a:gd name="connsiteX222" fmla="*/ 5499023 w 7467600"/>
              <a:gd name="connsiteY222" fmla="*/ 4166310 h 6858000"/>
              <a:gd name="connsiteX223" fmla="*/ 5547022 w 7467600"/>
              <a:gd name="connsiteY223" fmla="*/ 3607838 h 6858000"/>
              <a:gd name="connsiteX224" fmla="*/ 5515964 w 7467600"/>
              <a:gd name="connsiteY224" fmla="*/ 3378541 h 6858000"/>
              <a:gd name="connsiteX225" fmla="*/ 5453702 w 7467600"/>
              <a:gd name="connsiteY225" fmla="*/ 3090882 h 6858000"/>
              <a:gd name="connsiteX226" fmla="*/ 1238695 w 7467600"/>
              <a:gd name="connsiteY226" fmla="*/ 3076820 h 6858000"/>
              <a:gd name="connsiteX227" fmla="*/ 716371 w 7467600"/>
              <a:gd name="connsiteY227" fmla="*/ 3293249 h 6858000"/>
              <a:gd name="connsiteX228" fmla="*/ 579522 w 7467600"/>
              <a:gd name="connsiteY228" fmla="*/ 3371759 h 6858000"/>
              <a:gd name="connsiteX229" fmla="*/ 600288 w 7467600"/>
              <a:gd name="connsiteY229" fmla="*/ 3365555 h 6858000"/>
              <a:gd name="connsiteX230" fmla="*/ 840692 w 7467600"/>
              <a:gd name="connsiteY230" fmla="*/ 3284921 h 6858000"/>
              <a:gd name="connsiteX231" fmla="*/ 979248 w 7467600"/>
              <a:gd name="connsiteY231" fmla="*/ 3221003 h 6858000"/>
              <a:gd name="connsiteX232" fmla="*/ 1053282 w 7467600"/>
              <a:gd name="connsiteY232" fmla="*/ 3185247 h 6858000"/>
              <a:gd name="connsiteX233" fmla="*/ 1320603 w 7467600"/>
              <a:gd name="connsiteY233" fmla="*/ 3081281 h 6858000"/>
              <a:gd name="connsiteX234" fmla="*/ 1238695 w 7467600"/>
              <a:gd name="connsiteY234" fmla="*/ 3076820 h 6858000"/>
              <a:gd name="connsiteX235" fmla="*/ 5425627 w 7467600"/>
              <a:gd name="connsiteY235" fmla="*/ 2954192 h 6858000"/>
              <a:gd name="connsiteX236" fmla="*/ 5470770 w 7467600"/>
              <a:gd name="connsiteY236" fmla="*/ 3005435 h 6858000"/>
              <a:gd name="connsiteX237" fmla="*/ 5519779 w 7467600"/>
              <a:gd name="connsiteY237" fmla="*/ 4359223 h 6858000"/>
              <a:gd name="connsiteX238" fmla="*/ 5520293 w 7467600"/>
              <a:gd name="connsiteY238" fmla="*/ 4360602 h 6858000"/>
              <a:gd name="connsiteX239" fmla="*/ 5767221 w 7467600"/>
              <a:gd name="connsiteY239" fmla="*/ 4665564 h 6858000"/>
              <a:gd name="connsiteX240" fmla="*/ 6937169 w 7467600"/>
              <a:gd name="connsiteY240" fmla="*/ 4815941 h 6858000"/>
              <a:gd name="connsiteX241" fmla="*/ 6953922 w 7467600"/>
              <a:gd name="connsiteY241" fmla="*/ 4890068 h 6858000"/>
              <a:gd name="connsiteX242" fmla="*/ 6071359 w 7467600"/>
              <a:gd name="connsiteY242" fmla="*/ 4770770 h 6858000"/>
              <a:gd name="connsiteX243" fmla="*/ 6038839 w 7467600"/>
              <a:gd name="connsiteY243" fmla="*/ 4764474 h 6858000"/>
              <a:gd name="connsiteX244" fmla="*/ 6038706 w 7467600"/>
              <a:gd name="connsiteY244" fmla="*/ 4763847 h 6858000"/>
              <a:gd name="connsiteX245" fmla="*/ 6037784 w 7467600"/>
              <a:gd name="connsiteY245" fmla="*/ 4764270 h 6858000"/>
              <a:gd name="connsiteX246" fmla="*/ 6038839 w 7467600"/>
              <a:gd name="connsiteY246" fmla="*/ 4764474 h 6858000"/>
              <a:gd name="connsiteX247" fmla="*/ 6040338 w 7467600"/>
              <a:gd name="connsiteY247" fmla="*/ 4771418 h 6858000"/>
              <a:gd name="connsiteX248" fmla="*/ 6024488 w 7467600"/>
              <a:gd name="connsiteY248" fmla="*/ 4809903 h 6858000"/>
              <a:gd name="connsiteX249" fmla="*/ 5599771 w 7467600"/>
              <a:gd name="connsiteY249" fmla="*/ 5509652 h 6858000"/>
              <a:gd name="connsiteX250" fmla="*/ 5548843 w 7467600"/>
              <a:gd name="connsiteY250" fmla="*/ 5563845 h 6858000"/>
              <a:gd name="connsiteX251" fmla="*/ 5940952 w 7467600"/>
              <a:gd name="connsiteY251" fmla="*/ 6250028 h 6858000"/>
              <a:gd name="connsiteX252" fmla="*/ 6043441 w 7467600"/>
              <a:gd name="connsiteY252" fmla="*/ 6665847 h 6858000"/>
              <a:gd name="connsiteX253" fmla="*/ 6093432 w 7467600"/>
              <a:gd name="connsiteY253" fmla="*/ 6858000 h 6858000"/>
              <a:gd name="connsiteX254" fmla="*/ 6034344 w 7467600"/>
              <a:gd name="connsiteY254" fmla="*/ 6858000 h 6858000"/>
              <a:gd name="connsiteX255" fmla="*/ 6026679 w 7467600"/>
              <a:gd name="connsiteY255" fmla="*/ 6836959 h 6858000"/>
              <a:gd name="connsiteX256" fmla="*/ 5800441 w 7467600"/>
              <a:gd name="connsiteY256" fmla="*/ 6335286 h 6858000"/>
              <a:gd name="connsiteX257" fmla="*/ 5526562 w 7467600"/>
              <a:gd name="connsiteY257" fmla="*/ 5705388 h 6858000"/>
              <a:gd name="connsiteX258" fmla="*/ 5519640 w 7467600"/>
              <a:gd name="connsiteY258" fmla="*/ 5683774 h 6858000"/>
              <a:gd name="connsiteX259" fmla="*/ 5844559 w 7467600"/>
              <a:gd name="connsiteY259" fmla="*/ 6553349 h 6858000"/>
              <a:gd name="connsiteX260" fmla="*/ 5975994 w 7467600"/>
              <a:gd name="connsiteY260" fmla="*/ 6858000 h 6858000"/>
              <a:gd name="connsiteX261" fmla="*/ 5898547 w 7467600"/>
              <a:gd name="connsiteY261" fmla="*/ 6858000 h 6858000"/>
              <a:gd name="connsiteX262" fmla="*/ 5682041 w 7467600"/>
              <a:gd name="connsiteY262" fmla="*/ 6355860 h 6858000"/>
              <a:gd name="connsiteX263" fmla="*/ 5461758 w 7467600"/>
              <a:gd name="connsiteY263" fmla="*/ 5820220 h 6858000"/>
              <a:gd name="connsiteX264" fmla="*/ 5237282 w 7467600"/>
              <a:gd name="connsiteY264" fmla="*/ 6579086 h 6858000"/>
              <a:gd name="connsiteX265" fmla="*/ 5115009 w 7467600"/>
              <a:gd name="connsiteY265" fmla="*/ 6858000 h 6858000"/>
              <a:gd name="connsiteX266" fmla="*/ 5028074 w 7467600"/>
              <a:gd name="connsiteY266" fmla="*/ 6858000 h 6858000"/>
              <a:gd name="connsiteX267" fmla="*/ 5079508 w 7467600"/>
              <a:gd name="connsiteY267" fmla="*/ 6749074 h 6858000"/>
              <a:gd name="connsiteX268" fmla="*/ 5371846 w 7467600"/>
              <a:gd name="connsiteY268" fmla="*/ 5924413 h 6858000"/>
              <a:gd name="connsiteX269" fmla="*/ 5270512 w 7467600"/>
              <a:gd name="connsiteY269" fmla="*/ 6138975 h 6858000"/>
              <a:gd name="connsiteX270" fmla="*/ 5062409 w 7467600"/>
              <a:gd name="connsiteY270" fmla="*/ 6653544 h 6858000"/>
              <a:gd name="connsiteX271" fmla="*/ 5036628 w 7467600"/>
              <a:gd name="connsiteY271" fmla="*/ 6754247 h 6858000"/>
              <a:gd name="connsiteX272" fmla="*/ 5009112 w 7467600"/>
              <a:gd name="connsiteY272" fmla="*/ 6858000 h 6858000"/>
              <a:gd name="connsiteX273" fmla="*/ 4976679 w 7467600"/>
              <a:gd name="connsiteY273" fmla="*/ 6858000 h 6858000"/>
              <a:gd name="connsiteX274" fmla="*/ 5006537 w 7467600"/>
              <a:gd name="connsiteY274" fmla="*/ 6747068 h 6858000"/>
              <a:gd name="connsiteX275" fmla="*/ 5032723 w 7467600"/>
              <a:gd name="connsiteY275" fmla="*/ 6644957 h 6858000"/>
              <a:gd name="connsiteX276" fmla="*/ 5242949 w 7467600"/>
              <a:gd name="connsiteY276" fmla="*/ 6125175 h 6858000"/>
              <a:gd name="connsiteX277" fmla="*/ 5286321 w 7467600"/>
              <a:gd name="connsiteY277" fmla="*/ 6033555 h 6858000"/>
              <a:gd name="connsiteX278" fmla="*/ 5008210 w 7467600"/>
              <a:gd name="connsiteY278" fmla="*/ 6649194 h 6858000"/>
              <a:gd name="connsiteX279" fmla="*/ 4986321 w 7467600"/>
              <a:gd name="connsiteY279" fmla="*/ 6765687 h 6858000"/>
              <a:gd name="connsiteX280" fmla="*/ 4973474 w 7467600"/>
              <a:gd name="connsiteY280" fmla="*/ 6858000 h 6858000"/>
              <a:gd name="connsiteX281" fmla="*/ 4907178 w 7467600"/>
              <a:gd name="connsiteY281" fmla="*/ 6858000 h 6858000"/>
              <a:gd name="connsiteX282" fmla="*/ 4910810 w 7467600"/>
              <a:gd name="connsiteY282" fmla="*/ 6829660 h 6858000"/>
              <a:gd name="connsiteX283" fmla="*/ 4987461 w 7467600"/>
              <a:gd name="connsiteY283" fmla="*/ 6432994 h 6858000"/>
              <a:gd name="connsiteX284" fmla="*/ 5179262 w 7467600"/>
              <a:gd name="connsiteY284" fmla="*/ 6035044 h 6858000"/>
              <a:gd name="connsiteX285" fmla="*/ 4689678 w 7467600"/>
              <a:gd name="connsiteY285" fmla="*/ 6440241 h 6858000"/>
              <a:gd name="connsiteX286" fmla="*/ 4477543 w 7467600"/>
              <a:gd name="connsiteY286" fmla="*/ 6674836 h 6858000"/>
              <a:gd name="connsiteX287" fmla="*/ 4329957 w 7467600"/>
              <a:gd name="connsiteY287" fmla="*/ 6858000 h 6858000"/>
              <a:gd name="connsiteX288" fmla="*/ 4218595 w 7467600"/>
              <a:gd name="connsiteY288" fmla="*/ 6858000 h 6858000"/>
              <a:gd name="connsiteX289" fmla="*/ 4368888 w 7467600"/>
              <a:gd name="connsiteY289" fmla="*/ 6668412 h 6858000"/>
              <a:gd name="connsiteX290" fmla="*/ 4563091 w 7467600"/>
              <a:gd name="connsiteY290" fmla="*/ 6442508 h 6858000"/>
              <a:gd name="connsiteX291" fmla="*/ 5387324 w 7467600"/>
              <a:gd name="connsiteY291" fmla="*/ 5705830 h 6858000"/>
              <a:gd name="connsiteX292" fmla="*/ 5073620 w 7467600"/>
              <a:gd name="connsiteY292" fmla="*/ 5955437 h 6858000"/>
              <a:gd name="connsiteX293" fmla="*/ 4689789 w 7467600"/>
              <a:gd name="connsiteY293" fmla="*/ 6268382 h 6858000"/>
              <a:gd name="connsiteX294" fmla="*/ 4418722 w 7467600"/>
              <a:gd name="connsiteY294" fmla="*/ 6570886 h 6858000"/>
              <a:gd name="connsiteX295" fmla="*/ 4214944 w 7467600"/>
              <a:gd name="connsiteY295" fmla="*/ 6858000 h 6858000"/>
              <a:gd name="connsiteX296" fmla="*/ 4177898 w 7467600"/>
              <a:gd name="connsiteY296" fmla="*/ 6858000 h 6858000"/>
              <a:gd name="connsiteX297" fmla="*/ 4391597 w 7467600"/>
              <a:gd name="connsiteY297" fmla="*/ 6556370 h 6858000"/>
              <a:gd name="connsiteX298" fmla="*/ 4668889 w 7467600"/>
              <a:gd name="connsiteY298" fmla="*/ 6246399 h 6858000"/>
              <a:gd name="connsiteX299" fmla="*/ 5055427 w 7467600"/>
              <a:gd name="connsiteY299" fmla="*/ 5931476 h 6858000"/>
              <a:gd name="connsiteX300" fmla="*/ 5371814 w 7467600"/>
              <a:gd name="connsiteY300" fmla="*/ 5678975 h 6858000"/>
              <a:gd name="connsiteX301" fmla="*/ 4987918 w 7467600"/>
              <a:gd name="connsiteY301" fmla="*/ 5838701 h 6858000"/>
              <a:gd name="connsiteX302" fmla="*/ 4317146 w 7467600"/>
              <a:gd name="connsiteY302" fmla="*/ 6587716 h 6858000"/>
              <a:gd name="connsiteX303" fmla="*/ 4171627 w 7467600"/>
              <a:gd name="connsiteY303" fmla="*/ 6858000 h 6858000"/>
              <a:gd name="connsiteX304" fmla="*/ 4081585 w 7467600"/>
              <a:gd name="connsiteY304" fmla="*/ 6858000 h 6858000"/>
              <a:gd name="connsiteX305" fmla="*/ 4238603 w 7467600"/>
              <a:gd name="connsiteY305" fmla="*/ 6559341 h 6858000"/>
              <a:gd name="connsiteX306" fmla="*/ 4778333 w 7467600"/>
              <a:gd name="connsiteY306" fmla="*/ 5873626 h 6858000"/>
              <a:gd name="connsiteX307" fmla="*/ 5414185 w 7467600"/>
              <a:gd name="connsiteY307" fmla="*/ 5573882 h 6858000"/>
              <a:gd name="connsiteX308" fmla="*/ 5959648 w 7467600"/>
              <a:gd name="connsiteY308" fmla="*/ 4760797 h 6858000"/>
              <a:gd name="connsiteX309" fmla="*/ 5355019 w 7467600"/>
              <a:gd name="connsiteY309" fmla="*/ 4734672 h 6858000"/>
              <a:gd name="connsiteX310" fmla="*/ 5083565 w 7467600"/>
              <a:gd name="connsiteY310" fmla="*/ 5179121 h 6858000"/>
              <a:gd name="connsiteX311" fmla="*/ 4713577 w 7467600"/>
              <a:gd name="connsiteY311" fmla="*/ 5616803 h 6858000"/>
              <a:gd name="connsiteX312" fmla="*/ 3989559 w 7467600"/>
              <a:gd name="connsiteY312" fmla="*/ 6145945 h 6858000"/>
              <a:gd name="connsiteX313" fmla="*/ 3939824 w 7467600"/>
              <a:gd name="connsiteY313" fmla="*/ 6066900 h 6858000"/>
              <a:gd name="connsiteX314" fmla="*/ 4584537 w 7467600"/>
              <a:gd name="connsiteY314" fmla="*/ 5324826 h 6858000"/>
              <a:gd name="connsiteX315" fmla="*/ 5037105 w 7467600"/>
              <a:gd name="connsiteY315" fmla="*/ 5088765 h 6858000"/>
              <a:gd name="connsiteX316" fmla="*/ 5039930 w 7467600"/>
              <a:gd name="connsiteY316" fmla="*/ 5089585 h 6858000"/>
              <a:gd name="connsiteX317" fmla="*/ 5263764 w 7467600"/>
              <a:gd name="connsiteY317" fmla="*/ 4735525 h 6858000"/>
              <a:gd name="connsiteX318" fmla="*/ 4086300 w 7467600"/>
              <a:gd name="connsiteY318" fmla="*/ 4884599 h 6858000"/>
              <a:gd name="connsiteX319" fmla="*/ 4085485 w 7467600"/>
              <a:gd name="connsiteY319" fmla="*/ 4899070 h 6858000"/>
              <a:gd name="connsiteX320" fmla="*/ 3871915 w 7467600"/>
              <a:gd name="connsiteY320" fmla="*/ 5253645 h 6858000"/>
              <a:gd name="connsiteX321" fmla="*/ 3799374 w 7467600"/>
              <a:gd name="connsiteY321" fmla="*/ 5466127 h 6858000"/>
              <a:gd name="connsiteX322" fmla="*/ 3498850 w 7467600"/>
              <a:gd name="connsiteY322" fmla="*/ 6661888 h 6858000"/>
              <a:gd name="connsiteX323" fmla="*/ 3399216 w 7467600"/>
              <a:gd name="connsiteY323" fmla="*/ 6858000 h 6858000"/>
              <a:gd name="connsiteX324" fmla="*/ 3303688 w 7467600"/>
              <a:gd name="connsiteY324" fmla="*/ 6858000 h 6858000"/>
              <a:gd name="connsiteX325" fmla="*/ 3391774 w 7467600"/>
              <a:gd name="connsiteY325" fmla="*/ 6697181 h 6858000"/>
              <a:gd name="connsiteX326" fmla="*/ 3735540 w 7467600"/>
              <a:gd name="connsiteY326" fmla="*/ 5546923 h 6858000"/>
              <a:gd name="connsiteX327" fmla="*/ 3729438 w 7467600"/>
              <a:gd name="connsiteY327" fmla="*/ 5569058 h 6858000"/>
              <a:gd name="connsiteX328" fmla="*/ 3707782 w 7467600"/>
              <a:gd name="connsiteY328" fmla="*/ 5644908 h 6858000"/>
              <a:gd name="connsiteX329" fmla="*/ 3583827 w 7467600"/>
              <a:gd name="connsiteY329" fmla="*/ 6039215 h 6858000"/>
              <a:gd name="connsiteX330" fmla="*/ 3547861 w 7467600"/>
              <a:gd name="connsiteY330" fmla="*/ 6129609 h 6858000"/>
              <a:gd name="connsiteX331" fmla="*/ 3490905 w 7467600"/>
              <a:gd name="connsiteY331" fmla="*/ 6277660 h 6858000"/>
              <a:gd name="connsiteX332" fmla="*/ 3455859 w 7467600"/>
              <a:gd name="connsiteY332" fmla="*/ 6391301 h 6858000"/>
              <a:gd name="connsiteX333" fmla="*/ 3429112 w 7467600"/>
              <a:gd name="connsiteY333" fmla="*/ 6479469 h 6858000"/>
              <a:gd name="connsiteX334" fmla="*/ 3304862 w 7467600"/>
              <a:gd name="connsiteY334" fmla="*/ 6796476 h 6858000"/>
              <a:gd name="connsiteX335" fmla="*/ 3276071 w 7467600"/>
              <a:gd name="connsiteY335" fmla="*/ 6858000 h 6858000"/>
              <a:gd name="connsiteX336" fmla="*/ 3240805 w 7467600"/>
              <a:gd name="connsiteY336" fmla="*/ 6858000 h 6858000"/>
              <a:gd name="connsiteX337" fmla="*/ 3275917 w 7467600"/>
              <a:gd name="connsiteY337" fmla="*/ 6783192 h 6858000"/>
              <a:gd name="connsiteX338" fmla="*/ 3399358 w 7467600"/>
              <a:gd name="connsiteY338" fmla="*/ 6469011 h 6858000"/>
              <a:gd name="connsiteX339" fmla="*/ 3425650 w 7467600"/>
              <a:gd name="connsiteY339" fmla="*/ 6381333 h 6858000"/>
              <a:gd name="connsiteX340" fmla="*/ 3460661 w 7467600"/>
              <a:gd name="connsiteY340" fmla="*/ 6266763 h 6858000"/>
              <a:gd name="connsiteX341" fmla="*/ 3518021 w 7467600"/>
              <a:gd name="connsiteY341" fmla="*/ 6117298 h 6858000"/>
              <a:gd name="connsiteX342" fmla="*/ 3554035 w 7467600"/>
              <a:gd name="connsiteY342" fmla="*/ 6027832 h 6858000"/>
              <a:gd name="connsiteX343" fmla="*/ 3677174 w 7467600"/>
              <a:gd name="connsiteY343" fmla="*/ 5636351 h 6858000"/>
              <a:gd name="connsiteX344" fmla="*/ 3698819 w 7467600"/>
              <a:gd name="connsiteY344" fmla="*/ 5560503 h 6858000"/>
              <a:gd name="connsiteX345" fmla="*/ 3702094 w 7467600"/>
              <a:gd name="connsiteY345" fmla="*/ 5549194 h 6858000"/>
              <a:gd name="connsiteX346" fmla="*/ 3398355 w 7467600"/>
              <a:gd name="connsiteY346" fmla="*/ 6094603 h 6858000"/>
              <a:gd name="connsiteX347" fmla="*/ 3193941 w 7467600"/>
              <a:gd name="connsiteY347" fmla="*/ 6798775 h 6858000"/>
              <a:gd name="connsiteX348" fmla="*/ 3184140 w 7467600"/>
              <a:gd name="connsiteY348" fmla="*/ 6858000 h 6858000"/>
              <a:gd name="connsiteX349" fmla="*/ 3099978 w 7467600"/>
              <a:gd name="connsiteY349" fmla="*/ 6858000 h 6858000"/>
              <a:gd name="connsiteX350" fmla="*/ 3101556 w 7467600"/>
              <a:gd name="connsiteY350" fmla="*/ 6843337 h 6858000"/>
              <a:gd name="connsiteX351" fmla="*/ 3370162 w 7467600"/>
              <a:gd name="connsiteY351" fmla="*/ 5785550 h 6858000"/>
              <a:gd name="connsiteX352" fmla="*/ 3746477 w 7467600"/>
              <a:gd name="connsiteY352" fmla="*/ 5377889 h 6858000"/>
              <a:gd name="connsiteX353" fmla="*/ 3863399 w 7467600"/>
              <a:gd name="connsiteY353" fmla="*/ 5087257 h 6858000"/>
              <a:gd name="connsiteX354" fmla="*/ 3968712 w 7467600"/>
              <a:gd name="connsiteY354" fmla="*/ 4913989 h 6858000"/>
              <a:gd name="connsiteX355" fmla="*/ 2792390 w 7467600"/>
              <a:gd name="connsiteY355" fmla="*/ 5382974 h 6858000"/>
              <a:gd name="connsiteX356" fmla="*/ 2714982 w 7467600"/>
              <a:gd name="connsiteY356" fmla="*/ 5427051 h 6858000"/>
              <a:gd name="connsiteX357" fmla="*/ 2813361 w 7467600"/>
              <a:gd name="connsiteY357" fmla="*/ 6023912 h 6858000"/>
              <a:gd name="connsiteX358" fmla="*/ 2688430 w 7467600"/>
              <a:gd name="connsiteY358" fmla="*/ 6801564 h 6858000"/>
              <a:gd name="connsiteX359" fmla="*/ 2629626 w 7467600"/>
              <a:gd name="connsiteY359" fmla="*/ 6763394 h 6858000"/>
              <a:gd name="connsiteX360" fmla="*/ 2565328 w 7467600"/>
              <a:gd name="connsiteY360" fmla="*/ 5516399 h 6858000"/>
              <a:gd name="connsiteX361" fmla="*/ 1922999 w 7467600"/>
              <a:gd name="connsiteY361" fmla="*/ 5980343 h 6858000"/>
              <a:gd name="connsiteX362" fmla="*/ 1950261 w 7467600"/>
              <a:gd name="connsiteY362" fmla="*/ 6405858 h 6858000"/>
              <a:gd name="connsiteX363" fmla="*/ 2365554 w 7467600"/>
              <a:gd name="connsiteY363" fmla="*/ 6759107 h 6858000"/>
              <a:gd name="connsiteX364" fmla="*/ 2424142 w 7467600"/>
              <a:gd name="connsiteY364" fmla="*/ 6858000 h 6858000"/>
              <a:gd name="connsiteX365" fmla="*/ 2395994 w 7467600"/>
              <a:gd name="connsiteY365" fmla="*/ 6858000 h 6858000"/>
              <a:gd name="connsiteX366" fmla="*/ 2392863 w 7467600"/>
              <a:gd name="connsiteY366" fmla="*/ 6852964 h 6858000"/>
              <a:gd name="connsiteX367" fmla="*/ 2017589 w 7467600"/>
              <a:gd name="connsiteY367" fmla="*/ 6493982 h 6858000"/>
              <a:gd name="connsiteX368" fmla="*/ 2147336 w 7467600"/>
              <a:gd name="connsiteY368" fmla="*/ 6594052 h 6858000"/>
              <a:gd name="connsiteX369" fmla="*/ 2207047 w 7467600"/>
              <a:gd name="connsiteY369" fmla="*/ 6654540 h 6858000"/>
              <a:gd name="connsiteX370" fmla="*/ 2299106 w 7467600"/>
              <a:gd name="connsiteY370" fmla="*/ 6778931 h 6858000"/>
              <a:gd name="connsiteX371" fmla="*/ 2314430 w 7467600"/>
              <a:gd name="connsiteY371" fmla="*/ 6801144 h 6858000"/>
              <a:gd name="connsiteX372" fmla="*/ 2352406 w 7467600"/>
              <a:gd name="connsiteY372" fmla="*/ 6858000 h 6858000"/>
              <a:gd name="connsiteX373" fmla="*/ 2314492 w 7467600"/>
              <a:gd name="connsiteY373" fmla="*/ 6858000 h 6858000"/>
              <a:gd name="connsiteX374" fmla="*/ 2288095 w 7467600"/>
              <a:gd name="connsiteY374" fmla="*/ 6818030 h 6858000"/>
              <a:gd name="connsiteX375" fmla="*/ 2272768 w 7467600"/>
              <a:gd name="connsiteY375" fmla="*/ 6795822 h 6858000"/>
              <a:gd name="connsiteX376" fmla="*/ 2182715 w 7467600"/>
              <a:gd name="connsiteY376" fmla="*/ 6675071 h 6858000"/>
              <a:gd name="connsiteX377" fmla="*/ 2032061 w 7467600"/>
              <a:gd name="connsiteY377" fmla="*/ 6541380 h 6858000"/>
              <a:gd name="connsiteX378" fmla="*/ 2257220 w 7467600"/>
              <a:gd name="connsiteY378" fmla="*/ 6826257 h 6858000"/>
              <a:gd name="connsiteX379" fmla="*/ 2281324 w 7467600"/>
              <a:gd name="connsiteY379" fmla="*/ 6858000 h 6858000"/>
              <a:gd name="connsiteX380" fmla="*/ 2242860 w 7467600"/>
              <a:gd name="connsiteY380" fmla="*/ 6858000 h 6858000"/>
              <a:gd name="connsiteX381" fmla="*/ 2232818 w 7467600"/>
              <a:gd name="connsiteY381" fmla="*/ 6844926 h 6858000"/>
              <a:gd name="connsiteX382" fmla="*/ 1990172 w 7467600"/>
              <a:gd name="connsiteY382" fmla="*/ 6542121 h 6858000"/>
              <a:gd name="connsiteX383" fmla="*/ 2124090 w 7467600"/>
              <a:gd name="connsiteY383" fmla="*/ 6761017 h 6858000"/>
              <a:gd name="connsiteX384" fmla="*/ 2200380 w 7467600"/>
              <a:gd name="connsiteY384" fmla="*/ 6858000 h 6858000"/>
              <a:gd name="connsiteX385" fmla="*/ 2147507 w 7467600"/>
              <a:gd name="connsiteY385" fmla="*/ 6858000 h 6858000"/>
              <a:gd name="connsiteX386" fmla="*/ 2070668 w 7467600"/>
              <a:gd name="connsiteY386" fmla="*/ 6761520 h 6858000"/>
              <a:gd name="connsiteX387" fmla="*/ 1975142 w 7467600"/>
              <a:gd name="connsiteY387" fmla="*/ 6585570 h 6858000"/>
              <a:gd name="connsiteX388" fmla="*/ 2050035 w 7467600"/>
              <a:gd name="connsiteY388" fmla="*/ 6813345 h 6858000"/>
              <a:gd name="connsiteX389" fmla="*/ 2063025 w 7467600"/>
              <a:gd name="connsiteY389" fmla="*/ 6858000 h 6858000"/>
              <a:gd name="connsiteX390" fmla="*/ 2021675 w 7467600"/>
              <a:gd name="connsiteY390" fmla="*/ 6858000 h 6858000"/>
              <a:gd name="connsiteX391" fmla="*/ 2019308 w 7467600"/>
              <a:gd name="connsiteY391" fmla="*/ 6847118 h 6858000"/>
              <a:gd name="connsiteX392" fmla="*/ 1938835 w 7467600"/>
              <a:gd name="connsiteY392" fmla="*/ 6551160 h 6858000"/>
              <a:gd name="connsiteX393" fmla="*/ 1953230 w 7467600"/>
              <a:gd name="connsiteY393" fmla="*/ 6759699 h 6858000"/>
              <a:gd name="connsiteX394" fmla="*/ 1956763 w 7467600"/>
              <a:gd name="connsiteY394" fmla="*/ 6778191 h 6858000"/>
              <a:gd name="connsiteX395" fmla="*/ 1967925 w 7467600"/>
              <a:gd name="connsiteY395" fmla="*/ 6858000 h 6858000"/>
              <a:gd name="connsiteX396" fmla="*/ 1936622 w 7467600"/>
              <a:gd name="connsiteY396" fmla="*/ 6858000 h 6858000"/>
              <a:gd name="connsiteX397" fmla="*/ 1926261 w 7467600"/>
              <a:gd name="connsiteY397" fmla="*/ 6784064 h 6858000"/>
              <a:gd name="connsiteX398" fmla="*/ 1922724 w 7467600"/>
              <a:gd name="connsiteY398" fmla="*/ 6765577 h 6858000"/>
              <a:gd name="connsiteX399" fmla="*/ 1904650 w 7467600"/>
              <a:gd name="connsiteY399" fmla="*/ 6639616 h 6858000"/>
              <a:gd name="connsiteX400" fmla="*/ 1885273 w 7467600"/>
              <a:gd name="connsiteY400" fmla="*/ 6858000 h 6858000"/>
              <a:gd name="connsiteX401" fmla="*/ 1854363 w 7467600"/>
              <a:gd name="connsiteY401" fmla="*/ 6858000 h 6858000"/>
              <a:gd name="connsiteX402" fmla="*/ 1880391 w 7467600"/>
              <a:gd name="connsiteY402" fmla="*/ 6603796 h 6858000"/>
              <a:gd name="connsiteX403" fmla="*/ 1818273 w 7467600"/>
              <a:gd name="connsiteY403" fmla="*/ 6715729 h 6858000"/>
              <a:gd name="connsiteX404" fmla="*/ 1794691 w 7467600"/>
              <a:gd name="connsiteY404" fmla="*/ 6843239 h 6858000"/>
              <a:gd name="connsiteX405" fmla="*/ 1794914 w 7467600"/>
              <a:gd name="connsiteY405" fmla="*/ 6858000 h 6858000"/>
              <a:gd name="connsiteX406" fmla="*/ 1746128 w 7467600"/>
              <a:gd name="connsiteY406" fmla="*/ 6858000 h 6858000"/>
              <a:gd name="connsiteX407" fmla="*/ 1753934 w 7467600"/>
              <a:gd name="connsiteY407" fmla="*/ 6724796 h 6858000"/>
              <a:gd name="connsiteX408" fmla="*/ 1792053 w 7467600"/>
              <a:gd name="connsiteY408" fmla="*/ 6572396 h 6858000"/>
              <a:gd name="connsiteX409" fmla="*/ 1862248 w 7467600"/>
              <a:gd name="connsiteY409" fmla="*/ 6266397 h 6858000"/>
              <a:gd name="connsiteX410" fmla="*/ 1862250 w 7467600"/>
              <a:gd name="connsiteY410" fmla="*/ 6033531 h 6858000"/>
              <a:gd name="connsiteX411" fmla="*/ 1211999 w 7467600"/>
              <a:gd name="connsiteY411" fmla="*/ 6683610 h 6858000"/>
              <a:gd name="connsiteX412" fmla="*/ 1213266 w 7467600"/>
              <a:gd name="connsiteY412" fmla="*/ 6691947 h 6858000"/>
              <a:gd name="connsiteX413" fmla="*/ 1203370 w 7467600"/>
              <a:gd name="connsiteY413" fmla="*/ 6850676 h 6858000"/>
              <a:gd name="connsiteX414" fmla="*/ 1203671 w 7467600"/>
              <a:gd name="connsiteY414" fmla="*/ 6858000 h 6858000"/>
              <a:gd name="connsiteX415" fmla="*/ 1143180 w 7467600"/>
              <a:gd name="connsiteY415" fmla="*/ 6858000 h 6858000"/>
              <a:gd name="connsiteX416" fmla="*/ 1142176 w 7467600"/>
              <a:gd name="connsiteY416" fmla="*/ 6766045 h 6858000"/>
              <a:gd name="connsiteX417" fmla="*/ 1067484 w 7467600"/>
              <a:gd name="connsiteY417" fmla="*/ 6858000 h 6858000"/>
              <a:gd name="connsiteX418" fmla="*/ 953928 w 7467600"/>
              <a:gd name="connsiteY418" fmla="*/ 6858000 h 6858000"/>
              <a:gd name="connsiteX419" fmla="*/ 959715 w 7467600"/>
              <a:gd name="connsiteY419" fmla="*/ 6850185 h 6858000"/>
              <a:gd name="connsiteX420" fmla="*/ 1483788 w 7467600"/>
              <a:gd name="connsiteY420" fmla="*/ 6259174 h 6858000"/>
              <a:gd name="connsiteX421" fmla="*/ 1100671 w 7467600"/>
              <a:gd name="connsiteY421" fmla="*/ 6252137 h 6858000"/>
              <a:gd name="connsiteX422" fmla="*/ 1090144 w 7467600"/>
              <a:gd name="connsiteY422" fmla="*/ 6256748 h 6858000"/>
              <a:gd name="connsiteX423" fmla="*/ 1095872 w 7467600"/>
              <a:gd name="connsiteY423" fmla="*/ 6271892 h 6858000"/>
              <a:gd name="connsiteX424" fmla="*/ 262785 w 7467600"/>
              <a:gd name="connsiteY424" fmla="*/ 6845450 h 6858000"/>
              <a:gd name="connsiteX425" fmla="*/ 209968 w 7467600"/>
              <a:gd name="connsiteY425" fmla="*/ 6770713 h 6858000"/>
              <a:gd name="connsiteX426" fmla="*/ 873460 w 7467600"/>
              <a:gd name="connsiteY426" fmla="*/ 6253768 h 6858000"/>
              <a:gd name="connsiteX427" fmla="*/ 192686 w 7467600"/>
              <a:gd name="connsiteY427" fmla="*/ 5849257 h 6858000"/>
              <a:gd name="connsiteX428" fmla="*/ 4696 w 7467600"/>
              <a:gd name="connsiteY428" fmla="*/ 5697668 h 6858000"/>
              <a:gd name="connsiteX429" fmla="*/ 0 w 7467600"/>
              <a:gd name="connsiteY429" fmla="*/ 5689984 h 6858000"/>
              <a:gd name="connsiteX430" fmla="*/ 0 w 7467600"/>
              <a:gd name="connsiteY430" fmla="*/ 5513472 h 6858000"/>
              <a:gd name="connsiteX431" fmla="*/ 174101 w 7467600"/>
              <a:gd name="connsiteY431" fmla="*/ 5620277 h 6858000"/>
              <a:gd name="connsiteX432" fmla="*/ 891800 w 7467600"/>
              <a:gd name="connsiteY432" fmla="*/ 6036935 h 6858000"/>
              <a:gd name="connsiteX433" fmla="*/ 1072219 w 7467600"/>
              <a:gd name="connsiteY433" fmla="*/ 6169443 h 6858000"/>
              <a:gd name="connsiteX434" fmla="*/ 1074117 w 7467600"/>
              <a:gd name="connsiteY434" fmla="*/ 6170301 h 6858000"/>
              <a:gd name="connsiteX435" fmla="*/ 1083114 w 7467600"/>
              <a:gd name="connsiteY435" fmla="*/ 6174131 h 6858000"/>
              <a:gd name="connsiteX436" fmla="*/ 1543010 w 7467600"/>
              <a:gd name="connsiteY436" fmla="*/ 6191140 h 6858000"/>
              <a:gd name="connsiteX437" fmla="*/ 1551080 w 7467600"/>
              <a:gd name="connsiteY437" fmla="*/ 6195006 h 6858000"/>
              <a:gd name="connsiteX438" fmla="*/ 2345443 w 7467600"/>
              <a:gd name="connsiteY438" fmla="*/ 5549882 h 6858000"/>
              <a:gd name="connsiteX439" fmla="*/ 1721499 w 7467600"/>
              <a:gd name="connsiteY439" fmla="*/ 5599969 h 6858000"/>
              <a:gd name="connsiteX440" fmla="*/ 767716 w 7467600"/>
              <a:gd name="connsiteY440" fmla="*/ 5472768 h 6858000"/>
              <a:gd name="connsiteX441" fmla="*/ 722147 w 7467600"/>
              <a:gd name="connsiteY441" fmla="*/ 5393091 h 6858000"/>
              <a:gd name="connsiteX442" fmla="*/ 1485552 w 7467600"/>
              <a:gd name="connsiteY442" fmla="*/ 5313202 h 6858000"/>
              <a:gd name="connsiteX443" fmla="*/ 2143004 w 7467600"/>
              <a:gd name="connsiteY443" fmla="*/ 5402420 h 6858000"/>
              <a:gd name="connsiteX444" fmla="*/ 1933391 w 7467600"/>
              <a:gd name="connsiteY444" fmla="*/ 5156971 h 6858000"/>
              <a:gd name="connsiteX445" fmla="*/ 1827118 w 7467600"/>
              <a:gd name="connsiteY445" fmla="*/ 4968410 h 6858000"/>
              <a:gd name="connsiteX446" fmla="*/ 1837349 w 7467600"/>
              <a:gd name="connsiteY446" fmla="*/ 4956357 h 6858000"/>
              <a:gd name="connsiteX447" fmla="*/ 2162835 w 7467600"/>
              <a:gd name="connsiteY447" fmla="*/ 5187853 h 6858000"/>
              <a:gd name="connsiteX448" fmla="*/ 2257167 w 7467600"/>
              <a:gd name="connsiteY448" fmla="*/ 5462123 h 6858000"/>
              <a:gd name="connsiteX449" fmla="*/ 2261598 w 7467600"/>
              <a:gd name="connsiteY449" fmla="*/ 5467998 h 6858000"/>
              <a:gd name="connsiteX450" fmla="*/ 2437177 w 7467600"/>
              <a:gd name="connsiteY450" fmla="*/ 5479608 h 6858000"/>
              <a:gd name="connsiteX451" fmla="*/ 2445247 w 7467600"/>
              <a:gd name="connsiteY451" fmla="*/ 5483476 h 6858000"/>
              <a:gd name="connsiteX452" fmla="*/ 2743626 w 7467600"/>
              <a:gd name="connsiteY452" fmla="*/ 5304819 h 6858000"/>
              <a:gd name="connsiteX453" fmla="*/ 3048102 w 7467600"/>
              <a:gd name="connsiteY453" fmla="*/ 5150595 h 6858000"/>
              <a:gd name="connsiteX454" fmla="*/ 1799414 w 7467600"/>
              <a:gd name="connsiteY454" fmla="*/ 4694732 h 6858000"/>
              <a:gd name="connsiteX455" fmla="*/ 1771735 w 7467600"/>
              <a:gd name="connsiteY455" fmla="*/ 4619929 h 6858000"/>
              <a:gd name="connsiteX456" fmla="*/ 3104273 w 7467600"/>
              <a:gd name="connsiteY456" fmla="*/ 5076159 h 6858000"/>
              <a:gd name="connsiteX457" fmla="*/ 3113245 w 7467600"/>
              <a:gd name="connsiteY457" fmla="*/ 5090705 h 6858000"/>
              <a:gd name="connsiteX458" fmla="*/ 3126294 w 7467600"/>
              <a:gd name="connsiteY458" fmla="*/ 5114400 h 6858000"/>
              <a:gd name="connsiteX459" fmla="*/ 3937433 w 7467600"/>
              <a:gd name="connsiteY459" fmla="*/ 4830473 h 6858000"/>
              <a:gd name="connsiteX460" fmla="*/ 3590475 w 7467600"/>
              <a:gd name="connsiteY460" fmla="*/ 4597974 h 6858000"/>
              <a:gd name="connsiteX461" fmla="*/ 3100264 w 7467600"/>
              <a:gd name="connsiteY461" fmla="*/ 4579845 h 6858000"/>
              <a:gd name="connsiteX462" fmla="*/ 2183576 w 7467600"/>
              <a:gd name="connsiteY462" fmla="*/ 4227150 h 6858000"/>
              <a:gd name="connsiteX463" fmla="*/ 2151029 w 7467600"/>
              <a:gd name="connsiteY463" fmla="*/ 4146947 h 6858000"/>
              <a:gd name="connsiteX464" fmla="*/ 3563434 w 7467600"/>
              <a:gd name="connsiteY464" fmla="*/ 4469115 h 6858000"/>
              <a:gd name="connsiteX465" fmla="*/ 3177952 w 7467600"/>
              <a:gd name="connsiteY465" fmla="*/ 3657386 h 6858000"/>
              <a:gd name="connsiteX466" fmla="*/ 3189263 w 7467600"/>
              <a:gd name="connsiteY466" fmla="*/ 3625726 h 6858000"/>
              <a:gd name="connsiteX467" fmla="*/ 3560912 w 7467600"/>
              <a:gd name="connsiteY467" fmla="*/ 4079863 h 6858000"/>
              <a:gd name="connsiteX468" fmla="*/ 3626636 w 7467600"/>
              <a:gd name="connsiteY468" fmla="*/ 4512230 h 6858000"/>
              <a:gd name="connsiteX469" fmla="*/ 3653088 w 7467600"/>
              <a:gd name="connsiteY469" fmla="*/ 4521417 h 6858000"/>
              <a:gd name="connsiteX470" fmla="*/ 3988128 w 7467600"/>
              <a:gd name="connsiteY470" fmla="*/ 4817267 h 6858000"/>
              <a:gd name="connsiteX471" fmla="*/ 4830582 w 7467600"/>
              <a:gd name="connsiteY471" fmla="*/ 4676000 h 6858000"/>
              <a:gd name="connsiteX472" fmla="*/ 4830100 w 7467600"/>
              <a:gd name="connsiteY472" fmla="*/ 4675554 h 6858000"/>
              <a:gd name="connsiteX473" fmla="*/ 4036318 w 7467600"/>
              <a:gd name="connsiteY473" fmla="*/ 4147013 h 6858000"/>
              <a:gd name="connsiteX474" fmla="*/ 3432098 w 7467600"/>
              <a:gd name="connsiteY474" fmla="*/ 3537312 h 6858000"/>
              <a:gd name="connsiteX475" fmla="*/ 3446761 w 7467600"/>
              <a:gd name="connsiteY475" fmla="*/ 3461278 h 6858000"/>
              <a:gd name="connsiteX476" fmla="*/ 4419733 w 7467600"/>
              <a:gd name="connsiteY476" fmla="*/ 3963555 h 6858000"/>
              <a:gd name="connsiteX477" fmla="*/ 4781371 w 7467600"/>
              <a:gd name="connsiteY477" fmla="*/ 4458604 h 6858000"/>
              <a:gd name="connsiteX478" fmla="*/ 4780440 w 7467600"/>
              <a:gd name="connsiteY478" fmla="*/ 4470290 h 6858000"/>
              <a:gd name="connsiteX479" fmla="*/ 4898954 w 7467600"/>
              <a:gd name="connsiteY479" fmla="*/ 4662092 h 6858000"/>
              <a:gd name="connsiteX480" fmla="*/ 4900699 w 7467600"/>
              <a:gd name="connsiteY480" fmla="*/ 4670867 h 6858000"/>
              <a:gd name="connsiteX481" fmla="*/ 5714511 w 7467600"/>
              <a:gd name="connsiteY481" fmla="*/ 4663483 h 6858000"/>
              <a:gd name="connsiteX482" fmla="*/ 5464793 w 7467600"/>
              <a:gd name="connsiteY482" fmla="*/ 4393556 h 6858000"/>
              <a:gd name="connsiteX483" fmla="*/ 5461897 w 7467600"/>
              <a:gd name="connsiteY483" fmla="*/ 4390879 h 6858000"/>
              <a:gd name="connsiteX484" fmla="*/ 4294126 w 7467600"/>
              <a:gd name="connsiteY484" fmla="*/ 3303048 h 6858000"/>
              <a:gd name="connsiteX485" fmla="*/ 4305321 w 7467600"/>
              <a:gd name="connsiteY485" fmla="*/ 3256953 h 6858000"/>
              <a:gd name="connsiteX486" fmla="*/ 4949299 w 7467600"/>
              <a:gd name="connsiteY486" fmla="*/ 3766336 h 6858000"/>
              <a:gd name="connsiteX487" fmla="*/ 5291452 w 7467600"/>
              <a:gd name="connsiteY487" fmla="*/ 4076801 h 6858000"/>
              <a:gd name="connsiteX488" fmla="*/ 5434998 w 7467600"/>
              <a:gd name="connsiteY488" fmla="*/ 4254100 h 6858000"/>
              <a:gd name="connsiteX489" fmla="*/ 5351015 w 7467600"/>
              <a:gd name="connsiteY489" fmla="*/ 3760989 h 6858000"/>
              <a:gd name="connsiteX490" fmla="*/ 5413780 w 7467600"/>
              <a:gd name="connsiteY490" fmla="*/ 2966265 h 6858000"/>
              <a:gd name="connsiteX491" fmla="*/ 5425627 w 7467600"/>
              <a:gd name="connsiteY491" fmla="*/ 2954192 h 6858000"/>
              <a:gd name="connsiteX492" fmla="*/ 6604735 w 7467600"/>
              <a:gd name="connsiteY492" fmla="*/ 2041381 h 6858000"/>
              <a:gd name="connsiteX493" fmla="*/ 7204487 w 7467600"/>
              <a:gd name="connsiteY493" fmla="*/ 2742112 h 6858000"/>
              <a:gd name="connsiteX494" fmla="*/ 7131592 w 7467600"/>
              <a:gd name="connsiteY494" fmla="*/ 2672096 h 6858000"/>
              <a:gd name="connsiteX495" fmla="*/ 6996344 w 7467600"/>
              <a:gd name="connsiteY495" fmla="*/ 2518310 h 6858000"/>
              <a:gd name="connsiteX496" fmla="*/ 6735495 w 7467600"/>
              <a:gd name="connsiteY496" fmla="*/ 2196890 h 6858000"/>
              <a:gd name="connsiteX497" fmla="*/ 6721901 w 7467600"/>
              <a:gd name="connsiteY497" fmla="*/ 2179274 h 6858000"/>
              <a:gd name="connsiteX498" fmla="*/ 6604735 w 7467600"/>
              <a:gd name="connsiteY498" fmla="*/ 2041381 h 6858000"/>
              <a:gd name="connsiteX499" fmla="*/ 6591670 w 7467600"/>
              <a:gd name="connsiteY499" fmla="*/ 1988277 h 6858000"/>
              <a:gd name="connsiteX500" fmla="*/ 6747349 w 7467600"/>
              <a:gd name="connsiteY500" fmla="*/ 2160069 h 6858000"/>
              <a:gd name="connsiteX501" fmla="*/ 6760943 w 7467600"/>
              <a:gd name="connsiteY501" fmla="*/ 2177686 h 6858000"/>
              <a:gd name="connsiteX502" fmla="*/ 7021065 w 7467600"/>
              <a:gd name="connsiteY502" fmla="*/ 2498102 h 6858000"/>
              <a:gd name="connsiteX503" fmla="*/ 7155223 w 7467600"/>
              <a:gd name="connsiteY503" fmla="*/ 2650386 h 6858000"/>
              <a:gd name="connsiteX504" fmla="*/ 7203167 w 7467600"/>
              <a:gd name="connsiteY504" fmla="*/ 2697288 h 6858000"/>
              <a:gd name="connsiteX505" fmla="*/ 6937703 w 7467600"/>
              <a:gd name="connsiteY505" fmla="*/ 2321981 h 6858000"/>
              <a:gd name="connsiteX506" fmla="*/ 6591670 w 7467600"/>
              <a:gd name="connsiteY506" fmla="*/ 1988277 h 6858000"/>
              <a:gd name="connsiteX507" fmla="*/ 5798671 w 7467600"/>
              <a:gd name="connsiteY507" fmla="*/ 1981601 h 6858000"/>
              <a:gd name="connsiteX508" fmla="*/ 5754709 w 7467600"/>
              <a:gd name="connsiteY508" fmla="*/ 2071454 h 6858000"/>
              <a:gd name="connsiteX509" fmla="*/ 5763044 w 7467600"/>
              <a:gd name="connsiteY509" fmla="*/ 2842206 h 6858000"/>
              <a:gd name="connsiteX510" fmla="*/ 5764974 w 7467600"/>
              <a:gd name="connsiteY510" fmla="*/ 2799609 h 6858000"/>
              <a:gd name="connsiteX511" fmla="*/ 5767665 w 7467600"/>
              <a:gd name="connsiteY511" fmla="*/ 2666409 h 6858000"/>
              <a:gd name="connsiteX512" fmla="*/ 5763055 w 7467600"/>
              <a:gd name="connsiteY512" fmla="*/ 2579705 h 6858000"/>
              <a:gd name="connsiteX513" fmla="*/ 5758079 w 7467600"/>
              <a:gd name="connsiteY513" fmla="*/ 2492508 h 6858000"/>
              <a:gd name="connsiteX514" fmla="*/ 5779325 w 7467600"/>
              <a:gd name="connsiteY514" fmla="*/ 2197069 h 6858000"/>
              <a:gd name="connsiteX515" fmla="*/ 5798671 w 7467600"/>
              <a:gd name="connsiteY515" fmla="*/ 1981601 h 6858000"/>
              <a:gd name="connsiteX516" fmla="*/ 5829202 w 7467600"/>
              <a:gd name="connsiteY516" fmla="*/ 1971679 h 6858000"/>
              <a:gd name="connsiteX517" fmla="*/ 5809558 w 7467600"/>
              <a:gd name="connsiteY517" fmla="*/ 2198043 h 6858000"/>
              <a:gd name="connsiteX518" fmla="*/ 5788653 w 7467600"/>
              <a:gd name="connsiteY518" fmla="*/ 2489430 h 6858000"/>
              <a:gd name="connsiteX519" fmla="*/ 5793439 w 7467600"/>
              <a:gd name="connsiteY519" fmla="*/ 2575235 h 6858000"/>
              <a:gd name="connsiteX520" fmla="*/ 5796837 w 7467600"/>
              <a:gd name="connsiteY520" fmla="*/ 2637633 h 6858000"/>
              <a:gd name="connsiteX521" fmla="*/ 5818614 w 7467600"/>
              <a:gd name="connsiteY521" fmla="*/ 2473055 h 6858000"/>
              <a:gd name="connsiteX522" fmla="*/ 5829202 w 7467600"/>
              <a:gd name="connsiteY522" fmla="*/ 1971679 h 6858000"/>
              <a:gd name="connsiteX523" fmla="*/ 5911389 w 7467600"/>
              <a:gd name="connsiteY523" fmla="*/ 1898371 h 6858000"/>
              <a:gd name="connsiteX524" fmla="*/ 6237627 w 7467600"/>
              <a:gd name="connsiteY524" fmla="*/ 2231921 h 6858000"/>
              <a:gd name="connsiteX525" fmla="*/ 5911389 w 7467600"/>
              <a:gd name="connsiteY525" fmla="*/ 1898371 h 6858000"/>
              <a:gd name="connsiteX526" fmla="*/ 6944437 w 7467600"/>
              <a:gd name="connsiteY526" fmla="*/ 1575402 h 6858000"/>
              <a:gd name="connsiteX527" fmla="*/ 6304730 w 7467600"/>
              <a:gd name="connsiteY527" fmla="*/ 1766654 h 6858000"/>
              <a:gd name="connsiteX528" fmla="*/ 6944437 w 7467600"/>
              <a:gd name="connsiteY528" fmla="*/ 1575402 h 6858000"/>
              <a:gd name="connsiteX529" fmla="*/ 7019523 w 7467600"/>
              <a:gd name="connsiteY529" fmla="*/ 1519450 h 6858000"/>
              <a:gd name="connsiteX530" fmla="*/ 6298091 w 7467600"/>
              <a:gd name="connsiteY530" fmla="*/ 1737122 h 6858000"/>
              <a:gd name="connsiteX531" fmla="*/ 7019523 w 7467600"/>
              <a:gd name="connsiteY531" fmla="*/ 1519450 h 6858000"/>
              <a:gd name="connsiteX532" fmla="*/ 2399523 w 7467600"/>
              <a:gd name="connsiteY532" fmla="*/ 1428234 h 6858000"/>
              <a:gd name="connsiteX533" fmla="*/ 2224982 w 7467600"/>
              <a:gd name="connsiteY533" fmla="*/ 1826201 h 6858000"/>
              <a:gd name="connsiteX534" fmla="*/ 2096099 w 7467600"/>
              <a:gd name="connsiteY534" fmla="*/ 2345900 h 6858000"/>
              <a:gd name="connsiteX535" fmla="*/ 2283317 w 7467600"/>
              <a:gd name="connsiteY535" fmla="*/ 1796925 h 6858000"/>
              <a:gd name="connsiteX536" fmla="*/ 2399523 w 7467600"/>
              <a:gd name="connsiteY536" fmla="*/ 1428234 h 6858000"/>
              <a:gd name="connsiteX537" fmla="*/ 2448558 w 7467600"/>
              <a:gd name="connsiteY537" fmla="*/ 1373435 h 6858000"/>
              <a:gd name="connsiteX538" fmla="*/ 2312521 w 7467600"/>
              <a:gd name="connsiteY538" fmla="*/ 1806140 h 6858000"/>
              <a:gd name="connsiteX539" fmla="*/ 2127533 w 7467600"/>
              <a:gd name="connsiteY539" fmla="*/ 2348380 h 6858000"/>
              <a:gd name="connsiteX540" fmla="*/ 2358080 w 7467600"/>
              <a:gd name="connsiteY540" fmla="*/ 1866134 h 6858000"/>
              <a:gd name="connsiteX541" fmla="*/ 2407436 w 7467600"/>
              <a:gd name="connsiteY541" fmla="*/ 1651070 h 6858000"/>
              <a:gd name="connsiteX542" fmla="*/ 2448558 w 7467600"/>
              <a:gd name="connsiteY542" fmla="*/ 1373435 h 6858000"/>
              <a:gd name="connsiteX543" fmla="*/ 278707 w 7467600"/>
              <a:gd name="connsiteY543" fmla="*/ 1352270 h 6858000"/>
              <a:gd name="connsiteX544" fmla="*/ 321570 w 7467600"/>
              <a:gd name="connsiteY544" fmla="*/ 1861610 h 6858000"/>
              <a:gd name="connsiteX545" fmla="*/ 294281 w 7467600"/>
              <a:gd name="connsiteY545" fmla="*/ 1440658 h 6858000"/>
              <a:gd name="connsiteX546" fmla="*/ 278707 w 7467600"/>
              <a:gd name="connsiteY546" fmla="*/ 1352270 h 6858000"/>
              <a:gd name="connsiteX547" fmla="*/ 1423821 w 7467600"/>
              <a:gd name="connsiteY547" fmla="*/ 1351958 h 6858000"/>
              <a:gd name="connsiteX548" fmla="*/ 1638521 w 7467600"/>
              <a:gd name="connsiteY548" fmla="*/ 1908470 h 6858000"/>
              <a:gd name="connsiteX549" fmla="*/ 1754199 w 7467600"/>
              <a:gd name="connsiteY549" fmla="*/ 2149284 h 6858000"/>
              <a:gd name="connsiteX550" fmla="*/ 1908359 w 7467600"/>
              <a:gd name="connsiteY550" fmla="*/ 2364988 h 6858000"/>
              <a:gd name="connsiteX551" fmla="*/ 1647661 w 7467600"/>
              <a:gd name="connsiteY551" fmla="*/ 1825945 h 6858000"/>
              <a:gd name="connsiteX552" fmla="*/ 1423821 w 7467600"/>
              <a:gd name="connsiteY552" fmla="*/ 1351958 h 6858000"/>
              <a:gd name="connsiteX553" fmla="*/ 1431890 w 7467600"/>
              <a:gd name="connsiteY553" fmla="*/ 1306475 h 6858000"/>
              <a:gd name="connsiteX554" fmla="*/ 1507597 w 7467600"/>
              <a:gd name="connsiteY554" fmla="*/ 1446132 h 6858000"/>
              <a:gd name="connsiteX555" fmla="*/ 1674586 w 7467600"/>
              <a:gd name="connsiteY555" fmla="*/ 1813832 h 6858000"/>
              <a:gd name="connsiteX556" fmla="*/ 1815950 w 7467600"/>
              <a:gd name="connsiteY556" fmla="*/ 2128564 h 6858000"/>
              <a:gd name="connsiteX557" fmla="*/ 1984242 w 7467600"/>
              <a:gd name="connsiteY557" fmla="*/ 2430829 h 6858000"/>
              <a:gd name="connsiteX558" fmla="*/ 2014023 w 7467600"/>
              <a:gd name="connsiteY558" fmla="*/ 2450995 h 6858000"/>
              <a:gd name="connsiteX559" fmla="*/ 1747337 w 7467600"/>
              <a:gd name="connsiteY559" fmla="*/ 1855264 h 6858000"/>
              <a:gd name="connsiteX560" fmla="*/ 1533749 w 7467600"/>
              <a:gd name="connsiteY560" fmla="*/ 1478656 h 6858000"/>
              <a:gd name="connsiteX561" fmla="*/ 1431890 w 7467600"/>
              <a:gd name="connsiteY561" fmla="*/ 1306475 h 6858000"/>
              <a:gd name="connsiteX562" fmla="*/ 5052692 w 7467600"/>
              <a:gd name="connsiteY562" fmla="*/ 1292994 h 6858000"/>
              <a:gd name="connsiteX563" fmla="*/ 5200661 w 7467600"/>
              <a:gd name="connsiteY563" fmla="*/ 1635186 h 6858000"/>
              <a:gd name="connsiteX564" fmla="*/ 5297138 w 7467600"/>
              <a:gd name="connsiteY564" fmla="*/ 1906351 h 6858000"/>
              <a:gd name="connsiteX565" fmla="*/ 5052692 w 7467600"/>
              <a:gd name="connsiteY565" fmla="*/ 1292994 h 6858000"/>
              <a:gd name="connsiteX566" fmla="*/ 5009948 w 7467600"/>
              <a:gd name="connsiteY566" fmla="*/ 1273619 h 6858000"/>
              <a:gd name="connsiteX567" fmla="*/ 5121777 w 7467600"/>
              <a:gd name="connsiteY567" fmla="*/ 1654213 h 6858000"/>
              <a:gd name="connsiteX568" fmla="*/ 5293545 w 7467600"/>
              <a:gd name="connsiteY568" fmla="*/ 2072247 h 6858000"/>
              <a:gd name="connsiteX569" fmla="*/ 5294042 w 7467600"/>
              <a:gd name="connsiteY569" fmla="*/ 2065019 h 6858000"/>
              <a:gd name="connsiteX570" fmla="*/ 5171936 w 7467600"/>
              <a:gd name="connsiteY570" fmla="*/ 1647613 h 6858000"/>
              <a:gd name="connsiteX571" fmla="*/ 5009948 w 7467600"/>
              <a:gd name="connsiteY571" fmla="*/ 1273619 h 6858000"/>
              <a:gd name="connsiteX572" fmla="*/ 655236 w 7467600"/>
              <a:gd name="connsiteY572" fmla="*/ 1268632 h 6858000"/>
              <a:gd name="connsiteX573" fmla="*/ 839521 w 7467600"/>
              <a:gd name="connsiteY573" fmla="*/ 1685315 h 6858000"/>
              <a:gd name="connsiteX574" fmla="*/ 1109416 w 7467600"/>
              <a:gd name="connsiteY574" fmla="*/ 2061663 h 6858000"/>
              <a:gd name="connsiteX575" fmla="*/ 1298300 w 7467600"/>
              <a:gd name="connsiteY575" fmla="*/ 2247742 h 6858000"/>
              <a:gd name="connsiteX576" fmla="*/ 1125871 w 7467600"/>
              <a:gd name="connsiteY576" fmla="*/ 1989513 h 6858000"/>
              <a:gd name="connsiteX577" fmla="*/ 981574 w 7467600"/>
              <a:gd name="connsiteY577" fmla="*/ 1783157 h 6858000"/>
              <a:gd name="connsiteX578" fmla="*/ 922198 w 7467600"/>
              <a:gd name="connsiteY578" fmla="*/ 1677437 h 6858000"/>
              <a:gd name="connsiteX579" fmla="*/ 869293 w 7467600"/>
              <a:gd name="connsiteY579" fmla="*/ 1583214 h 6858000"/>
              <a:gd name="connsiteX580" fmla="*/ 751431 w 7467600"/>
              <a:gd name="connsiteY580" fmla="*/ 1405731 h 6858000"/>
              <a:gd name="connsiteX581" fmla="*/ 655236 w 7467600"/>
              <a:gd name="connsiteY581" fmla="*/ 1268632 h 6858000"/>
              <a:gd name="connsiteX582" fmla="*/ 6516292 w 7467600"/>
              <a:gd name="connsiteY582" fmla="*/ 1263064 h 6858000"/>
              <a:gd name="connsiteX583" fmla="*/ 5736320 w 7467600"/>
              <a:gd name="connsiteY583" fmla="*/ 1501803 h 6858000"/>
              <a:gd name="connsiteX584" fmla="*/ 6516292 w 7467600"/>
              <a:gd name="connsiteY584" fmla="*/ 1263064 h 6858000"/>
              <a:gd name="connsiteX585" fmla="*/ 291466 w 7467600"/>
              <a:gd name="connsiteY585" fmla="*/ 1250369 h 6858000"/>
              <a:gd name="connsiteX586" fmla="*/ 323180 w 7467600"/>
              <a:gd name="connsiteY586" fmla="*/ 1435283 h 6858000"/>
              <a:gd name="connsiteX587" fmla="*/ 349381 w 7467600"/>
              <a:gd name="connsiteY587" fmla="*/ 1875041 h 6858000"/>
              <a:gd name="connsiteX588" fmla="*/ 374363 w 7467600"/>
              <a:gd name="connsiteY588" fmla="*/ 1506494 h 6858000"/>
              <a:gd name="connsiteX589" fmla="*/ 302168 w 7467600"/>
              <a:gd name="connsiteY589" fmla="*/ 1274495 h 6858000"/>
              <a:gd name="connsiteX590" fmla="*/ 291466 w 7467600"/>
              <a:gd name="connsiteY590" fmla="*/ 1250369 h 6858000"/>
              <a:gd name="connsiteX591" fmla="*/ 678222 w 7467600"/>
              <a:gd name="connsiteY591" fmla="*/ 1248670 h 6858000"/>
              <a:gd name="connsiteX592" fmla="*/ 775536 w 7467600"/>
              <a:gd name="connsiteY592" fmla="*/ 1388015 h 6858000"/>
              <a:gd name="connsiteX593" fmla="*/ 894529 w 7467600"/>
              <a:gd name="connsiteY593" fmla="*/ 1567739 h 6858000"/>
              <a:gd name="connsiteX594" fmla="*/ 948000 w 7467600"/>
              <a:gd name="connsiteY594" fmla="*/ 1663088 h 6858000"/>
              <a:gd name="connsiteX595" fmla="*/ 1006812 w 7467600"/>
              <a:gd name="connsiteY595" fmla="*/ 1767683 h 6858000"/>
              <a:gd name="connsiteX596" fmla="*/ 1149133 w 7467600"/>
              <a:gd name="connsiteY596" fmla="*/ 1971513 h 6858000"/>
              <a:gd name="connsiteX597" fmla="*/ 1333952 w 7467600"/>
              <a:gd name="connsiteY597" fmla="*/ 2251620 h 6858000"/>
              <a:gd name="connsiteX598" fmla="*/ 1337329 w 7467600"/>
              <a:gd name="connsiteY598" fmla="*/ 2258350 h 6858000"/>
              <a:gd name="connsiteX599" fmla="*/ 1014726 w 7467600"/>
              <a:gd name="connsiteY599" fmla="*/ 1615556 h 6858000"/>
              <a:gd name="connsiteX600" fmla="*/ 678222 w 7467600"/>
              <a:gd name="connsiteY600" fmla="*/ 1248670 h 6858000"/>
              <a:gd name="connsiteX601" fmla="*/ 6691602 w 7467600"/>
              <a:gd name="connsiteY601" fmla="*/ 1140573 h 6858000"/>
              <a:gd name="connsiteX602" fmla="*/ 6571100 w 7467600"/>
              <a:gd name="connsiteY602" fmla="*/ 1183662 h 6858000"/>
              <a:gd name="connsiteX603" fmla="*/ 6241687 w 7467600"/>
              <a:gd name="connsiteY603" fmla="*/ 1257600 h 6858000"/>
              <a:gd name="connsiteX604" fmla="*/ 5693009 w 7467600"/>
              <a:gd name="connsiteY604" fmla="*/ 1478256 h 6858000"/>
              <a:gd name="connsiteX605" fmla="*/ 6548420 w 7467600"/>
              <a:gd name="connsiteY605" fmla="*/ 1214599 h 6858000"/>
              <a:gd name="connsiteX606" fmla="*/ 6605473 w 7467600"/>
              <a:gd name="connsiteY606" fmla="*/ 1184686 h 6858000"/>
              <a:gd name="connsiteX607" fmla="*/ 6691602 w 7467600"/>
              <a:gd name="connsiteY607" fmla="*/ 1140573 h 6858000"/>
              <a:gd name="connsiteX608" fmla="*/ 4002475 w 7467600"/>
              <a:gd name="connsiteY608" fmla="*/ 1037802 h 6858000"/>
              <a:gd name="connsiteX609" fmla="*/ 4000324 w 7467600"/>
              <a:gd name="connsiteY609" fmla="*/ 1039362 h 6858000"/>
              <a:gd name="connsiteX610" fmla="*/ 4002862 w 7467600"/>
              <a:gd name="connsiteY610" fmla="*/ 1042866 h 6858000"/>
              <a:gd name="connsiteX611" fmla="*/ 4002475 w 7467600"/>
              <a:gd name="connsiteY611" fmla="*/ 1037802 h 6858000"/>
              <a:gd name="connsiteX612" fmla="*/ 506322 w 7467600"/>
              <a:gd name="connsiteY612" fmla="*/ 1020997 h 6858000"/>
              <a:gd name="connsiteX613" fmla="*/ 533068 w 7467600"/>
              <a:gd name="connsiteY613" fmla="*/ 1029409 h 6858000"/>
              <a:gd name="connsiteX614" fmla="*/ 1232525 w 7467600"/>
              <a:gd name="connsiteY614" fmla="*/ 1804675 h 6858000"/>
              <a:gd name="connsiteX615" fmla="*/ 1388858 w 7467600"/>
              <a:gd name="connsiteY615" fmla="*/ 2368011 h 6858000"/>
              <a:gd name="connsiteX616" fmla="*/ 1384098 w 7467600"/>
              <a:gd name="connsiteY616" fmla="*/ 2378125 h 6858000"/>
              <a:gd name="connsiteX617" fmla="*/ 1425393 w 7467600"/>
              <a:gd name="connsiteY617" fmla="*/ 2589124 h 6858000"/>
              <a:gd name="connsiteX618" fmla="*/ 1424001 w 7467600"/>
              <a:gd name="connsiteY618" fmla="*/ 2597541 h 6858000"/>
              <a:gd name="connsiteX619" fmla="*/ 2152729 w 7467600"/>
              <a:gd name="connsiteY619" fmla="*/ 2864487 h 6858000"/>
              <a:gd name="connsiteX620" fmla="*/ 2020609 w 7467600"/>
              <a:gd name="connsiteY620" fmla="*/ 2539671 h 6858000"/>
              <a:gd name="connsiteX621" fmla="*/ 2018920 w 7467600"/>
              <a:gd name="connsiteY621" fmla="*/ 2536309 h 6858000"/>
              <a:gd name="connsiteX622" fmla="*/ 1342441 w 7467600"/>
              <a:gd name="connsiteY622" fmla="*/ 1173017 h 6858000"/>
              <a:gd name="connsiteX623" fmla="*/ 1367925 w 7467600"/>
              <a:gd name="connsiteY623" fmla="*/ 1135648 h 6858000"/>
              <a:gd name="connsiteX624" fmla="*/ 1771401 w 7467600"/>
              <a:gd name="connsiteY624" fmla="*/ 1806673 h 6858000"/>
              <a:gd name="connsiteX625" fmla="*/ 1972385 w 7467600"/>
              <a:gd name="connsiteY625" fmla="*/ 2198735 h 6858000"/>
              <a:gd name="connsiteX626" fmla="*/ 2040892 w 7467600"/>
              <a:gd name="connsiteY626" fmla="*/ 2405205 h 6858000"/>
              <a:gd name="connsiteX627" fmla="*/ 2131689 w 7467600"/>
              <a:gd name="connsiteY627" fmla="*/ 1936926 h 6858000"/>
              <a:gd name="connsiteX628" fmla="*/ 2454820 w 7467600"/>
              <a:gd name="connsiteY628" fmla="*/ 1248808 h 6858000"/>
              <a:gd name="connsiteX629" fmla="*/ 2492512 w 7467600"/>
              <a:gd name="connsiteY629" fmla="*/ 1302920 h 6858000"/>
              <a:gd name="connsiteX630" fmla="*/ 2081216 w 7467600"/>
              <a:gd name="connsiteY630" fmla="*/ 2527513 h 6858000"/>
              <a:gd name="connsiteX631" fmla="*/ 2081211 w 7467600"/>
              <a:gd name="connsiteY631" fmla="*/ 2528916 h 6858000"/>
              <a:gd name="connsiteX632" fmla="*/ 2199067 w 7467600"/>
              <a:gd name="connsiteY632" fmla="*/ 2884061 h 6858000"/>
              <a:gd name="connsiteX633" fmla="*/ 3192586 w 7467600"/>
              <a:gd name="connsiteY633" fmla="*/ 3411496 h 6858000"/>
              <a:gd name="connsiteX634" fmla="*/ 3182620 w 7467600"/>
              <a:gd name="connsiteY634" fmla="*/ 3483279 h 6858000"/>
              <a:gd name="connsiteX635" fmla="*/ 2435119 w 7467600"/>
              <a:gd name="connsiteY635" fmla="*/ 3080173 h 6858000"/>
              <a:gd name="connsiteX636" fmla="*/ 2410152 w 7467600"/>
              <a:gd name="connsiteY636" fmla="*/ 3063751 h 6858000"/>
              <a:gd name="connsiteX637" fmla="*/ 2408099 w 7467600"/>
              <a:gd name="connsiteY637" fmla="*/ 3064403 h 6858000"/>
              <a:gd name="connsiteX638" fmla="*/ 2407218 w 7467600"/>
              <a:gd name="connsiteY638" fmla="*/ 3070324 h 6858000"/>
              <a:gd name="connsiteX639" fmla="*/ 2380138 w 7467600"/>
              <a:gd name="connsiteY639" fmla="*/ 3099341 h 6858000"/>
              <a:gd name="connsiteX640" fmla="*/ 1765923 w 7467600"/>
              <a:gd name="connsiteY640" fmla="*/ 3581043 h 6858000"/>
              <a:gd name="connsiteX641" fmla="*/ 1702258 w 7467600"/>
              <a:gd name="connsiteY641" fmla="*/ 3612286 h 6858000"/>
              <a:gd name="connsiteX642" fmla="*/ 1538370 w 7467600"/>
              <a:gd name="connsiteY642" fmla="*/ 3811804 h 6858000"/>
              <a:gd name="connsiteX643" fmla="*/ 542867 w 7467600"/>
              <a:gd name="connsiteY643" fmla="*/ 4944092 h 6858000"/>
              <a:gd name="connsiteX644" fmla="*/ 515800 w 7467600"/>
              <a:gd name="connsiteY644" fmla="*/ 4862180 h 6858000"/>
              <a:gd name="connsiteX645" fmla="*/ 909145 w 7467600"/>
              <a:gd name="connsiteY645" fmla="*/ 4199225 h 6858000"/>
              <a:gd name="connsiteX646" fmla="*/ 1214067 w 7467600"/>
              <a:gd name="connsiteY646" fmla="*/ 3908561 h 6858000"/>
              <a:gd name="connsiteX647" fmla="*/ 640967 w 7467600"/>
              <a:gd name="connsiteY647" fmla="*/ 4105601 h 6858000"/>
              <a:gd name="connsiteX648" fmla="*/ 112563 w 7467600"/>
              <a:gd name="connsiteY648" fmla="*/ 4396952 h 6858000"/>
              <a:gd name="connsiteX649" fmla="*/ 0 w 7467600"/>
              <a:gd name="connsiteY649" fmla="*/ 4466006 h 6858000"/>
              <a:gd name="connsiteX650" fmla="*/ 0 w 7467600"/>
              <a:gd name="connsiteY650" fmla="*/ 4233763 h 6858000"/>
              <a:gd name="connsiteX651" fmla="*/ 36881 w 7467600"/>
              <a:gd name="connsiteY651" fmla="*/ 4200118 h 6858000"/>
              <a:gd name="connsiteX652" fmla="*/ 910534 w 7467600"/>
              <a:gd name="connsiteY652" fmla="*/ 3629753 h 6858000"/>
              <a:gd name="connsiteX653" fmla="*/ 1578717 w 7467600"/>
              <a:gd name="connsiteY653" fmla="*/ 3575982 h 6858000"/>
              <a:gd name="connsiteX654" fmla="*/ 2338780 w 7467600"/>
              <a:gd name="connsiteY654" fmla="*/ 3033725 h 6858000"/>
              <a:gd name="connsiteX655" fmla="*/ 1807991 w 7467600"/>
              <a:gd name="connsiteY655" fmla="*/ 2807184 h 6858000"/>
              <a:gd name="connsiteX656" fmla="*/ 1416358 w 7467600"/>
              <a:gd name="connsiteY656" fmla="*/ 3112571 h 6858000"/>
              <a:gd name="connsiteX657" fmla="*/ 939066 w 7467600"/>
              <a:gd name="connsiteY657" fmla="*/ 3378798 h 6858000"/>
              <a:gd name="connsiteX658" fmla="*/ 115099 w 7467600"/>
              <a:gd name="connsiteY658" fmla="*/ 3607650 h 6858000"/>
              <a:gd name="connsiteX659" fmla="*/ 97284 w 7467600"/>
              <a:gd name="connsiteY659" fmla="*/ 3520393 h 6858000"/>
              <a:gd name="connsiteX660" fmla="*/ 922050 w 7467600"/>
              <a:gd name="connsiteY660" fmla="*/ 3074867 h 6858000"/>
              <a:gd name="connsiteX661" fmla="*/ 1405265 w 7467600"/>
              <a:gd name="connsiteY661" fmla="*/ 3016319 h 6858000"/>
              <a:gd name="connsiteX662" fmla="*/ 1407512 w 7467600"/>
              <a:gd name="connsiteY662" fmla="*/ 3018001 h 6858000"/>
              <a:gd name="connsiteX663" fmla="*/ 1726266 w 7467600"/>
              <a:gd name="connsiteY663" fmla="*/ 2777274 h 6858000"/>
              <a:gd name="connsiteX664" fmla="*/ 625390 w 7467600"/>
              <a:gd name="connsiteY664" fmla="*/ 2514541 h 6858000"/>
              <a:gd name="connsiteX665" fmla="*/ 619799 w 7467600"/>
              <a:gd name="connsiteY665" fmla="*/ 2527180 h 6858000"/>
              <a:gd name="connsiteX666" fmla="*/ 310030 w 7467600"/>
              <a:gd name="connsiteY666" fmla="*/ 2771818 h 6858000"/>
              <a:gd name="connsiteX667" fmla="*/ 173877 w 7467600"/>
              <a:gd name="connsiteY667" fmla="*/ 2937056 h 6858000"/>
              <a:gd name="connsiteX668" fmla="*/ 77889 w 7467600"/>
              <a:gd name="connsiteY668" fmla="*/ 3138440 h 6858000"/>
              <a:gd name="connsiteX669" fmla="*/ 0 w 7467600"/>
              <a:gd name="connsiteY669" fmla="*/ 3271395 h 6858000"/>
              <a:gd name="connsiteX670" fmla="*/ 0 w 7467600"/>
              <a:gd name="connsiteY670" fmla="*/ 3153002 h 6858000"/>
              <a:gd name="connsiteX671" fmla="*/ 2386 w 7467600"/>
              <a:gd name="connsiteY671" fmla="*/ 3149203 h 6858000"/>
              <a:gd name="connsiteX672" fmla="*/ 89753 w 7467600"/>
              <a:gd name="connsiteY672" fmla="*/ 2987702 h 6858000"/>
              <a:gd name="connsiteX673" fmla="*/ 76869 w 7467600"/>
              <a:gd name="connsiteY673" fmla="*/ 3005404 h 6858000"/>
              <a:gd name="connsiteX674" fmla="*/ 32049 w 7467600"/>
              <a:gd name="connsiteY674" fmla="*/ 3065814 h 6858000"/>
              <a:gd name="connsiteX675" fmla="*/ 0 w 7467600"/>
              <a:gd name="connsiteY675" fmla="*/ 3108744 h 6858000"/>
              <a:gd name="connsiteX676" fmla="*/ 0 w 7467600"/>
              <a:gd name="connsiteY676" fmla="*/ 3058059 h 6858000"/>
              <a:gd name="connsiteX677" fmla="*/ 7610 w 7467600"/>
              <a:gd name="connsiteY677" fmla="*/ 3047889 h 6858000"/>
              <a:gd name="connsiteX678" fmla="*/ 52419 w 7467600"/>
              <a:gd name="connsiteY678" fmla="*/ 2987479 h 6858000"/>
              <a:gd name="connsiteX679" fmla="*/ 59142 w 7467600"/>
              <a:gd name="connsiteY679" fmla="*/ 2978488 h 6858000"/>
              <a:gd name="connsiteX680" fmla="*/ 0 w 7467600"/>
              <a:gd name="connsiteY680" fmla="*/ 3015334 h 6858000"/>
              <a:gd name="connsiteX681" fmla="*/ 0 w 7467600"/>
              <a:gd name="connsiteY681" fmla="*/ 2914286 h 6858000"/>
              <a:gd name="connsiteX682" fmla="*/ 36383 w 7467600"/>
              <a:gd name="connsiteY682" fmla="*/ 2901128 h 6858000"/>
              <a:gd name="connsiteX683" fmla="*/ 156329 w 7467600"/>
              <a:gd name="connsiteY683" fmla="*/ 2840533 h 6858000"/>
              <a:gd name="connsiteX684" fmla="*/ 358355 w 7467600"/>
              <a:gd name="connsiteY684" fmla="*/ 2620471 h 6858000"/>
              <a:gd name="connsiteX685" fmla="*/ 510577 w 7467600"/>
              <a:gd name="connsiteY685" fmla="*/ 2501244 h 6858000"/>
              <a:gd name="connsiteX686" fmla="*/ 211967 w 7467600"/>
              <a:gd name="connsiteY686" fmla="*/ 2479171 h 6858000"/>
              <a:gd name="connsiteX687" fmla="*/ 0 w 7467600"/>
              <a:gd name="connsiteY687" fmla="*/ 2476398 h 6858000"/>
              <a:gd name="connsiteX688" fmla="*/ 0 w 7467600"/>
              <a:gd name="connsiteY688" fmla="*/ 2389189 h 6858000"/>
              <a:gd name="connsiteX689" fmla="*/ 103062 w 7467600"/>
              <a:gd name="connsiteY689" fmla="*/ 2389518 h 6858000"/>
              <a:gd name="connsiteX690" fmla="*/ 510734 w 7467600"/>
              <a:gd name="connsiteY690" fmla="*/ 2416201 h 6858000"/>
              <a:gd name="connsiteX691" fmla="*/ 279257 w 7467600"/>
              <a:gd name="connsiteY691" fmla="*/ 2092102 h 6858000"/>
              <a:gd name="connsiteX692" fmla="*/ 65265 w 7467600"/>
              <a:gd name="connsiteY692" fmla="*/ 2006049 h 6858000"/>
              <a:gd name="connsiteX693" fmla="*/ 0 w 7467600"/>
              <a:gd name="connsiteY693" fmla="*/ 1982532 h 6858000"/>
              <a:gd name="connsiteX694" fmla="*/ 0 w 7467600"/>
              <a:gd name="connsiteY694" fmla="*/ 1912789 h 6858000"/>
              <a:gd name="connsiteX695" fmla="*/ 97460 w 7467600"/>
              <a:gd name="connsiteY695" fmla="*/ 1953725 h 6858000"/>
              <a:gd name="connsiteX696" fmla="*/ 221272 w 7467600"/>
              <a:gd name="connsiteY696" fmla="*/ 1980766 h 6858000"/>
              <a:gd name="connsiteX697" fmla="*/ 116765 w 7467600"/>
              <a:gd name="connsiteY697" fmla="*/ 1911033 h 6858000"/>
              <a:gd name="connsiteX698" fmla="*/ 16405 w 7467600"/>
              <a:gd name="connsiteY698" fmla="*/ 1803412 h 6858000"/>
              <a:gd name="connsiteX699" fmla="*/ 0 w 7467600"/>
              <a:gd name="connsiteY699" fmla="*/ 1784777 h 6858000"/>
              <a:gd name="connsiteX700" fmla="*/ 0 w 7467600"/>
              <a:gd name="connsiteY700" fmla="*/ 1740082 h 6858000"/>
              <a:gd name="connsiteX701" fmla="*/ 39394 w 7467600"/>
              <a:gd name="connsiteY701" fmla="*/ 1784856 h 6858000"/>
              <a:gd name="connsiteX702" fmla="*/ 135813 w 7467600"/>
              <a:gd name="connsiteY702" fmla="*/ 1888838 h 6858000"/>
              <a:gd name="connsiteX703" fmla="*/ 242575 w 7467600"/>
              <a:gd name="connsiteY703" fmla="*/ 1958841 h 6858000"/>
              <a:gd name="connsiteX704" fmla="*/ 82197 w 7467600"/>
              <a:gd name="connsiteY704" fmla="*/ 1754826 h 6858000"/>
              <a:gd name="connsiteX705" fmla="*/ 0 w 7467600"/>
              <a:gd name="connsiteY705" fmla="*/ 1679650 h 6858000"/>
              <a:gd name="connsiteX706" fmla="*/ 0 w 7467600"/>
              <a:gd name="connsiteY706" fmla="*/ 1602463 h 6858000"/>
              <a:gd name="connsiteX707" fmla="*/ 84689 w 7467600"/>
              <a:gd name="connsiteY707" fmla="*/ 1677442 h 6858000"/>
              <a:gd name="connsiteX708" fmla="*/ 298437 w 7467600"/>
              <a:gd name="connsiteY708" fmla="*/ 1968019 h 6858000"/>
              <a:gd name="connsiteX709" fmla="*/ 227269 w 7467600"/>
              <a:gd name="connsiteY709" fmla="*/ 1114064 h 6858000"/>
              <a:gd name="connsiteX710" fmla="*/ 248003 w 7467600"/>
              <a:gd name="connsiteY710" fmla="*/ 1089613 h 6858000"/>
              <a:gd name="connsiteX711" fmla="*/ 427020 w 7467600"/>
              <a:gd name="connsiteY711" fmla="*/ 1619803 h 6858000"/>
              <a:gd name="connsiteX712" fmla="*/ 340345 w 7467600"/>
              <a:gd name="connsiteY712" fmla="*/ 2027739 h 6858000"/>
              <a:gd name="connsiteX713" fmla="*/ 360865 w 7467600"/>
              <a:gd name="connsiteY713" fmla="*/ 2044827 h 6858000"/>
              <a:gd name="connsiteX714" fmla="*/ 560414 w 7467600"/>
              <a:gd name="connsiteY714" fmla="*/ 2421457 h 6858000"/>
              <a:gd name="connsiteX715" fmla="*/ 1359703 w 7467600"/>
              <a:gd name="connsiteY715" fmla="*/ 2578554 h 6858000"/>
              <a:gd name="connsiteX716" fmla="*/ 1359422 w 7467600"/>
              <a:gd name="connsiteY716" fmla="*/ 2577994 h 6858000"/>
              <a:gd name="connsiteX717" fmla="*/ 828701 w 7467600"/>
              <a:gd name="connsiteY717" fmla="*/ 1839520 h 6858000"/>
              <a:gd name="connsiteX718" fmla="*/ 494427 w 7467600"/>
              <a:gd name="connsiteY718" fmla="*/ 1092333 h 6858000"/>
              <a:gd name="connsiteX719" fmla="*/ 506322 w 7467600"/>
              <a:gd name="connsiteY719" fmla="*/ 1020997 h 6858000"/>
              <a:gd name="connsiteX720" fmla="*/ 4570198 w 7467600"/>
              <a:gd name="connsiteY720" fmla="*/ 978081 h 6858000"/>
              <a:gd name="connsiteX721" fmla="*/ 4523691 w 7467600"/>
              <a:gd name="connsiteY721" fmla="*/ 1127776 h 6858000"/>
              <a:gd name="connsiteX722" fmla="*/ 4509875 w 7467600"/>
              <a:gd name="connsiteY722" fmla="*/ 1167552 h 6858000"/>
              <a:gd name="connsiteX723" fmla="*/ 4478168 w 7467600"/>
              <a:gd name="connsiteY723" fmla="*/ 1260735 h 6858000"/>
              <a:gd name="connsiteX724" fmla="*/ 4409309 w 7467600"/>
              <a:gd name="connsiteY724" fmla="*/ 1666996 h 6858000"/>
              <a:gd name="connsiteX725" fmla="*/ 4370031 w 7467600"/>
              <a:gd name="connsiteY725" fmla="*/ 1955666 h 6858000"/>
              <a:gd name="connsiteX726" fmla="*/ 4570198 w 7467600"/>
              <a:gd name="connsiteY726" fmla="*/ 978081 h 6858000"/>
              <a:gd name="connsiteX727" fmla="*/ 4557898 w 7467600"/>
              <a:gd name="connsiteY727" fmla="*/ 900011 h 6858000"/>
              <a:gd name="connsiteX728" fmla="*/ 4344840 w 7467600"/>
              <a:gd name="connsiteY728" fmla="*/ 1922038 h 6858000"/>
              <a:gd name="connsiteX729" fmla="*/ 4378710 w 7467600"/>
              <a:gd name="connsiteY729" fmla="*/ 1665516 h 6858000"/>
              <a:gd name="connsiteX730" fmla="*/ 4448798 w 7467600"/>
              <a:gd name="connsiteY730" fmla="*/ 1253024 h 6858000"/>
              <a:gd name="connsiteX731" fmla="*/ 4480315 w 7467600"/>
              <a:gd name="connsiteY731" fmla="*/ 1158454 h 6858000"/>
              <a:gd name="connsiteX732" fmla="*/ 4494133 w 7467600"/>
              <a:gd name="connsiteY732" fmla="*/ 1118676 h 6858000"/>
              <a:gd name="connsiteX733" fmla="*/ 4557898 w 7467600"/>
              <a:gd name="connsiteY733" fmla="*/ 900011 h 6858000"/>
              <a:gd name="connsiteX734" fmla="*/ 5870151 w 7467600"/>
              <a:gd name="connsiteY734" fmla="*/ 898890 h 6858000"/>
              <a:gd name="connsiteX735" fmla="*/ 5861335 w 7467600"/>
              <a:gd name="connsiteY735" fmla="*/ 899177 h 6858000"/>
              <a:gd name="connsiteX736" fmla="*/ 5843702 w 7467600"/>
              <a:gd name="connsiteY736" fmla="*/ 899748 h 6858000"/>
              <a:gd name="connsiteX737" fmla="*/ 5651107 w 7467600"/>
              <a:gd name="connsiteY737" fmla="*/ 920306 h 6858000"/>
              <a:gd name="connsiteX738" fmla="*/ 5459407 w 7467600"/>
              <a:gd name="connsiteY738" fmla="*/ 940975 h 6858000"/>
              <a:gd name="connsiteX739" fmla="*/ 5374846 w 7467600"/>
              <a:gd name="connsiteY739" fmla="*/ 941988 h 6858000"/>
              <a:gd name="connsiteX740" fmla="*/ 5256105 w 7467600"/>
              <a:gd name="connsiteY740" fmla="*/ 945632 h 6858000"/>
              <a:gd name="connsiteX741" fmla="*/ 5107071 w 7467600"/>
              <a:gd name="connsiteY741" fmla="*/ 969720 h 6858000"/>
              <a:gd name="connsiteX742" fmla="*/ 4998681 w 7467600"/>
              <a:gd name="connsiteY742" fmla="*/ 988771 h 6858000"/>
              <a:gd name="connsiteX743" fmla="*/ 5870151 w 7467600"/>
              <a:gd name="connsiteY743" fmla="*/ 898890 h 6858000"/>
              <a:gd name="connsiteX744" fmla="*/ 5504425 w 7467600"/>
              <a:gd name="connsiteY744" fmla="*/ 848067 h 6858000"/>
              <a:gd name="connsiteX745" fmla="*/ 4968849 w 7467600"/>
              <a:gd name="connsiteY745" fmla="*/ 962318 h 6858000"/>
              <a:gd name="connsiteX746" fmla="*/ 5104039 w 7467600"/>
              <a:gd name="connsiteY746" fmla="*/ 940634 h 6858000"/>
              <a:gd name="connsiteX747" fmla="*/ 5256311 w 7467600"/>
              <a:gd name="connsiteY747" fmla="*/ 916490 h 6858000"/>
              <a:gd name="connsiteX748" fmla="*/ 5377381 w 7467600"/>
              <a:gd name="connsiteY748" fmla="*/ 912671 h 6858000"/>
              <a:gd name="connsiteX749" fmla="*/ 5460148 w 7467600"/>
              <a:gd name="connsiteY749" fmla="*/ 911442 h 6858000"/>
              <a:gd name="connsiteX750" fmla="*/ 5648971 w 7467600"/>
              <a:gd name="connsiteY750" fmla="*/ 891331 h 6858000"/>
              <a:gd name="connsiteX751" fmla="*/ 5844807 w 7467600"/>
              <a:gd name="connsiteY751" fmla="*/ 870718 h 6858000"/>
              <a:gd name="connsiteX752" fmla="*/ 5862975 w 7467600"/>
              <a:gd name="connsiteY752" fmla="*/ 869756 h 6858000"/>
              <a:gd name="connsiteX753" fmla="*/ 5920887 w 7467600"/>
              <a:gd name="connsiteY753" fmla="*/ 865929 h 6858000"/>
              <a:gd name="connsiteX754" fmla="*/ 5504425 w 7467600"/>
              <a:gd name="connsiteY754" fmla="*/ 848067 h 6858000"/>
              <a:gd name="connsiteX755" fmla="*/ 3607114 w 7467600"/>
              <a:gd name="connsiteY755" fmla="*/ 467441 h 6858000"/>
              <a:gd name="connsiteX756" fmla="*/ 3296242 w 7467600"/>
              <a:gd name="connsiteY756" fmla="*/ 807991 h 6858000"/>
              <a:gd name="connsiteX757" fmla="*/ 3174674 w 7467600"/>
              <a:gd name="connsiteY757" fmla="*/ 919759 h 6858000"/>
              <a:gd name="connsiteX758" fmla="*/ 3042978 w 7467600"/>
              <a:gd name="connsiteY758" fmla="*/ 1054894 h 6858000"/>
              <a:gd name="connsiteX759" fmla="*/ 2968914 w 7467600"/>
              <a:gd name="connsiteY759" fmla="*/ 1133756 h 6858000"/>
              <a:gd name="connsiteX760" fmla="*/ 3103823 w 7467600"/>
              <a:gd name="connsiteY760" fmla="*/ 1026814 h 6858000"/>
              <a:gd name="connsiteX761" fmla="*/ 3607114 w 7467600"/>
              <a:gd name="connsiteY761" fmla="*/ 467441 h 6858000"/>
              <a:gd name="connsiteX762" fmla="*/ 3744487 w 7467600"/>
              <a:gd name="connsiteY762" fmla="*/ 383136 h 6858000"/>
              <a:gd name="connsiteX763" fmla="*/ 3970213 w 7467600"/>
              <a:gd name="connsiteY763" fmla="*/ 995559 h 6858000"/>
              <a:gd name="connsiteX764" fmla="*/ 3744487 w 7467600"/>
              <a:gd name="connsiteY764" fmla="*/ 383136 h 6858000"/>
              <a:gd name="connsiteX765" fmla="*/ 3624562 w 7467600"/>
              <a:gd name="connsiteY765" fmla="*/ 367041 h 6858000"/>
              <a:gd name="connsiteX766" fmla="*/ 3489712 w 7467600"/>
              <a:gd name="connsiteY766" fmla="*/ 485386 h 6858000"/>
              <a:gd name="connsiteX767" fmla="*/ 3182994 w 7467600"/>
              <a:gd name="connsiteY767" fmla="*/ 828265 h 6858000"/>
              <a:gd name="connsiteX768" fmla="*/ 2892114 w 7467600"/>
              <a:gd name="connsiteY768" fmla="*/ 1172635 h 6858000"/>
              <a:gd name="connsiteX769" fmla="*/ 3021459 w 7467600"/>
              <a:gd name="connsiteY769" fmla="*/ 1035385 h 6858000"/>
              <a:gd name="connsiteX770" fmla="*/ 3153873 w 7467600"/>
              <a:gd name="connsiteY770" fmla="*/ 898971 h 6858000"/>
              <a:gd name="connsiteX771" fmla="*/ 3276511 w 7467600"/>
              <a:gd name="connsiteY771" fmla="*/ 786423 h 6858000"/>
              <a:gd name="connsiteX772" fmla="*/ 3584154 w 7467600"/>
              <a:gd name="connsiteY772" fmla="*/ 448218 h 6858000"/>
              <a:gd name="connsiteX773" fmla="*/ 3624562 w 7467600"/>
              <a:gd name="connsiteY773" fmla="*/ 367041 h 6858000"/>
              <a:gd name="connsiteX774" fmla="*/ 3766672 w 7467600"/>
              <a:gd name="connsiteY774" fmla="*/ 359429 h 6858000"/>
              <a:gd name="connsiteX775" fmla="*/ 3996338 w 7467600"/>
              <a:gd name="connsiteY775" fmla="*/ 968237 h 6858000"/>
              <a:gd name="connsiteX776" fmla="*/ 3766672 w 7467600"/>
              <a:gd name="connsiteY776" fmla="*/ 359429 h 6858000"/>
              <a:gd name="connsiteX777" fmla="*/ 5805386 w 7467600"/>
              <a:gd name="connsiteY777" fmla="*/ 239240 h 6858000"/>
              <a:gd name="connsiteX778" fmla="*/ 5736947 w 7467600"/>
              <a:gd name="connsiteY778" fmla="*/ 261367 h 6858000"/>
              <a:gd name="connsiteX779" fmla="*/ 5427012 w 7467600"/>
              <a:gd name="connsiteY779" fmla="*/ 311272 h 6858000"/>
              <a:gd name="connsiteX780" fmla="*/ 5147818 w 7467600"/>
              <a:gd name="connsiteY780" fmla="*/ 322112 h 6858000"/>
              <a:gd name="connsiteX781" fmla="*/ 5060854 w 7467600"/>
              <a:gd name="connsiteY781" fmla="*/ 311882 h 6858000"/>
              <a:gd name="connsiteX782" fmla="*/ 4945989 w 7467600"/>
              <a:gd name="connsiteY782" fmla="*/ 300516 h 6858000"/>
              <a:gd name="connsiteX783" fmla="*/ 5410479 w 7467600"/>
              <a:gd name="connsiteY783" fmla="*/ 348434 h 6858000"/>
              <a:gd name="connsiteX784" fmla="*/ 5805386 w 7467600"/>
              <a:gd name="connsiteY784" fmla="*/ 239240 h 6858000"/>
              <a:gd name="connsiteX785" fmla="*/ 5905192 w 7467600"/>
              <a:gd name="connsiteY785" fmla="*/ 163079 h 6858000"/>
              <a:gd name="connsiteX786" fmla="*/ 5865655 w 7467600"/>
              <a:gd name="connsiteY786" fmla="*/ 171901 h 6858000"/>
              <a:gd name="connsiteX787" fmla="*/ 5259740 w 7467600"/>
              <a:gd name="connsiteY787" fmla="*/ 257013 h 6858000"/>
              <a:gd name="connsiteX788" fmla="*/ 5208466 w 7467600"/>
              <a:gd name="connsiteY788" fmla="*/ 257550 h 6858000"/>
              <a:gd name="connsiteX789" fmla="*/ 4980204 w 7467600"/>
              <a:gd name="connsiteY789" fmla="*/ 271903 h 6858000"/>
              <a:gd name="connsiteX790" fmla="*/ 5068068 w 7467600"/>
              <a:gd name="connsiteY790" fmla="*/ 282244 h 6858000"/>
              <a:gd name="connsiteX791" fmla="*/ 5153231 w 7467600"/>
              <a:gd name="connsiteY791" fmla="*/ 292240 h 6858000"/>
              <a:gd name="connsiteX792" fmla="*/ 5426491 w 7467600"/>
              <a:gd name="connsiteY792" fmla="*/ 281128 h 6858000"/>
              <a:gd name="connsiteX793" fmla="*/ 5731212 w 7467600"/>
              <a:gd name="connsiteY793" fmla="*/ 231951 h 6858000"/>
              <a:gd name="connsiteX794" fmla="*/ 5905192 w 7467600"/>
              <a:gd name="connsiteY794" fmla="*/ 163079 h 6858000"/>
              <a:gd name="connsiteX795" fmla="*/ 5944437 w 7467600"/>
              <a:gd name="connsiteY795" fmla="*/ 113829 h 6858000"/>
              <a:gd name="connsiteX796" fmla="*/ 5825032 w 7467600"/>
              <a:gd name="connsiteY796" fmla="*/ 146405 h 6858000"/>
              <a:gd name="connsiteX797" fmla="*/ 4955599 w 7467600"/>
              <a:gd name="connsiteY797" fmla="*/ 247008 h 6858000"/>
              <a:gd name="connsiteX798" fmla="*/ 5210104 w 7467600"/>
              <a:gd name="connsiteY798" fmla="*/ 228123 h 6858000"/>
              <a:gd name="connsiteX799" fmla="*/ 5261015 w 7467600"/>
              <a:gd name="connsiteY799" fmla="*/ 227087 h 6858000"/>
              <a:gd name="connsiteX800" fmla="*/ 5861181 w 7467600"/>
              <a:gd name="connsiteY800" fmla="*/ 143093 h 6858000"/>
              <a:gd name="connsiteX801" fmla="*/ 5961252 w 7467600"/>
              <a:gd name="connsiteY801" fmla="*/ 114820 h 6858000"/>
              <a:gd name="connsiteX802" fmla="*/ 5944437 w 7467600"/>
              <a:gd name="connsiteY802" fmla="*/ 113829 h 6858000"/>
              <a:gd name="connsiteX803" fmla="*/ 3882765 w 7467600"/>
              <a:gd name="connsiteY803" fmla="*/ 0 h 6858000"/>
              <a:gd name="connsiteX804" fmla="*/ 3995099 w 7467600"/>
              <a:gd name="connsiteY804" fmla="*/ 0 h 6858000"/>
              <a:gd name="connsiteX805" fmla="*/ 4163818 w 7467600"/>
              <a:gd name="connsiteY805" fmla="*/ 234104 h 6858000"/>
              <a:gd name="connsiteX806" fmla="*/ 4172099 w 7467600"/>
              <a:gd name="connsiteY806" fmla="*/ 234207 h 6858000"/>
              <a:gd name="connsiteX807" fmla="*/ 4784282 w 7467600"/>
              <a:gd name="connsiteY807" fmla="*/ 276561 h 6858000"/>
              <a:gd name="connsiteX808" fmla="*/ 4801687 w 7467600"/>
              <a:gd name="connsiteY808" fmla="*/ 267764 h 6858000"/>
              <a:gd name="connsiteX809" fmla="*/ 6082788 w 7467600"/>
              <a:gd name="connsiteY809" fmla="*/ 64119 h 6858000"/>
              <a:gd name="connsiteX810" fmla="*/ 6099442 w 7467600"/>
              <a:gd name="connsiteY810" fmla="*/ 82568 h 6858000"/>
              <a:gd name="connsiteX811" fmla="*/ 4804137 w 7467600"/>
              <a:gd name="connsiteY811" fmla="*/ 320931 h 6858000"/>
              <a:gd name="connsiteX812" fmla="*/ 4227047 w 7467600"/>
              <a:gd name="connsiteY812" fmla="*/ 313415 h 6858000"/>
              <a:gd name="connsiteX813" fmla="*/ 4346041 w 7467600"/>
              <a:gd name="connsiteY813" fmla="*/ 456086 h 6858000"/>
              <a:gd name="connsiteX814" fmla="*/ 4870967 w 7467600"/>
              <a:gd name="connsiteY814" fmla="*/ 963061 h 6858000"/>
              <a:gd name="connsiteX815" fmla="*/ 4889647 w 7467600"/>
              <a:gd name="connsiteY815" fmla="*/ 957147 h 6858000"/>
              <a:gd name="connsiteX816" fmla="*/ 5422504 w 7467600"/>
              <a:gd name="connsiteY816" fmla="*/ 805191 h 6858000"/>
              <a:gd name="connsiteX817" fmla="*/ 6087656 w 7467600"/>
              <a:gd name="connsiteY817" fmla="*/ 826703 h 6858000"/>
              <a:gd name="connsiteX818" fmla="*/ 6058717 w 7467600"/>
              <a:gd name="connsiteY818" fmla="*/ 865992 h 6858000"/>
              <a:gd name="connsiteX819" fmla="*/ 4974153 w 7467600"/>
              <a:gd name="connsiteY819" fmla="*/ 1045456 h 6858000"/>
              <a:gd name="connsiteX820" fmla="*/ 5627835 w 7467600"/>
              <a:gd name="connsiteY820" fmla="*/ 1472077 h 6858000"/>
              <a:gd name="connsiteX821" fmla="*/ 5629817 w 7467600"/>
              <a:gd name="connsiteY821" fmla="*/ 1471412 h 6858000"/>
              <a:gd name="connsiteX822" fmla="*/ 5634124 w 7467600"/>
              <a:gd name="connsiteY822" fmla="*/ 1470572 h 6858000"/>
              <a:gd name="connsiteX823" fmla="*/ 5755832 w 7467600"/>
              <a:gd name="connsiteY823" fmla="*/ 1383886 h 6858000"/>
              <a:gd name="connsiteX824" fmla="*/ 6014186 w 7467600"/>
              <a:gd name="connsiteY824" fmla="*/ 1279799 h 6858000"/>
              <a:gd name="connsiteX825" fmla="*/ 6901619 w 7467600"/>
              <a:gd name="connsiteY825" fmla="*/ 1047874 h 6858000"/>
              <a:gd name="connsiteX826" fmla="*/ 6931566 w 7467600"/>
              <a:gd name="connsiteY826" fmla="*/ 1062034 h 6858000"/>
              <a:gd name="connsiteX827" fmla="*/ 5790982 w 7467600"/>
              <a:gd name="connsiteY827" fmla="*/ 1561380 h 6858000"/>
              <a:gd name="connsiteX828" fmla="*/ 6188971 w 7467600"/>
              <a:gd name="connsiteY828" fmla="*/ 1755168 h 6858000"/>
              <a:gd name="connsiteX829" fmla="*/ 6202446 w 7467600"/>
              <a:gd name="connsiteY829" fmla="*/ 1752268 h 6858000"/>
              <a:gd name="connsiteX830" fmla="*/ 7179560 w 7467600"/>
              <a:gd name="connsiteY830" fmla="*/ 1467551 h 6858000"/>
              <a:gd name="connsiteX831" fmla="*/ 7158730 w 7467600"/>
              <a:gd name="connsiteY831" fmla="*/ 1507835 h 6858000"/>
              <a:gd name="connsiteX832" fmla="*/ 6326959 w 7467600"/>
              <a:gd name="connsiteY832" fmla="*/ 1817686 h 6858000"/>
              <a:gd name="connsiteX833" fmla="*/ 6537433 w 7467600"/>
              <a:gd name="connsiteY833" fmla="*/ 1907790 h 6858000"/>
              <a:gd name="connsiteX834" fmla="*/ 6550221 w 7467600"/>
              <a:gd name="connsiteY834" fmla="*/ 1910729 h 6858000"/>
              <a:gd name="connsiteX835" fmla="*/ 6964438 w 7467600"/>
              <a:gd name="connsiteY835" fmla="*/ 2209505 h 6858000"/>
              <a:gd name="connsiteX836" fmla="*/ 7367862 w 7467600"/>
              <a:gd name="connsiteY836" fmla="*/ 2806833 h 6858000"/>
              <a:gd name="connsiteX837" fmla="*/ 7364329 w 7467600"/>
              <a:gd name="connsiteY837" fmla="*/ 2826907 h 6858000"/>
              <a:gd name="connsiteX838" fmla="*/ 7290545 w 7467600"/>
              <a:gd name="connsiteY838" fmla="*/ 2850663 h 6858000"/>
              <a:gd name="connsiteX839" fmla="*/ 6472036 w 7467600"/>
              <a:gd name="connsiteY839" fmla="*/ 1959003 h 6858000"/>
              <a:gd name="connsiteX840" fmla="*/ 5792897 w 7467600"/>
              <a:gd name="connsiteY840" fmla="*/ 1647747 h 6858000"/>
              <a:gd name="connsiteX841" fmla="*/ 5842751 w 7467600"/>
              <a:gd name="connsiteY841" fmla="*/ 1816112 h 6858000"/>
              <a:gd name="connsiteX842" fmla="*/ 5847424 w 7467600"/>
              <a:gd name="connsiteY842" fmla="*/ 1815776 h 6858000"/>
              <a:gd name="connsiteX843" fmla="*/ 6399821 w 7467600"/>
              <a:gd name="connsiteY843" fmla="*/ 2344799 h 6858000"/>
              <a:gd name="connsiteX844" fmla="*/ 6323232 w 7467600"/>
              <a:gd name="connsiteY844" fmla="*/ 2389634 h 6858000"/>
              <a:gd name="connsiteX845" fmla="*/ 5942958 w 7467600"/>
              <a:gd name="connsiteY845" fmla="*/ 2077708 h 6858000"/>
              <a:gd name="connsiteX846" fmla="*/ 5921559 w 7467600"/>
              <a:gd name="connsiteY846" fmla="*/ 2378596 h 6858000"/>
              <a:gd name="connsiteX847" fmla="*/ 5817651 w 7467600"/>
              <a:gd name="connsiteY847" fmla="*/ 3023919 h 6858000"/>
              <a:gd name="connsiteX848" fmla="*/ 5729634 w 7467600"/>
              <a:gd name="connsiteY848" fmla="*/ 3051849 h 6858000"/>
              <a:gd name="connsiteX849" fmla="*/ 5611018 w 7467600"/>
              <a:gd name="connsiteY849" fmla="*/ 2316769 h 6858000"/>
              <a:gd name="connsiteX850" fmla="*/ 5687608 w 7467600"/>
              <a:gd name="connsiteY850" fmla="*/ 2039972 h 6858000"/>
              <a:gd name="connsiteX851" fmla="*/ 5657554 w 7467600"/>
              <a:gd name="connsiteY851" fmla="*/ 1576445 h 6858000"/>
              <a:gd name="connsiteX852" fmla="*/ 5150475 w 7467600"/>
              <a:gd name="connsiteY852" fmla="*/ 1274012 h 6858000"/>
              <a:gd name="connsiteX853" fmla="*/ 5349142 w 7467600"/>
              <a:gd name="connsiteY853" fmla="*/ 2204405 h 6858000"/>
              <a:gd name="connsiteX854" fmla="*/ 5262214 w 7467600"/>
              <a:gd name="connsiteY854" fmla="*/ 2233836 h 6858000"/>
              <a:gd name="connsiteX855" fmla="*/ 4981539 w 7467600"/>
              <a:gd name="connsiteY855" fmla="*/ 1542201 h 6858000"/>
              <a:gd name="connsiteX856" fmla="*/ 4958461 w 7467600"/>
              <a:gd name="connsiteY856" fmla="*/ 1136957 h 6858000"/>
              <a:gd name="connsiteX857" fmla="*/ 4655015 w 7467600"/>
              <a:gd name="connsiteY857" fmla="*/ 891426 h 6858000"/>
              <a:gd name="connsiteX858" fmla="*/ 4348002 w 7467600"/>
              <a:gd name="connsiteY858" fmla="*/ 2205895 h 6858000"/>
              <a:gd name="connsiteX859" fmla="*/ 4262250 w 7467600"/>
              <a:gd name="connsiteY859" fmla="*/ 2219972 h 6858000"/>
              <a:gd name="connsiteX860" fmla="*/ 4550611 w 7467600"/>
              <a:gd name="connsiteY860" fmla="*/ 817540 h 6858000"/>
              <a:gd name="connsiteX861" fmla="*/ 4564418 w 7467600"/>
              <a:gd name="connsiteY861" fmla="*/ 808293 h 6858000"/>
              <a:gd name="connsiteX862" fmla="*/ 4266388 w 7467600"/>
              <a:gd name="connsiteY862" fmla="*/ 500083 h 6858000"/>
              <a:gd name="connsiteX863" fmla="*/ 4032842 w 7467600"/>
              <a:gd name="connsiteY863" fmla="*/ 211809 h 6858000"/>
              <a:gd name="connsiteX864" fmla="*/ 3882765 w 7467600"/>
              <a:gd name="connsiteY864" fmla="*/ 0 h 6858000"/>
              <a:gd name="connsiteX865" fmla="*/ 3721337 w 7467600"/>
              <a:gd name="connsiteY865" fmla="*/ 0 h 6858000"/>
              <a:gd name="connsiteX866" fmla="*/ 3797544 w 7467600"/>
              <a:gd name="connsiteY866" fmla="*/ 0 h 6858000"/>
              <a:gd name="connsiteX867" fmla="*/ 3775734 w 7467600"/>
              <a:gd name="connsiteY867" fmla="*/ 95131 h 6858000"/>
              <a:gd name="connsiteX868" fmla="*/ 3724807 w 7467600"/>
              <a:gd name="connsiteY868" fmla="*/ 272257 h 6858000"/>
              <a:gd name="connsiteX869" fmla="*/ 3726844 w 7467600"/>
              <a:gd name="connsiteY869" fmla="*/ 282988 h 6858000"/>
              <a:gd name="connsiteX870" fmla="*/ 3742664 w 7467600"/>
              <a:gd name="connsiteY870" fmla="*/ 279918 h 6858000"/>
              <a:gd name="connsiteX871" fmla="*/ 4103910 w 7467600"/>
              <a:gd name="connsiteY871" fmla="*/ 1161917 h 6858000"/>
              <a:gd name="connsiteX872" fmla="*/ 4020269 w 7467600"/>
              <a:gd name="connsiteY872" fmla="*/ 1200406 h 6858000"/>
              <a:gd name="connsiteX873" fmla="*/ 3674882 w 7467600"/>
              <a:gd name="connsiteY873" fmla="*/ 488524 h 6858000"/>
              <a:gd name="connsiteX874" fmla="*/ 3132682 w 7467600"/>
              <a:gd name="connsiteY874" fmla="*/ 1072284 h 6858000"/>
              <a:gd name="connsiteX875" fmla="*/ 2716346 w 7467600"/>
              <a:gd name="connsiteY875" fmla="*/ 1276376 h 6858000"/>
              <a:gd name="connsiteX876" fmla="*/ 2716772 w 7467600"/>
              <a:gd name="connsiteY876" fmla="*/ 1255462 h 6858000"/>
              <a:gd name="connsiteX877" fmla="*/ 3471096 w 7467600"/>
              <a:gd name="connsiteY877" fmla="*/ 437072 h 6858000"/>
              <a:gd name="connsiteX878" fmla="*/ 3639057 w 7467600"/>
              <a:gd name="connsiteY878" fmla="*/ 286334 h 6858000"/>
              <a:gd name="connsiteX879" fmla="*/ 3640309 w 7467600"/>
              <a:gd name="connsiteY879" fmla="*/ 284664 h 6858000"/>
              <a:gd name="connsiteX880" fmla="*/ 3646022 w 7467600"/>
              <a:gd name="connsiteY880" fmla="*/ 276711 h 6858000"/>
              <a:gd name="connsiteX881" fmla="*/ 3707943 w 7467600"/>
              <a:gd name="connsiteY881" fmla="*/ 65958 h 6858000"/>
              <a:gd name="connsiteX882" fmla="*/ 3721337 w 7467600"/>
              <a:gd name="connsiteY882" fmla="*/ 0 h 6858000"/>
              <a:gd name="connsiteX883" fmla="*/ 2867960 w 7467600"/>
              <a:gd name="connsiteY883" fmla="*/ 0 h 6858000"/>
              <a:gd name="connsiteX884" fmla="*/ 2926351 w 7467600"/>
              <a:gd name="connsiteY884" fmla="*/ 0 h 6858000"/>
              <a:gd name="connsiteX885" fmla="*/ 2902823 w 7467600"/>
              <a:gd name="connsiteY885" fmla="*/ 262929 h 6858000"/>
              <a:gd name="connsiteX886" fmla="*/ 2940663 w 7467600"/>
              <a:gd name="connsiteY886" fmla="*/ 140884 h 6858000"/>
              <a:gd name="connsiteX887" fmla="*/ 2947039 w 7467600"/>
              <a:gd name="connsiteY887" fmla="*/ 122524 h 6858000"/>
              <a:gd name="connsiteX888" fmla="*/ 2984316 w 7467600"/>
              <a:gd name="connsiteY888" fmla="*/ 0 h 6858000"/>
              <a:gd name="connsiteX889" fmla="*/ 3016114 w 7467600"/>
              <a:gd name="connsiteY889" fmla="*/ 0 h 6858000"/>
              <a:gd name="connsiteX890" fmla="*/ 2979949 w 7467600"/>
              <a:gd name="connsiteY890" fmla="*/ 119274 h 6858000"/>
              <a:gd name="connsiteX891" fmla="*/ 3023879 w 7467600"/>
              <a:gd name="connsiteY891" fmla="*/ 0 h 6858000"/>
              <a:gd name="connsiteX892" fmla="*/ 3105400 w 7467600"/>
              <a:gd name="connsiteY892" fmla="*/ 0 h 6858000"/>
              <a:gd name="connsiteX893" fmla="*/ 3094669 w 7467600"/>
              <a:gd name="connsiteY893" fmla="*/ 30308 h 6858000"/>
              <a:gd name="connsiteX894" fmla="*/ 2901945 w 7467600"/>
              <a:gd name="connsiteY894" fmla="*/ 466538 h 6858000"/>
              <a:gd name="connsiteX895" fmla="*/ 2815209 w 7467600"/>
              <a:gd name="connsiteY895" fmla="*/ 497361 h 6858000"/>
              <a:gd name="connsiteX896" fmla="*/ 2844845 w 7467600"/>
              <a:gd name="connsiteY896" fmla="*/ 127638 h 6858000"/>
              <a:gd name="connsiteX897" fmla="*/ 2867960 w 7467600"/>
              <a:gd name="connsiteY897" fmla="*/ 0 h 6858000"/>
              <a:gd name="connsiteX898" fmla="*/ 1057230 w 7467600"/>
              <a:gd name="connsiteY898" fmla="*/ 0 h 6858000"/>
              <a:gd name="connsiteX899" fmla="*/ 1111003 w 7467600"/>
              <a:gd name="connsiteY899" fmla="*/ 0 h 6858000"/>
              <a:gd name="connsiteX900" fmla="*/ 1125553 w 7467600"/>
              <a:gd name="connsiteY900" fmla="*/ 52588 h 6858000"/>
              <a:gd name="connsiteX901" fmla="*/ 1304276 w 7467600"/>
              <a:gd name="connsiteY901" fmla="*/ 476275 h 6858000"/>
              <a:gd name="connsiteX902" fmla="*/ 1492066 w 7467600"/>
              <a:gd name="connsiteY902" fmla="*/ 886333 h 6858000"/>
              <a:gd name="connsiteX903" fmla="*/ 1423698 w 7467600"/>
              <a:gd name="connsiteY903" fmla="*/ 710817 h 6858000"/>
              <a:gd name="connsiteX904" fmla="*/ 1357609 w 7467600"/>
              <a:gd name="connsiteY904" fmla="*/ 532892 h 6858000"/>
              <a:gd name="connsiteX905" fmla="*/ 1309550 w 7467600"/>
              <a:gd name="connsiteY905" fmla="*/ 374031 h 6858000"/>
              <a:gd name="connsiteX906" fmla="*/ 1193673 w 7467600"/>
              <a:gd name="connsiteY906" fmla="*/ 49533 h 6858000"/>
              <a:gd name="connsiteX907" fmla="*/ 1164391 w 7467600"/>
              <a:gd name="connsiteY907" fmla="*/ 0 h 6858000"/>
              <a:gd name="connsiteX908" fmla="*/ 1200666 w 7467600"/>
              <a:gd name="connsiteY908" fmla="*/ 0 h 6858000"/>
              <a:gd name="connsiteX909" fmla="*/ 1223408 w 7467600"/>
              <a:gd name="connsiteY909" fmla="*/ 38996 h 6858000"/>
              <a:gd name="connsiteX910" fmla="*/ 1339635 w 7467600"/>
              <a:gd name="connsiteY910" fmla="*/ 365517 h 6858000"/>
              <a:gd name="connsiteX911" fmla="*/ 1387469 w 7467600"/>
              <a:gd name="connsiteY911" fmla="*/ 523079 h 6858000"/>
              <a:gd name="connsiteX912" fmla="*/ 1452685 w 7467600"/>
              <a:gd name="connsiteY912" fmla="*/ 699806 h 6858000"/>
              <a:gd name="connsiteX913" fmla="*/ 1492092 w 7467600"/>
              <a:gd name="connsiteY913" fmla="*/ 800424 h 6858000"/>
              <a:gd name="connsiteX914" fmla="*/ 1455302 w 7467600"/>
              <a:gd name="connsiteY914" fmla="*/ 632913 h 6858000"/>
              <a:gd name="connsiteX915" fmla="*/ 1222336 w 7467600"/>
              <a:gd name="connsiteY915" fmla="*/ 9480 h 6858000"/>
              <a:gd name="connsiteX916" fmla="*/ 1214634 w 7467600"/>
              <a:gd name="connsiteY916" fmla="*/ 0 h 6858000"/>
              <a:gd name="connsiteX917" fmla="*/ 1289827 w 7467600"/>
              <a:gd name="connsiteY917" fmla="*/ 0 h 6858000"/>
              <a:gd name="connsiteX918" fmla="*/ 1321076 w 7467600"/>
              <a:gd name="connsiteY918" fmla="*/ 59722 h 6858000"/>
              <a:gd name="connsiteX919" fmla="*/ 1512579 w 7467600"/>
              <a:gd name="connsiteY919" fmla="*/ 626441 h 6858000"/>
              <a:gd name="connsiteX920" fmla="*/ 1506076 w 7467600"/>
              <a:gd name="connsiteY920" fmla="*/ 1089289 h 6858000"/>
              <a:gd name="connsiteX921" fmla="*/ 1486346 w 7467600"/>
              <a:gd name="connsiteY921" fmla="*/ 1079919 h 6858000"/>
              <a:gd name="connsiteX922" fmla="*/ 1070511 w 7467600"/>
              <a:gd name="connsiteY922" fmla="*/ 48609 h 6858000"/>
              <a:gd name="connsiteX923" fmla="*/ 1057230 w 7467600"/>
              <a:gd name="connsiteY923" fmla="*/ 0 h 6858000"/>
              <a:gd name="connsiteX924" fmla="*/ 43151 w 7467600"/>
              <a:gd name="connsiteY924" fmla="*/ 0 h 6858000"/>
              <a:gd name="connsiteX925" fmla="*/ 95283 w 7467600"/>
              <a:gd name="connsiteY925" fmla="*/ 0 h 6858000"/>
              <a:gd name="connsiteX926" fmla="*/ 300708 w 7467600"/>
              <a:gd name="connsiteY926" fmla="*/ 154571 h 6858000"/>
              <a:gd name="connsiteX927" fmla="*/ 530414 w 7467600"/>
              <a:gd name="connsiteY927" fmla="*/ 354673 h 6858000"/>
              <a:gd name="connsiteX928" fmla="*/ 333785 w 7467600"/>
              <a:gd name="connsiteY928" fmla="*/ 161564 h 6858000"/>
              <a:gd name="connsiteX929" fmla="*/ 147005 w 7467600"/>
              <a:gd name="connsiteY929" fmla="*/ 0 h 6858000"/>
              <a:gd name="connsiteX930" fmla="*/ 272509 w 7467600"/>
              <a:gd name="connsiteY930" fmla="*/ 0 h 6858000"/>
              <a:gd name="connsiteX931" fmla="*/ 326276 w 7467600"/>
              <a:gd name="connsiteY931" fmla="*/ 45847 h 6858000"/>
              <a:gd name="connsiteX932" fmla="*/ 823759 w 7467600"/>
              <a:gd name="connsiteY932" fmla="*/ 574145 h 6858000"/>
              <a:gd name="connsiteX933" fmla="*/ 811254 w 7467600"/>
              <a:gd name="connsiteY933" fmla="*/ 665546 h 6858000"/>
              <a:gd name="connsiteX934" fmla="*/ 154042 w 7467600"/>
              <a:gd name="connsiteY934" fmla="*/ 261522 h 6858000"/>
              <a:gd name="connsiteX935" fmla="*/ 13550 w 7467600"/>
              <a:gd name="connsiteY935" fmla="*/ 158423 h 6858000"/>
              <a:gd name="connsiteX936" fmla="*/ 0 w 7467600"/>
              <a:gd name="connsiteY936" fmla="*/ 146618 h 6858000"/>
              <a:gd name="connsiteX937" fmla="*/ 0 w 7467600"/>
              <a:gd name="connsiteY937" fmla="*/ 59161 h 6858000"/>
              <a:gd name="connsiteX938" fmla="*/ 45427 w 7467600"/>
              <a:gd name="connsiteY938" fmla="*/ 101078 h 6858000"/>
              <a:gd name="connsiteX939" fmla="*/ 630103 w 7467600"/>
              <a:gd name="connsiteY939" fmla="*/ 485885 h 6858000"/>
              <a:gd name="connsiteX940" fmla="*/ 532040 w 7467600"/>
              <a:gd name="connsiteY940" fmla="*/ 399359 h 6858000"/>
              <a:gd name="connsiteX941" fmla="*/ 517618 w 7467600"/>
              <a:gd name="connsiteY941" fmla="*/ 385726 h 6858000"/>
              <a:gd name="connsiteX942" fmla="*/ 285074 w 7467600"/>
              <a:gd name="connsiteY942" fmla="*/ 182755 h 6858000"/>
              <a:gd name="connsiteX943" fmla="*/ 43151 w 7467600"/>
              <a:gd name="connsiteY94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289862 w 7467600"/>
              <a:gd name="connsiteY10" fmla="*/ 6659827 h 6858000"/>
              <a:gd name="connsiteX11" fmla="*/ 1019354 w 7467600"/>
              <a:gd name="connsiteY11" fmla="*/ 6315006 h 6858000"/>
              <a:gd name="connsiteX12" fmla="*/ 441046 w 7467600"/>
              <a:gd name="connsiteY12" fmla="*/ 6691153 h 6858000"/>
              <a:gd name="connsiteX13" fmla="*/ 1019354 w 7467600"/>
              <a:gd name="connsiteY13" fmla="*/ 6315006 h 6858000"/>
              <a:gd name="connsiteX14" fmla="*/ 991680 w 7467600"/>
              <a:gd name="connsiteY14" fmla="*/ 6298413 h 6858000"/>
              <a:gd name="connsiteX15" fmla="*/ 409060 w 7467600"/>
              <a:gd name="connsiteY15" fmla="*/ 6671470 h 6858000"/>
              <a:gd name="connsiteX16" fmla="*/ 991680 w 7467600"/>
              <a:gd name="connsiteY16" fmla="*/ 6298413 h 6858000"/>
              <a:gd name="connsiteX17" fmla="*/ 103333 w 7467600"/>
              <a:gd name="connsiteY17" fmla="*/ 5699602 h 6858000"/>
              <a:gd name="connsiteX18" fmla="*/ 233938 w 7467600"/>
              <a:gd name="connsiteY18" fmla="*/ 5809416 h 6858000"/>
              <a:gd name="connsiteX19" fmla="*/ 883580 w 7467600"/>
              <a:gd name="connsiteY19" fmla="*/ 6180710 h 6858000"/>
              <a:gd name="connsiteX20" fmla="*/ 487337 w 7467600"/>
              <a:gd name="connsiteY20" fmla="*/ 5950182 h 6858000"/>
              <a:gd name="connsiteX21" fmla="*/ 354051 w 7467600"/>
              <a:gd name="connsiteY21" fmla="*/ 5854912 h 6858000"/>
              <a:gd name="connsiteX22" fmla="*/ 195436 w 7467600"/>
              <a:gd name="connsiteY22" fmla="*/ 5755068 h 6858000"/>
              <a:gd name="connsiteX23" fmla="*/ 103333 w 7467600"/>
              <a:gd name="connsiteY23" fmla="*/ 5699602 h 6858000"/>
              <a:gd name="connsiteX24" fmla="*/ 5539432 w 7467600"/>
              <a:gd name="connsiteY24" fmla="*/ 5642928 h 6858000"/>
              <a:gd name="connsiteX25" fmla="*/ 5555462 w 7467600"/>
              <a:gd name="connsiteY25" fmla="*/ 5694454 h 6858000"/>
              <a:gd name="connsiteX26" fmla="*/ 5828270 w 7467600"/>
              <a:gd name="connsiteY26" fmla="*/ 6320663 h 6858000"/>
              <a:gd name="connsiteX27" fmla="*/ 5947416 w 7467600"/>
              <a:gd name="connsiteY27" fmla="*/ 6574846 h 6858000"/>
              <a:gd name="connsiteX28" fmla="*/ 5539432 w 7467600"/>
              <a:gd name="connsiteY28" fmla="*/ 5642928 h 6858000"/>
              <a:gd name="connsiteX29" fmla="*/ 51253 w 7467600"/>
              <a:gd name="connsiteY29" fmla="*/ 5631825 h 6858000"/>
              <a:gd name="connsiteX30" fmla="*/ 211622 w 7467600"/>
              <a:gd name="connsiteY30" fmla="*/ 5728803 h 6858000"/>
              <a:gd name="connsiteX31" fmla="*/ 371652 w 7467600"/>
              <a:gd name="connsiteY31" fmla="*/ 5829062 h 6858000"/>
              <a:gd name="connsiteX32" fmla="*/ 505903 w 7467600"/>
              <a:gd name="connsiteY32" fmla="*/ 5925221 h 6858000"/>
              <a:gd name="connsiteX33" fmla="*/ 899240 w 7467600"/>
              <a:gd name="connsiteY33" fmla="*/ 6153068 h 6858000"/>
              <a:gd name="connsiteX34" fmla="*/ 988114 w 7467600"/>
              <a:gd name="connsiteY34" fmla="*/ 6174204 h 6858000"/>
              <a:gd name="connsiteX35" fmla="*/ 845971 w 7467600"/>
              <a:gd name="connsiteY35" fmla="*/ 6067177 h 6858000"/>
              <a:gd name="connsiteX36" fmla="*/ 448057 w 7467600"/>
              <a:gd name="connsiteY36" fmla="*/ 5841376 h 6858000"/>
              <a:gd name="connsiteX37" fmla="*/ 51253 w 7467600"/>
              <a:gd name="connsiteY37" fmla="*/ 5631825 h 6858000"/>
              <a:gd name="connsiteX38" fmla="*/ 2606687 w 7467600"/>
              <a:gd name="connsiteY38" fmla="*/ 5630718 h 6858000"/>
              <a:gd name="connsiteX39" fmla="*/ 2645658 w 7467600"/>
              <a:gd name="connsiteY39" fmla="*/ 6640259 h 6858000"/>
              <a:gd name="connsiteX40" fmla="*/ 2606687 w 7467600"/>
              <a:gd name="connsiteY40" fmla="*/ 5630718 h 6858000"/>
              <a:gd name="connsiteX41" fmla="*/ 3642057 w 7467600"/>
              <a:gd name="connsiteY41" fmla="*/ 5573487 h 6858000"/>
              <a:gd name="connsiteX42" fmla="*/ 3632981 w 7467600"/>
              <a:gd name="connsiteY42" fmla="*/ 5579437 h 6858000"/>
              <a:gd name="connsiteX43" fmla="*/ 3382436 w 7467600"/>
              <a:gd name="connsiteY43" fmla="*/ 5952726 h 6858000"/>
              <a:gd name="connsiteX44" fmla="*/ 3191929 w 7467600"/>
              <a:gd name="connsiteY44" fmla="*/ 6662669 h 6858000"/>
              <a:gd name="connsiteX45" fmla="*/ 3369898 w 7467600"/>
              <a:gd name="connsiteY45" fmla="*/ 6081771 h 6858000"/>
              <a:gd name="connsiteX46" fmla="*/ 3642057 w 7467600"/>
              <a:gd name="connsiteY46" fmla="*/ 5573487 h 6858000"/>
              <a:gd name="connsiteX47" fmla="*/ 2650666 w 7467600"/>
              <a:gd name="connsiteY47" fmla="*/ 5530686 h 6858000"/>
              <a:gd name="connsiteX48" fmla="*/ 2650249 w 7467600"/>
              <a:gd name="connsiteY48" fmla="*/ 5532101 h 6858000"/>
              <a:gd name="connsiteX49" fmla="*/ 2663808 w 7467600"/>
              <a:gd name="connsiteY49" fmla="*/ 6535215 h 6858000"/>
              <a:gd name="connsiteX50" fmla="*/ 2665418 w 7467600"/>
              <a:gd name="connsiteY50" fmla="*/ 6132756 h 6858000"/>
              <a:gd name="connsiteX51" fmla="*/ 2650666 w 7467600"/>
              <a:gd name="connsiteY51" fmla="*/ 5530686 h 6858000"/>
              <a:gd name="connsiteX52" fmla="*/ 2680277 w 7467600"/>
              <a:gd name="connsiteY52" fmla="*/ 5479204 h 6858000"/>
              <a:gd name="connsiteX53" fmla="*/ 2678972 w 7467600"/>
              <a:gd name="connsiteY53" fmla="*/ 5481582 h 6858000"/>
              <a:gd name="connsiteX54" fmla="*/ 2696666 w 7467600"/>
              <a:gd name="connsiteY54" fmla="*/ 6133836 h 6858000"/>
              <a:gd name="connsiteX55" fmla="*/ 2695769 w 7467600"/>
              <a:gd name="connsiteY55" fmla="*/ 6390955 h 6858000"/>
              <a:gd name="connsiteX56" fmla="*/ 2739893 w 7467600"/>
              <a:gd name="connsiteY56" fmla="*/ 6108357 h 6858000"/>
              <a:gd name="connsiteX57" fmla="*/ 2680277 w 7467600"/>
              <a:gd name="connsiteY57" fmla="*/ 5479204 h 6858000"/>
              <a:gd name="connsiteX58" fmla="*/ 1132195 w 7467600"/>
              <a:gd name="connsiteY58" fmla="*/ 5467980 h 6858000"/>
              <a:gd name="connsiteX59" fmla="*/ 1679056 w 7467600"/>
              <a:gd name="connsiteY59" fmla="*/ 5516907 h 6858000"/>
              <a:gd name="connsiteX60" fmla="*/ 2128648 w 7467600"/>
              <a:gd name="connsiteY60" fmla="*/ 5474249 h 6858000"/>
              <a:gd name="connsiteX61" fmla="*/ 1825619 w 7467600"/>
              <a:gd name="connsiteY61" fmla="*/ 5478447 h 6858000"/>
              <a:gd name="connsiteX62" fmla="*/ 1737798 w 7467600"/>
              <a:gd name="connsiteY62" fmla="*/ 5483353 h 6858000"/>
              <a:gd name="connsiteX63" fmla="*/ 1132195 w 7467600"/>
              <a:gd name="connsiteY63" fmla="*/ 5467980 h 6858000"/>
              <a:gd name="connsiteX64" fmla="*/ 1456157 w 7467600"/>
              <a:gd name="connsiteY64" fmla="*/ 5371404 h 6858000"/>
              <a:gd name="connsiteX65" fmla="*/ 1244432 w 7467600"/>
              <a:gd name="connsiteY65" fmla="*/ 5385601 h 6858000"/>
              <a:gd name="connsiteX66" fmla="*/ 973990 w 7467600"/>
              <a:gd name="connsiteY66" fmla="*/ 5424940 h 6858000"/>
              <a:gd name="connsiteX67" fmla="*/ 1103809 w 7467600"/>
              <a:gd name="connsiteY67" fmla="*/ 5433720 h 6858000"/>
              <a:gd name="connsiteX68" fmla="*/ 1123454 w 7467600"/>
              <a:gd name="connsiteY68" fmla="*/ 5435727 h 6858000"/>
              <a:gd name="connsiteX69" fmla="*/ 1737017 w 7467600"/>
              <a:gd name="connsiteY69" fmla="*/ 5452183 h 6858000"/>
              <a:gd name="connsiteX70" fmla="*/ 1824397 w 7467600"/>
              <a:gd name="connsiteY70" fmla="*/ 5447757 h 6858000"/>
              <a:gd name="connsiteX71" fmla="*/ 2070059 w 7467600"/>
              <a:gd name="connsiteY71" fmla="*/ 5441660 h 6858000"/>
              <a:gd name="connsiteX72" fmla="*/ 1456157 w 7467600"/>
              <a:gd name="connsiteY72" fmla="*/ 5371404 h 6858000"/>
              <a:gd name="connsiteX73" fmla="*/ 4988186 w 7467600"/>
              <a:gd name="connsiteY73" fmla="*/ 5216467 h 6858000"/>
              <a:gd name="connsiteX74" fmla="*/ 4777334 w 7467600"/>
              <a:gd name="connsiteY74" fmla="*/ 5406072 h 6858000"/>
              <a:gd name="connsiteX75" fmla="*/ 4718341 w 7467600"/>
              <a:gd name="connsiteY75" fmla="*/ 5468043 h 6858000"/>
              <a:gd name="connsiteX76" fmla="*/ 4604655 w 7467600"/>
              <a:gd name="connsiteY76" fmla="*/ 5583434 h 6858000"/>
              <a:gd name="connsiteX77" fmla="*/ 4565074 w 7467600"/>
              <a:gd name="connsiteY77" fmla="*/ 5618550 h 6858000"/>
              <a:gd name="connsiteX78" fmla="*/ 4988186 w 7467600"/>
              <a:gd name="connsiteY78" fmla="*/ 5216467 h 6858000"/>
              <a:gd name="connsiteX79" fmla="*/ 4978032 w 7467600"/>
              <a:gd name="connsiteY79" fmla="*/ 5183809 h 6858000"/>
              <a:gd name="connsiteX80" fmla="*/ 4463413 w 7467600"/>
              <a:gd name="connsiteY80" fmla="*/ 5615162 h 6858000"/>
              <a:gd name="connsiteX81" fmla="*/ 4358134 w 7467600"/>
              <a:gd name="connsiteY81" fmla="*/ 5742791 h 6858000"/>
              <a:gd name="connsiteX82" fmla="*/ 4376219 w 7467600"/>
              <a:gd name="connsiteY82" fmla="*/ 5729027 h 6858000"/>
              <a:gd name="connsiteX83" fmla="*/ 4582340 w 7467600"/>
              <a:gd name="connsiteY83" fmla="*/ 5561037 h 6858000"/>
              <a:gd name="connsiteX84" fmla="*/ 4694684 w 7467600"/>
              <a:gd name="connsiteY84" fmla="*/ 5447098 h 6858000"/>
              <a:gd name="connsiteX85" fmla="*/ 4754123 w 7467600"/>
              <a:gd name="connsiteY85" fmla="*/ 5384643 h 6858000"/>
              <a:gd name="connsiteX86" fmla="*/ 4978032 w 7467600"/>
              <a:gd name="connsiteY86" fmla="*/ 5183809 h 6858000"/>
              <a:gd name="connsiteX87" fmla="*/ 1903353 w 7467600"/>
              <a:gd name="connsiteY87" fmla="*/ 5044827 h 6858000"/>
              <a:gd name="connsiteX88" fmla="*/ 1936931 w 7467600"/>
              <a:gd name="connsiteY88" fmla="*/ 5093954 h 6858000"/>
              <a:gd name="connsiteX89" fmla="*/ 2195868 w 7467600"/>
              <a:gd name="connsiteY89" fmla="*/ 5396574 h 6858000"/>
              <a:gd name="connsiteX90" fmla="*/ 2088852 w 7467600"/>
              <a:gd name="connsiteY90" fmla="*/ 5166123 h 6858000"/>
              <a:gd name="connsiteX91" fmla="*/ 1958241 w 7467600"/>
              <a:gd name="connsiteY91" fmla="*/ 5067955 h 6858000"/>
              <a:gd name="connsiteX92" fmla="*/ 1903353 w 7467600"/>
              <a:gd name="connsiteY92" fmla="*/ 5044827 h 6858000"/>
              <a:gd name="connsiteX93" fmla="*/ 1979378 w 7467600"/>
              <a:gd name="connsiteY93" fmla="*/ 4769504 h 6858000"/>
              <a:gd name="connsiteX94" fmla="*/ 2882120 w 7467600"/>
              <a:gd name="connsiteY94" fmla="*/ 5064547 h 6858000"/>
              <a:gd name="connsiteX95" fmla="*/ 2793103 w 7467600"/>
              <a:gd name="connsiteY95" fmla="*/ 5039699 h 6858000"/>
              <a:gd name="connsiteX96" fmla="*/ 2770041 w 7467600"/>
              <a:gd name="connsiteY96" fmla="*/ 5033634 h 6858000"/>
              <a:gd name="connsiteX97" fmla="*/ 1979378 w 7467600"/>
              <a:gd name="connsiteY97" fmla="*/ 4769504 h 6858000"/>
              <a:gd name="connsiteX98" fmla="*/ 1927410 w 7467600"/>
              <a:gd name="connsiteY98" fmla="*/ 4716164 h 6858000"/>
              <a:gd name="connsiteX99" fmla="*/ 1959587 w 7467600"/>
              <a:gd name="connsiteY99" fmla="*/ 4728849 h 6858000"/>
              <a:gd name="connsiteX100" fmla="*/ 2777707 w 7467600"/>
              <a:gd name="connsiteY100" fmla="*/ 5003991 h 6858000"/>
              <a:gd name="connsiteX101" fmla="*/ 2800768 w 7467600"/>
              <a:gd name="connsiteY101" fmla="*/ 5010056 h 6858000"/>
              <a:gd name="connsiteX102" fmla="*/ 2879408 w 7467600"/>
              <a:gd name="connsiteY102" fmla="*/ 5031590 h 6858000"/>
              <a:gd name="connsiteX103" fmla="*/ 2862295 w 7467600"/>
              <a:gd name="connsiteY103" fmla="*/ 5022958 h 6858000"/>
              <a:gd name="connsiteX104" fmla="*/ 2813343 w 7467600"/>
              <a:gd name="connsiteY104" fmla="*/ 4998369 h 6858000"/>
              <a:gd name="connsiteX105" fmla="*/ 2646245 w 7467600"/>
              <a:gd name="connsiteY105" fmla="*/ 4930999 h 6858000"/>
              <a:gd name="connsiteX106" fmla="*/ 1999243 w 7467600"/>
              <a:gd name="connsiteY106" fmla="*/ 4730524 h 6858000"/>
              <a:gd name="connsiteX107" fmla="*/ 1979527 w 7467600"/>
              <a:gd name="connsiteY107" fmla="*/ 4726651 h 6858000"/>
              <a:gd name="connsiteX108" fmla="*/ 1927410 w 7467600"/>
              <a:gd name="connsiteY108" fmla="*/ 4716164 h 6858000"/>
              <a:gd name="connsiteX109" fmla="*/ 1997014 w 7467600"/>
              <a:gd name="connsiteY109" fmla="*/ 4698007 h 6858000"/>
              <a:gd name="connsiteX110" fmla="*/ 2005458 w 7467600"/>
              <a:gd name="connsiteY110" fmla="*/ 4699540 h 6858000"/>
              <a:gd name="connsiteX111" fmla="*/ 2657186 w 7467600"/>
              <a:gd name="connsiteY111" fmla="*/ 4901687 h 6858000"/>
              <a:gd name="connsiteX112" fmla="*/ 2826662 w 7467600"/>
              <a:gd name="connsiteY112" fmla="*/ 4970362 h 6858000"/>
              <a:gd name="connsiteX113" fmla="*/ 2876100 w 7467600"/>
              <a:gd name="connsiteY113" fmla="*/ 4995397 h 6858000"/>
              <a:gd name="connsiteX114" fmla="*/ 3042600 w 7467600"/>
              <a:gd name="connsiteY114" fmla="*/ 5059532 h 6858000"/>
              <a:gd name="connsiteX115" fmla="*/ 1997014 w 7467600"/>
              <a:gd name="connsiteY115" fmla="*/ 4698007 h 6858000"/>
              <a:gd name="connsiteX116" fmla="*/ 2305292 w 7467600"/>
              <a:gd name="connsiteY116" fmla="*/ 4219492 h 6858000"/>
              <a:gd name="connsiteX117" fmla="*/ 3360922 w 7467600"/>
              <a:gd name="connsiteY117" fmla="*/ 4529373 h 6858000"/>
              <a:gd name="connsiteX118" fmla="*/ 3492420 w 7467600"/>
              <a:gd name="connsiteY118" fmla="*/ 4510145 h 6858000"/>
              <a:gd name="connsiteX119" fmla="*/ 3364086 w 7467600"/>
              <a:gd name="connsiteY119" fmla="*/ 4480340 h 6858000"/>
              <a:gd name="connsiteX120" fmla="*/ 3225818 w 7467600"/>
              <a:gd name="connsiteY120" fmla="*/ 4411822 h 6858000"/>
              <a:gd name="connsiteX121" fmla="*/ 3129696 w 7467600"/>
              <a:gd name="connsiteY121" fmla="*/ 4360704 h 6858000"/>
              <a:gd name="connsiteX122" fmla="*/ 2814545 w 7467600"/>
              <a:gd name="connsiteY122" fmla="*/ 4282955 h 6858000"/>
              <a:gd name="connsiteX123" fmla="*/ 2305292 w 7467600"/>
              <a:gd name="connsiteY123" fmla="*/ 4219492 h 6858000"/>
              <a:gd name="connsiteX124" fmla="*/ 2626982 w 7467600"/>
              <a:gd name="connsiteY124" fmla="*/ 4206450 h 6858000"/>
              <a:gd name="connsiteX125" fmla="*/ 2490617 w 7467600"/>
              <a:gd name="connsiteY125" fmla="*/ 4206951 h 6858000"/>
              <a:gd name="connsiteX126" fmla="*/ 2819869 w 7467600"/>
              <a:gd name="connsiteY126" fmla="*/ 4252936 h 6858000"/>
              <a:gd name="connsiteX127" fmla="*/ 3143018 w 7467600"/>
              <a:gd name="connsiteY127" fmla="*/ 4332698 h 6858000"/>
              <a:gd name="connsiteX128" fmla="*/ 3241520 w 7467600"/>
              <a:gd name="connsiteY128" fmla="*/ 4385112 h 6858000"/>
              <a:gd name="connsiteX129" fmla="*/ 3374575 w 7467600"/>
              <a:gd name="connsiteY129" fmla="*/ 4451517 h 6858000"/>
              <a:gd name="connsiteX130" fmla="*/ 3505221 w 7467600"/>
              <a:gd name="connsiteY130" fmla="*/ 4480757 h 6858000"/>
              <a:gd name="connsiteX131" fmla="*/ 2626982 w 7467600"/>
              <a:gd name="connsiteY131" fmla="*/ 4206450 h 6858000"/>
              <a:gd name="connsiteX132" fmla="*/ 1310106 w 7467600"/>
              <a:gd name="connsiteY132" fmla="*/ 3943217 h 6858000"/>
              <a:gd name="connsiteX133" fmla="*/ 854994 w 7467600"/>
              <a:gd name="connsiteY133" fmla="*/ 4399136 h 6858000"/>
              <a:gd name="connsiteX134" fmla="*/ 742462 w 7467600"/>
              <a:gd name="connsiteY134" fmla="*/ 4594648 h 6858000"/>
              <a:gd name="connsiteX135" fmla="*/ 820602 w 7467600"/>
              <a:gd name="connsiteY135" fmla="*/ 4485915 h 6858000"/>
              <a:gd name="connsiteX136" fmla="*/ 878295 w 7467600"/>
              <a:gd name="connsiteY136" fmla="*/ 4403594 h 6858000"/>
              <a:gd name="connsiteX137" fmla="*/ 1240607 w 7467600"/>
              <a:gd name="connsiteY137" fmla="*/ 4010401 h 6858000"/>
              <a:gd name="connsiteX138" fmla="*/ 1310106 w 7467600"/>
              <a:gd name="connsiteY138" fmla="*/ 3943217 h 6858000"/>
              <a:gd name="connsiteX139" fmla="*/ 1423113 w 7467600"/>
              <a:gd name="connsiteY139" fmla="*/ 3874565 h 6858000"/>
              <a:gd name="connsiteX140" fmla="*/ 1260565 w 7467600"/>
              <a:gd name="connsiteY140" fmla="*/ 4031982 h 6858000"/>
              <a:gd name="connsiteX141" fmla="*/ 901900 w 7467600"/>
              <a:gd name="connsiteY141" fmla="*/ 4421236 h 6858000"/>
              <a:gd name="connsiteX142" fmla="*/ 845044 w 7467600"/>
              <a:gd name="connsiteY142" fmla="*/ 4502436 h 6858000"/>
              <a:gd name="connsiteX143" fmla="*/ 685926 w 7467600"/>
              <a:gd name="connsiteY143" fmla="*/ 4703069 h 6858000"/>
              <a:gd name="connsiteX144" fmla="*/ 684248 w 7467600"/>
              <a:gd name="connsiteY144" fmla="*/ 4706721 h 6858000"/>
              <a:gd name="connsiteX145" fmla="*/ 1423113 w 7467600"/>
              <a:gd name="connsiteY145" fmla="*/ 3874565 h 6858000"/>
              <a:gd name="connsiteX146" fmla="*/ 3316479 w 7467600"/>
              <a:gd name="connsiteY146" fmla="*/ 3872136 h 6858000"/>
              <a:gd name="connsiteX147" fmla="*/ 3546806 w 7467600"/>
              <a:gd name="connsiteY147" fmla="*/ 4356139 h 6858000"/>
              <a:gd name="connsiteX148" fmla="*/ 3364433 w 7467600"/>
              <a:gd name="connsiteY148" fmla="*/ 3953121 h 6858000"/>
              <a:gd name="connsiteX149" fmla="*/ 3316479 w 7467600"/>
              <a:gd name="connsiteY149" fmla="*/ 3872136 h 6858000"/>
              <a:gd name="connsiteX150" fmla="*/ 3291335 w 7467600"/>
              <a:gd name="connsiteY150" fmla="*/ 3767420 h 6858000"/>
              <a:gd name="connsiteX151" fmla="*/ 3390805 w 7467600"/>
              <a:gd name="connsiteY151" fmla="*/ 3937163 h 6858000"/>
              <a:gd name="connsiteX152" fmla="*/ 3579062 w 7467600"/>
              <a:gd name="connsiteY152" fmla="*/ 4359040 h 6858000"/>
              <a:gd name="connsiteX153" fmla="*/ 3467355 w 7467600"/>
              <a:gd name="connsiteY153" fmla="*/ 3988130 h 6858000"/>
              <a:gd name="connsiteX154" fmla="*/ 3310753 w 7467600"/>
              <a:gd name="connsiteY154" fmla="*/ 3787140 h 6858000"/>
              <a:gd name="connsiteX155" fmla="*/ 3291335 w 7467600"/>
              <a:gd name="connsiteY155" fmla="*/ 3767420 h 6858000"/>
              <a:gd name="connsiteX156" fmla="*/ 1635889 w 7467600"/>
              <a:gd name="connsiteY156" fmla="*/ 3709494 h 6858000"/>
              <a:gd name="connsiteX157" fmla="*/ 1634800 w 7467600"/>
              <a:gd name="connsiteY157" fmla="*/ 3731111 h 6858000"/>
              <a:gd name="connsiteX158" fmla="*/ 1635889 w 7467600"/>
              <a:gd name="connsiteY158" fmla="*/ 3709494 h 6858000"/>
              <a:gd name="connsiteX159" fmla="*/ 1510397 w 7467600"/>
              <a:gd name="connsiteY159" fmla="*/ 3684705 h 6858000"/>
              <a:gd name="connsiteX160" fmla="*/ 1146550 w 7467600"/>
              <a:gd name="connsiteY160" fmla="*/ 3802012 h 6858000"/>
              <a:gd name="connsiteX161" fmla="*/ 698834 w 7467600"/>
              <a:gd name="connsiteY161" fmla="*/ 3952272 h 6858000"/>
              <a:gd name="connsiteX162" fmla="*/ 34256 w 7467600"/>
              <a:gd name="connsiteY162" fmla="*/ 4347603 h 6858000"/>
              <a:gd name="connsiteX163" fmla="*/ 527241 w 7467600"/>
              <a:gd name="connsiteY163" fmla="*/ 4065078 h 6858000"/>
              <a:gd name="connsiteX164" fmla="*/ 1510397 w 7467600"/>
              <a:gd name="connsiteY164" fmla="*/ 3684705 h 6858000"/>
              <a:gd name="connsiteX165" fmla="*/ 1313114 w 7467600"/>
              <a:gd name="connsiteY165" fmla="*/ 3655216 h 6858000"/>
              <a:gd name="connsiteX166" fmla="*/ 1109304 w 7467600"/>
              <a:gd name="connsiteY166" fmla="*/ 3669030 h 6858000"/>
              <a:gd name="connsiteX167" fmla="*/ 8129 w 7467600"/>
              <a:gd name="connsiteY167" fmla="*/ 4330519 h 6858000"/>
              <a:gd name="connsiteX168" fmla="*/ 687572 w 7467600"/>
              <a:gd name="connsiteY168" fmla="*/ 3925629 h 6858000"/>
              <a:gd name="connsiteX169" fmla="*/ 1138365 w 7467600"/>
              <a:gd name="connsiteY169" fmla="*/ 3774515 h 6858000"/>
              <a:gd name="connsiteX170" fmla="*/ 1505579 w 7467600"/>
              <a:gd name="connsiteY170" fmla="*/ 3655526 h 6858000"/>
              <a:gd name="connsiteX171" fmla="*/ 1313114 w 7467600"/>
              <a:gd name="connsiteY171" fmla="*/ 3655216 h 6858000"/>
              <a:gd name="connsiteX172" fmla="*/ 3655073 w 7467600"/>
              <a:gd name="connsiteY172" fmla="*/ 3650884 h 6858000"/>
              <a:gd name="connsiteX173" fmla="*/ 3989938 w 7467600"/>
              <a:gd name="connsiteY173" fmla="*/ 3991685 h 6858000"/>
              <a:gd name="connsiteX174" fmla="*/ 4393907 w 7467600"/>
              <a:gd name="connsiteY174" fmla="*/ 4261258 h 6858000"/>
              <a:gd name="connsiteX175" fmla="*/ 4648051 w 7467600"/>
              <a:gd name="connsiteY175" fmla="*/ 4374051 h 6858000"/>
              <a:gd name="connsiteX176" fmla="*/ 4383389 w 7467600"/>
              <a:gd name="connsiteY176" fmla="*/ 4184369 h 6858000"/>
              <a:gd name="connsiteX177" fmla="*/ 4165508 w 7467600"/>
              <a:gd name="connsiteY177" fmla="*/ 4035196 h 6858000"/>
              <a:gd name="connsiteX178" fmla="*/ 4068162 w 7467600"/>
              <a:gd name="connsiteY178" fmla="*/ 3953394 h 6858000"/>
              <a:gd name="connsiteX179" fmla="*/ 3981416 w 7467600"/>
              <a:gd name="connsiteY179" fmla="*/ 3880482 h 6858000"/>
              <a:gd name="connsiteX180" fmla="*/ 3800147 w 7467600"/>
              <a:gd name="connsiteY180" fmla="*/ 3749872 h 6858000"/>
              <a:gd name="connsiteX181" fmla="*/ 3655073 w 7467600"/>
              <a:gd name="connsiteY181" fmla="*/ 3650884 h 6858000"/>
              <a:gd name="connsiteX182" fmla="*/ 3670252 w 7467600"/>
              <a:gd name="connsiteY182" fmla="*/ 3622798 h 6858000"/>
              <a:gd name="connsiteX183" fmla="*/ 3817258 w 7467600"/>
              <a:gd name="connsiteY183" fmla="*/ 3723577 h 6858000"/>
              <a:gd name="connsiteX184" fmla="*/ 4000461 w 7467600"/>
              <a:gd name="connsiteY184" fmla="*/ 3855966 h 6858000"/>
              <a:gd name="connsiteX185" fmla="*/ 4088180 w 7467600"/>
              <a:gd name="connsiteY185" fmla="*/ 3929774 h 6858000"/>
              <a:gd name="connsiteX186" fmla="*/ 4184555 w 7467600"/>
              <a:gd name="connsiteY186" fmla="*/ 4010683 h 6858000"/>
              <a:gd name="connsiteX187" fmla="*/ 4399563 w 7467600"/>
              <a:gd name="connsiteY187" fmla="*/ 4158106 h 6858000"/>
              <a:gd name="connsiteX188" fmla="*/ 4684469 w 7467600"/>
              <a:gd name="connsiteY188" fmla="*/ 4364680 h 6858000"/>
              <a:gd name="connsiteX189" fmla="*/ 4690271 w 7467600"/>
              <a:gd name="connsiteY189" fmla="*/ 4370034 h 6858000"/>
              <a:gd name="connsiteX190" fmla="*/ 4136093 w 7467600"/>
              <a:gd name="connsiteY190" fmla="*/ 3858466 h 6858000"/>
              <a:gd name="connsiteX191" fmla="*/ 3670252 w 7467600"/>
              <a:gd name="connsiteY191" fmla="*/ 3622798 h 6858000"/>
              <a:gd name="connsiteX192" fmla="*/ 4440129 w 7467600"/>
              <a:gd name="connsiteY192" fmla="*/ 3448571 h 6858000"/>
              <a:gd name="connsiteX193" fmla="*/ 4856525 w 7467600"/>
              <a:gd name="connsiteY193" fmla="*/ 3915351 h 6858000"/>
              <a:gd name="connsiteX194" fmla="*/ 5059055 w 7467600"/>
              <a:gd name="connsiteY194" fmla="*/ 4108918 h 6858000"/>
              <a:gd name="connsiteX195" fmla="*/ 5290070 w 7467600"/>
              <a:gd name="connsiteY195" fmla="*/ 4263619 h 6858000"/>
              <a:gd name="connsiteX196" fmla="*/ 4834991 w 7467600"/>
              <a:gd name="connsiteY196" fmla="*/ 3830985 h 6858000"/>
              <a:gd name="connsiteX197" fmla="*/ 4440129 w 7467600"/>
              <a:gd name="connsiteY197" fmla="*/ 3448571 h 6858000"/>
              <a:gd name="connsiteX198" fmla="*/ 4441737 w 7467600"/>
              <a:gd name="connsiteY198" fmla="*/ 3399734 h 6858000"/>
              <a:gd name="connsiteX199" fmla="*/ 4431236 w 7467600"/>
              <a:gd name="connsiteY199" fmla="*/ 3400954 h 6858000"/>
              <a:gd name="connsiteX200" fmla="*/ 4557150 w 7467600"/>
              <a:gd name="connsiteY200" fmla="*/ 3510023 h 6858000"/>
              <a:gd name="connsiteX201" fmla="*/ 4856936 w 7467600"/>
              <a:gd name="connsiteY201" fmla="*/ 3809146 h 6858000"/>
              <a:gd name="connsiteX202" fmla="*/ 5111996 w 7467600"/>
              <a:gd name="connsiteY202" fmla="*/ 4065759 h 6858000"/>
              <a:gd name="connsiteX203" fmla="*/ 5388878 w 7467600"/>
              <a:gd name="connsiteY203" fmla="*/ 4300185 h 6858000"/>
              <a:gd name="connsiteX204" fmla="*/ 5425556 w 7467600"/>
              <a:gd name="connsiteY204" fmla="*/ 4308967 h 6858000"/>
              <a:gd name="connsiteX205" fmla="*/ 4943646 w 7467600"/>
              <a:gd name="connsiteY205" fmla="*/ 3822916 h 6858000"/>
              <a:gd name="connsiteX206" fmla="*/ 4594837 w 7467600"/>
              <a:gd name="connsiteY206" fmla="*/ 3532274 h 6858000"/>
              <a:gd name="connsiteX207" fmla="*/ 4441737 w 7467600"/>
              <a:gd name="connsiteY207" fmla="*/ 3399734 h 6858000"/>
              <a:gd name="connsiteX208" fmla="*/ 5425834 w 7467600"/>
              <a:gd name="connsiteY208" fmla="*/ 3162785 h 6858000"/>
              <a:gd name="connsiteX209" fmla="*/ 5401644 w 7467600"/>
              <a:gd name="connsiteY209" fmla="*/ 3617847 h 6858000"/>
              <a:gd name="connsiteX210" fmla="*/ 5467256 w 7467600"/>
              <a:gd name="connsiteY210" fmla="*/ 4175494 h 6858000"/>
              <a:gd name="connsiteX211" fmla="*/ 5448069 w 7467600"/>
              <a:gd name="connsiteY211" fmla="*/ 3567554 h 6858000"/>
              <a:gd name="connsiteX212" fmla="*/ 5425834 w 7467600"/>
              <a:gd name="connsiteY212" fmla="*/ 3162785 h 6858000"/>
              <a:gd name="connsiteX213" fmla="*/ 1318687 w 7467600"/>
              <a:gd name="connsiteY213" fmla="*/ 3113840 h 6858000"/>
              <a:gd name="connsiteX214" fmla="*/ 1066793 w 7467600"/>
              <a:gd name="connsiteY214" fmla="*/ 3212171 h 6858000"/>
              <a:gd name="connsiteX215" fmla="*/ 993319 w 7467600"/>
              <a:gd name="connsiteY215" fmla="*/ 3247648 h 6858000"/>
              <a:gd name="connsiteX216" fmla="*/ 853081 w 7467600"/>
              <a:gd name="connsiteY216" fmla="*/ 3312410 h 6858000"/>
              <a:gd name="connsiteX217" fmla="*/ 805957 w 7467600"/>
              <a:gd name="connsiteY217" fmla="*/ 3330443 h 6858000"/>
              <a:gd name="connsiteX218" fmla="*/ 1318687 w 7467600"/>
              <a:gd name="connsiteY218" fmla="*/ 3113840 h 6858000"/>
              <a:gd name="connsiteX219" fmla="*/ 5453702 w 7467600"/>
              <a:gd name="connsiteY219" fmla="*/ 3090882 h 6858000"/>
              <a:gd name="connsiteX220" fmla="*/ 5480135 w 7467600"/>
              <a:gd name="connsiteY220" fmla="*/ 3565802 h 6858000"/>
              <a:gd name="connsiteX221" fmla="*/ 5499023 w 7467600"/>
              <a:gd name="connsiteY221" fmla="*/ 4166310 h 6858000"/>
              <a:gd name="connsiteX222" fmla="*/ 5547022 w 7467600"/>
              <a:gd name="connsiteY222" fmla="*/ 3607838 h 6858000"/>
              <a:gd name="connsiteX223" fmla="*/ 5515964 w 7467600"/>
              <a:gd name="connsiteY223" fmla="*/ 3378541 h 6858000"/>
              <a:gd name="connsiteX224" fmla="*/ 5453702 w 7467600"/>
              <a:gd name="connsiteY224" fmla="*/ 3090882 h 6858000"/>
              <a:gd name="connsiteX225" fmla="*/ 1238695 w 7467600"/>
              <a:gd name="connsiteY225" fmla="*/ 3076820 h 6858000"/>
              <a:gd name="connsiteX226" fmla="*/ 716371 w 7467600"/>
              <a:gd name="connsiteY226" fmla="*/ 3293249 h 6858000"/>
              <a:gd name="connsiteX227" fmla="*/ 579522 w 7467600"/>
              <a:gd name="connsiteY227" fmla="*/ 3371759 h 6858000"/>
              <a:gd name="connsiteX228" fmla="*/ 600288 w 7467600"/>
              <a:gd name="connsiteY228" fmla="*/ 3365555 h 6858000"/>
              <a:gd name="connsiteX229" fmla="*/ 840692 w 7467600"/>
              <a:gd name="connsiteY229" fmla="*/ 3284921 h 6858000"/>
              <a:gd name="connsiteX230" fmla="*/ 979248 w 7467600"/>
              <a:gd name="connsiteY230" fmla="*/ 3221003 h 6858000"/>
              <a:gd name="connsiteX231" fmla="*/ 1053282 w 7467600"/>
              <a:gd name="connsiteY231" fmla="*/ 3185247 h 6858000"/>
              <a:gd name="connsiteX232" fmla="*/ 1320603 w 7467600"/>
              <a:gd name="connsiteY232" fmla="*/ 3081281 h 6858000"/>
              <a:gd name="connsiteX233" fmla="*/ 1238695 w 7467600"/>
              <a:gd name="connsiteY233" fmla="*/ 3076820 h 6858000"/>
              <a:gd name="connsiteX234" fmla="*/ 5425627 w 7467600"/>
              <a:gd name="connsiteY234" fmla="*/ 2954192 h 6858000"/>
              <a:gd name="connsiteX235" fmla="*/ 5470770 w 7467600"/>
              <a:gd name="connsiteY235" fmla="*/ 3005435 h 6858000"/>
              <a:gd name="connsiteX236" fmla="*/ 5519779 w 7467600"/>
              <a:gd name="connsiteY236" fmla="*/ 4359223 h 6858000"/>
              <a:gd name="connsiteX237" fmla="*/ 5520293 w 7467600"/>
              <a:gd name="connsiteY237" fmla="*/ 4360602 h 6858000"/>
              <a:gd name="connsiteX238" fmla="*/ 5767221 w 7467600"/>
              <a:gd name="connsiteY238" fmla="*/ 4665564 h 6858000"/>
              <a:gd name="connsiteX239" fmla="*/ 6937169 w 7467600"/>
              <a:gd name="connsiteY239" fmla="*/ 4815941 h 6858000"/>
              <a:gd name="connsiteX240" fmla="*/ 6953922 w 7467600"/>
              <a:gd name="connsiteY240" fmla="*/ 4890068 h 6858000"/>
              <a:gd name="connsiteX241" fmla="*/ 6071359 w 7467600"/>
              <a:gd name="connsiteY241" fmla="*/ 4770770 h 6858000"/>
              <a:gd name="connsiteX242" fmla="*/ 6038839 w 7467600"/>
              <a:gd name="connsiteY242" fmla="*/ 4764474 h 6858000"/>
              <a:gd name="connsiteX243" fmla="*/ 6038706 w 7467600"/>
              <a:gd name="connsiteY243" fmla="*/ 4763847 h 6858000"/>
              <a:gd name="connsiteX244" fmla="*/ 6037784 w 7467600"/>
              <a:gd name="connsiteY244" fmla="*/ 4764270 h 6858000"/>
              <a:gd name="connsiteX245" fmla="*/ 6038839 w 7467600"/>
              <a:gd name="connsiteY245" fmla="*/ 4764474 h 6858000"/>
              <a:gd name="connsiteX246" fmla="*/ 6040338 w 7467600"/>
              <a:gd name="connsiteY246" fmla="*/ 4771418 h 6858000"/>
              <a:gd name="connsiteX247" fmla="*/ 6024488 w 7467600"/>
              <a:gd name="connsiteY247" fmla="*/ 4809903 h 6858000"/>
              <a:gd name="connsiteX248" fmla="*/ 5599771 w 7467600"/>
              <a:gd name="connsiteY248" fmla="*/ 5509652 h 6858000"/>
              <a:gd name="connsiteX249" fmla="*/ 5548843 w 7467600"/>
              <a:gd name="connsiteY249" fmla="*/ 5563845 h 6858000"/>
              <a:gd name="connsiteX250" fmla="*/ 5940952 w 7467600"/>
              <a:gd name="connsiteY250" fmla="*/ 6250028 h 6858000"/>
              <a:gd name="connsiteX251" fmla="*/ 6043441 w 7467600"/>
              <a:gd name="connsiteY251" fmla="*/ 6665847 h 6858000"/>
              <a:gd name="connsiteX252" fmla="*/ 6093432 w 7467600"/>
              <a:gd name="connsiteY252" fmla="*/ 6858000 h 6858000"/>
              <a:gd name="connsiteX253" fmla="*/ 6034344 w 7467600"/>
              <a:gd name="connsiteY253" fmla="*/ 6858000 h 6858000"/>
              <a:gd name="connsiteX254" fmla="*/ 6026679 w 7467600"/>
              <a:gd name="connsiteY254" fmla="*/ 6836959 h 6858000"/>
              <a:gd name="connsiteX255" fmla="*/ 5800441 w 7467600"/>
              <a:gd name="connsiteY255" fmla="*/ 6335286 h 6858000"/>
              <a:gd name="connsiteX256" fmla="*/ 5526562 w 7467600"/>
              <a:gd name="connsiteY256" fmla="*/ 5705388 h 6858000"/>
              <a:gd name="connsiteX257" fmla="*/ 5519640 w 7467600"/>
              <a:gd name="connsiteY257" fmla="*/ 5683774 h 6858000"/>
              <a:gd name="connsiteX258" fmla="*/ 5844559 w 7467600"/>
              <a:gd name="connsiteY258" fmla="*/ 6553349 h 6858000"/>
              <a:gd name="connsiteX259" fmla="*/ 5975994 w 7467600"/>
              <a:gd name="connsiteY259" fmla="*/ 6858000 h 6858000"/>
              <a:gd name="connsiteX260" fmla="*/ 5898547 w 7467600"/>
              <a:gd name="connsiteY260" fmla="*/ 6858000 h 6858000"/>
              <a:gd name="connsiteX261" fmla="*/ 5682041 w 7467600"/>
              <a:gd name="connsiteY261" fmla="*/ 6355860 h 6858000"/>
              <a:gd name="connsiteX262" fmla="*/ 5461758 w 7467600"/>
              <a:gd name="connsiteY262" fmla="*/ 5820220 h 6858000"/>
              <a:gd name="connsiteX263" fmla="*/ 5237282 w 7467600"/>
              <a:gd name="connsiteY263" fmla="*/ 6579086 h 6858000"/>
              <a:gd name="connsiteX264" fmla="*/ 5115009 w 7467600"/>
              <a:gd name="connsiteY264" fmla="*/ 6858000 h 6858000"/>
              <a:gd name="connsiteX265" fmla="*/ 5028074 w 7467600"/>
              <a:gd name="connsiteY265" fmla="*/ 6858000 h 6858000"/>
              <a:gd name="connsiteX266" fmla="*/ 5079508 w 7467600"/>
              <a:gd name="connsiteY266" fmla="*/ 6749074 h 6858000"/>
              <a:gd name="connsiteX267" fmla="*/ 5371846 w 7467600"/>
              <a:gd name="connsiteY267" fmla="*/ 5924413 h 6858000"/>
              <a:gd name="connsiteX268" fmla="*/ 5270512 w 7467600"/>
              <a:gd name="connsiteY268" fmla="*/ 6138975 h 6858000"/>
              <a:gd name="connsiteX269" fmla="*/ 5062409 w 7467600"/>
              <a:gd name="connsiteY269" fmla="*/ 6653544 h 6858000"/>
              <a:gd name="connsiteX270" fmla="*/ 5036628 w 7467600"/>
              <a:gd name="connsiteY270" fmla="*/ 6754247 h 6858000"/>
              <a:gd name="connsiteX271" fmla="*/ 5009112 w 7467600"/>
              <a:gd name="connsiteY271" fmla="*/ 6858000 h 6858000"/>
              <a:gd name="connsiteX272" fmla="*/ 4976679 w 7467600"/>
              <a:gd name="connsiteY272" fmla="*/ 6858000 h 6858000"/>
              <a:gd name="connsiteX273" fmla="*/ 5006537 w 7467600"/>
              <a:gd name="connsiteY273" fmla="*/ 6747068 h 6858000"/>
              <a:gd name="connsiteX274" fmla="*/ 5032723 w 7467600"/>
              <a:gd name="connsiteY274" fmla="*/ 6644957 h 6858000"/>
              <a:gd name="connsiteX275" fmla="*/ 5242949 w 7467600"/>
              <a:gd name="connsiteY275" fmla="*/ 6125175 h 6858000"/>
              <a:gd name="connsiteX276" fmla="*/ 5286321 w 7467600"/>
              <a:gd name="connsiteY276" fmla="*/ 6033555 h 6858000"/>
              <a:gd name="connsiteX277" fmla="*/ 5008210 w 7467600"/>
              <a:gd name="connsiteY277" fmla="*/ 6649194 h 6858000"/>
              <a:gd name="connsiteX278" fmla="*/ 4986321 w 7467600"/>
              <a:gd name="connsiteY278" fmla="*/ 6765687 h 6858000"/>
              <a:gd name="connsiteX279" fmla="*/ 4973474 w 7467600"/>
              <a:gd name="connsiteY279" fmla="*/ 6858000 h 6858000"/>
              <a:gd name="connsiteX280" fmla="*/ 4907178 w 7467600"/>
              <a:gd name="connsiteY280" fmla="*/ 6858000 h 6858000"/>
              <a:gd name="connsiteX281" fmla="*/ 4910810 w 7467600"/>
              <a:gd name="connsiteY281" fmla="*/ 6829660 h 6858000"/>
              <a:gd name="connsiteX282" fmla="*/ 4987461 w 7467600"/>
              <a:gd name="connsiteY282" fmla="*/ 6432994 h 6858000"/>
              <a:gd name="connsiteX283" fmla="*/ 5179262 w 7467600"/>
              <a:gd name="connsiteY283" fmla="*/ 6035044 h 6858000"/>
              <a:gd name="connsiteX284" fmla="*/ 4689678 w 7467600"/>
              <a:gd name="connsiteY284" fmla="*/ 6440241 h 6858000"/>
              <a:gd name="connsiteX285" fmla="*/ 4477543 w 7467600"/>
              <a:gd name="connsiteY285" fmla="*/ 6674836 h 6858000"/>
              <a:gd name="connsiteX286" fmla="*/ 4329957 w 7467600"/>
              <a:gd name="connsiteY286" fmla="*/ 6858000 h 6858000"/>
              <a:gd name="connsiteX287" fmla="*/ 4218595 w 7467600"/>
              <a:gd name="connsiteY287" fmla="*/ 6858000 h 6858000"/>
              <a:gd name="connsiteX288" fmla="*/ 4368888 w 7467600"/>
              <a:gd name="connsiteY288" fmla="*/ 6668412 h 6858000"/>
              <a:gd name="connsiteX289" fmla="*/ 4563091 w 7467600"/>
              <a:gd name="connsiteY289" fmla="*/ 6442508 h 6858000"/>
              <a:gd name="connsiteX290" fmla="*/ 5387324 w 7467600"/>
              <a:gd name="connsiteY290" fmla="*/ 5705830 h 6858000"/>
              <a:gd name="connsiteX291" fmla="*/ 5073620 w 7467600"/>
              <a:gd name="connsiteY291" fmla="*/ 5955437 h 6858000"/>
              <a:gd name="connsiteX292" fmla="*/ 4689789 w 7467600"/>
              <a:gd name="connsiteY292" fmla="*/ 6268382 h 6858000"/>
              <a:gd name="connsiteX293" fmla="*/ 4418722 w 7467600"/>
              <a:gd name="connsiteY293" fmla="*/ 6570886 h 6858000"/>
              <a:gd name="connsiteX294" fmla="*/ 4214944 w 7467600"/>
              <a:gd name="connsiteY294" fmla="*/ 6858000 h 6858000"/>
              <a:gd name="connsiteX295" fmla="*/ 4177898 w 7467600"/>
              <a:gd name="connsiteY295" fmla="*/ 6858000 h 6858000"/>
              <a:gd name="connsiteX296" fmla="*/ 4391597 w 7467600"/>
              <a:gd name="connsiteY296" fmla="*/ 6556370 h 6858000"/>
              <a:gd name="connsiteX297" fmla="*/ 4668889 w 7467600"/>
              <a:gd name="connsiteY297" fmla="*/ 6246399 h 6858000"/>
              <a:gd name="connsiteX298" fmla="*/ 5055427 w 7467600"/>
              <a:gd name="connsiteY298" fmla="*/ 5931476 h 6858000"/>
              <a:gd name="connsiteX299" fmla="*/ 5371814 w 7467600"/>
              <a:gd name="connsiteY299" fmla="*/ 5678975 h 6858000"/>
              <a:gd name="connsiteX300" fmla="*/ 4987918 w 7467600"/>
              <a:gd name="connsiteY300" fmla="*/ 5838701 h 6858000"/>
              <a:gd name="connsiteX301" fmla="*/ 4317146 w 7467600"/>
              <a:gd name="connsiteY301" fmla="*/ 6587716 h 6858000"/>
              <a:gd name="connsiteX302" fmla="*/ 4171627 w 7467600"/>
              <a:gd name="connsiteY302" fmla="*/ 6858000 h 6858000"/>
              <a:gd name="connsiteX303" fmla="*/ 4081585 w 7467600"/>
              <a:gd name="connsiteY303" fmla="*/ 6858000 h 6858000"/>
              <a:gd name="connsiteX304" fmla="*/ 4238603 w 7467600"/>
              <a:gd name="connsiteY304" fmla="*/ 6559341 h 6858000"/>
              <a:gd name="connsiteX305" fmla="*/ 4778333 w 7467600"/>
              <a:gd name="connsiteY305" fmla="*/ 5873626 h 6858000"/>
              <a:gd name="connsiteX306" fmla="*/ 5414185 w 7467600"/>
              <a:gd name="connsiteY306" fmla="*/ 5573882 h 6858000"/>
              <a:gd name="connsiteX307" fmla="*/ 5959648 w 7467600"/>
              <a:gd name="connsiteY307" fmla="*/ 4760797 h 6858000"/>
              <a:gd name="connsiteX308" fmla="*/ 5355019 w 7467600"/>
              <a:gd name="connsiteY308" fmla="*/ 4734672 h 6858000"/>
              <a:gd name="connsiteX309" fmla="*/ 5083565 w 7467600"/>
              <a:gd name="connsiteY309" fmla="*/ 5179121 h 6858000"/>
              <a:gd name="connsiteX310" fmla="*/ 4713577 w 7467600"/>
              <a:gd name="connsiteY310" fmla="*/ 5616803 h 6858000"/>
              <a:gd name="connsiteX311" fmla="*/ 3989559 w 7467600"/>
              <a:gd name="connsiteY311" fmla="*/ 6145945 h 6858000"/>
              <a:gd name="connsiteX312" fmla="*/ 3939824 w 7467600"/>
              <a:gd name="connsiteY312" fmla="*/ 6066900 h 6858000"/>
              <a:gd name="connsiteX313" fmla="*/ 4584537 w 7467600"/>
              <a:gd name="connsiteY313" fmla="*/ 5324826 h 6858000"/>
              <a:gd name="connsiteX314" fmla="*/ 5037105 w 7467600"/>
              <a:gd name="connsiteY314" fmla="*/ 5088765 h 6858000"/>
              <a:gd name="connsiteX315" fmla="*/ 5039930 w 7467600"/>
              <a:gd name="connsiteY315" fmla="*/ 5089585 h 6858000"/>
              <a:gd name="connsiteX316" fmla="*/ 5263764 w 7467600"/>
              <a:gd name="connsiteY316" fmla="*/ 4735525 h 6858000"/>
              <a:gd name="connsiteX317" fmla="*/ 4086300 w 7467600"/>
              <a:gd name="connsiteY317" fmla="*/ 4884599 h 6858000"/>
              <a:gd name="connsiteX318" fmla="*/ 4085485 w 7467600"/>
              <a:gd name="connsiteY318" fmla="*/ 4899070 h 6858000"/>
              <a:gd name="connsiteX319" fmla="*/ 3871915 w 7467600"/>
              <a:gd name="connsiteY319" fmla="*/ 5253645 h 6858000"/>
              <a:gd name="connsiteX320" fmla="*/ 3799374 w 7467600"/>
              <a:gd name="connsiteY320" fmla="*/ 5466127 h 6858000"/>
              <a:gd name="connsiteX321" fmla="*/ 3498850 w 7467600"/>
              <a:gd name="connsiteY321" fmla="*/ 6661888 h 6858000"/>
              <a:gd name="connsiteX322" fmla="*/ 3399216 w 7467600"/>
              <a:gd name="connsiteY322" fmla="*/ 6858000 h 6858000"/>
              <a:gd name="connsiteX323" fmla="*/ 3303688 w 7467600"/>
              <a:gd name="connsiteY323" fmla="*/ 6858000 h 6858000"/>
              <a:gd name="connsiteX324" fmla="*/ 3391774 w 7467600"/>
              <a:gd name="connsiteY324" fmla="*/ 6697181 h 6858000"/>
              <a:gd name="connsiteX325" fmla="*/ 3735540 w 7467600"/>
              <a:gd name="connsiteY325" fmla="*/ 5546923 h 6858000"/>
              <a:gd name="connsiteX326" fmla="*/ 3729438 w 7467600"/>
              <a:gd name="connsiteY326" fmla="*/ 5569058 h 6858000"/>
              <a:gd name="connsiteX327" fmla="*/ 3707782 w 7467600"/>
              <a:gd name="connsiteY327" fmla="*/ 5644908 h 6858000"/>
              <a:gd name="connsiteX328" fmla="*/ 3583827 w 7467600"/>
              <a:gd name="connsiteY328" fmla="*/ 6039215 h 6858000"/>
              <a:gd name="connsiteX329" fmla="*/ 3547861 w 7467600"/>
              <a:gd name="connsiteY329" fmla="*/ 6129609 h 6858000"/>
              <a:gd name="connsiteX330" fmla="*/ 3490905 w 7467600"/>
              <a:gd name="connsiteY330" fmla="*/ 6277660 h 6858000"/>
              <a:gd name="connsiteX331" fmla="*/ 3455859 w 7467600"/>
              <a:gd name="connsiteY331" fmla="*/ 6391301 h 6858000"/>
              <a:gd name="connsiteX332" fmla="*/ 3429112 w 7467600"/>
              <a:gd name="connsiteY332" fmla="*/ 6479469 h 6858000"/>
              <a:gd name="connsiteX333" fmla="*/ 3304862 w 7467600"/>
              <a:gd name="connsiteY333" fmla="*/ 6796476 h 6858000"/>
              <a:gd name="connsiteX334" fmla="*/ 3276071 w 7467600"/>
              <a:gd name="connsiteY334" fmla="*/ 6858000 h 6858000"/>
              <a:gd name="connsiteX335" fmla="*/ 3240805 w 7467600"/>
              <a:gd name="connsiteY335" fmla="*/ 6858000 h 6858000"/>
              <a:gd name="connsiteX336" fmla="*/ 3275917 w 7467600"/>
              <a:gd name="connsiteY336" fmla="*/ 6783192 h 6858000"/>
              <a:gd name="connsiteX337" fmla="*/ 3399358 w 7467600"/>
              <a:gd name="connsiteY337" fmla="*/ 6469011 h 6858000"/>
              <a:gd name="connsiteX338" fmla="*/ 3425650 w 7467600"/>
              <a:gd name="connsiteY338" fmla="*/ 6381333 h 6858000"/>
              <a:gd name="connsiteX339" fmla="*/ 3460661 w 7467600"/>
              <a:gd name="connsiteY339" fmla="*/ 6266763 h 6858000"/>
              <a:gd name="connsiteX340" fmla="*/ 3518021 w 7467600"/>
              <a:gd name="connsiteY340" fmla="*/ 6117298 h 6858000"/>
              <a:gd name="connsiteX341" fmla="*/ 3554035 w 7467600"/>
              <a:gd name="connsiteY341" fmla="*/ 6027832 h 6858000"/>
              <a:gd name="connsiteX342" fmla="*/ 3677174 w 7467600"/>
              <a:gd name="connsiteY342" fmla="*/ 5636351 h 6858000"/>
              <a:gd name="connsiteX343" fmla="*/ 3698819 w 7467600"/>
              <a:gd name="connsiteY343" fmla="*/ 5560503 h 6858000"/>
              <a:gd name="connsiteX344" fmla="*/ 3702094 w 7467600"/>
              <a:gd name="connsiteY344" fmla="*/ 5549194 h 6858000"/>
              <a:gd name="connsiteX345" fmla="*/ 3398355 w 7467600"/>
              <a:gd name="connsiteY345" fmla="*/ 6094603 h 6858000"/>
              <a:gd name="connsiteX346" fmla="*/ 3193941 w 7467600"/>
              <a:gd name="connsiteY346" fmla="*/ 6798775 h 6858000"/>
              <a:gd name="connsiteX347" fmla="*/ 3184140 w 7467600"/>
              <a:gd name="connsiteY347" fmla="*/ 6858000 h 6858000"/>
              <a:gd name="connsiteX348" fmla="*/ 3099978 w 7467600"/>
              <a:gd name="connsiteY348" fmla="*/ 6858000 h 6858000"/>
              <a:gd name="connsiteX349" fmla="*/ 3101556 w 7467600"/>
              <a:gd name="connsiteY349" fmla="*/ 6843337 h 6858000"/>
              <a:gd name="connsiteX350" fmla="*/ 3370162 w 7467600"/>
              <a:gd name="connsiteY350" fmla="*/ 5785550 h 6858000"/>
              <a:gd name="connsiteX351" fmla="*/ 3746477 w 7467600"/>
              <a:gd name="connsiteY351" fmla="*/ 5377889 h 6858000"/>
              <a:gd name="connsiteX352" fmla="*/ 3863399 w 7467600"/>
              <a:gd name="connsiteY352" fmla="*/ 5087257 h 6858000"/>
              <a:gd name="connsiteX353" fmla="*/ 3968712 w 7467600"/>
              <a:gd name="connsiteY353" fmla="*/ 4913989 h 6858000"/>
              <a:gd name="connsiteX354" fmla="*/ 2792390 w 7467600"/>
              <a:gd name="connsiteY354" fmla="*/ 5382974 h 6858000"/>
              <a:gd name="connsiteX355" fmla="*/ 2714982 w 7467600"/>
              <a:gd name="connsiteY355" fmla="*/ 5427051 h 6858000"/>
              <a:gd name="connsiteX356" fmla="*/ 2813361 w 7467600"/>
              <a:gd name="connsiteY356" fmla="*/ 6023912 h 6858000"/>
              <a:gd name="connsiteX357" fmla="*/ 2688430 w 7467600"/>
              <a:gd name="connsiteY357" fmla="*/ 6801564 h 6858000"/>
              <a:gd name="connsiteX358" fmla="*/ 2629626 w 7467600"/>
              <a:gd name="connsiteY358" fmla="*/ 6763394 h 6858000"/>
              <a:gd name="connsiteX359" fmla="*/ 2565328 w 7467600"/>
              <a:gd name="connsiteY359" fmla="*/ 5516399 h 6858000"/>
              <a:gd name="connsiteX360" fmla="*/ 1922999 w 7467600"/>
              <a:gd name="connsiteY360" fmla="*/ 5980343 h 6858000"/>
              <a:gd name="connsiteX361" fmla="*/ 1950261 w 7467600"/>
              <a:gd name="connsiteY361" fmla="*/ 6405858 h 6858000"/>
              <a:gd name="connsiteX362" fmla="*/ 2365554 w 7467600"/>
              <a:gd name="connsiteY362" fmla="*/ 6759107 h 6858000"/>
              <a:gd name="connsiteX363" fmla="*/ 2424142 w 7467600"/>
              <a:gd name="connsiteY363" fmla="*/ 6858000 h 6858000"/>
              <a:gd name="connsiteX364" fmla="*/ 2395994 w 7467600"/>
              <a:gd name="connsiteY364" fmla="*/ 6858000 h 6858000"/>
              <a:gd name="connsiteX365" fmla="*/ 2392863 w 7467600"/>
              <a:gd name="connsiteY365" fmla="*/ 6852964 h 6858000"/>
              <a:gd name="connsiteX366" fmla="*/ 2017589 w 7467600"/>
              <a:gd name="connsiteY366" fmla="*/ 6493982 h 6858000"/>
              <a:gd name="connsiteX367" fmla="*/ 2147336 w 7467600"/>
              <a:gd name="connsiteY367" fmla="*/ 6594052 h 6858000"/>
              <a:gd name="connsiteX368" fmla="*/ 2207047 w 7467600"/>
              <a:gd name="connsiteY368" fmla="*/ 6654540 h 6858000"/>
              <a:gd name="connsiteX369" fmla="*/ 2299106 w 7467600"/>
              <a:gd name="connsiteY369" fmla="*/ 6778931 h 6858000"/>
              <a:gd name="connsiteX370" fmla="*/ 2314430 w 7467600"/>
              <a:gd name="connsiteY370" fmla="*/ 6801144 h 6858000"/>
              <a:gd name="connsiteX371" fmla="*/ 2352406 w 7467600"/>
              <a:gd name="connsiteY371" fmla="*/ 6858000 h 6858000"/>
              <a:gd name="connsiteX372" fmla="*/ 2314492 w 7467600"/>
              <a:gd name="connsiteY372" fmla="*/ 6858000 h 6858000"/>
              <a:gd name="connsiteX373" fmla="*/ 2288095 w 7467600"/>
              <a:gd name="connsiteY373" fmla="*/ 6818030 h 6858000"/>
              <a:gd name="connsiteX374" fmla="*/ 2272768 w 7467600"/>
              <a:gd name="connsiteY374" fmla="*/ 6795822 h 6858000"/>
              <a:gd name="connsiteX375" fmla="*/ 2182715 w 7467600"/>
              <a:gd name="connsiteY375" fmla="*/ 6675071 h 6858000"/>
              <a:gd name="connsiteX376" fmla="*/ 2032061 w 7467600"/>
              <a:gd name="connsiteY376" fmla="*/ 6541380 h 6858000"/>
              <a:gd name="connsiteX377" fmla="*/ 2257220 w 7467600"/>
              <a:gd name="connsiteY377" fmla="*/ 6826257 h 6858000"/>
              <a:gd name="connsiteX378" fmla="*/ 2281324 w 7467600"/>
              <a:gd name="connsiteY378" fmla="*/ 6858000 h 6858000"/>
              <a:gd name="connsiteX379" fmla="*/ 2242860 w 7467600"/>
              <a:gd name="connsiteY379" fmla="*/ 6858000 h 6858000"/>
              <a:gd name="connsiteX380" fmla="*/ 2232818 w 7467600"/>
              <a:gd name="connsiteY380" fmla="*/ 6844926 h 6858000"/>
              <a:gd name="connsiteX381" fmla="*/ 1990172 w 7467600"/>
              <a:gd name="connsiteY381" fmla="*/ 6542121 h 6858000"/>
              <a:gd name="connsiteX382" fmla="*/ 2124090 w 7467600"/>
              <a:gd name="connsiteY382" fmla="*/ 6761017 h 6858000"/>
              <a:gd name="connsiteX383" fmla="*/ 2200380 w 7467600"/>
              <a:gd name="connsiteY383" fmla="*/ 6858000 h 6858000"/>
              <a:gd name="connsiteX384" fmla="*/ 2147507 w 7467600"/>
              <a:gd name="connsiteY384" fmla="*/ 6858000 h 6858000"/>
              <a:gd name="connsiteX385" fmla="*/ 2070668 w 7467600"/>
              <a:gd name="connsiteY385" fmla="*/ 6761520 h 6858000"/>
              <a:gd name="connsiteX386" fmla="*/ 1975142 w 7467600"/>
              <a:gd name="connsiteY386" fmla="*/ 6585570 h 6858000"/>
              <a:gd name="connsiteX387" fmla="*/ 2050035 w 7467600"/>
              <a:gd name="connsiteY387" fmla="*/ 6813345 h 6858000"/>
              <a:gd name="connsiteX388" fmla="*/ 2063025 w 7467600"/>
              <a:gd name="connsiteY388" fmla="*/ 6858000 h 6858000"/>
              <a:gd name="connsiteX389" fmla="*/ 2021675 w 7467600"/>
              <a:gd name="connsiteY389" fmla="*/ 6858000 h 6858000"/>
              <a:gd name="connsiteX390" fmla="*/ 2019308 w 7467600"/>
              <a:gd name="connsiteY390" fmla="*/ 6847118 h 6858000"/>
              <a:gd name="connsiteX391" fmla="*/ 1938835 w 7467600"/>
              <a:gd name="connsiteY391" fmla="*/ 6551160 h 6858000"/>
              <a:gd name="connsiteX392" fmla="*/ 1953230 w 7467600"/>
              <a:gd name="connsiteY392" fmla="*/ 6759699 h 6858000"/>
              <a:gd name="connsiteX393" fmla="*/ 1956763 w 7467600"/>
              <a:gd name="connsiteY393" fmla="*/ 6778191 h 6858000"/>
              <a:gd name="connsiteX394" fmla="*/ 1967925 w 7467600"/>
              <a:gd name="connsiteY394" fmla="*/ 6858000 h 6858000"/>
              <a:gd name="connsiteX395" fmla="*/ 1936622 w 7467600"/>
              <a:gd name="connsiteY395" fmla="*/ 6858000 h 6858000"/>
              <a:gd name="connsiteX396" fmla="*/ 1926261 w 7467600"/>
              <a:gd name="connsiteY396" fmla="*/ 6784064 h 6858000"/>
              <a:gd name="connsiteX397" fmla="*/ 1922724 w 7467600"/>
              <a:gd name="connsiteY397" fmla="*/ 6765577 h 6858000"/>
              <a:gd name="connsiteX398" fmla="*/ 1904650 w 7467600"/>
              <a:gd name="connsiteY398" fmla="*/ 6639616 h 6858000"/>
              <a:gd name="connsiteX399" fmla="*/ 1885273 w 7467600"/>
              <a:gd name="connsiteY399" fmla="*/ 6858000 h 6858000"/>
              <a:gd name="connsiteX400" fmla="*/ 1854363 w 7467600"/>
              <a:gd name="connsiteY400" fmla="*/ 6858000 h 6858000"/>
              <a:gd name="connsiteX401" fmla="*/ 1880391 w 7467600"/>
              <a:gd name="connsiteY401" fmla="*/ 6603796 h 6858000"/>
              <a:gd name="connsiteX402" fmla="*/ 1818273 w 7467600"/>
              <a:gd name="connsiteY402" fmla="*/ 6715729 h 6858000"/>
              <a:gd name="connsiteX403" fmla="*/ 1794691 w 7467600"/>
              <a:gd name="connsiteY403" fmla="*/ 6843239 h 6858000"/>
              <a:gd name="connsiteX404" fmla="*/ 1794914 w 7467600"/>
              <a:gd name="connsiteY404" fmla="*/ 6858000 h 6858000"/>
              <a:gd name="connsiteX405" fmla="*/ 1746128 w 7467600"/>
              <a:gd name="connsiteY405" fmla="*/ 6858000 h 6858000"/>
              <a:gd name="connsiteX406" fmla="*/ 1753934 w 7467600"/>
              <a:gd name="connsiteY406" fmla="*/ 6724796 h 6858000"/>
              <a:gd name="connsiteX407" fmla="*/ 1792053 w 7467600"/>
              <a:gd name="connsiteY407" fmla="*/ 6572396 h 6858000"/>
              <a:gd name="connsiteX408" fmla="*/ 1862248 w 7467600"/>
              <a:gd name="connsiteY408" fmla="*/ 6266397 h 6858000"/>
              <a:gd name="connsiteX409" fmla="*/ 1862250 w 7467600"/>
              <a:gd name="connsiteY409" fmla="*/ 6033531 h 6858000"/>
              <a:gd name="connsiteX410" fmla="*/ 1211999 w 7467600"/>
              <a:gd name="connsiteY410" fmla="*/ 6683610 h 6858000"/>
              <a:gd name="connsiteX411" fmla="*/ 1213266 w 7467600"/>
              <a:gd name="connsiteY411" fmla="*/ 6691947 h 6858000"/>
              <a:gd name="connsiteX412" fmla="*/ 1203370 w 7467600"/>
              <a:gd name="connsiteY412" fmla="*/ 6850676 h 6858000"/>
              <a:gd name="connsiteX413" fmla="*/ 1203671 w 7467600"/>
              <a:gd name="connsiteY413" fmla="*/ 6858000 h 6858000"/>
              <a:gd name="connsiteX414" fmla="*/ 1143180 w 7467600"/>
              <a:gd name="connsiteY414" fmla="*/ 6858000 h 6858000"/>
              <a:gd name="connsiteX415" fmla="*/ 1142176 w 7467600"/>
              <a:gd name="connsiteY415" fmla="*/ 6766045 h 6858000"/>
              <a:gd name="connsiteX416" fmla="*/ 1067484 w 7467600"/>
              <a:gd name="connsiteY416" fmla="*/ 6858000 h 6858000"/>
              <a:gd name="connsiteX417" fmla="*/ 953928 w 7467600"/>
              <a:gd name="connsiteY417" fmla="*/ 6858000 h 6858000"/>
              <a:gd name="connsiteX418" fmla="*/ 959715 w 7467600"/>
              <a:gd name="connsiteY418" fmla="*/ 6850185 h 6858000"/>
              <a:gd name="connsiteX419" fmla="*/ 1483788 w 7467600"/>
              <a:gd name="connsiteY419" fmla="*/ 6259174 h 6858000"/>
              <a:gd name="connsiteX420" fmla="*/ 1100671 w 7467600"/>
              <a:gd name="connsiteY420" fmla="*/ 6252137 h 6858000"/>
              <a:gd name="connsiteX421" fmla="*/ 1090144 w 7467600"/>
              <a:gd name="connsiteY421" fmla="*/ 6256748 h 6858000"/>
              <a:gd name="connsiteX422" fmla="*/ 1095872 w 7467600"/>
              <a:gd name="connsiteY422" fmla="*/ 6271892 h 6858000"/>
              <a:gd name="connsiteX423" fmla="*/ 262785 w 7467600"/>
              <a:gd name="connsiteY423" fmla="*/ 6845450 h 6858000"/>
              <a:gd name="connsiteX424" fmla="*/ 209968 w 7467600"/>
              <a:gd name="connsiteY424" fmla="*/ 6770713 h 6858000"/>
              <a:gd name="connsiteX425" fmla="*/ 873460 w 7467600"/>
              <a:gd name="connsiteY425" fmla="*/ 6253768 h 6858000"/>
              <a:gd name="connsiteX426" fmla="*/ 192686 w 7467600"/>
              <a:gd name="connsiteY426" fmla="*/ 5849257 h 6858000"/>
              <a:gd name="connsiteX427" fmla="*/ 4696 w 7467600"/>
              <a:gd name="connsiteY427" fmla="*/ 5697668 h 6858000"/>
              <a:gd name="connsiteX428" fmla="*/ 0 w 7467600"/>
              <a:gd name="connsiteY428" fmla="*/ 5689984 h 6858000"/>
              <a:gd name="connsiteX429" fmla="*/ 0 w 7467600"/>
              <a:gd name="connsiteY429" fmla="*/ 5513472 h 6858000"/>
              <a:gd name="connsiteX430" fmla="*/ 174101 w 7467600"/>
              <a:gd name="connsiteY430" fmla="*/ 5620277 h 6858000"/>
              <a:gd name="connsiteX431" fmla="*/ 891800 w 7467600"/>
              <a:gd name="connsiteY431" fmla="*/ 6036935 h 6858000"/>
              <a:gd name="connsiteX432" fmla="*/ 1072219 w 7467600"/>
              <a:gd name="connsiteY432" fmla="*/ 6169443 h 6858000"/>
              <a:gd name="connsiteX433" fmla="*/ 1074117 w 7467600"/>
              <a:gd name="connsiteY433" fmla="*/ 6170301 h 6858000"/>
              <a:gd name="connsiteX434" fmla="*/ 1083114 w 7467600"/>
              <a:gd name="connsiteY434" fmla="*/ 6174131 h 6858000"/>
              <a:gd name="connsiteX435" fmla="*/ 1543010 w 7467600"/>
              <a:gd name="connsiteY435" fmla="*/ 6191140 h 6858000"/>
              <a:gd name="connsiteX436" fmla="*/ 1551080 w 7467600"/>
              <a:gd name="connsiteY436" fmla="*/ 6195006 h 6858000"/>
              <a:gd name="connsiteX437" fmla="*/ 2345443 w 7467600"/>
              <a:gd name="connsiteY437" fmla="*/ 5549882 h 6858000"/>
              <a:gd name="connsiteX438" fmla="*/ 1721499 w 7467600"/>
              <a:gd name="connsiteY438" fmla="*/ 5599969 h 6858000"/>
              <a:gd name="connsiteX439" fmla="*/ 767716 w 7467600"/>
              <a:gd name="connsiteY439" fmla="*/ 5472768 h 6858000"/>
              <a:gd name="connsiteX440" fmla="*/ 722147 w 7467600"/>
              <a:gd name="connsiteY440" fmla="*/ 5393091 h 6858000"/>
              <a:gd name="connsiteX441" fmla="*/ 1485552 w 7467600"/>
              <a:gd name="connsiteY441" fmla="*/ 5313202 h 6858000"/>
              <a:gd name="connsiteX442" fmla="*/ 2143004 w 7467600"/>
              <a:gd name="connsiteY442" fmla="*/ 5402420 h 6858000"/>
              <a:gd name="connsiteX443" fmla="*/ 1933391 w 7467600"/>
              <a:gd name="connsiteY443" fmla="*/ 5156971 h 6858000"/>
              <a:gd name="connsiteX444" fmla="*/ 1827118 w 7467600"/>
              <a:gd name="connsiteY444" fmla="*/ 4968410 h 6858000"/>
              <a:gd name="connsiteX445" fmla="*/ 1837349 w 7467600"/>
              <a:gd name="connsiteY445" fmla="*/ 4956357 h 6858000"/>
              <a:gd name="connsiteX446" fmla="*/ 2162835 w 7467600"/>
              <a:gd name="connsiteY446" fmla="*/ 5187853 h 6858000"/>
              <a:gd name="connsiteX447" fmla="*/ 2257167 w 7467600"/>
              <a:gd name="connsiteY447" fmla="*/ 5462123 h 6858000"/>
              <a:gd name="connsiteX448" fmla="*/ 2261598 w 7467600"/>
              <a:gd name="connsiteY448" fmla="*/ 5467998 h 6858000"/>
              <a:gd name="connsiteX449" fmla="*/ 2437177 w 7467600"/>
              <a:gd name="connsiteY449" fmla="*/ 5479608 h 6858000"/>
              <a:gd name="connsiteX450" fmla="*/ 2445247 w 7467600"/>
              <a:gd name="connsiteY450" fmla="*/ 5483476 h 6858000"/>
              <a:gd name="connsiteX451" fmla="*/ 2743626 w 7467600"/>
              <a:gd name="connsiteY451" fmla="*/ 5304819 h 6858000"/>
              <a:gd name="connsiteX452" fmla="*/ 3048102 w 7467600"/>
              <a:gd name="connsiteY452" fmla="*/ 5150595 h 6858000"/>
              <a:gd name="connsiteX453" fmla="*/ 1799414 w 7467600"/>
              <a:gd name="connsiteY453" fmla="*/ 4694732 h 6858000"/>
              <a:gd name="connsiteX454" fmla="*/ 1771735 w 7467600"/>
              <a:gd name="connsiteY454" fmla="*/ 4619929 h 6858000"/>
              <a:gd name="connsiteX455" fmla="*/ 3104273 w 7467600"/>
              <a:gd name="connsiteY455" fmla="*/ 5076159 h 6858000"/>
              <a:gd name="connsiteX456" fmla="*/ 3113245 w 7467600"/>
              <a:gd name="connsiteY456" fmla="*/ 5090705 h 6858000"/>
              <a:gd name="connsiteX457" fmla="*/ 3126294 w 7467600"/>
              <a:gd name="connsiteY457" fmla="*/ 5114400 h 6858000"/>
              <a:gd name="connsiteX458" fmla="*/ 3937433 w 7467600"/>
              <a:gd name="connsiteY458" fmla="*/ 4830473 h 6858000"/>
              <a:gd name="connsiteX459" fmla="*/ 3590475 w 7467600"/>
              <a:gd name="connsiteY459" fmla="*/ 4597974 h 6858000"/>
              <a:gd name="connsiteX460" fmla="*/ 3100264 w 7467600"/>
              <a:gd name="connsiteY460" fmla="*/ 4579845 h 6858000"/>
              <a:gd name="connsiteX461" fmla="*/ 2183576 w 7467600"/>
              <a:gd name="connsiteY461" fmla="*/ 4227150 h 6858000"/>
              <a:gd name="connsiteX462" fmla="*/ 2151029 w 7467600"/>
              <a:gd name="connsiteY462" fmla="*/ 4146947 h 6858000"/>
              <a:gd name="connsiteX463" fmla="*/ 3563434 w 7467600"/>
              <a:gd name="connsiteY463" fmla="*/ 4469115 h 6858000"/>
              <a:gd name="connsiteX464" fmla="*/ 3177952 w 7467600"/>
              <a:gd name="connsiteY464" fmla="*/ 3657386 h 6858000"/>
              <a:gd name="connsiteX465" fmla="*/ 3189263 w 7467600"/>
              <a:gd name="connsiteY465" fmla="*/ 3625726 h 6858000"/>
              <a:gd name="connsiteX466" fmla="*/ 3560912 w 7467600"/>
              <a:gd name="connsiteY466" fmla="*/ 4079863 h 6858000"/>
              <a:gd name="connsiteX467" fmla="*/ 3626636 w 7467600"/>
              <a:gd name="connsiteY467" fmla="*/ 4512230 h 6858000"/>
              <a:gd name="connsiteX468" fmla="*/ 3653088 w 7467600"/>
              <a:gd name="connsiteY468" fmla="*/ 4521417 h 6858000"/>
              <a:gd name="connsiteX469" fmla="*/ 3988128 w 7467600"/>
              <a:gd name="connsiteY469" fmla="*/ 4817267 h 6858000"/>
              <a:gd name="connsiteX470" fmla="*/ 4830582 w 7467600"/>
              <a:gd name="connsiteY470" fmla="*/ 4676000 h 6858000"/>
              <a:gd name="connsiteX471" fmla="*/ 4830100 w 7467600"/>
              <a:gd name="connsiteY471" fmla="*/ 4675554 h 6858000"/>
              <a:gd name="connsiteX472" fmla="*/ 4036318 w 7467600"/>
              <a:gd name="connsiteY472" fmla="*/ 4147013 h 6858000"/>
              <a:gd name="connsiteX473" fmla="*/ 3432098 w 7467600"/>
              <a:gd name="connsiteY473" fmla="*/ 3537312 h 6858000"/>
              <a:gd name="connsiteX474" fmla="*/ 3446761 w 7467600"/>
              <a:gd name="connsiteY474" fmla="*/ 3461278 h 6858000"/>
              <a:gd name="connsiteX475" fmla="*/ 4419733 w 7467600"/>
              <a:gd name="connsiteY475" fmla="*/ 3963555 h 6858000"/>
              <a:gd name="connsiteX476" fmla="*/ 4781371 w 7467600"/>
              <a:gd name="connsiteY476" fmla="*/ 4458604 h 6858000"/>
              <a:gd name="connsiteX477" fmla="*/ 4780440 w 7467600"/>
              <a:gd name="connsiteY477" fmla="*/ 4470290 h 6858000"/>
              <a:gd name="connsiteX478" fmla="*/ 4898954 w 7467600"/>
              <a:gd name="connsiteY478" fmla="*/ 4662092 h 6858000"/>
              <a:gd name="connsiteX479" fmla="*/ 4900699 w 7467600"/>
              <a:gd name="connsiteY479" fmla="*/ 4670867 h 6858000"/>
              <a:gd name="connsiteX480" fmla="*/ 5714511 w 7467600"/>
              <a:gd name="connsiteY480" fmla="*/ 4663483 h 6858000"/>
              <a:gd name="connsiteX481" fmla="*/ 5464793 w 7467600"/>
              <a:gd name="connsiteY481" fmla="*/ 4393556 h 6858000"/>
              <a:gd name="connsiteX482" fmla="*/ 5461897 w 7467600"/>
              <a:gd name="connsiteY482" fmla="*/ 4390879 h 6858000"/>
              <a:gd name="connsiteX483" fmla="*/ 4294126 w 7467600"/>
              <a:gd name="connsiteY483" fmla="*/ 3303048 h 6858000"/>
              <a:gd name="connsiteX484" fmla="*/ 4305321 w 7467600"/>
              <a:gd name="connsiteY484" fmla="*/ 3256953 h 6858000"/>
              <a:gd name="connsiteX485" fmla="*/ 4949299 w 7467600"/>
              <a:gd name="connsiteY485" fmla="*/ 3766336 h 6858000"/>
              <a:gd name="connsiteX486" fmla="*/ 5291452 w 7467600"/>
              <a:gd name="connsiteY486" fmla="*/ 4076801 h 6858000"/>
              <a:gd name="connsiteX487" fmla="*/ 5434998 w 7467600"/>
              <a:gd name="connsiteY487" fmla="*/ 4254100 h 6858000"/>
              <a:gd name="connsiteX488" fmla="*/ 5351015 w 7467600"/>
              <a:gd name="connsiteY488" fmla="*/ 3760989 h 6858000"/>
              <a:gd name="connsiteX489" fmla="*/ 5413780 w 7467600"/>
              <a:gd name="connsiteY489" fmla="*/ 2966265 h 6858000"/>
              <a:gd name="connsiteX490" fmla="*/ 5425627 w 7467600"/>
              <a:gd name="connsiteY490" fmla="*/ 2954192 h 6858000"/>
              <a:gd name="connsiteX491" fmla="*/ 6604735 w 7467600"/>
              <a:gd name="connsiteY491" fmla="*/ 2041381 h 6858000"/>
              <a:gd name="connsiteX492" fmla="*/ 7204487 w 7467600"/>
              <a:gd name="connsiteY492" fmla="*/ 2742112 h 6858000"/>
              <a:gd name="connsiteX493" fmla="*/ 7131592 w 7467600"/>
              <a:gd name="connsiteY493" fmla="*/ 2672096 h 6858000"/>
              <a:gd name="connsiteX494" fmla="*/ 6996344 w 7467600"/>
              <a:gd name="connsiteY494" fmla="*/ 2518310 h 6858000"/>
              <a:gd name="connsiteX495" fmla="*/ 6735495 w 7467600"/>
              <a:gd name="connsiteY495" fmla="*/ 2196890 h 6858000"/>
              <a:gd name="connsiteX496" fmla="*/ 6721901 w 7467600"/>
              <a:gd name="connsiteY496" fmla="*/ 2179274 h 6858000"/>
              <a:gd name="connsiteX497" fmla="*/ 6604735 w 7467600"/>
              <a:gd name="connsiteY497" fmla="*/ 2041381 h 6858000"/>
              <a:gd name="connsiteX498" fmla="*/ 6591670 w 7467600"/>
              <a:gd name="connsiteY498" fmla="*/ 1988277 h 6858000"/>
              <a:gd name="connsiteX499" fmla="*/ 6747349 w 7467600"/>
              <a:gd name="connsiteY499" fmla="*/ 2160069 h 6858000"/>
              <a:gd name="connsiteX500" fmla="*/ 6760943 w 7467600"/>
              <a:gd name="connsiteY500" fmla="*/ 2177686 h 6858000"/>
              <a:gd name="connsiteX501" fmla="*/ 7021065 w 7467600"/>
              <a:gd name="connsiteY501" fmla="*/ 2498102 h 6858000"/>
              <a:gd name="connsiteX502" fmla="*/ 7155223 w 7467600"/>
              <a:gd name="connsiteY502" fmla="*/ 2650386 h 6858000"/>
              <a:gd name="connsiteX503" fmla="*/ 7203167 w 7467600"/>
              <a:gd name="connsiteY503" fmla="*/ 2697288 h 6858000"/>
              <a:gd name="connsiteX504" fmla="*/ 6937703 w 7467600"/>
              <a:gd name="connsiteY504" fmla="*/ 2321981 h 6858000"/>
              <a:gd name="connsiteX505" fmla="*/ 6591670 w 7467600"/>
              <a:gd name="connsiteY505" fmla="*/ 1988277 h 6858000"/>
              <a:gd name="connsiteX506" fmla="*/ 5798671 w 7467600"/>
              <a:gd name="connsiteY506" fmla="*/ 1981601 h 6858000"/>
              <a:gd name="connsiteX507" fmla="*/ 5754709 w 7467600"/>
              <a:gd name="connsiteY507" fmla="*/ 2071454 h 6858000"/>
              <a:gd name="connsiteX508" fmla="*/ 5763044 w 7467600"/>
              <a:gd name="connsiteY508" fmla="*/ 2842206 h 6858000"/>
              <a:gd name="connsiteX509" fmla="*/ 5764974 w 7467600"/>
              <a:gd name="connsiteY509" fmla="*/ 2799609 h 6858000"/>
              <a:gd name="connsiteX510" fmla="*/ 5767665 w 7467600"/>
              <a:gd name="connsiteY510" fmla="*/ 2666409 h 6858000"/>
              <a:gd name="connsiteX511" fmla="*/ 5763055 w 7467600"/>
              <a:gd name="connsiteY511" fmla="*/ 2579705 h 6858000"/>
              <a:gd name="connsiteX512" fmla="*/ 5758079 w 7467600"/>
              <a:gd name="connsiteY512" fmla="*/ 2492508 h 6858000"/>
              <a:gd name="connsiteX513" fmla="*/ 5779325 w 7467600"/>
              <a:gd name="connsiteY513" fmla="*/ 2197069 h 6858000"/>
              <a:gd name="connsiteX514" fmla="*/ 5798671 w 7467600"/>
              <a:gd name="connsiteY514" fmla="*/ 1981601 h 6858000"/>
              <a:gd name="connsiteX515" fmla="*/ 5829202 w 7467600"/>
              <a:gd name="connsiteY515" fmla="*/ 1971679 h 6858000"/>
              <a:gd name="connsiteX516" fmla="*/ 5809558 w 7467600"/>
              <a:gd name="connsiteY516" fmla="*/ 2198043 h 6858000"/>
              <a:gd name="connsiteX517" fmla="*/ 5788653 w 7467600"/>
              <a:gd name="connsiteY517" fmla="*/ 2489430 h 6858000"/>
              <a:gd name="connsiteX518" fmla="*/ 5793439 w 7467600"/>
              <a:gd name="connsiteY518" fmla="*/ 2575235 h 6858000"/>
              <a:gd name="connsiteX519" fmla="*/ 5796837 w 7467600"/>
              <a:gd name="connsiteY519" fmla="*/ 2637633 h 6858000"/>
              <a:gd name="connsiteX520" fmla="*/ 5818614 w 7467600"/>
              <a:gd name="connsiteY520" fmla="*/ 2473055 h 6858000"/>
              <a:gd name="connsiteX521" fmla="*/ 5829202 w 7467600"/>
              <a:gd name="connsiteY521" fmla="*/ 1971679 h 6858000"/>
              <a:gd name="connsiteX522" fmla="*/ 5911389 w 7467600"/>
              <a:gd name="connsiteY522" fmla="*/ 1898371 h 6858000"/>
              <a:gd name="connsiteX523" fmla="*/ 6237627 w 7467600"/>
              <a:gd name="connsiteY523" fmla="*/ 2231921 h 6858000"/>
              <a:gd name="connsiteX524" fmla="*/ 5911389 w 7467600"/>
              <a:gd name="connsiteY524" fmla="*/ 1898371 h 6858000"/>
              <a:gd name="connsiteX525" fmla="*/ 6944437 w 7467600"/>
              <a:gd name="connsiteY525" fmla="*/ 1575402 h 6858000"/>
              <a:gd name="connsiteX526" fmla="*/ 6304730 w 7467600"/>
              <a:gd name="connsiteY526" fmla="*/ 1766654 h 6858000"/>
              <a:gd name="connsiteX527" fmla="*/ 6944437 w 7467600"/>
              <a:gd name="connsiteY527" fmla="*/ 1575402 h 6858000"/>
              <a:gd name="connsiteX528" fmla="*/ 7019523 w 7467600"/>
              <a:gd name="connsiteY528" fmla="*/ 1519450 h 6858000"/>
              <a:gd name="connsiteX529" fmla="*/ 6298091 w 7467600"/>
              <a:gd name="connsiteY529" fmla="*/ 1737122 h 6858000"/>
              <a:gd name="connsiteX530" fmla="*/ 7019523 w 7467600"/>
              <a:gd name="connsiteY530" fmla="*/ 1519450 h 6858000"/>
              <a:gd name="connsiteX531" fmla="*/ 2399523 w 7467600"/>
              <a:gd name="connsiteY531" fmla="*/ 1428234 h 6858000"/>
              <a:gd name="connsiteX532" fmla="*/ 2224982 w 7467600"/>
              <a:gd name="connsiteY532" fmla="*/ 1826201 h 6858000"/>
              <a:gd name="connsiteX533" fmla="*/ 2096099 w 7467600"/>
              <a:gd name="connsiteY533" fmla="*/ 2345900 h 6858000"/>
              <a:gd name="connsiteX534" fmla="*/ 2283317 w 7467600"/>
              <a:gd name="connsiteY534" fmla="*/ 1796925 h 6858000"/>
              <a:gd name="connsiteX535" fmla="*/ 2399523 w 7467600"/>
              <a:gd name="connsiteY535" fmla="*/ 1428234 h 6858000"/>
              <a:gd name="connsiteX536" fmla="*/ 2448558 w 7467600"/>
              <a:gd name="connsiteY536" fmla="*/ 1373435 h 6858000"/>
              <a:gd name="connsiteX537" fmla="*/ 2312521 w 7467600"/>
              <a:gd name="connsiteY537" fmla="*/ 1806140 h 6858000"/>
              <a:gd name="connsiteX538" fmla="*/ 2127533 w 7467600"/>
              <a:gd name="connsiteY538" fmla="*/ 2348380 h 6858000"/>
              <a:gd name="connsiteX539" fmla="*/ 2358080 w 7467600"/>
              <a:gd name="connsiteY539" fmla="*/ 1866134 h 6858000"/>
              <a:gd name="connsiteX540" fmla="*/ 2407436 w 7467600"/>
              <a:gd name="connsiteY540" fmla="*/ 1651070 h 6858000"/>
              <a:gd name="connsiteX541" fmla="*/ 2448558 w 7467600"/>
              <a:gd name="connsiteY541" fmla="*/ 1373435 h 6858000"/>
              <a:gd name="connsiteX542" fmla="*/ 278707 w 7467600"/>
              <a:gd name="connsiteY542" fmla="*/ 1352270 h 6858000"/>
              <a:gd name="connsiteX543" fmla="*/ 321570 w 7467600"/>
              <a:gd name="connsiteY543" fmla="*/ 1861610 h 6858000"/>
              <a:gd name="connsiteX544" fmla="*/ 294281 w 7467600"/>
              <a:gd name="connsiteY544" fmla="*/ 1440658 h 6858000"/>
              <a:gd name="connsiteX545" fmla="*/ 278707 w 7467600"/>
              <a:gd name="connsiteY545" fmla="*/ 1352270 h 6858000"/>
              <a:gd name="connsiteX546" fmla="*/ 1423821 w 7467600"/>
              <a:gd name="connsiteY546" fmla="*/ 1351958 h 6858000"/>
              <a:gd name="connsiteX547" fmla="*/ 1638521 w 7467600"/>
              <a:gd name="connsiteY547" fmla="*/ 1908470 h 6858000"/>
              <a:gd name="connsiteX548" fmla="*/ 1754199 w 7467600"/>
              <a:gd name="connsiteY548" fmla="*/ 2149284 h 6858000"/>
              <a:gd name="connsiteX549" fmla="*/ 1908359 w 7467600"/>
              <a:gd name="connsiteY549" fmla="*/ 2364988 h 6858000"/>
              <a:gd name="connsiteX550" fmla="*/ 1647661 w 7467600"/>
              <a:gd name="connsiteY550" fmla="*/ 1825945 h 6858000"/>
              <a:gd name="connsiteX551" fmla="*/ 1423821 w 7467600"/>
              <a:gd name="connsiteY551" fmla="*/ 1351958 h 6858000"/>
              <a:gd name="connsiteX552" fmla="*/ 1431890 w 7467600"/>
              <a:gd name="connsiteY552" fmla="*/ 1306475 h 6858000"/>
              <a:gd name="connsiteX553" fmla="*/ 1507597 w 7467600"/>
              <a:gd name="connsiteY553" fmla="*/ 1446132 h 6858000"/>
              <a:gd name="connsiteX554" fmla="*/ 1674586 w 7467600"/>
              <a:gd name="connsiteY554" fmla="*/ 1813832 h 6858000"/>
              <a:gd name="connsiteX555" fmla="*/ 1815950 w 7467600"/>
              <a:gd name="connsiteY555" fmla="*/ 2128564 h 6858000"/>
              <a:gd name="connsiteX556" fmla="*/ 1984242 w 7467600"/>
              <a:gd name="connsiteY556" fmla="*/ 2430829 h 6858000"/>
              <a:gd name="connsiteX557" fmla="*/ 2014023 w 7467600"/>
              <a:gd name="connsiteY557" fmla="*/ 2450995 h 6858000"/>
              <a:gd name="connsiteX558" fmla="*/ 1747337 w 7467600"/>
              <a:gd name="connsiteY558" fmla="*/ 1855264 h 6858000"/>
              <a:gd name="connsiteX559" fmla="*/ 1533749 w 7467600"/>
              <a:gd name="connsiteY559" fmla="*/ 1478656 h 6858000"/>
              <a:gd name="connsiteX560" fmla="*/ 1431890 w 7467600"/>
              <a:gd name="connsiteY560" fmla="*/ 1306475 h 6858000"/>
              <a:gd name="connsiteX561" fmla="*/ 5052692 w 7467600"/>
              <a:gd name="connsiteY561" fmla="*/ 1292994 h 6858000"/>
              <a:gd name="connsiteX562" fmla="*/ 5200661 w 7467600"/>
              <a:gd name="connsiteY562" fmla="*/ 1635186 h 6858000"/>
              <a:gd name="connsiteX563" fmla="*/ 5297138 w 7467600"/>
              <a:gd name="connsiteY563" fmla="*/ 1906351 h 6858000"/>
              <a:gd name="connsiteX564" fmla="*/ 5052692 w 7467600"/>
              <a:gd name="connsiteY564" fmla="*/ 1292994 h 6858000"/>
              <a:gd name="connsiteX565" fmla="*/ 5009948 w 7467600"/>
              <a:gd name="connsiteY565" fmla="*/ 1273619 h 6858000"/>
              <a:gd name="connsiteX566" fmla="*/ 5121777 w 7467600"/>
              <a:gd name="connsiteY566" fmla="*/ 1654213 h 6858000"/>
              <a:gd name="connsiteX567" fmla="*/ 5293545 w 7467600"/>
              <a:gd name="connsiteY567" fmla="*/ 2072247 h 6858000"/>
              <a:gd name="connsiteX568" fmla="*/ 5294042 w 7467600"/>
              <a:gd name="connsiteY568" fmla="*/ 2065019 h 6858000"/>
              <a:gd name="connsiteX569" fmla="*/ 5171936 w 7467600"/>
              <a:gd name="connsiteY569" fmla="*/ 1647613 h 6858000"/>
              <a:gd name="connsiteX570" fmla="*/ 5009948 w 7467600"/>
              <a:gd name="connsiteY570" fmla="*/ 1273619 h 6858000"/>
              <a:gd name="connsiteX571" fmla="*/ 655236 w 7467600"/>
              <a:gd name="connsiteY571" fmla="*/ 1268632 h 6858000"/>
              <a:gd name="connsiteX572" fmla="*/ 839521 w 7467600"/>
              <a:gd name="connsiteY572" fmla="*/ 1685315 h 6858000"/>
              <a:gd name="connsiteX573" fmla="*/ 1109416 w 7467600"/>
              <a:gd name="connsiteY573" fmla="*/ 2061663 h 6858000"/>
              <a:gd name="connsiteX574" fmla="*/ 1298300 w 7467600"/>
              <a:gd name="connsiteY574" fmla="*/ 2247742 h 6858000"/>
              <a:gd name="connsiteX575" fmla="*/ 1125871 w 7467600"/>
              <a:gd name="connsiteY575" fmla="*/ 1989513 h 6858000"/>
              <a:gd name="connsiteX576" fmla="*/ 981574 w 7467600"/>
              <a:gd name="connsiteY576" fmla="*/ 1783157 h 6858000"/>
              <a:gd name="connsiteX577" fmla="*/ 922198 w 7467600"/>
              <a:gd name="connsiteY577" fmla="*/ 1677437 h 6858000"/>
              <a:gd name="connsiteX578" fmla="*/ 869293 w 7467600"/>
              <a:gd name="connsiteY578" fmla="*/ 1583214 h 6858000"/>
              <a:gd name="connsiteX579" fmla="*/ 751431 w 7467600"/>
              <a:gd name="connsiteY579" fmla="*/ 1405731 h 6858000"/>
              <a:gd name="connsiteX580" fmla="*/ 655236 w 7467600"/>
              <a:gd name="connsiteY580" fmla="*/ 1268632 h 6858000"/>
              <a:gd name="connsiteX581" fmla="*/ 6516292 w 7467600"/>
              <a:gd name="connsiteY581" fmla="*/ 1263064 h 6858000"/>
              <a:gd name="connsiteX582" fmla="*/ 5736320 w 7467600"/>
              <a:gd name="connsiteY582" fmla="*/ 1501803 h 6858000"/>
              <a:gd name="connsiteX583" fmla="*/ 6516292 w 7467600"/>
              <a:gd name="connsiteY583" fmla="*/ 1263064 h 6858000"/>
              <a:gd name="connsiteX584" fmla="*/ 291466 w 7467600"/>
              <a:gd name="connsiteY584" fmla="*/ 1250369 h 6858000"/>
              <a:gd name="connsiteX585" fmla="*/ 323180 w 7467600"/>
              <a:gd name="connsiteY585" fmla="*/ 1435283 h 6858000"/>
              <a:gd name="connsiteX586" fmla="*/ 349381 w 7467600"/>
              <a:gd name="connsiteY586" fmla="*/ 1875041 h 6858000"/>
              <a:gd name="connsiteX587" fmla="*/ 374363 w 7467600"/>
              <a:gd name="connsiteY587" fmla="*/ 1506494 h 6858000"/>
              <a:gd name="connsiteX588" fmla="*/ 302168 w 7467600"/>
              <a:gd name="connsiteY588" fmla="*/ 1274495 h 6858000"/>
              <a:gd name="connsiteX589" fmla="*/ 291466 w 7467600"/>
              <a:gd name="connsiteY589" fmla="*/ 1250369 h 6858000"/>
              <a:gd name="connsiteX590" fmla="*/ 678222 w 7467600"/>
              <a:gd name="connsiteY590" fmla="*/ 1248670 h 6858000"/>
              <a:gd name="connsiteX591" fmla="*/ 775536 w 7467600"/>
              <a:gd name="connsiteY591" fmla="*/ 1388015 h 6858000"/>
              <a:gd name="connsiteX592" fmla="*/ 894529 w 7467600"/>
              <a:gd name="connsiteY592" fmla="*/ 1567739 h 6858000"/>
              <a:gd name="connsiteX593" fmla="*/ 948000 w 7467600"/>
              <a:gd name="connsiteY593" fmla="*/ 1663088 h 6858000"/>
              <a:gd name="connsiteX594" fmla="*/ 1006812 w 7467600"/>
              <a:gd name="connsiteY594" fmla="*/ 1767683 h 6858000"/>
              <a:gd name="connsiteX595" fmla="*/ 1149133 w 7467600"/>
              <a:gd name="connsiteY595" fmla="*/ 1971513 h 6858000"/>
              <a:gd name="connsiteX596" fmla="*/ 1333952 w 7467600"/>
              <a:gd name="connsiteY596" fmla="*/ 2251620 h 6858000"/>
              <a:gd name="connsiteX597" fmla="*/ 1337329 w 7467600"/>
              <a:gd name="connsiteY597" fmla="*/ 2258350 h 6858000"/>
              <a:gd name="connsiteX598" fmla="*/ 1014726 w 7467600"/>
              <a:gd name="connsiteY598" fmla="*/ 1615556 h 6858000"/>
              <a:gd name="connsiteX599" fmla="*/ 678222 w 7467600"/>
              <a:gd name="connsiteY599" fmla="*/ 1248670 h 6858000"/>
              <a:gd name="connsiteX600" fmla="*/ 6691602 w 7467600"/>
              <a:gd name="connsiteY600" fmla="*/ 1140573 h 6858000"/>
              <a:gd name="connsiteX601" fmla="*/ 6571100 w 7467600"/>
              <a:gd name="connsiteY601" fmla="*/ 1183662 h 6858000"/>
              <a:gd name="connsiteX602" fmla="*/ 6241687 w 7467600"/>
              <a:gd name="connsiteY602" fmla="*/ 1257600 h 6858000"/>
              <a:gd name="connsiteX603" fmla="*/ 5693009 w 7467600"/>
              <a:gd name="connsiteY603" fmla="*/ 1478256 h 6858000"/>
              <a:gd name="connsiteX604" fmla="*/ 6548420 w 7467600"/>
              <a:gd name="connsiteY604" fmla="*/ 1214599 h 6858000"/>
              <a:gd name="connsiteX605" fmla="*/ 6605473 w 7467600"/>
              <a:gd name="connsiteY605" fmla="*/ 1184686 h 6858000"/>
              <a:gd name="connsiteX606" fmla="*/ 6691602 w 7467600"/>
              <a:gd name="connsiteY606" fmla="*/ 1140573 h 6858000"/>
              <a:gd name="connsiteX607" fmla="*/ 4002475 w 7467600"/>
              <a:gd name="connsiteY607" fmla="*/ 1037802 h 6858000"/>
              <a:gd name="connsiteX608" fmla="*/ 4000324 w 7467600"/>
              <a:gd name="connsiteY608" fmla="*/ 1039362 h 6858000"/>
              <a:gd name="connsiteX609" fmla="*/ 4002862 w 7467600"/>
              <a:gd name="connsiteY609" fmla="*/ 1042866 h 6858000"/>
              <a:gd name="connsiteX610" fmla="*/ 4002475 w 7467600"/>
              <a:gd name="connsiteY610" fmla="*/ 1037802 h 6858000"/>
              <a:gd name="connsiteX611" fmla="*/ 506322 w 7467600"/>
              <a:gd name="connsiteY611" fmla="*/ 1020997 h 6858000"/>
              <a:gd name="connsiteX612" fmla="*/ 533068 w 7467600"/>
              <a:gd name="connsiteY612" fmla="*/ 1029409 h 6858000"/>
              <a:gd name="connsiteX613" fmla="*/ 1232525 w 7467600"/>
              <a:gd name="connsiteY613" fmla="*/ 1804675 h 6858000"/>
              <a:gd name="connsiteX614" fmla="*/ 1388858 w 7467600"/>
              <a:gd name="connsiteY614" fmla="*/ 2368011 h 6858000"/>
              <a:gd name="connsiteX615" fmla="*/ 1384098 w 7467600"/>
              <a:gd name="connsiteY615" fmla="*/ 2378125 h 6858000"/>
              <a:gd name="connsiteX616" fmla="*/ 1425393 w 7467600"/>
              <a:gd name="connsiteY616" fmla="*/ 2589124 h 6858000"/>
              <a:gd name="connsiteX617" fmla="*/ 1424001 w 7467600"/>
              <a:gd name="connsiteY617" fmla="*/ 2597541 h 6858000"/>
              <a:gd name="connsiteX618" fmla="*/ 2152729 w 7467600"/>
              <a:gd name="connsiteY618" fmla="*/ 2864487 h 6858000"/>
              <a:gd name="connsiteX619" fmla="*/ 2020609 w 7467600"/>
              <a:gd name="connsiteY619" fmla="*/ 2539671 h 6858000"/>
              <a:gd name="connsiteX620" fmla="*/ 2018920 w 7467600"/>
              <a:gd name="connsiteY620" fmla="*/ 2536309 h 6858000"/>
              <a:gd name="connsiteX621" fmla="*/ 1342441 w 7467600"/>
              <a:gd name="connsiteY621" fmla="*/ 1173017 h 6858000"/>
              <a:gd name="connsiteX622" fmla="*/ 1367925 w 7467600"/>
              <a:gd name="connsiteY622" fmla="*/ 1135648 h 6858000"/>
              <a:gd name="connsiteX623" fmla="*/ 1771401 w 7467600"/>
              <a:gd name="connsiteY623" fmla="*/ 1806673 h 6858000"/>
              <a:gd name="connsiteX624" fmla="*/ 1972385 w 7467600"/>
              <a:gd name="connsiteY624" fmla="*/ 2198735 h 6858000"/>
              <a:gd name="connsiteX625" fmla="*/ 2040892 w 7467600"/>
              <a:gd name="connsiteY625" fmla="*/ 2405205 h 6858000"/>
              <a:gd name="connsiteX626" fmla="*/ 2131689 w 7467600"/>
              <a:gd name="connsiteY626" fmla="*/ 1936926 h 6858000"/>
              <a:gd name="connsiteX627" fmla="*/ 2454820 w 7467600"/>
              <a:gd name="connsiteY627" fmla="*/ 1248808 h 6858000"/>
              <a:gd name="connsiteX628" fmla="*/ 2492512 w 7467600"/>
              <a:gd name="connsiteY628" fmla="*/ 1302920 h 6858000"/>
              <a:gd name="connsiteX629" fmla="*/ 2081216 w 7467600"/>
              <a:gd name="connsiteY629" fmla="*/ 2527513 h 6858000"/>
              <a:gd name="connsiteX630" fmla="*/ 2081211 w 7467600"/>
              <a:gd name="connsiteY630" fmla="*/ 2528916 h 6858000"/>
              <a:gd name="connsiteX631" fmla="*/ 2199067 w 7467600"/>
              <a:gd name="connsiteY631" fmla="*/ 2884061 h 6858000"/>
              <a:gd name="connsiteX632" fmla="*/ 3192586 w 7467600"/>
              <a:gd name="connsiteY632" fmla="*/ 3411496 h 6858000"/>
              <a:gd name="connsiteX633" fmla="*/ 3182620 w 7467600"/>
              <a:gd name="connsiteY633" fmla="*/ 3483279 h 6858000"/>
              <a:gd name="connsiteX634" fmla="*/ 2435119 w 7467600"/>
              <a:gd name="connsiteY634" fmla="*/ 3080173 h 6858000"/>
              <a:gd name="connsiteX635" fmla="*/ 2410152 w 7467600"/>
              <a:gd name="connsiteY635" fmla="*/ 3063751 h 6858000"/>
              <a:gd name="connsiteX636" fmla="*/ 2408099 w 7467600"/>
              <a:gd name="connsiteY636" fmla="*/ 3064403 h 6858000"/>
              <a:gd name="connsiteX637" fmla="*/ 2407218 w 7467600"/>
              <a:gd name="connsiteY637" fmla="*/ 3070324 h 6858000"/>
              <a:gd name="connsiteX638" fmla="*/ 2380138 w 7467600"/>
              <a:gd name="connsiteY638" fmla="*/ 3099341 h 6858000"/>
              <a:gd name="connsiteX639" fmla="*/ 1765923 w 7467600"/>
              <a:gd name="connsiteY639" fmla="*/ 3581043 h 6858000"/>
              <a:gd name="connsiteX640" fmla="*/ 1702258 w 7467600"/>
              <a:gd name="connsiteY640" fmla="*/ 3612286 h 6858000"/>
              <a:gd name="connsiteX641" fmla="*/ 1538370 w 7467600"/>
              <a:gd name="connsiteY641" fmla="*/ 3811804 h 6858000"/>
              <a:gd name="connsiteX642" fmla="*/ 542867 w 7467600"/>
              <a:gd name="connsiteY642" fmla="*/ 4944092 h 6858000"/>
              <a:gd name="connsiteX643" fmla="*/ 515800 w 7467600"/>
              <a:gd name="connsiteY643" fmla="*/ 4862180 h 6858000"/>
              <a:gd name="connsiteX644" fmla="*/ 909145 w 7467600"/>
              <a:gd name="connsiteY644" fmla="*/ 4199225 h 6858000"/>
              <a:gd name="connsiteX645" fmla="*/ 1214067 w 7467600"/>
              <a:gd name="connsiteY645" fmla="*/ 3908561 h 6858000"/>
              <a:gd name="connsiteX646" fmla="*/ 640967 w 7467600"/>
              <a:gd name="connsiteY646" fmla="*/ 4105601 h 6858000"/>
              <a:gd name="connsiteX647" fmla="*/ 112563 w 7467600"/>
              <a:gd name="connsiteY647" fmla="*/ 4396952 h 6858000"/>
              <a:gd name="connsiteX648" fmla="*/ 0 w 7467600"/>
              <a:gd name="connsiteY648" fmla="*/ 4466006 h 6858000"/>
              <a:gd name="connsiteX649" fmla="*/ 0 w 7467600"/>
              <a:gd name="connsiteY649" fmla="*/ 4233763 h 6858000"/>
              <a:gd name="connsiteX650" fmla="*/ 36881 w 7467600"/>
              <a:gd name="connsiteY650" fmla="*/ 4200118 h 6858000"/>
              <a:gd name="connsiteX651" fmla="*/ 910534 w 7467600"/>
              <a:gd name="connsiteY651" fmla="*/ 3629753 h 6858000"/>
              <a:gd name="connsiteX652" fmla="*/ 1578717 w 7467600"/>
              <a:gd name="connsiteY652" fmla="*/ 3575982 h 6858000"/>
              <a:gd name="connsiteX653" fmla="*/ 2338780 w 7467600"/>
              <a:gd name="connsiteY653" fmla="*/ 3033725 h 6858000"/>
              <a:gd name="connsiteX654" fmla="*/ 1807991 w 7467600"/>
              <a:gd name="connsiteY654" fmla="*/ 2807184 h 6858000"/>
              <a:gd name="connsiteX655" fmla="*/ 1416358 w 7467600"/>
              <a:gd name="connsiteY655" fmla="*/ 3112571 h 6858000"/>
              <a:gd name="connsiteX656" fmla="*/ 939066 w 7467600"/>
              <a:gd name="connsiteY656" fmla="*/ 3378798 h 6858000"/>
              <a:gd name="connsiteX657" fmla="*/ 115099 w 7467600"/>
              <a:gd name="connsiteY657" fmla="*/ 3607650 h 6858000"/>
              <a:gd name="connsiteX658" fmla="*/ 97284 w 7467600"/>
              <a:gd name="connsiteY658" fmla="*/ 3520393 h 6858000"/>
              <a:gd name="connsiteX659" fmla="*/ 922050 w 7467600"/>
              <a:gd name="connsiteY659" fmla="*/ 3074867 h 6858000"/>
              <a:gd name="connsiteX660" fmla="*/ 1405265 w 7467600"/>
              <a:gd name="connsiteY660" fmla="*/ 3016319 h 6858000"/>
              <a:gd name="connsiteX661" fmla="*/ 1407512 w 7467600"/>
              <a:gd name="connsiteY661" fmla="*/ 3018001 h 6858000"/>
              <a:gd name="connsiteX662" fmla="*/ 1726266 w 7467600"/>
              <a:gd name="connsiteY662" fmla="*/ 2777274 h 6858000"/>
              <a:gd name="connsiteX663" fmla="*/ 625390 w 7467600"/>
              <a:gd name="connsiteY663" fmla="*/ 2514541 h 6858000"/>
              <a:gd name="connsiteX664" fmla="*/ 619799 w 7467600"/>
              <a:gd name="connsiteY664" fmla="*/ 2527180 h 6858000"/>
              <a:gd name="connsiteX665" fmla="*/ 310030 w 7467600"/>
              <a:gd name="connsiteY665" fmla="*/ 2771818 h 6858000"/>
              <a:gd name="connsiteX666" fmla="*/ 173877 w 7467600"/>
              <a:gd name="connsiteY666" fmla="*/ 2937056 h 6858000"/>
              <a:gd name="connsiteX667" fmla="*/ 77889 w 7467600"/>
              <a:gd name="connsiteY667" fmla="*/ 3138440 h 6858000"/>
              <a:gd name="connsiteX668" fmla="*/ 0 w 7467600"/>
              <a:gd name="connsiteY668" fmla="*/ 3271395 h 6858000"/>
              <a:gd name="connsiteX669" fmla="*/ 0 w 7467600"/>
              <a:gd name="connsiteY669" fmla="*/ 3153002 h 6858000"/>
              <a:gd name="connsiteX670" fmla="*/ 2386 w 7467600"/>
              <a:gd name="connsiteY670" fmla="*/ 3149203 h 6858000"/>
              <a:gd name="connsiteX671" fmla="*/ 89753 w 7467600"/>
              <a:gd name="connsiteY671" fmla="*/ 2987702 h 6858000"/>
              <a:gd name="connsiteX672" fmla="*/ 76869 w 7467600"/>
              <a:gd name="connsiteY672" fmla="*/ 3005404 h 6858000"/>
              <a:gd name="connsiteX673" fmla="*/ 32049 w 7467600"/>
              <a:gd name="connsiteY673" fmla="*/ 3065814 h 6858000"/>
              <a:gd name="connsiteX674" fmla="*/ 0 w 7467600"/>
              <a:gd name="connsiteY674" fmla="*/ 3108744 h 6858000"/>
              <a:gd name="connsiteX675" fmla="*/ 0 w 7467600"/>
              <a:gd name="connsiteY675" fmla="*/ 3058059 h 6858000"/>
              <a:gd name="connsiteX676" fmla="*/ 7610 w 7467600"/>
              <a:gd name="connsiteY676" fmla="*/ 3047889 h 6858000"/>
              <a:gd name="connsiteX677" fmla="*/ 52419 w 7467600"/>
              <a:gd name="connsiteY677" fmla="*/ 2987479 h 6858000"/>
              <a:gd name="connsiteX678" fmla="*/ 59142 w 7467600"/>
              <a:gd name="connsiteY678" fmla="*/ 2978488 h 6858000"/>
              <a:gd name="connsiteX679" fmla="*/ 0 w 7467600"/>
              <a:gd name="connsiteY679" fmla="*/ 3015334 h 6858000"/>
              <a:gd name="connsiteX680" fmla="*/ 0 w 7467600"/>
              <a:gd name="connsiteY680" fmla="*/ 2914286 h 6858000"/>
              <a:gd name="connsiteX681" fmla="*/ 36383 w 7467600"/>
              <a:gd name="connsiteY681" fmla="*/ 2901128 h 6858000"/>
              <a:gd name="connsiteX682" fmla="*/ 156329 w 7467600"/>
              <a:gd name="connsiteY682" fmla="*/ 2840533 h 6858000"/>
              <a:gd name="connsiteX683" fmla="*/ 358355 w 7467600"/>
              <a:gd name="connsiteY683" fmla="*/ 2620471 h 6858000"/>
              <a:gd name="connsiteX684" fmla="*/ 510577 w 7467600"/>
              <a:gd name="connsiteY684" fmla="*/ 2501244 h 6858000"/>
              <a:gd name="connsiteX685" fmla="*/ 211967 w 7467600"/>
              <a:gd name="connsiteY685" fmla="*/ 2479171 h 6858000"/>
              <a:gd name="connsiteX686" fmla="*/ 0 w 7467600"/>
              <a:gd name="connsiteY686" fmla="*/ 2476398 h 6858000"/>
              <a:gd name="connsiteX687" fmla="*/ 0 w 7467600"/>
              <a:gd name="connsiteY687" fmla="*/ 2389189 h 6858000"/>
              <a:gd name="connsiteX688" fmla="*/ 103062 w 7467600"/>
              <a:gd name="connsiteY688" fmla="*/ 2389518 h 6858000"/>
              <a:gd name="connsiteX689" fmla="*/ 510734 w 7467600"/>
              <a:gd name="connsiteY689" fmla="*/ 2416201 h 6858000"/>
              <a:gd name="connsiteX690" fmla="*/ 279257 w 7467600"/>
              <a:gd name="connsiteY690" fmla="*/ 2092102 h 6858000"/>
              <a:gd name="connsiteX691" fmla="*/ 65265 w 7467600"/>
              <a:gd name="connsiteY691" fmla="*/ 2006049 h 6858000"/>
              <a:gd name="connsiteX692" fmla="*/ 0 w 7467600"/>
              <a:gd name="connsiteY692" fmla="*/ 1982532 h 6858000"/>
              <a:gd name="connsiteX693" fmla="*/ 0 w 7467600"/>
              <a:gd name="connsiteY693" fmla="*/ 1912789 h 6858000"/>
              <a:gd name="connsiteX694" fmla="*/ 97460 w 7467600"/>
              <a:gd name="connsiteY694" fmla="*/ 1953725 h 6858000"/>
              <a:gd name="connsiteX695" fmla="*/ 221272 w 7467600"/>
              <a:gd name="connsiteY695" fmla="*/ 1980766 h 6858000"/>
              <a:gd name="connsiteX696" fmla="*/ 116765 w 7467600"/>
              <a:gd name="connsiteY696" fmla="*/ 1911033 h 6858000"/>
              <a:gd name="connsiteX697" fmla="*/ 16405 w 7467600"/>
              <a:gd name="connsiteY697" fmla="*/ 1803412 h 6858000"/>
              <a:gd name="connsiteX698" fmla="*/ 0 w 7467600"/>
              <a:gd name="connsiteY698" fmla="*/ 1784777 h 6858000"/>
              <a:gd name="connsiteX699" fmla="*/ 0 w 7467600"/>
              <a:gd name="connsiteY699" fmla="*/ 1740082 h 6858000"/>
              <a:gd name="connsiteX700" fmla="*/ 39394 w 7467600"/>
              <a:gd name="connsiteY700" fmla="*/ 1784856 h 6858000"/>
              <a:gd name="connsiteX701" fmla="*/ 135813 w 7467600"/>
              <a:gd name="connsiteY701" fmla="*/ 1888838 h 6858000"/>
              <a:gd name="connsiteX702" fmla="*/ 242575 w 7467600"/>
              <a:gd name="connsiteY702" fmla="*/ 1958841 h 6858000"/>
              <a:gd name="connsiteX703" fmla="*/ 82197 w 7467600"/>
              <a:gd name="connsiteY703" fmla="*/ 1754826 h 6858000"/>
              <a:gd name="connsiteX704" fmla="*/ 0 w 7467600"/>
              <a:gd name="connsiteY704" fmla="*/ 1679650 h 6858000"/>
              <a:gd name="connsiteX705" fmla="*/ 0 w 7467600"/>
              <a:gd name="connsiteY705" fmla="*/ 1602463 h 6858000"/>
              <a:gd name="connsiteX706" fmla="*/ 84689 w 7467600"/>
              <a:gd name="connsiteY706" fmla="*/ 1677442 h 6858000"/>
              <a:gd name="connsiteX707" fmla="*/ 298437 w 7467600"/>
              <a:gd name="connsiteY707" fmla="*/ 1968019 h 6858000"/>
              <a:gd name="connsiteX708" fmla="*/ 227269 w 7467600"/>
              <a:gd name="connsiteY708" fmla="*/ 1114064 h 6858000"/>
              <a:gd name="connsiteX709" fmla="*/ 248003 w 7467600"/>
              <a:gd name="connsiteY709" fmla="*/ 1089613 h 6858000"/>
              <a:gd name="connsiteX710" fmla="*/ 427020 w 7467600"/>
              <a:gd name="connsiteY710" fmla="*/ 1619803 h 6858000"/>
              <a:gd name="connsiteX711" fmla="*/ 340345 w 7467600"/>
              <a:gd name="connsiteY711" fmla="*/ 2027739 h 6858000"/>
              <a:gd name="connsiteX712" fmla="*/ 360865 w 7467600"/>
              <a:gd name="connsiteY712" fmla="*/ 2044827 h 6858000"/>
              <a:gd name="connsiteX713" fmla="*/ 560414 w 7467600"/>
              <a:gd name="connsiteY713" fmla="*/ 2421457 h 6858000"/>
              <a:gd name="connsiteX714" fmla="*/ 1359703 w 7467600"/>
              <a:gd name="connsiteY714" fmla="*/ 2578554 h 6858000"/>
              <a:gd name="connsiteX715" fmla="*/ 1359422 w 7467600"/>
              <a:gd name="connsiteY715" fmla="*/ 2577994 h 6858000"/>
              <a:gd name="connsiteX716" fmla="*/ 828701 w 7467600"/>
              <a:gd name="connsiteY716" fmla="*/ 1839520 h 6858000"/>
              <a:gd name="connsiteX717" fmla="*/ 494427 w 7467600"/>
              <a:gd name="connsiteY717" fmla="*/ 1092333 h 6858000"/>
              <a:gd name="connsiteX718" fmla="*/ 506322 w 7467600"/>
              <a:gd name="connsiteY718" fmla="*/ 1020997 h 6858000"/>
              <a:gd name="connsiteX719" fmla="*/ 4570198 w 7467600"/>
              <a:gd name="connsiteY719" fmla="*/ 978081 h 6858000"/>
              <a:gd name="connsiteX720" fmla="*/ 4523691 w 7467600"/>
              <a:gd name="connsiteY720" fmla="*/ 1127776 h 6858000"/>
              <a:gd name="connsiteX721" fmla="*/ 4509875 w 7467600"/>
              <a:gd name="connsiteY721" fmla="*/ 1167552 h 6858000"/>
              <a:gd name="connsiteX722" fmla="*/ 4478168 w 7467600"/>
              <a:gd name="connsiteY722" fmla="*/ 1260735 h 6858000"/>
              <a:gd name="connsiteX723" fmla="*/ 4409309 w 7467600"/>
              <a:gd name="connsiteY723" fmla="*/ 1666996 h 6858000"/>
              <a:gd name="connsiteX724" fmla="*/ 4370031 w 7467600"/>
              <a:gd name="connsiteY724" fmla="*/ 1955666 h 6858000"/>
              <a:gd name="connsiteX725" fmla="*/ 4570198 w 7467600"/>
              <a:gd name="connsiteY725" fmla="*/ 978081 h 6858000"/>
              <a:gd name="connsiteX726" fmla="*/ 4557898 w 7467600"/>
              <a:gd name="connsiteY726" fmla="*/ 900011 h 6858000"/>
              <a:gd name="connsiteX727" fmla="*/ 4344840 w 7467600"/>
              <a:gd name="connsiteY727" fmla="*/ 1922038 h 6858000"/>
              <a:gd name="connsiteX728" fmla="*/ 4378710 w 7467600"/>
              <a:gd name="connsiteY728" fmla="*/ 1665516 h 6858000"/>
              <a:gd name="connsiteX729" fmla="*/ 4448798 w 7467600"/>
              <a:gd name="connsiteY729" fmla="*/ 1253024 h 6858000"/>
              <a:gd name="connsiteX730" fmla="*/ 4480315 w 7467600"/>
              <a:gd name="connsiteY730" fmla="*/ 1158454 h 6858000"/>
              <a:gd name="connsiteX731" fmla="*/ 4494133 w 7467600"/>
              <a:gd name="connsiteY731" fmla="*/ 1118676 h 6858000"/>
              <a:gd name="connsiteX732" fmla="*/ 4557898 w 7467600"/>
              <a:gd name="connsiteY732" fmla="*/ 900011 h 6858000"/>
              <a:gd name="connsiteX733" fmla="*/ 5870151 w 7467600"/>
              <a:gd name="connsiteY733" fmla="*/ 898890 h 6858000"/>
              <a:gd name="connsiteX734" fmla="*/ 5861335 w 7467600"/>
              <a:gd name="connsiteY734" fmla="*/ 899177 h 6858000"/>
              <a:gd name="connsiteX735" fmla="*/ 5843702 w 7467600"/>
              <a:gd name="connsiteY735" fmla="*/ 899748 h 6858000"/>
              <a:gd name="connsiteX736" fmla="*/ 5651107 w 7467600"/>
              <a:gd name="connsiteY736" fmla="*/ 920306 h 6858000"/>
              <a:gd name="connsiteX737" fmla="*/ 5459407 w 7467600"/>
              <a:gd name="connsiteY737" fmla="*/ 940975 h 6858000"/>
              <a:gd name="connsiteX738" fmla="*/ 5374846 w 7467600"/>
              <a:gd name="connsiteY738" fmla="*/ 941988 h 6858000"/>
              <a:gd name="connsiteX739" fmla="*/ 5256105 w 7467600"/>
              <a:gd name="connsiteY739" fmla="*/ 945632 h 6858000"/>
              <a:gd name="connsiteX740" fmla="*/ 5107071 w 7467600"/>
              <a:gd name="connsiteY740" fmla="*/ 969720 h 6858000"/>
              <a:gd name="connsiteX741" fmla="*/ 4998681 w 7467600"/>
              <a:gd name="connsiteY741" fmla="*/ 988771 h 6858000"/>
              <a:gd name="connsiteX742" fmla="*/ 5870151 w 7467600"/>
              <a:gd name="connsiteY742" fmla="*/ 898890 h 6858000"/>
              <a:gd name="connsiteX743" fmla="*/ 5504425 w 7467600"/>
              <a:gd name="connsiteY743" fmla="*/ 848067 h 6858000"/>
              <a:gd name="connsiteX744" fmla="*/ 4968849 w 7467600"/>
              <a:gd name="connsiteY744" fmla="*/ 962318 h 6858000"/>
              <a:gd name="connsiteX745" fmla="*/ 5104039 w 7467600"/>
              <a:gd name="connsiteY745" fmla="*/ 940634 h 6858000"/>
              <a:gd name="connsiteX746" fmla="*/ 5256311 w 7467600"/>
              <a:gd name="connsiteY746" fmla="*/ 916490 h 6858000"/>
              <a:gd name="connsiteX747" fmla="*/ 5377381 w 7467600"/>
              <a:gd name="connsiteY747" fmla="*/ 912671 h 6858000"/>
              <a:gd name="connsiteX748" fmla="*/ 5460148 w 7467600"/>
              <a:gd name="connsiteY748" fmla="*/ 911442 h 6858000"/>
              <a:gd name="connsiteX749" fmla="*/ 5648971 w 7467600"/>
              <a:gd name="connsiteY749" fmla="*/ 891331 h 6858000"/>
              <a:gd name="connsiteX750" fmla="*/ 5844807 w 7467600"/>
              <a:gd name="connsiteY750" fmla="*/ 870718 h 6858000"/>
              <a:gd name="connsiteX751" fmla="*/ 5862975 w 7467600"/>
              <a:gd name="connsiteY751" fmla="*/ 869756 h 6858000"/>
              <a:gd name="connsiteX752" fmla="*/ 5920887 w 7467600"/>
              <a:gd name="connsiteY752" fmla="*/ 865929 h 6858000"/>
              <a:gd name="connsiteX753" fmla="*/ 5504425 w 7467600"/>
              <a:gd name="connsiteY753" fmla="*/ 848067 h 6858000"/>
              <a:gd name="connsiteX754" fmla="*/ 3607114 w 7467600"/>
              <a:gd name="connsiteY754" fmla="*/ 467441 h 6858000"/>
              <a:gd name="connsiteX755" fmla="*/ 3296242 w 7467600"/>
              <a:gd name="connsiteY755" fmla="*/ 807991 h 6858000"/>
              <a:gd name="connsiteX756" fmla="*/ 3174674 w 7467600"/>
              <a:gd name="connsiteY756" fmla="*/ 919759 h 6858000"/>
              <a:gd name="connsiteX757" fmla="*/ 3042978 w 7467600"/>
              <a:gd name="connsiteY757" fmla="*/ 1054894 h 6858000"/>
              <a:gd name="connsiteX758" fmla="*/ 2968914 w 7467600"/>
              <a:gd name="connsiteY758" fmla="*/ 1133756 h 6858000"/>
              <a:gd name="connsiteX759" fmla="*/ 3103823 w 7467600"/>
              <a:gd name="connsiteY759" fmla="*/ 1026814 h 6858000"/>
              <a:gd name="connsiteX760" fmla="*/ 3607114 w 7467600"/>
              <a:gd name="connsiteY760" fmla="*/ 467441 h 6858000"/>
              <a:gd name="connsiteX761" fmla="*/ 3744487 w 7467600"/>
              <a:gd name="connsiteY761" fmla="*/ 383136 h 6858000"/>
              <a:gd name="connsiteX762" fmla="*/ 3970213 w 7467600"/>
              <a:gd name="connsiteY762" fmla="*/ 995559 h 6858000"/>
              <a:gd name="connsiteX763" fmla="*/ 3744487 w 7467600"/>
              <a:gd name="connsiteY763" fmla="*/ 383136 h 6858000"/>
              <a:gd name="connsiteX764" fmla="*/ 3624562 w 7467600"/>
              <a:gd name="connsiteY764" fmla="*/ 367041 h 6858000"/>
              <a:gd name="connsiteX765" fmla="*/ 3489712 w 7467600"/>
              <a:gd name="connsiteY765" fmla="*/ 485386 h 6858000"/>
              <a:gd name="connsiteX766" fmla="*/ 3182994 w 7467600"/>
              <a:gd name="connsiteY766" fmla="*/ 828265 h 6858000"/>
              <a:gd name="connsiteX767" fmla="*/ 2892114 w 7467600"/>
              <a:gd name="connsiteY767" fmla="*/ 1172635 h 6858000"/>
              <a:gd name="connsiteX768" fmla="*/ 3021459 w 7467600"/>
              <a:gd name="connsiteY768" fmla="*/ 1035385 h 6858000"/>
              <a:gd name="connsiteX769" fmla="*/ 3153873 w 7467600"/>
              <a:gd name="connsiteY769" fmla="*/ 898971 h 6858000"/>
              <a:gd name="connsiteX770" fmla="*/ 3276511 w 7467600"/>
              <a:gd name="connsiteY770" fmla="*/ 786423 h 6858000"/>
              <a:gd name="connsiteX771" fmla="*/ 3584154 w 7467600"/>
              <a:gd name="connsiteY771" fmla="*/ 448218 h 6858000"/>
              <a:gd name="connsiteX772" fmla="*/ 3624562 w 7467600"/>
              <a:gd name="connsiteY772" fmla="*/ 367041 h 6858000"/>
              <a:gd name="connsiteX773" fmla="*/ 3766672 w 7467600"/>
              <a:gd name="connsiteY773" fmla="*/ 359429 h 6858000"/>
              <a:gd name="connsiteX774" fmla="*/ 3996338 w 7467600"/>
              <a:gd name="connsiteY774" fmla="*/ 968237 h 6858000"/>
              <a:gd name="connsiteX775" fmla="*/ 3766672 w 7467600"/>
              <a:gd name="connsiteY775" fmla="*/ 359429 h 6858000"/>
              <a:gd name="connsiteX776" fmla="*/ 5805386 w 7467600"/>
              <a:gd name="connsiteY776" fmla="*/ 239240 h 6858000"/>
              <a:gd name="connsiteX777" fmla="*/ 5736947 w 7467600"/>
              <a:gd name="connsiteY777" fmla="*/ 261367 h 6858000"/>
              <a:gd name="connsiteX778" fmla="*/ 5427012 w 7467600"/>
              <a:gd name="connsiteY778" fmla="*/ 311272 h 6858000"/>
              <a:gd name="connsiteX779" fmla="*/ 5147818 w 7467600"/>
              <a:gd name="connsiteY779" fmla="*/ 322112 h 6858000"/>
              <a:gd name="connsiteX780" fmla="*/ 5060854 w 7467600"/>
              <a:gd name="connsiteY780" fmla="*/ 311882 h 6858000"/>
              <a:gd name="connsiteX781" fmla="*/ 4945989 w 7467600"/>
              <a:gd name="connsiteY781" fmla="*/ 300516 h 6858000"/>
              <a:gd name="connsiteX782" fmla="*/ 5410479 w 7467600"/>
              <a:gd name="connsiteY782" fmla="*/ 348434 h 6858000"/>
              <a:gd name="connsiteX783" fmla="*/ 5805386 w 7467600"/>
              <a:gd name="connsiteY783" fmla="*/ 239240 h 6858000"/>
              <a:gd name="connsiteX784" fmla="*/ 5905192 w 7467600"/>
              <a:gd name="connsiteY784" fmla="*/ 163079 h 6858000"/>
              <a:gd name="connsiteX785" fmla="*/ 5865655 w 7467600"/>
              <a:gd name="connsiteY785" fmla="*/ 171901 h 6858000"/>
              <a:gd name="connsiteX786" fmla="*/ 5259740 w 7467600"/>
              <a:gd name="connsiteY786" fmla="*/ 257013 h 6858000"/>
              <a:gd name="connsiteX787" fmla="*/ 5208466 w 7467600"/>
              <a:gd name="connsiteY787" fmla="*/ 257550 h 6858000"/>
              <a:gd name="connsiteX788" fmla="*/ 4980204 w 7467600"/>
              <a:gd name="connsiteY788" fmla="*/ 271903 h 6858000"/>
              <a:gd name="connsiteX789" fmla="*/ 5068068 w 7467600"/>
              <a:gd name="connsiteY789" fmla="*/ 282244 h 6858000"/>
              <a:gd name="connsiteX790" fmla="*/ 5153231 w 7467600"/>
              <a:gd name="connsiteY790" fmla="*/ 292240 h 6858000"/>
              <a:gd name="connsiteX791" fmla="*/ 5426491 w 7467600"/>
              <a:gd name="connsiteY791" fmla="*/ 281128 h 6858000"/>
              <a:gd name="connsiteX792" fmla="*/ 5731212 w 7467600"/>
              <a:gd name="connsiteY792" fmla="*/ 231951 h 6858000"/>
              <a:gd name="connsiteX793" fmla="*/ 5905192 w 7467600"/>
              <a:gd name="connsiteY793" fmla="*/ 163079 h 6858000"/>
              <a:gd name="connsiteX794" fmla="*/ 5944437 w 7467600"/>
              <a:gd name="connsiteY794" fmla="*/ 113829 h 6858000"/>
              <a:gd name="connsiteX795" fmla="*/ 5825032 w 7467600"/>
              <a:gd name="connsiteY795" fmla="*/ 146405 h 6858000"/>
              <a:gd name="connsiteX796" fmla="*/ 4955599 w 7467600"/>
              <a:gd name="connsiteY796" fmla="*/ 247008 h 6858000"/>
              <a:gd name="connsiteX797" fmla="*/ 5210104 w 7467600"/>
              <a:gd name="connsiteY797" fmla="*/ 228123 h 6858000"/>
              <a:gd name="connsiteX798" fmla="*/ 5261015 w 7467600"/>
              <a:gd name="connsiteY798" fmla="*/ 227087 h 6858000"/>
              <a:gd name="connsiteX799" fmla="*/ 5861181 w 7467600"/>
              <a:gd name="connsiteY799" fmla="*/ 143093 h 6858000"/>
              <a:gd name="connsiteX800" fmla="*/ 5961252 w 7467600"/>
              <a:gd name="connsiteY800" fmla="*/ 114820 h 6858000"/>
              <a:gd name="connsiteX801" fmla="*/ 5944437 w 7467600"/>
              <a:gd name="connsiteY801" fmla="*/ 113829 h 6858000"/>
              <a:gd name="connsiteX802" fmla="*/ 3882765 w 7467600"/>
              <a:gd name="connsiteY802" fmla="*/ 0 h 6858000"/>
              <a:gd name="connsiteX803" fmla="*/ 3995099 w 7467600"/>
              <a:gd name="connsiteY803" fmla="*/ 0 h 6858000"/>
              <a:gd name="connsiteX804" fmla="*/ 4163818 w 7467600"/>
              <a:gd name="connsiteY804" fmla="*/ 234104 h 6858000"/>
              <a:gd name="connsiteX805" fmla="*/ 4172099 w 7467600"/>
              <a:gd name="connsiteY805" fmla="*/ 234207 h 6858000"/>
              <a:gd name="connsiteX806" fmla="*/ 4784282 w 7467600"/>
              <a:gd name="connsiteY806" fmla="*/ 276561 h 6858000"/>
              <a:gd name="connsiteX807" fmla="*/ 4801687 w 7467600"/>
              <a:gd name="connsiteY807" fmla="*/ 267764 h 6858000"/>
              <a:gd name="connsiteX808" fmla="*/ 6082788 w 7467600"/>
              <a:gd name="connsiteY808" fmla="*/ 64119 h 6858000"/>
              <a:gd name="connsiteX809" fmla="*/ 6099442 w 7467600"/>
              <a:gd name="connsiteY809" fmla="*/ 82568 h 6858000"/>
              <a:gd name="connsiteX810" fmla="*/ 4804137 w 7467600"/>
              <a:gd name="connsiteY810" fmla="*/ 320931 h 6858000"/>
              <a:gd name="connsiteX811" fmla="*/ 4227047 w 7467600"/>
              <a:gd name="connsiteY811" fmla="*/ 313415 h 6858000"/>
              <a:gd name="connsiteX812" fmla="*/ 4346041 w 7467600"/>
              <a:gd name="connsiteY812" fmla="*/ 456086 h 6858000"/>
              <a:gd name="connsiteX813" fmla="*/ 4870967 w 7467600"/>
              <a:gd name="connsiteY813" fmla="*/ 963061 h 6858000"/>
              <a:gd name="connsiteX814" fmla="*/ 4889647 w 7467600"/>
              <a:gd name="connsiteY814" fmla="*/ 957147 h 6858000"/>
              <a:gd name="connsiteX815" fmla="*/ 5422504 w 7467600"/>
              <a:gd name="connsiteY815" fmla="*/ 805191 h 6858000"/>
              <a:gd name="connsiteX816" fmla="*/ 6087656 w 7467600"/>
              <a:gd name="connsiteY816" fmla="*/ 826703 h 6858000"/>
              <a:gd name="connsiteX817" fmla="*/ 6058717 w 7467600"/>
              <a:gd name="connsiteY817" fmla="*/ 865992 h 6858000"/>
              <a:gd name="connsiteX818" fmla="*/ 4974153 w 7467600"/>
              <a:gd name="connsiteY818" fmla="*/ 1045456 h 6858000"/>
              <a:gd name="connsiteX819" fmla="*/ 5627835 w 7467600"/>
              <a:gd name="connsiteY819" fmla="*/ 1472077 h 6858000"/>
              <a:gd name="connsiteX820" fmla="*/ 5629817 w 7467600"/>
              <a:gd name="connsiteY820" fmla="*/ 1471412 h 6858000"/>
              <a:gd name="connsiteX821" fmla="*/ 5634124 w 7467600"/>
              <a:gd name="connsiteY821" fmla="*/ 1470572 h 6858000"/>
              <a:gd name="connsiteX822" fmla="*/ 5755832 w 7467600"/>
              <a:gd name="connsiteY822" fmla="*/ 1383886 h 6858000"/>
              <a:gd name="connsiteX823" fmla="*/ 6014186 w 7467600"/>
              <a:gd name="connsiteY823" fmla="*/ 1279799 h 6858000"/>
              <a:gd name="connsiteX824" fmla="*/ 6901619 w 7467600"/>
              <a:gd name="connsiteY824" fmla="*/ 1047874 h 6858000"/>
              <a:gd name="connsiteX825" fmla="*/ 6931566 w 7467600"/>
              <a:gd name="connsiteY825" fmla="*/ 1062034 h 6858000"/>
              <a:gd name="connsiteX826" fmla="*/ 5790982 w 7467600"/>
              <a:gd name="connsiteY826" fmla="*/ 1561380 h 6858000"/>
              <a:gd name="connsiteX827" fmla="*/ 6188971 w 7467600"/>
              <a:gd name="connsiteY827" fmla="*/ 1755168 h 6858000"/>
              <a:gd name="connsiteX828" fmla="*/ 6202446 w 7467600"/>
              <a:gd name="connsiteY828" fmla="*/ 1752268 h 6858000"/>
              <a:gd name="connsiteX829" fmla="*/ 7179560 w 7467600"/>
              <a:gd name="connsiteY829" fmla="*/ 1467551 h 6858000"/>
              <a:gd name="connsiteX830" fmla="*/ 7158730 w 7467600"/>
              <a:gd name="connsiteY830" fmla="*/ 1507835 h 6858000"/>
              <a:gd name="connsiteX831" fmla="*/ 6326959 w 7467600"/>
              <a:gd name="connsiteY831" fmla="*/ 1817686 h 6858000"/>
              <a:gd name="connsiteX832" fmla="*/ 6537433 w 7467600"/>
              <a:gd name="connsiteY832" fmla="*/ 1907790 h 6858000"/>
              <a:gd name="connsiteX833" fmla="*/ 6550221 w 7467600"/>
              <a:gd name="connsiteY833" fmla="*/ 1910729 h 6858000"/>
              <a:gd name="connsiteX834" fmla="*/ 6964438 w 7467600"/>
              <a:gd name="connsiteY834" fmla="*/ 2209505 h 6858000"/>
              <a:gd name="connsiteX835" fmla="*/ 7367862 w 7467600"/>
              <a:gd name="connsiteY835" fmla="*/ 2806833 h 6858000"/>
              <a:gd name="connsiteX836" fmla="*/ 7364329 w 7467600"/>
              <a:gd name="connsiteY836" fmla="*/ 2826907 h 6858000"/>
              <a:gd name="connsiteX837" fmla="*/ 7290545 w 7467600"/>
              <a:gd name="connsiteY837" fmla="*/ 2850663 h 6858000"/>
              <a:gd name="connsiteX838" fmla="*/ 6472036 w 7467600"/>
              <a:gd name="connsiteY838" fmla="*/ 1959003 h 6858000"/>
              <a:gd name="connsiteX839" fmla="*/ 5792897 w 7467600"/>
              <a:gd name="connsiteY839" fmla="*/ 1647747 h 6858000"/>
              <a:gd name="connsiteX840" fmla="*/ 5842751 w 7467600"/>
              <a:gd name="connsiteY840" fmla="*/ 1816112 h 6858000"/>
              <a:gd name="connsiteX841" fmla="*/ 5847424 w 7467600"/>
              <a:gd name="connsiteY841" fmla="*/ 1815776 h 6858000"/>
              <a:gd name="connsiteX842" fmla="*/ 6399821 w 7467600"/>
              <a:gd name="connsiteY842" fmla="*/ 2344799 h 6858000"/>
              <a:gd name="connsiteX843" fmla="*/ 6323232 w 7467600"/>
              <a:gd name="connsiteY843" fmla="*/ 2389634 h 6858000"/>
              <a:gd name="connsiteX844" fmla="*/ 5942958 w 7467600"/>
              <a:gd name="connsiteY844" fmla="*/ 2077708 h 6858000"/>
              <a:gd name="connsiteX845" fmla="*/ 5921559 w 7467600"/>
              <a:gd name="connsiteY845" fmla="*/ 2378596 h 6858000"/>
              <a:gd name="connsiteX846" fmla="*/ 5817651 w 7467600"/>
              <a:gd name="connsiteY846" fmla="*/ 3023919 h 6858000"/>
              <a:gd name="connsiteX847" fmla="*/ 5729634 w 7467600"/>
              <a:gd name="connsiteY847" fmla="*/ 3051849 h 6858000"/>
              <a:gd name="connsiteX848" fmla="*/ 5611018 w 7467600"/>
              <a:gd name="connsiteY848" fmla="*/ 2316769 h 6858000"/>
              <a:gd name="connsiteX849" fmla="*/ 5687608 w 7467600"/>
              <a:gd name="connsiteY849" fmla="*/ 2039972 h 6858000"/>
              <a:gd name="connsiteX850" fmla="*/ 5657554 w 7467600"/>
              <a:gd name="connsiteY850" fmla="*/ 1576445 h 6858000"/>
              <a:gd name="connsiteX851" fmla="*/ 5150475 w 7467600"/>
              <a:gd name="connsiteY851" fmla="*/ 1274012 h 6858000"/>
              <a:gd name="connsiteX852" fmla="*/ 5349142 w 7467600"/>
              <a:gd name="connsiteY852" fmla="*/ 2204405 h 6858000"/>
              <a:gd name="connsiteX853" fmla="*/ 5262214 w 7467600"/>
              <a:gd name="connsiteY853" fmla="*/ 2233836 h 6858000"/>
              <a:gd name="connsiteX854" fmla="*/ 4981539 w 7467600"/>
              <a:gd name="connsiteY854" fmla="*/ 1542201 h 6858000"/>
              <a:gd name="connsiteX855" fmla="*/ 4958461 w 7467600"/>
              <a:gd name="connsiteY855" fmla="*/ 1136957 h 6858000"/>
              <a:gd name="connsiteX856" fmla="*/ 4655015 w 7467600"/>
              <a:gd name="connsiteY856" fmla="*/ 891426 h 6858000"/>
              <a:gd name="connsiteX857" fmla="*/ 4348002 w 7467600"/>
              <a:gd name="connsiteY857" fmla="*/ 2205895 h 6858000"/>
              <a:gd name="connsiteX858" fmla="*/ 4262250 w 7467600"/>
              <a:gd name="connsiteY858" fmla="*/ 2219972 h 6858000"/>
              <a:gd name="connsiteX859" fmla="*/ 4550611 w 7467600"/>
              <a:gd name="connsiteY859" fmla="*/ 817540 h 6858000"/>
              <a:gd name="connsiteX860" fmla="*/ 4564418 w 7467600"/>
              <a:gd name="connsiteY860" fmla="*/ 808293 h 6858000"/>
              <a:gd name="connsiteX861" fmla="*/ 4266388 w 7467600"/>
              <a:gd name="connsiteY861" fmla="*/ 500083 h 6858000"/>
              <a:gd name="connsiteX862" fmla="*/ 4032842 w 7467600"/>
              <a:gd name="connsiteY862" fmla="*/ 211809 h 6858000"/>
              <a:gd name="connsiteX863" fmla="*/ 3882765 w 7467600"/>
              <a:gd name="connsiteY863" fmla="*/ 0 h 6858000"/>
              <a:gd name="connsiteX864" fmla="*/ 3721337 w 7467600"/>
              <a:gd name="connsiteY864" fmla="*/ 0 h 6858000"/>
              <a:gd name="connsiteX865" fmla="*/ 3797544 w 7467600"/>
              <a:gd name="connsiteY865" fmla="*/ 0 h 6858000"/>
              <a:gd name="connsiteX866" fmla="*/ 3775734 w 7467600"/>
              <a:gd name="connsiteY866" fmla="*/ 95131 h 6858000"/>
              <a:gd name="connsiteX867" fmla="*/ 3724807 w 7467600"/>
              <a:gd name="connsiteY867" fmla="*/ 272257 h 6858000"/>
              <a:gd name="connsiteX868" fmla="*/ 3726844 w 7467600"/>
              <a:gd name="connsiteY868" fmla="*/ 282988 h 6858000"/>
              <a:gd name="connsiteX869" fmla="*/ 3742664 w 7467600"/>
              <a:gd name="connsiteY869" fmla="*/ 279918 h 6858000"/>
              <a:gd name="connsiteX870" fmla="*/ 4103910 w 7467600"/>
              <a:gd name="connsiteY870" fmla="*/ 1161917 h 6858000"/>
              <a:gd name="connsiteX871" fmla="*/ 4020269 w 7467600"/>
              <a:gd name="connsiteY871" fmla="*/ 1200406 h 6858000"/>
              <a:gd name="connsiteX872" fmla="*/ 3674882 w 7467600"/>
              <a:gd name="connsiteY872" fmla="*/ 488524 h 6858000"/>
              <a:gd name="connsiteX873" fmla="*/ 3132682 w 7467600"/>
              <a:gd name="connsiteY873" fmla="*/ 1072284 h 6858000"/>
              <a:gd name="connsiteX874" fmla="*/ 2716346 w 7467600"/>
              <a:gd name="connsiteY874" fmla="*/ 1276376 h 6858000"/>
              <a:gd name="connsiteX875" fmla="*/ 2716772 w 7467600"/>
              <a:gd name="connsiteY875" fmla="*/ 1255462 h 6858000"/>
              <a:gd name="connsiteX876" fmla="*/ 3471096 w 7467600"/>
              <a:gd name="connsiteY876" fmla="*/ 437072 h 6858000"/>
              <a:gd name="connsiteX877" fmla="*/ 3639057 w 7467600"/>
              <a:gd name="connsiteY877" fmla="*/ 286334 h 6858000"/>
              <a:gd name="connsiteX878" fmla="*/ 3640309 w 7467600"/>
              <a:gd name="connsiteY878" fmla="*/ 284664 h 6858000"/>
              <a:gd name="connsiteX879" fmla="*/ 3646022 w 7467600"/>
              <a:gd name="connsiteY879" fmla="*/ 276711 h 6858000"/>
              <a:gd name="connsiteX880" fmla="*/ 3707943 w 7467600"/>
              <a:gd name="connsiteY880" fmla="*/ 65958 h 6858000"/>
              <a:gd name="connsiteX881" fmla="*/ 3721337 w 7467600"/>
              <a:gd name="connsiteY881" fmla="*/ 0 h 6858000"/>
              <a:gd name="connsiteX882" fmla="*/ 2867960 w 7467600"/>
              <a:gd name="connsiteY882" fmla="*/ 0 h 6858000"/>
              <a:gd name="connsiteX883" fmla="*/ 2926351 w 7467600"/>
              <a:gd name="connsiteY883" fmla="*/ 0 h 6858000"/>
              <a:gd name="connsiteX884" fmla="*/ 2902823 w 7467600"/>
              <a:gd name="connsiteY884" fmla="*/ 262929 h 6858000"/>
              <a:gd name="connsiteX885" fmla="*/ 2940663 w 7467600"/>
              <a:gd name="connsiteY885" fmla="*/ 140884 h 6858000"/>
              <a:gd name="connsiteX886" fmla="*/ 2947039 w 7467600"/>
              <a:gd name="connsiteY886" fmla="*/ 122524 h 6858000"/>
              <a:gd name="connsiteX887" fmla="*/ 2984316 w 7467600"/>
              <a:gd name="connsiteY887" fmla="*/ 0 h 6858000"/>
              <a:gd name="connsiteX888" fmla="*/ 3016114 w 7467600"/>
              <a:gd name="connsiteY888" fmla="*/ 0 h 6858000"/>
              <a:gd name="connsiteX889" fmla="*/ 2979949 w 7467600"/>
              <a:gd name="connsiteY889" fmla="*/ 119274 h 6858000"/>
              <a:gd name="connsiteX890" fmla="*/ 3023879 w 7467600"/>
              <a:gd name="connsiteY890" fmla="*/ 0 h 6858000"/>
              <a:gd name="connsiteX891" fmla="*/ 3105400 w 7467600"/>
              <a:gd name="connsiteY891" fmla="*/ 0 h 6858000"/>
              <a:gd name="connsiteX892" fmla="*/ 3094669 w 7467600"/>
              <a:gd name="connsiteY892" fmla="*/ 30308 h 6858000"/>
              <a:gd name="connsiteX893" fmla="*/ 2901945 w 7467600"/>
              <a:gd name="connsiteY893" fmla="*/ 466538 h 6858000"/>
              <a:gd name="connsiteX894" fmla="*/ 2815209 w 7467600"/>
              <a:gd name="connsiteY894" fmla="*/ 497361 h 6858000"/>
              <a:gd name="connsiteX895" fmla="*/ 2844845 w 7467600"/>
              <a:gd name="connsiteY895" fmla="*/ 127638 h 6858000"/>
              <a:gd name="connsiteX896" fmla="*/ 2867960 w 7467600"/>
              <a:gd name="connsiteY896" fmla="*/ 0 h 6858000"/>
              <a:gd name="connsiteX897" fmla="*/ 1057230 w 7467600"/>
              <a:gd name="connsiteY897" fmla="*/ 0 h 6858000"/>
              <a:gd name="connsiteX898" fmla="*/ 1111003 w 7467600"/>
              <a:gd name="connsiteY898" fmla="*/ 0 h 6858000"/>
              <a:gd name="connsiteX899" fmla="*/ 1125553 w 7467600"/>
              <a:gd name="connsiteY899" fmla="*/ 52588 h 6858000"/>
              <a:gd name="connsiteX900" fmla="*/ 1304276 w 7467600"/>
              <a:gd name="connsiteY900" fmla="*/ 476275 h 6858000"/>
              <a:gd name="connsiteX901" fmla="*/ 1492066 w 7467600"/>
              <a:gd name="connsiteY901" fmla="*/ 886333 h 6858000"/>
              <a:gd name="connsiteX902" fmla="*/ 1423698 w 7467600"/>
              <a:gd name="connsiteY902" fmla="*/ 710817 h 6858000"/>
              <a:gd name="connsiteX903" fmla="*/ 1357609 w 7467600"/>
              <a:gd name="connsiteY903" fmla="*/ 532892 h 6858000"/>
              <a:gd name="connsiteX904" fmla="*/ 1309550 w 7467600"/>
              <a:gd name="connsiteY904" fmla="*/ 374031 h 6858000"/>
              <a:gd name="connsiteX905" fmla="*/ 1193673 w 7467600"/>
              <a:gd name="connsiteY905" fmla="*/ 49533 h 6858000"/>
              <a:gd name="connsiteX906" fmla="*/ 1164391 w 7467600"/>
              <a:gd name="connsiteY906" fmla="*/ 0 h 6858000"/>
              <a:gd name="connsiteX907" fmla="*/ 1200666 w 7467600"/>
              <a:gd name="connsiteY907" fmla="*/ 0 h 6858000"/>
              <a:gd name="connsiteX908" fmla="*/ 1223408 w 7467600"/>
              <a:gd name="connsiteY908" fmla="*/ 38996 h 6858000"/>
              <a:gd name="connsiteX909" fmla="*/ 1339635 w 7467600"/>
              <a:gd name="connsiteY909" fmla="*/ 365517 h 6858000"/>
              <a:gd name="connsiteX910" fmla="*/ 1387469 w 7467600"/>
              <a:gd name="connsiteY910" fmla="*/ 523079 h 6858000"/>
              <a:gd name="connsiteX911" fmla="*/ 1452685 w 7467600"/>
              <a:gd name="connsiteY911" fmla="*/ 699806 h 6858000"/>
              <a:gd name="connsiteX912" fmla="*/ 1492092 w 7467600"/>
              <a:gd name="connsiteY912" fmla="*/ 800424 h 6858000"/>
              <a:gd name="connsiteX913" fmla="*/ 1455302 w 7467600"/>
              <a:gd name="connsiteY913" fmla="*/ 632913 h 6858000"/>
              <a:gd name="connsiteX914" fmla="*/ 1222336 w 7467600"/>
              <a:gd name="connsiteY914" fmla="*/ 9480 h 6858000"/>
              <a:gd name="connsiteX915" fmla="*/ 1214634 w 7467600"/>
              <a:gd name="connsiteY915" fmla="*/ 0 h 6858000"/>
              <a:gd name="connsiteX916" fmla="*/ 1289827 w 7467600"/>
              <a:gd name="connsiteY916" fmla="*/ 0 h 6858000"/>
              <a:gd name="connsiteX917" fmla="*/ 1321076 w 7467600"/>
              <a:gd name="connsiteY917" fmla="*/ 59722 h 6858000"/>
              <a:gd name="connsiteX918" fmla="*/ 1512579 w 7467600"/>
              <a:gd name="connsiteY918" fmla="*/ 626441 h 6858000"/>
              <a:gd name="connsiteX919" fmla="*/ 1506076 w 7467600"/>
              <a:gd name="connsiteY919" fmla="*/ 1089289 h 6858000"/>
              <a:gd name="connsiteX920" fmla="*/ 1486346 w 7467600"/>
              <a:gd name="connsiteY920" fmla="*/ 1079919 h 6858000"/>
              <a:gd name="connsiteX921" fmla="*/ 1070511 w 7467600"/>
              <a:gd name="connsiteY921" fmla="*/ 48609 h 6858000"/>
              <a:gd name="connsiteX922" fmla="*/ 1057230 w 7467600"/>
              <a:gd name="connsiteY922" fmla="*/ 0 h 6858000"/>
              <a:gd name="connsiteX923" fmla="*/ 43151 w 7467600"/>
              <a:gd name="connsiteY923" fmla="*/ 0 h 6858000"/>
              <a:gd name="connsiteX924" fmla="*/ 95283 w 7467600"/>
              <a:gd name="connsiteY924" fmla="*/ 0 h 6858000"/>
              <a:gd name="connsiteX925" fmla="*/ 300708 w 7467600"/>
              <a:gd name="connsiteY925" fmla="*/ 154571 h 6858000"/>
              <a:gd name="connsiteX926" fmla="*/ 530414 w 7467600"/>
              <a:gd name="connsiteY926" fmla="*/ 354673 h 6858000"/>
              <a:gd name="connsiteX927" fmla="*/ 333785 w 7467600"/>
              <a:gd name="connsiteY927" fmla="*/ 161564 h 6858000"/>
              <a:gd name="connsiteX928" fmla="*/ 147005 w 7467600"/>
              <a:gd name="connsiteY928" fmla="*/ 0 h 6858000"/>
              <a:gd name="connsiteX929" fmla="*/ 272509 w 7467600"/>
              <a:gd name="connsiteY929" fmla="*/ 0 h 6858000"/>
              <a:gd name="connsiteX930" fmla="*/ 326276 w 7467600"/>
              <a:gd name="connsiteY930" fmla="*/ 45847 h 6858000"/>
              <a:gd name="connsiteX931" fmla="*/ 823759 w 7467600"/>
              <a:gd name="connsiteY931" fmla="*/ 574145 h 6858000"/>
              <a:gd name="connsiteX932" fmla="*/ 811254 w 7467600"/>
              <a:gd name="connsiteY932" fmla="*/ 665546 h 6858000"/>
              <a:gd name="connsiteX933" fmla="*/ 154042 w 7467600"/>
              <a:gd name="connsiteY933" fmla="*/ 261522 h 6858000"/>
              <a:gd name="connsiteX934" fmla="*/ 13550 w 7467600"/>
              <a:gd name="connsiteY934" fmla="*/ 158423 h 6858000"/>
              <a:gd name="connsiteX935" fmla="*/ 0 w 7467600"/>
              <a:gd name="connsiteY935" fmla="*/ 146618 h 6858000"/>
              <a:gd name="connsiteX936" fmla="*/ 0 w 7467600"/>
              <a:gd name="connsiteY936" fmla="*/ 59161 h 6858000"/>
              <a:gd name="connsiteX937" fmla="*/ 45427 w 7467600"/>
              <a:gd name="connsiteY937" fmla="*/ 101078 h 6858000"/>
              <a:gd name="connsiteX938" fmla="*/ 630103 w 7467600"/>
              <a:gd name="connsiteY938" fmla="*/ 485885 h 6858000"/>
              <a:gd name="connsiteX939" fmla="*/ 532040 w 7467600"/>
              <a:gd name="connsiteY939" fmla="*/ 399359 h 6858000"/>
              <a:gd name="connsiteX940" fmla="*/ 517618 w 7467600"/>
              <a:gd name="connsiteY940" fmla="*/ 385726 h 6858000"/>
              <a:gd name="connsiteX941" fmla="*/ 285074 w 7467600"/>
              <a:gd name="connsiteY941" fmla="*/ 182755 h 6858000"/>
              <a:gd name="connsiteX942" fmla="*/ 43151 w 7467600"/>
              <a:gd name="connsiteY94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289862 w 7467600"/>
              <a:gd name="connsiteY9" fmla="*/ 6659827 h 6858000"/>
              <a:gd name="connsiteX10" fmla="*/ 1019354 w 7467600"/>
              <a:gd name="connsiteY10" fmla="*/ 6315006 h 6858000"/>
              <a:gd name="connsiteX11" fmla="*/ 441046 w 7467600"/>
              <a:gd name="connsiteY11" fmla="*/ 6691153 h 6858000"/>
              <a:gd name="connsiteX12" fmla="*/ 1019354 w 7467600"/>
              <a:gd name="connsiteY12" fmla="*/ 6315006 h 6858000"/>
              <a:gd name="connsiteX13" fmla="*/ 991680 w 7467600"/>
              <a:gd name="connsiteY13" fmla="*/ 6298413 h 6858000"/>
              <a:gd name="connsiteX14" fmla="*/ 409060 w 7467600"/>
              <a:gd name="connsiteY14" fmla="*/ 6671470 h 6858000"/>
              <a:gd name="connsiteX15" fmla="*/ 991680 w 7467600"/>
              <a:gd name="connsiteY15" fmla="*/ 6298413 h 6858000"/>
              <a:gd name="connsiteX16" fmla="*/ 103333 w 7467600"/>
              <a:gd name="connsiteY16" fmla="*/ 5699602 h 6858000"/>
              <a:gd name="connsiteX17" fmla="*/ 233938 w 7467600"/>
              <a:gd name="connsiteY17" fmla="*/ 5809416 h 6858000"/>
              <a:gd name="connsiteX18" fmla="*/ 883580 w 7467600"/>
              <a:gd name="connsiteY18" fmla="*/ 6180710 h 6858000"/>
              <a:gd name="connsiteX19" fmla="*/ 487337 w 7467600"/>
              <a:gd name="connsiteY19" fmla="*/ 5950182 h 6858000"/>
              <a:gd name="connsiteX20" fmla="*/ 354051 w 7467600"/>
              <a:gd name="connsiteY20" fmla="*/ 5854912 h 6858000"/>
              <a:gd name="connsiteX21" fmla="*/ 195436 w 7467600"/>
              <a:gd name="connsiteY21" fmla="*/ 5755068 h 6858000"/>
              <a:gd name="connsiteX22" fmla="*/ 103333 w 7467600"/>
              <a:gd name="connsiteY22" fmla="*/ 5699602 h 6858000"/>
              <a:gd name="connsiteX23" fmla="*/ 5539432 w 7467600"/>
              <a:gd name="connsiteY23" fmla="*/ 5642928 h 6858000"/>
              <a:gd name="connsiteX24" fmla="*/ 5555462 w 7467600"/>
              <a:gd name="connsiteY24" fmla="*/ 5694454 h 6858000"/>
              <a:gd name="connsiteX25" fmla="*/ 5828270 w 7467600"/>
              <a:gd name="connsiteY25" fmla="*/ 6320663 h 6858000"/>
              <a:gd name="connsiteX26" fmla="*/ 5947416 w 7467600"/>
              <a:gd name="connsiteY26" fmla="*/ 6574846 h 6858000"/>
              <a:gd name="connsiteX27" fmla="*/ 5539432 w 7467600"/>
              <a:gd name="connsiteY27" fmla="*/ 5642928 h 6858000"/>
              <a:gd name="connsiteX28" fmla="*/ 51253 w 7467600"/>
              <a:gd name="connsiteY28" fmla="*/ 5631825 h 6858000"/>
              <a:gd name="connsiteX29" fmla="*/ 211622 w 7467600"/>
              <a:gd name="connsiteY29" fmla="*/ 5728803 h 6858000"/>
              <a:gd name="connsiteX30" fmla="*/ 371652 w 7467600"/>
              <a:gd name="connsiteY30" fmla="*/ 5829062 h 6858000"/>
              <a:gd name="connsiteX31" fmla="*/ 505903 w 7467600"/>
              <a:gd name="connsiteY31" fmla="*/ 5925221 h 6858000"/>
              <a:gd name="connsiteX32" fmla="*/ 899240 w 7467600"/>
              <a:gd name="connsiteY32" fmla="*/ 6153068 h 6858000"/>
              <a:gd name="connsiteX33" fmla="*/ 988114 w 7467600"/>
              <a:gd name="connsiteY33" fmla="*/ 6174204 h 6858000"/>
              <a:gd name="connsiteX34" fmla="*/ 845971 w 7467600"/>
              <a:gd name="connsiteY34" fmla="*/ 6067177 h 6858000"/>
              <a:gd name="connsiteX35" fmla="*/ 448057 w 7467600"/>
              <a:gd name="connsiteY35" fmla="*/ 5841376 h 6858000"/>
              <a:gd name="connsiteX36" fmla="*/ 51253 w 7467600"/>
              <a:gd name="connsiteY36" fmla="*/ 5631825 h 6858000"/>
              <a:gd name="connsiteX37" fmla="*/ 2606687 w 7467600"/>
              <a:gd name="connsiteY37" fmla="*/ 5630718 h 6858000"/>
              <a:gd name="connsiteX38" fmla="*/ 2645658 w 7467600"/>
              <a:gd name="connsiteY38" fmla="*/ 6640259 h 6858000"/>
              <a:gd name="connsiteX39" fmla="*/ 2606687 w 7467600"/>
              <a:gd name="connsiteY39" fmla="*/ 5630718 h 6858000"/>
              <a:gd name="connsiteX40" fmla="*/ 3642057 w 7467600"/>
              <a:gd name="connsiteY40" fmla="*/ 5573487 h 6858000"/>
              <a:gd name="connsiteX41" fmla="*/ 3632981 w 7467600"/>
              <a:gd name="connsiteY41" fmla="*/ 5579437 h 6858000"/>
              <a:gd name="connsiteX42" fmla="*/ 3382436 w 7467600"/>
              <a:gd name="connsiteY42" fmla="*/ 5952726 h 6858000"/>
              <a:gd name="connsiteX43" fmla="*/ 3191929 w 7467600"/>
              <a:gd name="connsiteY43" fmla="*/ 6662669 h 6858000"/>
              <a:gd name="connsiteX44" fmla="*/ 3369898 w 7467600"/>
              <a:gd name="connsiteY44" fmla="*/ 6081771 h 6858000"/>
              <a:gd name="connsiteX45" fmla="*/ 3642057 w 7467600"/>
              <a:gd name="connsiteY45" fmla="*/ 5573487 h 6858000"/>
              <a:gd name="connsiteX46" fmla="*/ 2650666 w 7467600"/>
              <a:gd name="connsiteY46" fmla="*/ 5530686 h 6858000"/>
              <a:gd name="connsiteX47" fmla="*/ 2650249 w 7467600"/>
              <a:gd name="connsiteY47" fmla="*/ 5532101 h 6858000"/>
              <a:gd name="connsiteX48" fmla="*/ 2663808 w 7467600"/>
              <a:gd name="connsiteY48" fmla="*/ 6535215 h 6858000"/>
              <a:gd name="connsiteX49" fmla="*/ 2665418 w 7467600"/>
              <a:gd name="connsiteY49" fmla="*/ 6132756 h 6858000"/>
              <a:gd name="connsiteX50" fmla="*/ 2650666 w 7467600"/>
              <a:gd name="connsiteY50" fmla="*/ 5530686 h 6858000"/>
              <a:gd name="connsiteX51" fmla="*/ 2680277 w 7467600"/>
              <a:gd name="connsiteY51" fmla="*/ 5479204 h 6858000"/>
              <a:gd name="connsiteX52" fmla="*/ 2678972 w 7467600"/>
              <a:gd name="connsiteY52" fmla="*/ 5481582 h 6858000"/>
              <a:gd name="connsiteX53" fmla="*/ 2696666 w 7467600"/>
              <a:gd name="connsiteY53" fmla="*/ 6133836 h 6858000"/>
              <a:gd name="connsiteX54" fmla="*/ 2695769 w 7467600"/>
              <a:gd name="connsiteY54" fmla="*/ 6390955 h 6858000"/>
              <a:gd name="connsiteX55" fmla="*/ 2739893 w 7467600"/>
              <a:gd name="connsiteY55" fmla="*/ 6108357 h 6858000"/>
              <a:gd name="connsiteX56" fmla="*/ 2680277 w 7467600"/>
              <a:gd name="connsiteY56" fmla="*/ 5479204 h 6858000"/>
              <a:gd name="connsiteX57" fmla="*/ 1132195 w 7467600"/>
              <a:gd name="connsiteY57" fmla="*/ 5467980 h 6858000"/>
              <a:gd name="connsiteX58" fmla="*/ 1679056 w 7467600"/>
              <a:gd name="connsiteY58" fmla="*/ 5516907 h 6858000"/>
              <a:gd name="connsiteX59" fmla="*/ 2128648 w 7467600"/>
              <a:gd name="connsiteY59" fmla="*/ 5474249 h 6858000"/>
              <a:gd name="connsiteX60" fmla="*/ 1825619 w 7467600"/>
              <a:gd name="connsiteY60" fmla="*/ 5478447 h 6858000"/>
              <a:gd name="connsiteX61" fmla="*/ 1737798 w 7467600"/>
              <a:gd name="connsiteY61" fmla="*/ 5483353 h 6858000"/>
              <a:gd name="connsiteX62" fmla="*/ 1132195 w 7467600"/>
              <a:gd name="connsiteY62" fmla="*/ 5467980 h 6858000"/>
              <a:gd name="connsiteX63" fmla="*/ 1456157 w 7467600"/>
              <a:gd name="connsiteY63" fmla="*/ 5371404 h 6858000"/>
              <a:gd name="connsiteX64" fmla="*/ 1244432 w 7467600"/>
              <a:gd name="connsiteY64" fmla="*/ 5385601 h 6858000"/>
              <a:gd name="connsiteX65" fmla="*/ 973990 w 7467600"/>
              <a:gd name="connsiteY65" fmla="*/ 5424940 h 6858000"/>
              <a:gd name="connsiteX66" fmla="*/ 1103809 w 7467600"/>
              <a:gd name="connsiteY66" fmla="*/ 5433720 h 6858000"/>
              <a:gd name="connsiteX67" fmla="*/ 1123454 w 7467600"/>
              <a:gd name="connsiteY67" fmla="*/ 5435727 h 6858000"/>
              <a:gd name="connsiteX68" fmla="*/ 1737017 w 7467600"/>
              <a:gd name="connsiteY68" fmla="*/ 5452183 h 6858000"/>
              <a:gd name="connsiteX69" fmla="*/ 1824397 w 7467600"/>
              <a:gd name="connsiteY69" fmla="*/ 5447757 h 6858000"/>
              <a:gd name="connsiteX70" fmla="*/ 2070059 w 7467600"/>
              <a:gd name="connsiteY70" fmla="*/ 5441660 h 6858000"/>
              <a:gd name="connsiteX71" fmla="*/ 1456157 w 7467600"/>
              <a:gd name="connsiteY71" fmla="*/ 5371404 h 6858000"/>
              <a:gd name="connsiteX72" fmla="*/ 4988186 w 7467600"/>
              <a:gd name="connsiteY72" fmla="*/ 5216467 h 6858000"/>
              <a:gd name="connsiteX73" fmla="*/ 4777334 w 7467600"/>
              <a:gd name="connsiteY73" fmla="*/ 5406072 h 6858000"/>
              <a:gd name="connsiteX74" fmla="*/ 4718341 w 7467600"/>
              <a:gd name="connsiteY74" fmla="*/ 5468043 h 6858000"/>
              <a:gd name="connsiteX75" fmla="*/ 4604655 w 7467600"/>
              <a:gd name="connsiteY75" fmla="*/ 5583434 h 6858000"/>
              <a:gd name="connsiteX76" fmla="*/ 4565074 w 7467600"/>
              <a:gd name="connsiteY76" fmla="*/ 5618550 h 6858000"/>
              <a:gd name="connsiteX77" fmla="*/ 4988186 w 7467600"/>
              <a:gd name="connsiteY77" fmla="*/ 5216467 h 6858000"/>
              <a:gd name="connsiteX78" fmla="*/ 4978032 w 7467600"/>
              <a:gd name="connsiteY78" fmla="*/ 5183809 h 6858000"/>
              <a:gd name="connsiteX79" fmla="*/ 4463413 w 7467600"/>
              <a:gd name="connsiteY79" fmla="*/ 5615162 h 6858000"/>
              <a:gd name="connsiteX80" fmla="*/ 4358134 w 7467600"/>
              <a:gd name="connsiteY80" fmla="*/ 5742791 h 6858000"/>
              <a:gd name="connsiteX81" fmla="*/ 4376219 w 7467600"/>
              <a:gd name="connsiteY81" fmla="*/ 5729027 h 6858000"/>
              <a:gd name="connsiteX82" fmla="*/ 4582340 w 7467600"/>
              <a:gd name="connsiteY82" fmla="*/ 5561037 h 6858000"/>
              <a:gd name="connsiteX83" fmla="*/ 4694684 w 7467600"/>
              <a:gd name="connsiteY83" fmla="*/ 5447098 h 6858000"/>
              <a:gd name="connsiteX84" fmla="*/ 4754123 w 7467600"/>
              <a:gd name="connsiteY84" fmla="*/ 5384643 h 6858000"/>
              <a:gd name="connsiteX85" fmla="*/ 4978032 w 7467600"/>
              <a:gd name="connsiteY85" fmla="*/ 5183809 h 6858000"/>
              <a:gd name="connsiteX86" fmla="*/ 1903353 w 7467600"/>
              <a:gd name="connsiteY86" fmla="*/ 5044827 h 6858000"/>
              <a:gd name="connsiteX87" fmla="*/ 1936931 w 7467600"/>
              <a:gd name="connsiteY87" fmla="*/ 5093954 h 6858000"/>
              <a:gd name="connsiteX88" fmla="*/ 2195868 w 7467600"/>
              <a:gd name="connsiteY88" fmla="*/ 5396574 h 6858000"/>
              <a:gd name="connsiteX89" fmla="*/ 2088852 w 7467600"/>
              <a:gd name="connsiteY89" fmla="*/ 5166123 h 6858000"/>
              <a:gd name="connsiteX90" fmla="*/ 1958241 w 7467600"/>
              <a:gd name="connsiteY90" fmla="*/ 5067955 h 6858000"/>
              <a:gd name="connsiteX91" fmla="*/ 1903353 w 7467600"/>
              <a:gd name="connsiteY91" fmla="*/ 5044827 h 6858000"/>
              <a:gd name="connsiteX92" fmla="*/ 1979378 w 7467600"/>
              <a:gd name="connsiteY92" fmla="*/ 4769504 h 6858000"/>
              <a:gd name="connsiteX93" fmla="*/ 2882120 w 7467600"/>
              <a:gd name="connsiteY93" fmla="*/ 5064547 h 6858000"/>
              <a:gd name="connsiteX94" fmla="*/ 2793103 w 7467600"/>
              <a:gd name="connsiteY94" fmla="*/ 5039699 h 6858000"/>
              <a:gd name="connsiteX95" fmla="*/ 2770041 w 7467600"/>
              <a:gd name="connsiteY95" fmla="*/ 5033634 h 6858000"/>
              <a:gd name="connsiteX96" fmla="*/ 1979378 w 7467600"/>
              <a:gd name="connsiteY96" fmla="*/ 4769504 h 6858000"/>
              <a:gd name="connsiteX97" fmla="*/ 1927410 w 7467600"/>
              <a:gd name="connsiteY97" fmla="*/ 4716164 h 6858000"/>
              <a:gd name="connsiteX98" fmla="*/ 1959587 w 7467600"/>
              <a:gd name="connsiteY98" fmla="*/ 4728849 h 6858000"/>
              <a:gd name="connsiteX99" fmla="*/ 2777707 w 7467600"/>
              <a:gd name="connsiteY99" fmla="*/ 5003991 h 6858000"/>
              <a:gd name="connsiteX100" fmla="*/ 2800768 w 7467600"/>
              <a:gd name="connsiteY100" fmla="*/ 5010056 h 6858000"/>
              <a:gd name="connsiteX101" fmla="*/ 2879408 w 7467600"/>
              <a:gd name="connsiteY101" fmla="*/ 5031590 h 6858000"/>
              <a:gd name="connsiteX102" fmla="*/ 2862295 w 7467600"/>
              <a:gd name="connsiteY102" fmla="*/ 5022958 h 6858000"/>
              <a:gd name="connsiteX103" fmla="*/ 2813343 w 7467600"/>
              <a:gd name="connsiteY103" fmla="*/ 4998369 h 6858000"/>
              <a:gd name="connsiteX104" fmla="*/ 2646245 w 7467600"/>
              <a:gd name="connsiteY104" fmla="*/ 4930999 h 6858000"/>
              <a:gd name="connsiteX105" fmla="*/ 1999243 w 7467600"/>
              <a:gd name="connsiteY105" fmla="*/ 4730524 h 6858000"/>
              <a:gd name="connsiteX106" fmla="*/ 1979527 w 7467600"/>
              <a:gd name="connsiteY106" fmla="*/ 4726651 h 6858000"/>
              <a:gd name="connsiteX107" fmla="*/ 1927410 w 7467600"/>
              <a:gd name="connsiteY107" fmla="*/ 4716164 h 6858000"/>
              <a:gd name="connsiteX108" fmla="*/ 1997014 w 7467600"/>
              <a:gd name="connsiteY108" fmla="*/ 4698007 h 6858000"/>
              <a:gd name="connsiteX109" fmla="*/ 2005458 w 7467600"/>
              <a:gd name="connsiteY109" fmla="*/ 4699540 h 6858000"/>
              <a:gd name="connsiteX110" fmla="*/ 2657186 w 7467600"/>
              <a:gd name="connsiteY110" fmla="*/ 4901687 h 6858000"/>
              <a:gd name="connsiteX111" fmla="*/ 2826662 w 7467600"/>
              <a:gd name="connsiteY111" fmla="*/ 4970362 h 6858000"/>
              <a:gd name="connsiteX112" fmla="*/ 2876100 w 7467600"/>
              <a:gd name="connsiteY112" fmla="*/ 4995397 h 6858000"/>
              <a:gd name="connsiteX113" fmla="*/ 3042600 w 7467600"/>
              <a:gd name="connsiteY113" fmla="*/ 5059532 h 6858000"/>
              <a:gd name="connsiteX114" fmla="*/ 1997014 w 7467600"/>
              <a:gd name="connsiteY114" fmla="*/ 4698007 h 6858000"/>
              <a:gd name="connsiteX115" fmla="*/ 2305292 w 7467600"/>
              <a:gd name="connsiteY115" fmla="*/ 4219492 h 6858000"/>
              <a:gd name="connsiteX116" fmla="*/ 3360922 w 7467600"/>
              <a:gd name="connsiteY116" fmla="*/ 4529373 h 6858000"/>
              <a:gd name="connsiteX117" fmla="*/ 3492420 w 7467600"/>
              <a:gd name="connsiteY117" fmla="*/ 4510145 h 6858000"/>
              <a:gd name="connsiteX118" fmla="*/ 3364086 w 7467600"/>
              <a:gd name="connsiteY118" fmla="*/ 4480340 h 6858000"/>
              <a:gd name="connsiteX119" fmla="*/ 3225818 w 7467600"/>
              <a:gd name="connsiteY119" fmla="*/ 4411822 h 6858000"/>
              <a:gd name="connsiteX120" fmla="*/ 3129696 w 7467600"/>
              <a:gd name="connsiteY120" fmla="*/ 4360704 h 6858000"/>
              <a:gd name="connsiteX121" fmla="*/ 2814545 w 7467600"/>
              <a:gd name="connsiteY121" fmla="*/ 4282955 h 6858000"/>
              <a:gd name="connsiteX122" fmla="*/ 2305292 w 7467600"/>
              <a:gd name="connsiteY122" fmla="*/ 4219492 h 6858000"/>
              <a:gd name="connsiteX123" fmla="*/ 2626982 w 7467600"/>
              <a:gd name="connsiteY123" fmla="*/ 4206450 h 6858000"/>
              <a:gd name="connsiteX124" fmla="*/ 2490617 w 7467600"/>
              <a:gd name="connsiteY124" fmla="*/ 4206951 h 6858000"/>
              <a:gd name="connsiteX125" fmla="*/ 2819869 w 7467600"/>
              <a:gd name="connsiteY125" fmla="*/ 4252936 h 6858000"/>
              <a:gd name="connsiteX126" fmla="*/ 3143018 w 7467600"/>
              <a:gd name="connsiteY126" fmla="*/ 4332698 h 6858000"/>
              <a:gd name="connsiteX127" fmla="*/ 3241520 w 7467600"/>
              <a:gd name="connsiteY127" fmla="*/ 4385112 h 6858000"/>
              <a:gd name="connsiteX128" fmla="*/ 3374575 w 7467600"/>
              <a:gd name="connsiteY128" fmla="*/ 4451517 h 6858000"/>
              <a:gd name="connsiteX129" fmla="*/ 3505221 w 7467600"/>
              <a:gd name="connsiteY129" fmla="*/ 4480757 h 6858000"/>
              <a:gd name="connsiteX130" fmla="*/ 2626982 w 7467600"/>
              <a:gd name="connsiteY130" fmla="*/ 4206450 h 6858000"/>
              <a:gd name="connsiteX131" fmla="*/ 1310106 w 7467600"/>
              <a:gd name="connsiteY131" fmla="*/ 3943217 h 6858000"/>
              <a:gd name="connsiteX132" fmla="*/ 854994 w 7467600"/>
              <a:gd name="connsiteY132" fmla="*/ 4399136 h 6858000"/>
              <a:gd name="connsiteX133" fmla="*/ 742462 w 7467600"/>
              <a:gd name="connsiteY133" fmla="*/ 4594648 h 6858000"/>
              <a:gd name="connsiteX134" fmla="*/ 820602 w 7467600"/>
              <a:gd name="connsiteY134" fmla="*/ 4485915 h 6858000"/>
              <a:gd name="connsiteX135" fmla="*/ 878295 w 7467600"/>
              <a:gd name="connsiteY135" fmla="*/ 4403594 h 6858000"/>
              <a:gd name="connsiteX136" fmla="*/ 1240607 w 7467600"/>
              <a:gd name="connsiteY136" fmla="*/ 4010401 h 6858000"/>
              <a:gd name="connsiteX137" fmla="*/ 1310106 w 7467600"/>
              <a:gd name="connsiteY137" fmla="*/ 3943217 h 6858000"/>
              <a:gd name="connsiteX138" fmla="*/ 1423113 w 7467600"/>
              <a:gd name="connsiteY138" fmla="*/ 3874565 h 6858000"/>
              <a:gd name="connsiteX139" fmla="*/ 1260565 w 7467600"/>
              <a:gd name="connsiteY139" fmla="*/ 4031982 h 6858000"/>
              <a:gd name="connsiteX140" fmla="*/ 901900 w 7467600"/>
              <a:gd name="connsiteY140" fmla="*/ 4421236 h 6858000"/>
              <a:gd name="connsiteX141" fmla="*/ 845044 w 7467600"/>
              <a:gd name="connsiteY141" fmla="*/ 4502436 h 6858000"/>
              <a:gd name="connsiteX142" fmla="*/ 685926 w 7467600"/>
              <a:gd name="connsiteY142" fmla="*/ 4703069 h 6858000"/>
              <a:gd name="connsiteX143" fmla="*/ 684248 w 7467600"/>
              <a:gd name="connsiteY143" fmla="*/ 4706721 h 6858000"/>
              <a:gd name="connsiteX144" fmla="*/ 1423113 w 7467600"/>
              <a:gd name="connsiteY144" fmla="*/ 3874565 h 6858000"/>
              <a:gd name="connsiteX145" fmla="*/ 3316479 w 7467600"/>
              <a:gd name="connsiteY145" fmla="*/ 3872136 h 6858000"/>
              <a:gd name="connsiteX146" fmla="*/ 3546806 w 7467600"/>
              <a:gd name="connsiteY146" fmla="*/ 4356139 h 6858000"/>
              <a:gd name="connsiteX147" fmla="*/ 3364433 w 7467600"/>
              <a:gd name="connsiteY147" fmla="*/ 3953121 h 6858000"/>
              <a:gd name="connsiteX148" fmla="*/ 3316479 w 7467600"/>
              <a:gd name="connsiteY148" fmla="*/ 3872136 h 6858000"/>
              <a:gd name="connsiteX149" fmla="*/ 3291335 w 7467600"/>
              <a:gd name="connsiteY149" fmla="*/ 3767420 h 6858000"/>
              <a:gd name="connsiteX150" fmla="*/ 3390805 w 7467600"/>
              <a:gd name="connsiteY150" fmla="*/ 3937163 h 6858000"/>
              <a:gd name="connsiteX151" fmla="*/ 3579062 w 7467600"/>
              <a:gd name="connsiteY151" fmla="*/ 4359040 h 6858000"/>
              <a:gd name="connsiteX152" fmla="*/ 3467355 w 7467600"/>
              <a:gd name="connsiteY152" fmla="*/ 3988130 h 6858000"/>
              <a:gd name="connsiteX153" fmla="*/ 3310753 w 7467600"/>
              <a:gd name="connsiteY153" fmla="*/ 3787140 h 6858000"/>
              <a:gd name="connsiteX154" fmla="*/ 3291335 w 7467600"/>
              <a:gd name="connsiteY154" fmla="*/ 3767420 h 6858000"/>
              <a:gd name="connsiteX155" fmla="*/ 1635889 w 7467600"/>
              <a:gd name="connsiteY155" fmla="*/ 3709494 h 6858000"/>
              <a:gd name="connsiteX156" fmla="*/ 1634800 w 7467600"/>
              <a:gd name="connsiteY156" fmla="*/ 3731111 h 6858000"/>
              <a:gd name="connsiteX157" fmla="*/ 1635889 w 7467600"/>
              <a:gd name="connsiteY157" fmla="*/ 3709494 h 6858000"/>
              <a:gd name="connsiteX158" fmla="*/ 1510397 w 7467600"/>
              <a:gd name="connsiteY158" fmla="*/ 3684705 h 6858000"/>
              <a:gd name="connsiteX159" fmla="*/ 1146550 w 7467600"/>
              <a:gd name="connsiteY159" fmla="*/ 3802012 h 6858000"/>
              <a:gd name="connsiteX160" fmla="*/ 698834 w 7467600"/>
              <a:gd name="connsiteY160" fmla="*/ 3952272 h 6858000"/>
              <a:gd name="connsiteX161" fmla="*/ 34256 w 7467600"/>
              <a:gd name="connsiteY161" fmla="*/ 4347603 h 6858000"/>
              <a:gd name="connsiteX162" fmla="*/ 527241 w 7467600"/>
              <a:gd name="connsiteY162" fmla="*/ 4065078 h 6858000"/>
              <a:gd name="connsiteX163" fmla="*/ 1510397 w 7467600"/>
              <a:gd name="connsiteY163" fmla="*/ 3684705 h 6858000"/>
              <a:gd name="connsiteX164" fmla="*/ 1313114 w 7467600"/>
              <a:gd name="connsiteY164" fmla="*/ 3655216 h 6858000"/>
              <a:gd name="connsiteX165" fmla="*/ 1109304 w 7467600"/>
              <a:gd name="connsiteY165" fmla="*/ 3669030 h 6858000"/>
              <a:gd name="connsiteX166" fmla="*/ 8129 w 7467600"/>
              <a:gd name="connsiteY166" fmla="*/ 4330519 h 6858000"/>
              <a:gd name="connsiteX167" fmla="*/ 687572 w 7467600"/>
              <a:gd name="connsiteY167" fmla="*/ 3925629 h 6858000"/>
              <a:gd name="connsiteX168" fmla="*/ 1138365 w 7467600"/>
              <a:gd name="connsiteY168" fmla="*/ 3774515 h 6858000"/>
              <a:gd name="connsiteX169" fmla="*/ 1505579 w 7467600"/>
              <a:gd name="connsiteY169" fmla="*/ 3655526 h 6858000"/>
              <a:gd name="connsiteX170" fmla="*/ 1313114 w 7467600"/>
              <a:gd name="connsiteY170" fmla="*/ 3655216 h 6858000"/>
              <a:gd name="connsiteX171" fmla="*/ 3655073 w 7467600"/>
              <a:gd name="connsiteY171" fmla="*/ 3650884 h 6858000"/>
              <a:gd name="connsiteX172" fmla="*/ 3989938 w 7467600"/>
              <a:gd name="connsiteY172" fmla="*/ 3991685 h 6858000"/>
              <a:gd name="connsiteX173" fmla="*/ 4393907 w 7467600"/>
              <a:gd name="connsiteY173" fmla="*/ 4261258 h 6858000"/>
              <a:gd name="connsiteX174" fmla="*/ 4648051 w 7467600"/>
              <a:gd name="connsiteY174" fmla="*/ 4374051 h 6858000"/>
              <a:gd name="connsiteX175" fmla="*/ 4383389 w 7467600"/>
              <a:gd name="connsiteY175" fmla="*/ 4184369 h 6858000"/>
              <a:gd name="connsiteX176" fmla="*/ 4165508 w 7467600"/>
              <a:gd name="connsiteY176" fmla="*/ 4035196 h 6858000"/>
              <a:gd name="connsiteX177" fmla="*/ 4068162 w 7467600"/>
              <a:gd name="connsiteY177" fmla="*/ 3953394 h 6858000"/>
              <a:gd name="connsiteX178" fmla="*/ 3981416 w 7467600"/>
              <a:gd name="connsiteY178" fmla="*/ 3880482 h 6858000"/>
              <a:gd name="connsiteX179" fmla="*/ 3800147 w 7467600"/>
              <a:gd name="connsiteY179" fmla="*/ 3749872 h 6858000"/>
              <a:gd name="connsiteX180" fmla="*/ 3655073 w 7467600"/>
              <a:gd name="connsiteY180" fmla="*/ 3650884 h 6858000"/>
              <a:gd name="connsiteX181" fmla="*/ 3670252 w 7467600"/>
              <a:gd name="connsiteY181" fmla="*/ 3622798 h 6858000"/>
              <a:gd name="connsiteX182" fmla="*/ 3817258 w 7467600"/>
              <a:gd name="connsiteY182" fmla="*/ 3723577 h 6858000"/>
              <a:gd name="connsiteX183" fmla="*/ 4000461 w 7467600"/>
              <a:gd name="connsiteY183" fmla="*/ 3855966 h 6858000"/>
              <a:gd name="connsiteX184" fmla="*/ 4088180 w 7467600"/>
              <a:gd name="connsiteY184" fmla="*/ 3929774 h 6858000"/>
              <a:gd name="connsiteX185" fmla="*/ 4184555 w 7467600"/>
              <a:gd name="connsiteY185" fmla="*/ 4010683 h 6858000"/>
              <a:gd name="connsiteX186" fmla="*/ 4399563 w 7467600"/>
              <a:gd name="connsiteY186" fmla="*/ 4158106 h 6858000"/>
              <a:gd name="connsiteX187" fmla="*/ 4684469 w 7467600"/>
              <a:gd name="connsiteY187" fmla="*/ 4364680 h 6858000"/>
              <a:gd name="connsiteX188" fmla="*/ 4690271 w 7467600"/>
              <a:gd name="connsiteY188" fmla="*/ 4370034 h 6858000"/>
              <a:gd name="connsiteX189" fmla="*/ 4136093 w 7467600"/>
              <a:gd name="connsiteY189" fmla="*/ 3858466 h 6858000"/>
              <a:gd name="connsiteX190" fmla="*/ 3670252 w 7467600"/>
              <a:gd name="connsiteY190" fmla="*/ 3622798 h 6858000"/>
              <a:gd name="connsiteX191" fmla="*/ 4440129 w 7467600"/>
              <a:gd name="connsiteY191" fmla="*/ 3448571 h 6858000"/>
              <a:gd name="connsiteX192" fmla="*/ 4856525 w 7467600"/>
              <a:gd name="connsiteY192" fmla="*/ 3915351 h 6858000"/>
              <a:gd name="connsiteX193" fmla="*/ 5059055 w 7467600"/>
              <a:gd name="connsiteY193" fmla="*/ 4108918 h 6858000"/>
              <a:gd name="connsiteX194" fmla="*/ 5290070 w 7467600"/>
              <a:gd name="connsiteY194" fmla="*/ 4263619 h 6858000"/>
              <a:gd name="connsiteX195" fmla="*/ 4834991 w 7467600"/>
              <a:gd name="connsiteY195" fmla="*/ 3830985 h 6858000"/>
              <a:gd name="connsiteX196" fmla="*/ 4440129 w 7467600"/>
              <a:gd name="connsiteY196" fmla="*/ 3448571 h 6858000"/>
              <a:gd name="connsiteX197" fmla="*/ 4441737 w 7467600"/>
              <a:gd name="connsiteY197" fmla="*/ 3399734 h 6858000"/>
              <a:gd name="connsiteX198" fmla="*/ 4431236 w 7467600"/>
              <a:gd name="connsiteY198" fmla="*/ 3400954 h 6858000"/>
              <a:gd name="connsiteX199" fmla="*/ 4557150 w 7467600"/>
              <a:gd name="connsiteY199" fmla="*/ 3510023 h 6858000"/>
              <a:gd name="connsiteX200" fmla="*/ 4856936 w 7467600"/>
              <a:gd name="connsiteY200" fmla="*/ 3809146 h 6858000"/>
              <a:gd name="connsiteX201" fmla="*/ 5111996 w 7467600"/>
              <a:gd name="connsiteY201" fmla="*/ 4065759 h 6858000"/>
              <a:gd name="connsiteX202" fmla="*/ 5388878 w 7467600"/>
              <a:gd name="connsiteY202" fmla="*/ 4300185 h 6858000"/>
              <a:gd name="connsiteX203" fmla="*/ 5425556 w 7467600"/>
              <a:gd name="connsiteY203" fmla="*/ 4308967 h 6858000"/>
              <a:gd name="connsiteX204" fmla="*/ 4943646 w 7467600"/>
              <a:gd name="connsiteY204" fmla="*/ 3822916 h 6858000"/>
              <a:gd name="connsiteX205" fmla="*/ 4594837 w 7467600"/>
              <a:gd name="connsiteY205" fmla="*/ 3532274 h 6858000"/>
              <a:gd name="connsiteX206" fmla="*/ 4441737 w 7467600"/>
              <a:gd name="connsiteY206" fmla="*/ 3399734 h 6858000"/>
              <a:gd name="connsiteX207" fmla="*/ 5425834 w 7467600"/>
              <a:gd name="connsiteY207" fmla="*/ 3162785 h 6858000"/>
              <a:gd name="connsiteX208" fmla="*/ 5401644 w 7467600"/>
              <a:gd name="connsiteY208" fmla="*/ 3617847 h 6858000"/>
              <a:gd name="connsiteX209" fmla="*/ 5467256 w 7467600"/>
              <a:gd name="connsiteY209" fmla="*/ 4175494 h 6858000"/>
              <a:gd name="connsiteX210" fmla="*/ 5448069 w 7467600"/>
              <a:gd name="connsiteY210" fmla="*/ 3567554 h 6858000"/>
              <a:gd name="connsiteX211" fmla="*/ 5425834 w 7467600"/>
              <a:gd name="connsiteY211" fmla="*/ 3162785 h 6858000"/>
              <a:gd name="connsiteX212" fmla="*/ 1318687 w 7467600"/>
              <a:gd name="connsiteY212" fmla="*/ 3113840 h 6858000"/>
              <a:gd name="connsiteX213" fmla="*/ 1066793 w 7467600"/>
              <a:gd name="connsiteY213" fmla="*/ 3212171 h 6858000"/>
              <a:gd name="connsiteX214" fmla="*/ 993319 w 7467600"/>
              <a:gd name="connsiteY214" fmla="*/ 3247648 h 6858000"/>
              <a:gd name="connsiteX215" fmla="*/ 853081 w 7467600"/>
              <a:gd name="connsiteY215" fmla="*/ 3312410 h 6858000"/>
              <a:gd name="connsiteX216" fmla="*/ 805957 w 7467600"/>
              <a:gd name="connsiteY216" fmla="*/ 3330443 h 6858000"/>
              <a:gd name="connsiteX217" fmla="*/ 1318687 w 7467600"/>
              <a:gd name="connsiteY217" fmla="*/ 3113840 h 6858000"/>
              <a:gd name="connsiteX218" fmla="*/ 5453702 w 7467600"/>
              <a:gd name="connsiteY218" fmla="*/ 3090882 h 6858000"/>
              <a:gd name="connsiteX219" fmla="*/ 5480135 w 7467600"/>
              <a:gd name="connsiteY219" fmla="*/ 3565802 h 6858000"/>
              <a:gd name="connsiteX220" fmla="*/ 5499023 w 7467600"/>
              <a:gd name="connsiteY220" fmla="*/ 4166310 h 6858000"/>
              <a:gd name="connsiteX221" fmla="*/ 5547022 w 7467600"/>
              <a:gd name="connsiteY221" fmla="*/ 3607838 h 6858000"/>
              <a:gd name="connsiteX222" fmla="*/ 5515964 w 7467600"/>
              <a:gd name="connsiteY222" fmla="*/ 3378541 h 6858000"/>
              <a:gd name="connsiteX223" fmla="*/ 5453702 w 7467600"/>
              <a:gd name="connsiteY223" fmla="*/ 3090882 h 6858000"/>
              <a:gd name="connsiteX224" fmla="*/ 1238695 w 7467600"/>
              <a:gd name="connsiteY224" fmla="*/ 3076820 h 6858000"/>
              <a:gd name="connsiteX225" fmla="*/ 716371 w 7467600"/>
              <a:gd name="connsiteY225" fmla="*/ 3293249 h 6858000"/>
              <a:gd name="connsiteX226" fmla="*/ 579522 w 7467600"/>
              <a:gd name="connsiteY226" fmla="*/ 3371759 h 6858000"/>
              <a:gd name="connsiteX227" fmla="*/ 600288 w 7467600"/>
              <a:gd name="connsiteY227" fmla="*/ 3365555 h 6858000"/>
              <a:gd name="connsiteX228" fmla="*/ 840692 w 7467600"/>
              <a:gd name="connsiteY228" fmla="*/ 3284921 h 6858000"/>
              <a:gd name="connsiteX229" fmla="*/ 979248 w 7467600"/>
              <a:gd name="connsiteY229" fmla="*/ 3221003 h 6858000"/>
              <a:gd name="connsiteX230" fmla="*/ 1053282 w 7467600"/>
              <a:gd name="connsiteY230" fmla="*/ 3185247 h 6858000"/>
              <a:gd name="connsiteX231" fmla="*/ 1320603 w 7467600"/>
              <a:gd name="connsiteY231" fmla="*/ 3081281 h 6858000"/>
              <a:gd name="connsiteX232" fmla="*/ 1238695 w 7467600"/>
              <a:gd name="connsiteY232" fmla="*/ 3076820 h 6858000"/>
              <a:gd name="connsiteX233" fmla="*/ 5425627 w 7467600"/>
              <a:gd name="connsiteY233" fmla="*/ 2954192 h 6858000"/>
              <a:gd name="connsiteX234" fmla="*/ 5470770 w 7467600"/>
              <a:gd name="connsiteY234" fmla="*/ 3005435 h 6858000"/>
              <a:gd name="connsiteX235" fmla="*/ 5519779 w 7467600"/>
              <a:gd name="connsiteY235" fmla="*/ 4359223 h 6858000"/>
              <a:gd name="connsiteX236" fmla="*/ 5520293 w 7467600"/>
              <a:gd name="connsiteY236" fmla="*/ 4360602 h 6858000"/>
              <a:gd name="connsiteX237" fmla="*/ 5767221 w 7467600"/>
              <a:gd name="connsiteY237" fmla="*/ 4665564 h 6858000"/>
              <a:gd name="connsiteX238" fmla="*/ 6937169 w 7467600"/>
              <a:gd name="connsiteY238" fmla="*/ 4815941 h 6858000"/>
              <a:gd name="connsiteX239" fmla="*/ 6953922 w 7467600"/>
              <a:gd name="connsiteY239" fmla="*/ 4890068 h 6858000"/>
              <a:gd name="connsiteX240" fmla="*/ 6071359 w 7467600"/>
              <a:gd name="connsiteY240" fmla="*/ 4770770 h 6858000"/>
              <a:gd name="connsiteX241" fmla="*/ 6038839 w 7467600"/>
              <a:gd name="connsiteY241" fmla="*/ 4764474 h 6858000"/>
              <a:gd name="connsiteX242" fmla="*/ 6038706 w 7467600"/>
              <a:gd name="connsiteY242" fmla="*/ 4763847 h 6858000"/>
              <a:gd name="connsiteX243" fmla="*/ 6037784 w 7467600"/>
              <a:gd name="connsiteY243" fmla="*/ 4764270 h 6858000"/>
              <a:gd name="connsiteX244" fmla="*/ 6038839 w 7467600"/>
              <a:gd name="connsiteY244" fmla="*/ 4764474 h 6858000"/>
              <a:gd name="connsiteX245" fmla="*/ 6040338 w 7467600"/>
              <a:gd name="connsiteY245" fmla="*/ 4771418 h 6858000"/>
              <a:gd name="connsiteX246" fmla="*/ 6024488 w 7467600"/>
              <a:gd name="connsiteY246" fmla="*/ 4809903 h 6858000"/>
              <a:gd name="connsiteX247" fmla="*/ 5599771 w 7467600"/>
              <a:gd name="connsiteY247" fmla="*/ 5509652 h 6858000"/>
              <a:gd name="connsiteX248" fmla="*/ 5548843 w 7467600"/>
              <a:gd name="connsiteY248" fmla="*/ 5563845 h 6858000"/>
              <a:gd name="connsiteX249" fmla="*/ 5940952 w 7467600"/>
              <a:gd name="connsiteY249" fmla="*/ 6250028 h 6858000"/>
              <a:gd name="connsiteX250" fmla="*/ 6043441 w 7467600"/>
              <a:gd name="connsiteY250" fmla="*/ 6665847 h 6858000"/>
              <a:gd name="connsiteX251" fmla="*/ 6093432 w 7467600"/>
              <a:gd name="connsiteY251" fmla="*/ 6858000 h 6858000"/>
              <a:gd name="connsiteX252" fmla="*/ 6034344 w 7467600"/>
              <a:gd name="connsiteY252" fmla="*/ 6858000 h 6858000"/>
              <a:gd name="connsiteX253" fmla="*/ 6026679 w 7467600"/>
              <a:gd name="connsiteY253" fmla="*/ 6836959 h 6858000"/>
              <a:gd name="connsiteX254" fmla="*/ 5800441 w 7467600"/>
              <a:gd name="connsiteY254" fmla="*/ 6335286 h 6858000"/>
              <a:gd name="connsiteX255" fmla="*/ 5526562 w 7467600"/>
              <a:gd name="connsiteY255" fmla="*/ 5705388 h 6858000"/>
              <a:gd name="connsiteX256" fmla="*/ 5519640 w 7467600"/>
              <a:gd name="connsiteY256" fmla="*/ 5683774 h 6858000"/>
              <a:gd name="connsiteX257" fmla="*/ 5844559 w 7467600"/>
              <a:gd name="connsiteY257" fmla="*/ 6553349 h 6858000"/>
              <a:gd name="connsiteX258" fmla="*/ 5975994 w 7467600"/>
              <a:gd name="connsiteY258" fmla="*/ 6858000 h 6858000"/>
              <a:gd name="connsiteX259" fmla="*/ 5898547 w 7467600"/>
              <a:gd name="connsiteY259" fmla="*/ 6858000 h 6858000"/>
              <a:gd name="connsiteX260" fmla="*/ 5682041 w 7467600"/>
              <a:gd name="connsiteY260" fmla="*/ 6355860 h 6858000"/>
              <a:gd name="connsiteX261" fmla="*/ 5461758 w 7467600"/>
              <a:gd name="connsiteY261" fmla="*/ 5820220 h 6858000"/>
              <a:gd name="connsiteX262" fmla="*/ 5237282 w 7467600"/>
              <a:gd name="connsiteY262" fmla="*/ 6579086 h 6858000"/>
              <a:gd name="connsiteX263" fmla="*/ 5115009 w 7467600"/>
              <a:gd name="connsiteY263" fmla="*/ 6858000 h 6858000"/>
              <a:gd name="connsiteX264" fmla="*/ 5028074 w 7467600"/>
              <a:gd name="connsiteY264" fmla="*/ 6858000 h 6858000"/>
              <a:gd name="connsiteX265" fmla="*/ 5079508 w 7467600"/>
              <a:gd name="connsiteY265" fmla="*/ 6749074 h 6858000"/>
              <a:gd name="connsiteX266" fmla="*/ 5371846 w 7467600"/>
              <a:gd name="connsiteY266" fmla="*/ 5924413 h 6858000"/>
              <a:gd name="connsiteX267" fmla="*/ 5270512 w 7467600"/>
              <a:gd name="connsiteY267" fmla="*/ 6138975 h 6858000"/>
              <a:gd name="connsiteX268" fmla="*/ 5062409 w 7467600"/>
              <a:gd name="connsiteY268" fmla="*/ 6653544 h 6858000"/>
              <a:gd name="connsiteX269" fmla="*/ 5036628 w 7467600"/>
              <a:gd name="connsiteY269" fmla="*/ 6754247 h 6858000"/>
              <a:gd name="connsiteX270" fmla="*/ 5009112 w 7467600"/>
              <a:gd name="connsiteY270" fmla="*/ 6858000 h 6858000"/>
              <a:gd name="connsiteX271" fmla="*/ 4976679 w 7467600"/>
              <a:gd name="connsiteY271" fmla="*/ 6858000 h 6858000"/>
              <a:gd name="connsiteX272" fmla="*/ 5006537 w 7467600"/>
              <a:gd name="connsiteY272" fmla="*/ 6747068 h 6858000"/>
              <a:gd name="connsiteX273" fmla="*/ 5032723 w 7467600"/>
              <a:gd name="connsiteY273" fmla="*/ 6644957 h 6858000"/>
              <a:gd name="connsiteX274" fmla="*/ 5242949 w 7467600"/>
              <a:gd name="connsiteY274" fmla="*/ 6125175 h 6858000"/>
              <a:gd name="connsiteX275" fmla="*/ 5286321 w 7467600"/>
              <a:gd name="connsiteY275" fmla="*/ 6033555 h 6858000"/>
              <a:gd name="connsiteX276" fmla="*/ 5008210 w 7467600"/>
              <a:gd name="connsiteY276" fmla="*/ 6649194 h 6858000"/>
              <a:gd name="connsiteX277" fmla="*/ 4986321 w 7467600"/>
              <a:gd name="connsiteY277" fmla="*/ 6765687 h 6858000"/>
              <a:gd name="connsiteX278" fmla="*/ 4973474 w 7467600"/>
              <a:gd name="connsiteY278" fmla="*/ 6858000 h 6858000"/>
              <a:gd name="connsiteX279" fmla="*/ 4907178 w 7467600"/>
              <a:gd name="connsiteY279" fmla="*/ 6858000 h 6858000"/>
              <a:gd name="connsiteX280" fmla="*/ 4910810 w 7467600"/>
              <a:gd name="connsiteY280" fmla="*/ 6829660 h 6858000"/>
              <a:gd name="connsiteX281" fmla="*/ 4987461 w 7467600"/>
              <a:gd name="connsiteY281" fmla="*/ 6432994 h 6858000"/>
              <a:gd name="connsiteX282" fmla="*/ 5179262 w 7467600"/>
              <a:gd name="connsiteY282" fmla="*/ 6035044 h 6858000"/>
              <a:gd name="connsiteX283" fmla="*/ 4689678 w 7467600"/>
              <a:gd name="connsiteY283" fmla="*/ 6440241 h 6858000"/>
              <a:gd name="connsiteX284" fmla="*/ 4477543 w 7467600"/>
              <a:gd name="connsiteY284" fmla="*/ 6674836 h 6858000"/>
              <a:gd name="connsiteX285" fmla="*/ 4329957 w 7467600"/>
              <a:gd name="connsiteY285" fmla="*/ 6858000 h 6858000"/>
              <a:gd name="connsiteX286" fmla="*/ 4218595 w 7467600"/>
              <a:gd name="connsiteY286" fmla="*/ 6858000 h 6858000"/>
              <a:gd name="connsiteX287" fmla="*/ 4368888 w 7467600"/>
              <a:gd name="connsiteY287" fmla="*/ 6668412 h 6858000"/>
              <a:gd name="connsiteX288" fmla="*/ 4563091 w 7467600"/>
              <a:gd name="connsiteY288" fmla="*/ 6442508 h 6858000"/>
              <a:gd name="connsiteX289" fmla="*/ 5387324 w 7467600"/>
              <a:gd name="connsiteY289" fmla="*/ 5705830 h 6858000"/>
              <a:gd name="connsiteX290" fmla="*/ 5073620 w 7467600"/>
              <a:gd name="connsiteY290" fmla="*/ 5955437 h 6858000"/>
              <a:gd name="connsiteX291" fmla="*/ 4689789 w 7467600"/>
              <a:gd name="connsiteY291" fmla="*/ 6268382 h 6858000"/>
              <a:gd name="connsiteX292" fmla="*/ 4418722 w 7467600"/>
              <a:gd name="connsiteY292" fmla="*/ 6570886 h 6858000"/>
              <a:gd name="connsiteX293" fmla="*/ 4214944 w 7467600"/>
              <a:gd name="connsiteY293" fmla="*/ 6858000 h 6858000"/>
              <a:gd name="connsiteX294" fmla="*/ 4177898 w 7467600"/>
              <a:gd name="connsiteY294" fmla="*/ 6858000 h 6858000"/>
              <a:gd name="connsiteX295" fmla="*/ 4391597 w 7467600"/>
              <a:gd name="connsiteY295" fmla="*/ 6556370 h 6858000"/>
              <a:gd name="connsiteX296" fmla="*/ 4668889 w 7467600"/>
              <a:gd name="connsiteY296" fmla="*/ 6246399 h 6858000"/>
              <a:gd name="connsiteX297" fmla="*/ 5055427 w 7467600"/>
              <a:gd name="connsiteY297" fmla="*/ 5931476 h 6858000"/>
              <a:gd name="connsiteX298" fmla="*/ 5371814 w 7467600"/>
              <a:gd name="connsiteY298" fmla="*/ 5678975 h 6858000"/>
              <a:gd name="connsiteX299" fmla="*/ 4987918 w 7467600"/>
              <a:gd name="connsiteY299" fmla="*/ 5838701 h 6858000"/>
              <a:gd name="connsiteX300" fmla="*/ 4317146 w 7467600"/>
              <a:gd name="connsiteY300" fmla="*/ 6587716 h 6858000"/>
              <a:gd name="connsiteX301" fmla="*/ 4171627 w 7467600"/>
              <a:gd name="connsiteY301" fmla="*/ 6858000 h 6858000"/>
              <a:gd name="connsiteX302" fmla="*/ 4081585 w 7467600"/>
              <a:gd name="connsiteY302" fmla="*/ 6858000 h 6858000"/>
              <a:gd name="connsiteX303" fmla="*/ 4238603 w 7467600"/>
              <a:gd name="connsiteY303" fmla="*/ 6559341 h 6858000"/>
              <a:gd name="connsiteX304" fmla="*/ 4778333 w 7467600"/>
              <a:gd name="connsiteY304" fmla="*/ 5873626 h 6858000"/>
              <a:gd name="connsiteX305" fmla="*/ 5414185 w 7467600"/>
              <a:gd name="connsiteY305" fmla="*/ 5573882 h 6858000"/>
              <a:gd name="connsiteX306" fmla="*/ 5959648 w 7467600"/>
              <a:gd name="connsiteY306" fmla="*/ 4760797 h 6858000"/>
              <a:gd name="connsiteX307" fmla="*/ 5355019 w 7467600"/>
              <a:gd name="connsiteY307" fmla="*/ 4734672 h 6858000"/>
              <a:gd name="connsiteX308" fmla="*/ 5083565 w 7467600"/>
              <a:gd name="connsiteY308" fmla="*/ 5179121 h 6858000"/>
              <a:gd name="connsiteX309" fmla="*/ 4713577 w 7467600"/>
              <a:gd name="connsiteY309" fmla="*/ 5616803 h 6858000"/>
              <a:gd name="connsiteX310" fmla="*/ 3989559 w 7467600"/>
              <a:gd name="connsiteY310" fmla="*/ 6145945 h 6858000"/>
              <a:gd name="connsiteX311" fmla="*/ 3939824 w 7467600"/>
              <a:gd name="connsiteY311" fmla="*/ 6066900 h 6858000"/>
              <a:gd name="connsiteX312" fmla="*/ 4584537 w 7467600"/>
              <a:gd name="connsiteY312" fmla="*/ 5324826 h 6858000"/>
              <a:gd name="connsiteX313" fmla="*/ 5037105 w 7467600"/>
              <a:gd name="connsiteY313" fmla="*/ 5088765 h 6858000"/>
              <a:gd name="connsiteX314" fmla="*/ 5039930 w 7467600"/>
              <a:gd name="connsiteY314" fmla="*/ 5089585 h 6858000"/>
              <a:gd name="connsiteX315" fmla="*/ 5263764 w 7467600"/>
              <a:gd name="connsiteY315" fmla="*/ 4735525 h 6858000"/>
              <a:gd name="connsiteX316" fmla="*/ 4086300 w 7467600"/>
              <a:gd name="connsiteY316" fmla="*/ 4884599 h 6858000"/>
              <a:gd name="connsiteX317" fmla="*/ 4085485 w 7467600"/>
              <a:gd name="connsiteY317" fmla="*/ 4899070 h 6858000"/>
              <a:gd name="connsiteX318" fmla="*/ 3871915 w 7467600"/>
              <a:gd name="connsiteY318" fmla="*/ 5253645 h 6858000"/>
              <a:gd name="connsiteX319" fmla="*/ 3799374 w 7467600"/>
              <a:gd name="connsiteY319" fmla="*/ 5466127 h 6858000"/>
              <a:gd name="connsiteX320" fmla="*/ 3498850 w 7467600"/>
              <a:gd name="connsiteY320" fmla="*/ 6661888 h 6858000"/>
              <a:gd name="connsiteX321" fmla="*/ 3399216 w 7467600"/>
              <a:gd name="connsiteY321" fmla="*/ 6858000 h 6858000"/>
              <a:gd name="connsiteX322" fmla="*/ 3303688 w 7467600"/>
              <a:gd name="connsiteY322" fmla="*/ 6858000 h 6858000"/>
              <a:gd name="connsiteX323" fmla="*/ 3391774 w 7467600"/>
              <a:gd name="connsiteY323" fmla="*/ 6697181 h 6858000"/>
              <a:gd name="connsiteX324" fmla="*/ 3735540 w 7467600"/>
              <a:gd name="connsiteY324" fmla="*/ 5546923 h 6858000"/>
              <a:gd name="connsiteX325" fmla="*/ 3729438 w 7467600"/>
              <a:gd name="connsiteY325" fmla="*/ 5569058 h 6858000"/>
              <a:gd name="connsiteX326" fmla="*/ 3707782 w 7467600"/>
              <a:gd name="connsiteY326" fmla="*/ 5644908 h 6858000"/>
              <a:gd name="connsiteX327" fmla="*/ 3583827 w 7467600"/>
              <a:gd name="connsiteY327" fmla="*/ 6039215 h 6858000"/>
              <a:gd name="connsiteX328" fmla="*/ 3547861 w 7467600"/>
              <a:gd name="connsiteY328" fmla="*/ 6129609 h 6858000"/>
              <a:gd name="connsiteX329" fmla="*/ 3490905 w 7467600"/>
              <a:gd name="connsiteY329" fmla="*/ 6277660 h 6858000"/>
              <a:gd name="connsiteX330" fmla="*/ 3455859 w 7467600"/>
              <a:gd name="connsiteY330" fmla="*/ 6391301 h 6858000"/>
              <a:gd name="connsiteX331" fmla="*/ 3429112 w 7467600"/>
              <a:gd name="connsiteY331" fmla="*/ 6479469 h 6858000"/>
              <a:gd name="connsiteX332" fmla="*/ 3304862 w 7467600"/>
              <a:gd name="connsiteY332" fmla="*/ 6796476 h 6858000"/>
              <a:gd name="connsiteX333" fmla="*/ 3276071 w 7467600"/>
              <a:gd name="connsiteY333" fmla="*/ 6858000 h 6858000"/>
              <a:gd name="connsiteX334" fmla="*/ 3240805 w 7467600"/>
              <a:gd name="connsiteY334" fmla="*/ 6858000 h 6858000"/>
              <a:gd name="connsiteX335" fmla="*/ 3275917 w 7467600"/>
              <a:gd name="connsiteY335" fmla="*/ 6783192 h 6858000"/>
              <a:gd name="connsiteX336" fmla="*/ 3399358 w 7467600"/>
              <a:gd name="connsiteY336" fmla="*/ 6469011 h 6858000"/>
              <a:gd name="connsiteX337" fmla="*/ 3425650 w 7467600"/>
              <a:gd name="connsiteY337" fmla="*/ 6381333 h 6858000"/>
              <a:gd name="connsiteX338" fmla="*/ 3460661 w 7467600"/>
              <a:gd name="connsiteY338" fmla="*/ 6266763 h 6858000"/>
              <a:gd name="connsiteX339" fmla="*/ 3518021 w 7467600"/>
              <a:gd name="connsiteY339" fmla="*/ 6117298 h 6858000"/>
              <a:gd name="connsiteX340" fmla="*/ 3554035 w 7467600"/>
              <a:gd name="connsiteY340" fmla="*/ 6027832 h 6858000"/>
              <a:gd name="connsiteX341" fmla="*/ 3677174 w 7467600"/>
              <a:gd name="connsiteY341" fmla="*/ 5636351 h 6858000"/>
              <a:gd name="connsiteX342" fmla="*/ 3698819 w 7467600"/>
              <a:gd name="connsiteY342" fmla="*/ 5560503 h 6858000"/>
              <a:gd name="connsiteX343" fmla="*/ 3702094 w 7467600"/>
              <a:gd name="connsiteY343" fmla="*/ 5549194 h 6858000"/>
              <a:gd name="connsiteX344" fmla="*/ 3398355 w 7467600"/>
              <a:gd name="connsiteY344" fmla="*/ 6094603 h 6858000"/>
              <a:gd name="connsiteX345" fmla="*/ 3193941 w 7467600"/>
              <a:gd name="connsiteY345" fmla="*/ 6798775 h 6858000"/>
              <a:gd name="connsiteX346" fmla="*/ 3184140 w 7467600"/>
              <a:gd name="connsiteY346" fmla="*/ 6858000 h 6858000"/>
              <a:gd name="connsiteX347" fmla="*/ 3099978 w 7467600"/>
              <a:gd name="connsiteY347" fmla="*/ 6858000 h 6858000"/>
              <a:gd name="connsiteX348" fmla="*/ 3101556 w 7467600"/>
              <a:gd name="connsiteY348" fmla="*/ 6843337 h 6858000"/>
              <a:gd name="connsiteX349" fmla="*/ 3370162 w 7467600"/>
              <a:gd name="connsiteY349" fmla="*/ 5785550 h 6858000"/>
              <a:gd name="connsiteX350" fmla="*/ 3746477 w 7467600"/>
              <a:gd name="connsiteY350" fmla="*/ 5377889 h 6858000"/>
              <a:gd name="connsiteX351" fmla="*/ 3863399 w 7467600"/>
              <a:gd name="connsiteY351" fmla="*/ 5087257 h 6858000"/>
              <a:gd name="connsiteX352" fmla="*/ 3968712 w 7467600"/>
              <a:gd name="connsiteY352" fmla="*/ 4913989 h 6858000"/>
              <a:gd name="connsiteX353" fmla="*/ 2792390 w 7467600"/>
              <a:gd name="connsiteY353" fmla="*/ 5382974 h 6858000"/>
              <a:gd name="connsiteX354" fmla="*/ 2714982 w 7467600"/>
              <a:gd name="connsiteY354" fmla="*/ 5427051 h 6858000"/>
              <a:gd name="connsiteX355" fmla="*/ 2813361 w 7467600"/>
              <a:gd name="connsiteY355" fmla="*/ 6023912 h 6858000"/>
              <a:gd name="connsiteX356" fmla="*/ 2688430 w 7467600"/>
              <a:gd name="connsiteY356" fmla="*/ 6801564 h 6858000"/>
              <a:gd name="connsiteX357" fmla="*/ 2629626 w 7467600"/>
              <a:gd name="connsiteY357" fmla="*/ 6763394 h 6858000"/>
              <a:gd name="connsiteX358" fmla="*/ 2565328 w 7467600"/>
              <a:gd name="connsiteY358" fmla="*/ 5516399 h 6858000"/>
              <a:gd name="connsiteX359" fmla="*/ 1922999 w 7467600"/>
              <a:gd name="connsiteY359" fmla="*/ 5980343 h 6858000"/>
              <a:gd name="connsiteX360" fmla="*/ 1950261 w 7467600"/>
              <a:gd name="connsiteY360" fmla="*/ 6405858 h 6858000"/>
              <a:gd name="connsiteX361" fmla="*/ 2365554 w 7467600"/>
              <a:gd name="connsiteY361" fmla="*/ 6759107 h 6858000"/>
              <a:gd name="connsiteX362" fmla="*/ 2424142 w 7467600"/>
              <a:gd name="connsiteY362" fmla="*/ 6858000 h 6858000"/>
              <a:gd name="connsiteX363" fmla="*/ 2395994 w 7467600"/>
              <a:gd name="connsiteY363" fmla="*/ 6858000 h 6858000"/>
              <a:gd name="connsiteX364" fmla="*/ 2392863 w 7467600"/>
              <a:gd name="connsiteY364" fmla="*/ 6852964 h 6858000"/>
              <a:gd name="connsiteX365" fmla="*/ 2017589 w 7467600"/>
              <a:gd name="connsiteY365" fmla="*/ 6493982 h 6858000"/>
              <a:gd name="connsiteX366" fmla="*/ 2147336 w 7467600"/>
              <a:gd name="connsiteY366" fmla="*/ 6594052 h 6858000"/>
              <a:gd name="connsiteX367" fmla="*/ 2207047 w 7467600"/>
              <a:gd name="connsiteY367" fmla="*/ 6654540 h 6858000"/>
              <a:gd name="connsiteX368" fmla="*/ 2299106 w 7467600"/>
              <a:gd name="connsiteY368" fmla="*/ 6778931 h 6858000"/>
              <a:gd name="connsiteX369" fmla="*/ 2314430 w 7467600"/>
              <a:gd name="connsiteY369" fmla="*/ 6801144 h 6858000"/>
              <a:gd name="connsiteX370" fmla="*/ 2352406 w 7467600"/>
              <a:gd name="connsiteY370" fmla="*/ 6858000 h 6858000"/>
              <a:gd name="connsiteX371" fmla="*/ 2314492 w 7467600"/>
              <a:gd name="connsiteY371" fmla="*/ 6858000 h 6858000"/>
              <a:gd name="connsiteX372" fmla="*/ 2288095 w 7467600"/>
              <a:gd name="connsiteY372" fmla="*/ 6818030 h 6858000"/>
              <a:gd name="connsiteX373" fmla="*/ 2272768 w 7467600"/>
              <a:gd name="connsiteY373" fmla="*/ 6795822 h 6858000"/>
              <a:gd name="connsiteX374" fmla="*/ 2182715 w 7467600"/>
              <a:gd name="connsiteY374" fmla="*/ 6675071 h 6858000"/>
              <a:gd name="connsiteX375" fmla="*/ 2032061 w 7467600"/>
              <a:gd name="connsiteY375" fmla="*/ 6541380 h 6858000"/>
              <a:gd name="connsiteX376" fmla="*/ 2257220 w 7467600"/>
              <a:gd name="connsiteY376" fmla="*/ 6826257 h 6858000"/>
              <a:gd name="connsiteX377" fmla="*/ 2281324 w 7467600"/>
              <a:gd name="connsiteY377" fmla="*/ 6858000 h 6858000"/>
              <a:gd name="connsiteX378" fmla="*/ 2242860 w 7467600"/>
              <a:gd name="connsiteY378" fmla="*/ 6858000 h 6858000"/>
              <a:gd name="connsiteX379" fmla="*/ 2232818 w 7467600"/>
              <a:gd name="connsiteY379" fmla="*/ 6844926 h 6858000"/>
              <a:gd name="connsiteX380" fmla="*/ 1990172 w 7467600"/>
              <a:gd name="connsiteY380" fmla="*/ 6542121 h 6858000"/>
              <a:gd name="connsiteX381" fmla="*/ 2124090 w 7467600"/>
              <a:gd name="connsiteY381" fmla="*/ 6761017 h 6858000"/>
              <a:gd name="connsiteX382" fmla="*/ 2200380 w 7467600"/>
              <a:gd name="connsiteY382" fmla="*/ 6858000 h 6858000"/>
              <a:gd name="connsiteX383" fmla="*/ 2147507 w 7467600"/>
              <a:gd name="connsiteY383" fmla="*/ 6858000 h 6858000"/>
              <a:gd name="connsiteX384" fmla="*/ 2070668 w 7467600"/>
              <a:gd name="connsiteY384" fmla="*/ 6761520 h 6858000"/>
              <a:gd name="connsiteX385" fmla="*/ 1975142 w 7467600"/>
              <a:gd name="connsiteY385" fmla="*/ 6585570 h 6858000"/>
              <a:gd name="connsiteX386" fmla="*/ 2050035 w 7467600"/>
              <a:gd name="connsiteY386" fmla="*/ 6813345 h 6858000"/>
              <a:gd name="connsiteX387" fmla="*/ 2063025 w 7467600"/>
              <a:gd name="connsiteY387" fmla="*/ 6858000 h 6858000"/>
              <a:gd name="connsiteX388" fmla="*/ 2021675 w 7467600"/>
              <a:gd name="connsiteY388" fmla="*/ 6858000 h 6858000"/>
              <a:gd name="connsiteX389" fmla="*/ 2019308 w 7467600"/>
              <a:gd name="connsiteY389" fmla="*/ 6847118 h 6858000"/>
              <a:gd name="connsiteX390" fmla="*/ 1938835 w 7467600"/>
              <a:gd name="connsiteY390" fmla="*/ 6551160 h 6858000"/>
              <a:gd name="connsiteX391" fmla="*/ 1953230 w 7467600"/>
              <a:gd name="connsiteY391" fmla="*/ 6759699 h 6858000"/>
              <a:gd name="connsiteX392" fmla="*/ 1956763 w 7467600"/>
              <a:gd name="connsiteY392" fmla="*/ 6778191 h 6858000"/>
              <a:gd name="connsiteX393" fmla="*/ 1967925 w 7467600"/>
              <a:gd name="connsiteY393" fmla="*/ 6858000 h 6858000"/>
              <a:gd name="connsiteX394" fmla="*/ 1936622 w 7467600"/>
              <a:gd name="connsiteY394" fmla="*/ 6858000 h 6858000"/>
              <a:gd name="connsiteX395" fmla="*/ 1926261 w 7467600"/>
              <a:gd name="connsiteY395" fmla="*/ 6784064 h 6858000"/>
              <a:gd name="connsiteX396" fmla="*/ 1922724 w 7467600"/>
              <a:gd name="connsiteY396" fmla="*/ 6765577 h 6858000"/>
              <a:gd name="connsiteX397" fmla="*/ 1904650 w 7467600"/>
              <a:gd name="connsiteY397" fmla="*/ 6639616 h 6858000"/>
              <a:gd name="connsiteX398" fmla="*/ 1885273 w 7467600"/>
              <a:gd name="connsiteY398" fmla="*/ 6858000 h 6858000"/>
              <a:gd name="connsiteX399" fmla="*/ 1854363 w 7467600"/>
              <a:gd name="connsiteY399" fmla="*/ 6858000 h 6858000"/>
              <a:gd name="connsiteX400" fmla="*/ 1880391 w 7467600"/>
              <a:gd name="connsiteY400" fmla="*/ 6603796 h 6858000"/>
              <a:gd name="connsiteX401" fmla="*/ 1818273 w 7467600"/>
              <a:gd name="connsiteY401" fmla="*/ 6715729 h 6858000"/>
              <a:gd name="connsiteX402" fmla="*/ 1794691 w 7467600"/>
              <a:gd name="connsiteY402" fmla="*/ 6843239 h 6858000"/>
              <a:gd name="connsiteX403" fmla="*/ 1794914 w 7467600"/>
              <a:gd name="connsiteY403" fmla="*/ 6858000 h 6858000"/>
              <a:gd name="connsiteX404" fmla="*/ 1746128 w 7467600"/>
              <a:gd name="connsiteY404" fmla="*/ 6858000 h 6858000"/>
              <a:gd name="connsiteX405" fmla="*/ 1753934 w 7467600"/>
              <a:gd name="connsiteY405" fmla="*/ 6724796 h 6858000"/>
              <a:gd name="connsiteX406" fmla="*/ 1792053 w 7467600"/>
              <a:gd name="connsiteY406" fmla="*/ 6572396 h 6858000"/>
              <a:gd name="connsiteX407" fmla="*/ 1862248 w 7467600"/>
              <a:gd name="connsiteY407" fmla="*/ 6266397 h 6858000"/>
              <a:gd name="connsiteX408" fmla="*/ 1862250 w 7467600"/>
              <a:gd name="connsiteY408" fmla="*/ 6033531 h 6858000"/>
              <a:gd name="connsiteX409" fmla="*/ 1211999 w 7467600"/>
              <a:gd name="connsiteY409" fmla="*/ 6683610 h 6858000"/>
              <a:gd name="connsiteX410" fmla="*/ 1213266 w 7467600"/>
              <a:gd name="connsiteY410" fmla="*/ 6691947 h 6858000"/>
              <a:gd name="connsiteX411" fmla="*/ 1203370 w 7467600"/>
              <a:gd name="connsiteY411" fmla="*/ 6850676 h 6858000"/>
              <a:gd name="connsiteX412" fmla="*/ 1203671 w 7467600"/>
              <a:gd name="connsiteY412" fmla="*/ 6858000 h 6858000"/>
              <a:gd name="connsiteX413" fmla="*/ 1143180 w 7467600"/>
              <a:gd name="connsiteY413" fmla="*/ 6858000 h 6858000"/>
              <a:gd name="connsiteX414" fmla="*/ 1142176 w 7467600"/>
              <a:gd name="connsiteY414" fmla="*/ 6766045 h 6858000"/>
              <a:gd name="connsiteX415" fmla="*/ 1067484 w 7467600"/>
              <a:gd name="connsiteY415" fmla="*/ 6858000 h 6858000"/>
              <a:gd name="connsiteX416" fmla="*/ 953928 w 7467600"/>
              <a:gd name="connsiteY416" fmla="*/ 6858000 h 6858000"/>
              <a:gd name="connsiteX417" fmla="*/ 959715 w 7467600"/>
              <a:gd name="connsiteY417" fmla="*/ 6850185 h 6858000"/>
              <a:gd name="connsiteX418" fmla="*/ 1483788 w 7467600"/>
              <a:gd name="connsiteY418" fmla="*/ 6259174 h 6858000"/>
              <a:gd name="connsiteX419" fmla="*/ 1100671 w 7467600"/>
              <a:gd name="connsiteY419" fmla="*/ 6252137 h 6858000"/>
              <a:gd name="connsiteX420" fmla="*/ 1090144 w 7467600"/>
              <a:gd name="connsiteY420" fmla="*/ 6256748 h 6858000"/>
              <a:gd name="connsiteX421" fmla="*/ 1095872 w 7467600"/>
              <a:gd name="connsiteY421" fmla="*/ 6271892 h 6858000"/>
              <a:gd name="connsiteX422" fmla="*/ 262785 w 7467600"/>
              <a:gd name="connsiteY422" fmla="*/ 6845450 h 6858000"/>
              <a:gd name="connsiteX423" fmla="*/ 209968 w 7467600"/>
              <a:gd name="connsiteY423" fmla="*/ 6770713 h 6858000"/>
              <a:gd name="connsiteX424" fmla="*/ 873460 w 7467600"/>
              <a:gd name="connsiteY424" fmla="*/ 6253768 h 6858000"/>
              <a:gd name="connsiteX425" fmla="*/ 192686 w 7467600"/>
              <a:gd name="connsiteY425" fmla="*/ 5849257 h 6858000"/>
              <a:gd name="connsiteX426" fmla="*/ 4696 w 7467600"/>
              <a:gd name="connsiteY426" fmla="*/ 5697668 h 6858000"/>
              <a:gd name="connsiteX427" fmla="*/ 0 w 7467600"/>
              <a:gd name="connsiteY427" fmla="*/ 5689984 h 6858000"/>
              <a:gd name="connsiteX428" fmla="*/ 0 w 7467600"/>
              <a:gd name="connsiteY428" fmla="*/ 5513472 h 6858000"/>
              <a:gd name="connsiteX429" fmla="*/ 174101 w 7467600"/>
              <a:gd name="connsiteY429" fmla="*/ 5620277 h 6858000"/>
              <a:gd name="connsiteX430" fmla="*/ 891800 w 7467600"/>
              <a:gd name="connsiteY430" fmla="*/ 6036935 h 6858000"/>
              <a:gd name="connsiteX431" fmla="*/ 1072219 w 7467600"/>
              <a:gd name="connsiteY431" fmla="*/ 6169443 h 6858000"/>
              <a:gd name="connsiteX432" fmla="*/ 1074117 w 7467600"/>
              <a:gd name="connsiteY432" fmla="*/ 6170301 h 6858000"/>
              <a:gd name="connsiteX433" fmla="*/ 1083114 w 7467600"/>
              <a:gd name="connsiteY433" fmla="*/ 6174131 h 6858000"/>
              <a:gd name="connsiteX434" fmla="*/ 1543010 w 7467600"/>
              <a:gd name="connsiteY434" fmla="*/ 6191140 h 6858000"/>
              <a:gd name="connsiteX435" fmla="*/ 1551080 w 7467600"/>
              <a:gd name="connsiteY435" fmla="*/ 6195006 h 6858000"/>
              <a:gd name="connsiteX436" fmla="*/ 2345443 w 7467600"/>
              <a:gd name="connsiteY436" fmla="*/ 5549882 h 6858000"/>
              <a:gd name="connsiteX437" fmla="*/ 1721499 w 7467600"/>
              <a:gd name="connsiteY437" fmla="*/ 5599969 h 6858000"/>
              <a:gd name="connsiteX438" fmla="*/ 767716 w 7467600"/>
              <a:gd name="connsiteY438" fmla="*/ 5472768 h 6858000"/>
              <a:gd name="connsiteX439" fmla="*/ 722147 w 7467600"/>
              <a:gd name="connsiteY439" fmla="*/ 5393091 h 6858000"/>
              <a:gd name="connsiteX440" fmla="*/ 1485552 w 7467600"/>
              <a:gd name="connsiteY440" fmla="*/ 5313202 h 6858000"/>
              <a:gd name="connsiteX441" fmla="*/ 2143004 w 7467600"/>
              <a:gd name="connsiteY441" fmla="*/ 5402420 h 6858000"/>
              <a:gd name="connsiteX442" fmla="*/ 1933391 w 7467600"/>
              <a:gd name="connsiteY442" fmla="*/ 5156971 h 6858000"/>
              <a:gd name="connsiteX443" fmla="*/ 1827118 w 7467600"/>
              <a:gd name="connsiteY443" fmla="*/ 4968410 h 6858000"/>
              <a:gd name="connsiteX444" fmla="*/ 1837349 w 7467600"/>
              <a:gd name="connsiteY444" fmla="*/ 4956357 h 6858000"/>
              <a:gd name="connsiteX445" fmla="*/ 2162835 w 7467600"/>
              <a:gd name="connsiteY445" fmla="*/ 5187853 h 6858000"/>
              <a:gd name="connsiteX446" fmla="*/ 2257167 w 7467600"/>
              <a:gd name="connsiteY446" fmla="*/ 5462123 h 6858000"/>
              <a:gd name="connsiteX447" fmla="*/ 2261598 w 7467600"/>
              <a:gd name="connsiteY447" fmla="*/ 5467998 h 6858000"/>
              <a:gd name="connsiteX448" fmla="*/ 2437177 w 7467600"/>
              <a:gd name="connsiteY448" fmla="*/ 5479608 h 6858000"/>
              <a:gd name="connsiteX449" fmla="*/ 2445247 w 7467600"/>
              <a:gd name="connsiteY449" fmla="*/ 5483476 h 6858000"/>
              <a:gd name="connsiteX450" fmla="*/ 2743626 w 7467600"/>
              <a:gd name="connsiteY450" fmla="*/ 5304819 h 6858000"/>
              <a:gd name="connsiteX451" fmla="*/ 3048102 w 7467600"/>
              <a:gd name="connsiteY451" fmla="*/ 5150595 h 6858000"/>
              <a:gd name="connsiteX452" fmla="*/ 1799414 w 7467600"/>
              <a:gd name="connsiteY452" fmla="*/ 4694732 h 6858000"/>
              <a:gd name="connsiteX453" fmla="*/ 1771735 w 7467600"/>
              <a:gd name="connsiteY453" fmla="*/ 4619929 h 6858000"/>
              <a:gd name="connsiteX454" fmla="*/ 3104273 w 7467600"/>
              <a:gd name="connsiteY454" fmla="*/ 5076159 h 6858000"/>
              <a:gd name="connsiteX455" fmla="*/ 3113245 w 7467600"/>
              <a:gd name="connsiteY455" fmla="*/ 5090705 h 6858000"/>
              <a:gd name="connsiteX456" fmla="*/ 3126294 w 7467600"/>
              <a:gd name="connsiteY456" fmla="*/ 5114400 h 6858000"/>
              <a:gd name="connsiteX457" fmla="*/ 3937433 w 7467600"/>
              <a:gd name="connsiteY457" fmla="*/ 4830473 h 6858000"/>
              <a:gd name="connsiteX458" fmla="*/ 3590475 w 7467600"/>
              <a:gd name="connsiteY458" fmla="*/ 4597974 h 6858000"/>
              <a:gd name="connsiteX459" fmla="*/ 3100264 w 7467600"/>
              <a:gd name="connsiteY459" fmla="*/ 4579845 h 6858000"/>
              <a:gd name="connsiteX460" fmla="*/ 2183576 w 7467600"/>
              <a:gd name="connsiteY460" fmla="*/ 4227150 h 6858000"/>
              <a:gd name="connsiteX461" fmla="*/ 2151029 w 7467600"/>
              <a:gd name="connsiteY461" fmla="*/ 4146947 h 6858000"/>
              <a:gd name="connsiteX462" fmla="*/ 3563434 w 7467600"/>
              <a:gd name="connsiteY462" fmla="*/ 4469115 h 6858000"/>
              <a:gd name="connsiteX463" fmla="*/ 3177952 w 7467600"/>
              <a:gd name="connsiteY463" fmla="*/ 3657386 h 6858000"/>
              <a:gd name="connsiteX464" fmla="*/ 3189263 w 7467600"/>
              <a:gd name="connsiteY464" fmla="*/ 3625726 h 6858000"/>
              <a:gd name="connsiteX465" fmla="*/ 3560912 w 7467600"/>
              <a:gd name="connsiteY465" fmla="*/ 4079863 h 6858000"/>
              <a:gd name="connsiteX466" fmla="*/ 3626636 w 7467600"/>
              <a:gd name="connsiteY466" fmla="*/ 4512230 h 6858000"/>
              <a:gd name="connsiteX467" fmla="*/ 3653088 w 7467600"/>
              <a:gd name="connsiteY467" fmla="*/ 4521417 h 6858000"/>
              <a:gd name="connsiteX468" fmla="*/ 3988128 w 7467600"/>
              <a:gd name="connsiteY468" fmla="*/ 4817267 h 6858000"/>
              <a:gd name="connsiteX469" fmla="*/ 4830582 w 7467600"/>
              <a:gd name="connsiteY469" fmla="*/ 4676000 h 6858000"/>
              <a:gd name="connsiteX470" fmla="*/ 4830100 w 7467600"/>
              <a:gd name="connsiteY470" fmla="*/ 4675554 h 6858000"/>
              <a:gd name="connsiteX471" fmla="*/ 4036318 w 7467600"/>
              <a:gd name="connsiteY471" fmla="*/ 4147013 h 6858000"/>
              <a:gd name="connsiteX472" fmla="*/ 3432098 w 7467600"/>
              <a:gd name="connsiteY472" fmla="*/ 3537312 h 6858000"/>
              <a:gd name="connsiteX473" fmla="*/ 3446761 w 7467600"/>
              <a:gd name="connsiteY473" fmla="*/ 3461278 h 6858000"/>
              <a:gd name="connsiteX474" fmla="*/ 4419733 w 7467600"/>
              <a:gd name="connsiteY474" fmla="*/ 3963555 h 6858000"/>
              <a:gd name="connsiteX475" fmla="*/ 4781371 w 7467600"/>
              <a:gd name="connsiteY475" fmla="*/ 4458604 h 6858000"/>
              <a:gd name="connsiteX476" fmla="*/ 4780440 w 7467600"/>
              <a:gd name="connsiteY476" fmla="*/ 4470290 h 6858000"/>
              <a:gd name="connsiteX477" fmla="*/ 4898954 w 7467600"/>
              <a:gd name="connsiteY477" fmla="*/ 4662092 h 6858000"/>
              <a:gd name="connsiteX478" fmla="*/ 4900699 w 7467600"/>
              <a:gd name="connsiteY478" fmla="*/ 4670867 h 6858000"/>
              <a:gd name="connsiteX479" fmla="*/ 5714511 w 7467600"/>
              <a:gd name="connsiteY479" fmla="*/ 4663483 h 6858000"/>
              <a:gd name="connsiteX480" fmla="*/ 5464793 w 7467600"/>
              <a:gd name="connsiteY480" fmla="*/ 4393556 h 6858000"/>
              <a:gd name="connsiteX481" fmla="*/ 5461897 w 7467600"/>
              <a:gd name="connsiteY481" fmla="*/ 4390879 h 6858000"/>
              <a:gd name="connsiteX482" fmla="*/ 4294126 w 7467600"/>
              <a:gd name="connsiteY482" fmla="*/ 3303048 h 6858000"/>
              <a:gd name="connsiteX483" fmla="*/ 4305321 w 7467600"/>
              <a:gd name="connsiteY483" fmla="*/ 3256953 h 6858000"/>
              <a:gd name="connsiteX484" fmla="*/ 4949299 w 7467600"/>
              <a:gd name="connsiteY484" fmla="*/ 3766336 h 6858000"/>
              <a:gd name="connsiteX485" fmla="*/ 5291452 w 7467600"/>
              <a:gd name="connsiteY485" fmla="*/ 4076801 h 6858000"/>
              <a:gd name="connsiteX486" fmla="*/ 5434998 w 7467600"/>
              <a:gd name="connsiteY486" fmla="*/ 4254100 h 6858000"/>
              <a:gd name="connsiteX487" fmla="*/ 5351015 w 7467600"/>
              <a:gd name="connsiteY487" fmla="*/ 3760989 h 6858000"/>
              <a:gd name="connsiteX488" fmla="*/ 5413780 w 7467600"/>
              <a:gd name="connsiteY488" fmla="*/ 2966265 h 6858000"/>
              <a:gd name="connsiteX489" fmla="*/ 5425627 w 7467600"/>
              <a:gd name="connsiteY489" fmla="*/ 2954192 h 6858000"/>
              <a:gd name="connsiteX490" fmla="*/ 6604735 w 7467600"/>
              <a:gd name="connsiteY490" fmla="*/ 2041381 h 6858000"/>
              <a:gd name="connsiteX491" fmla="*/ 7204487 w 7467600"/>
              <a:gd name="connsiteY491" fmla="*/ 2742112 h 6858000"/>
              <a:gd name="connsiteX492" fmla="*/ 7131592 w 7467600"/>
              <a:gd name="connsiteY492" fmla="*/ 2672096 h 6858000"/>
              <a:gd name="connsiteX493" fmla="*/ 6996344 w 7467600"/>
              <a:gd name="connsiteY493" fmla="*/ 2518310 h 6858000"/>
              <a:gd name="connsiteX494" fmla="*/ 6735495 w 7467600"/>
              <a:gd name="connsiteY494" fmla="*/ 2196890 h 6858000"/>
              <a:gd name="connsiteX495" fmla="*/ 6721901 w 7467600"/>
              <a:gd name="connsiteY495" fmla="*/ 2179274 h 6858000"/>
              <a:gd name="connsiteX496" fmla="*/ 6604735 w 7467600"/>
              <a:gd name="connsiteY496" fmla="*/ 2041381 h 6858000"/>
              <a:gd name="connsiteX497" fmla="*/ 6591670 w 7467600"/>
              <a:gd name="connsiteY497" fmla="*/ 1988277 h 6858000"/>
              <a:gd name="connsiteX498" fmla="*/ 6747349 w 7467600"/>
              <a:gd name="connsiteY498" fmla="*/ 2160069 h 6858000"/>
              <a:gd name="connsiteX499" fmla="*/ 6760943 w 7467600"/>
              <a:gd name="connsiteY499" fmla="*/ 2177686 h 6858000"/>
              <a:gd name="connsiteX500" fmla="*/ 7021065 w 7467600"/>
              <a:gd name="connsiteY500" fmla="*/ 2498102 h 6858000"/>
              <a:gd name="connsiteX501" fmla="*/ 7155223 w 7467600"/>
              <a:gd name="connsiteY501" fmla="*/ 2650386 h 6858000"/>
              <a:gd name="connsiteX502" fmla="*/ 7203167 w 7467600"/>
              <a:gd name="connsiteY502" fmla="*/ 2697288 h 6858000"/>
              <a:gd name="connsiteX503" fmla="*/ 6937703 w 7467600"/>
              <a:gd name="connsiteY503" fmla="*/ 2321981 h 6858000"/>
              <a:gd name="connsiteX504" fmla="*/ 6591670 w 7467600"/>
              <a:gd name="connsiteY504" fmla="*/ 1988277 h 6858000"/>
              <a:gd name="connsiteX505" fmla="*/ 5798671 w 7467600"/>
              <a:gd name="connsiteY505" fmla="*/ 1981601 h 6858000"/>
              <a:gd name="connsiteX506" fmla="*/ 5754709 w 7467600"/>
              <a:gd name="connsiteY506" fmla="*/ 2071454 h 6858000"/>
              <a:gd name="connsiteX507" fmla="*/ 5763044 w 7467600"/>
              <a:gd name="connsiteY507" fmla="*/ 2842206 h 6858000"/>
              <a:gd name="connsiteX508" fmla="*/ 5764974 w 7467600"/>
              <a:gd name="connsiteY508" fmla="*/ 2799609 h 6858000"/>
              <a:gd name="connsiteX509" fmla="*/ 5767665 w 7467600"/>
              <a:gd name="connsiteY509" fmla="*/ 2666409 h 6858000"/>
              <a:gd name="connsiteX510" fmla="*/ 5763055 w 7467600"/>
              <a:gd name="connsiteY510" fmla="*/ 2579705 h 6858000"/>
              <a:gd name="connsiteX511" fmla="*/ 5758079 w 7467600"/>
              <a:gd name="connsiteY511" fmla="*/ 2492508 h 6858000"/>
              <a:gd name="connsiteX512" fmla="*/ 5779325 w 7467600"/>
              <a:gd name="connsiteY512" fmla="*/ 2197069 h 6858000"/>
              <a:gd name="connsiteX513" fmla="*/ 5798671 w 7467600"/>
              <a:gd name="connsiteY513" fmla="*/ 1981601 h 6858000"/>
              <a:gd name="connsiteX514" fmla="*/ 5829202 w 7467600"/>
              <a:gd name="connsiteY514" fmla="*/ 1971679 h 6858000"/>
              <a:gd name="connsiteX515" fmla="*/ 5809558 w 7467600"/>
              <a:gd name="connsiteY515" fmla="*/ 2198043 h 6858000"/>
              <a:gd name="connsiteX516" fmla="*/ 5788653 w 7467600"/>
              <a:gd name="connsiteY516" fmla="*/ 2489430 h 6858000"/>
              <a:gd name="connsiteX517" fmla="*/ 5793439 w 7467600"/>
              <a:gd name="connsiteY517" fmla="*/ 2575235 h 6858000"/>
              <a:gd name="connsiteX518" fmla="*/ 5796837 w 7467600"/>
              <a:gd name="connsiteY518" fmla="*/ 2637633 h 6858000"/>
              <a:gd name="connsiteX519" fmla="*/ 5818614 w 7467600"/>
              <a:gd name="connsiteY519" fmla="*/ 2473055 h 6858000"/>
              <a:gd name="connsiteX520" fmla="*/ 5829202 w 7467600"/>
              <a:gd name="connsiteY520" fmla="*/ 1971679 h 6858000"/>
              <a:gd name="connsiteX521" fmla="*/ 5911389 w 7467600"/>
              <a:gd name="connsiteY521" fmla="*/ 1898371 h 6858000"/>
              <a:gd name="connsiteX522" fmla="*/ 6237627 w 7467600"/>
              <a:gd name="connsiteY522" fmla="*/ 2231921 h 6858000"/>
              <a:gd name="connsiteX523" fmla="*/ 5911389 w 7467600"/>
              <a:gd name="connsiteY523" fmla="*/ 1898371 h 6858000"/>
              <a:gd name="connsiteX524" fmla="*/ 6944437 w 7467600"/>
              <a:gd name="connsiteY524" fmla="*/ 1575402 h 6858000"/>
              <a:gd name="connsiteX525" fmla="*/ 6304730 w 7467600"/>
              <a:gd name="connsiteY525" fmla="*/ 1766654 h 6858000"/>
              <a:gd name="connsiteX526" fmla="*/ 6944437 w 7467600"/>
              <a:gd name="connsiteY526" fmla="*/ 1575402 h 6858000"/>
              <a:gd name="connsiteX527" fmla="*/ 7019523 w 7467600"/>
              <a:gd name="connsiteY527" fmla="*/ 1519450 h 6858000"/>
              <a:gd name="connsiteX528" fmla="*/ 6298091 w 7467600"/>
              <a:gd name="connsiteY528" fmla="*/ 1737122 h 6858000"/>
              <a:gd name="connsiteX529" fmla="*/ 7019523 w 7467600"/>
              <a:gd name="connsiteY529" fmla="*/ 1519450 h 6858000"/>
              <a:gd name="connsiteX530" fmla="*/ 2399523 w 7467600"/>
              <a:gd name="connsiteY530" fmla="*/ 1428234 h 6858000"/>
              <a:gd name="connsiteX531" fmla="*/ 2224982 w 7467600"/>
              <a:gd name="connsiteY531" fmla="*/ 1826201 h 6858000"/>
              <a:gd name="connsiteX532" fmla="*/ 2096099 w 7467600"/>
              <a:gd name="connsiteY532" fmla="*/ 2345900 h 6858000"/>
              <a:gd name="connsiteX533" fmla="*/ 2283317 w 7467600"/>
              <a:gd name="connsiteY533" fmla="*/ 1796925 h 6858000"/>
              <a:gd name="connsiteX534" fmla="*/ 2399523 w 7467600"/>
              <a:gd name="connsiteY534" fmla="*/ 1428234 h 6858000"/>
              <a:gd name="connsiteX535" fmla="*/ 2448558 w 7467600"/>
              <a:gd name="connsiteY535" fmla="*/ 1373435 h 6858000"/>
              <a:gd name="connsiteX536" fmla="*/ 2312521 w 7467600"/>
              <a:gd name="connsiteY536" fmla="*/ 1806140 h 6858000"/>
              <a:gd name="connsiteX537" fmla="*/ 2127533 w 7467600"/>
              <a:gd name="connsiteY537" fmla="*/ 2348380 h 6858000"/>
              <a:gd name="connsiteX538" fmla="*/ 2358080 w 7467600"/>
              <a:gd name="connsiteY538" fmla="*/ 1866134 h 6858000"/>
              <a:gd name="connsiteX539" fmla="*/ 2407436 w 7467600"/>
              <a:gd name="connsiteY539" fmla="*/ 1651070 h 6858000"/>
              <a:gd name="connsiteX540" fmla="*/ 2448558 w 7467600"/>
              <a:gd name="connsiteY540" fmla="*/ 1373435 h 6858000"/>
              <a:gd name="connsiteX541" fmla="*/ 278707 w 7467600"/>
              <a:gd name="connsiteY541" fmla="*/ 1352270 h 6858000"/>
              <a:gd name="connsiteX542" fmla="*/ 321570 w 7467600"/>
              <a:gd name="connsiteY542" fmla="*/ 1861610 h 6858000"/>
              <a:gd name="connsiteX543" fmla="*/ 294281 w 7467600"/>
              <a:gd name="connsiteY543" fmla="*/ 1440658 h 6858000"/>
              <a:gd name="connsiteX544" fmla="*/ 278707 w 7467600"/>
              <a:gd name="connsiteY544" fmla="*/ 1352270 h 6858000"/>
              <a:gd name="connsiteX545" fmla="*/ 1423821 w 7467600"/>
              <a:gd name="connsiteY545" fmla="*/ 1351958 h 6858000"/>
              <a:gd name="connsiteX546" fmla="*/ 1638521 w 7467600"/>
              <a:gd name="connsiteY546" fmla="*/ 1908470 h 6858000"/>
              <a:gd name="connsiteX547" fmla="*/ 1754199 w 7467600"/>
              <a:gd name="connsiteY547" fmla="*/ 2149284 h 6858000"/>
              <a:gd name="connsiteX548" fmla="*/ 1908359 w 7467600"/>
              <a:gd name="connsiteY548" fmla="*/ 2364988 h 6858000"/>
              <a:gd name="connsiteX549" fmla="*/ 1647661 w 7467600"/>
              <a:gd name="connsiteY549" fmla="*/ 1825945 h 6858000"/>
              <a:gd name="connsiteX550" fmla="*/ 1423821 w 7467600"/>
              <a:gd name="connsiteY550" fmla="*/ 1351958 h 6858000"/>
              <a:gd name="connsiteX551" fmla="*/ 1431890 w 7467600"/>
              <a:gd name="connsiteY551" fmla="*/ 1306475 h 6858000"/>
              <a:gd name="connsiteX552" fmla="*/ 1507597 w 7467600"/>
              <a:gd name="connsiteY552" fmla="*/ 1446132 h 6858000"/>
              <a:gd name="connsiteX553" fmla="*/ 1674586 w 7467600"/>
              <a:gd name="connsiteY553" fmla="*/ 1813832 h 6858000"/>
              <a:gd name="connsiteX554" fmla="*/ 1815950 w 7467600"/>
              <a:gd name="connsiteY554" fmla="*/ 2128564 h 6858000"/>
              <a:gd name="connsiteX555" fmla="*/ 1984242 w 7467600"/>
              <a:gd name="connsiteY555" fmla="*/ 2430829 h 6858000"/>
              <a:gd name="connsiteX556" fmla="*/ 2014023 w 7467600"/>
              <a:gd name="connsiteY556" fmla="*/ 2450995 h 6858000"/>
              <a:gd name="connsiteX557" fmla="*/ 1747337 w 7467600"/>
              <a:gd name="connsiteY557" fmla="*/ 1855264 h 6858000"/>
              <a:gd name="connsiteX558" fmla="*/ 1533749 w 7467600"/>
              <a:gd name="connsiteY558" fmla="*/ 1478656 h 6858000"/>
              <a:gd name="connsiteX559" fmla="*/ 1431890 w 7467600"/>
              <a:gd name="connsiteY559" fmla="*/ 1306475 h 6858000"/>
              <a:gd name="connsiteX560" fmla="*/ 5052692 w 7467600"/>
              <a:gd name="connsiteY560" fmla="*/ 1292994 h 6858000"/>
              <a:gd name="connsiteX561" fmla="*/ 5200661 w 7467600"/>
              <a:gd name="connsiteY561" fmla="*/ 1635186 h 6858000"/>
              <a:gd name="connsiteX562" fmla="*/ 5297138 w 7467600"/>
              <a:gd name="connsiteY562" fmla="*/ 1906351 h 6858000"/>
              <a:gd name="connsiteX563" fmla="*/ 5052692 w 7467600"/>
              <a:gd name="connsiteY563" fmla="*/ 1292994 h 6858000"/>
              <a:gd name="connsiteX564" fmla="*/ 5009948 w 7467600"/>
              <a:gd name="connsiteY564" fmla="*/ 1273619 h 6858000"/>
              <a:gd name="connsiteX565" fmla="*/ 5121777 w 7467600"/>
              <a:gd name="connsiteY565" fmla="*/ 1654213 h 6858000"/>
              <a:gd name="connsiteX566" fmla="*/ 5293545 w 7467600"/>
              <a:gd name="connsiteY566" fmla="*/ 2072247 h 6858000"/>
              <a:gd name="connsiteX567" fmla="*/ 5294042 w 7467600"/>
              <a:gd name="connsiteY567" fmla="*/ 2065019 h 6858000"/>
              <a:gd name="connsiteX568" fmla="*/ 5171936 w 7467600"/>
              <a:gd name="connsiteY568" fmla="*/ 1647613 h 6858000"/>
              <a:gd name="connsiteX569" fmla="*/ 5009948 w 7467600"/>
              <a:gd name="connsiteY569" fmla="*/ 1273619 h 6858000"/>
              <a:gd name="connsiteX570" fmla="*/ 655236 w 7467600"/>
              <a:gd name="connsiteY570" fmla="*/ 1268632 h 6858000"/>
              <a:gd name="connsiteX571" fmla="*/ 839521 w 7467600"/>
              <a:gd name="connsiteY571" fmla="*/ 1685315 h 6858000"/>
              <a:gd name="connsiteX572" fmla="*/ 1109416 w 7467600"/>
              <a:gd name="connsiteY572" fmla="*/ 2061663 h 6858000"/>
              <a:gd name="connsiteX573" fmla="*/ 1298300 w 7467600"/>
              <a:gd name="connsiteY573" fmla="*/ 2247742 h 6858000"/>
              <a:gd name="connsiteX574" fmla="*/ 1125871 w 7467600"/>
              <a:gd name="connsiteY574" fmla="*/ 1989513 h 6858000"/>
              <a:gd name="connsiteX575" fmla="*/ 981574 w 7467600"/>
              <a:gd name="connsiteY575" fmla="*/ 1783157 h 6858000"/>
              <a:gd name="connsiteX576" fmla="*/ 922198 w 7467600"/>
              <a:gd name="connsiteY576" fmla="*/ 1677437 h 6858000"/>
              <a:gd name="connsiteX577" fmla="*/ 869293 w 7467600"/>
              <a:gd name="connsiteY577" fmla="*/ 1583214 h 6858000"/>
              <a:gd name="connsiteX578" fmla="*/ 751431 w 7467600"/>
              <a:gd name="connsiteY578" fmla="*/ 1405731 h 6858000"/>
              <a:gd name="connsiteX579" fmla="*/ 655236 w 7467600"/>
              <a:gd name="connsiteY579" fmla="*/ 1268632 h 6858000"/>
              <a:gd name="connsiteX580" fmla="*/ 6516292 w 7467600"/>
              <a:gd name="connsiteY580" fmla="*/ 1263064 h 6858000"/>
              <a:gd name="connsiteX581" fmla="*/ 5736320 w 7467600"/>
              <a:gd name="connsiteY581" fmla="*/ 1501803 h 6858000"/>
              <a:gd name="connsiteX582" fmla="*/ 6516292 w 7467600"/>
              <a:gd name="connsiteY582" fmla="*/ 1263064 h 6858000"/>
              <a:gd name="connsiteX583" fmla="*/ 291466 w 7467600"/>
              <a:gd name="connsiteY583" fmla="*/ 1250369 h 6858000"/>
              <a:gd name="connsiteX584" fmla="*/ 323180 w 7467600"/>
              <a:gd name="connsiteY584" fmla="*/ 1435283 h 6858000"/>
              <a:gd name="connsiteX585" fmla="*/ 349381 w 7467600"/>
              <a:gd name="connsiteY585" fmla="*/ 1875041 h 6858000"/>
              <a:gd name="connsiteX586" fmla="*/ 374363 w 7467600"/>
              <a:gd name="connsiteY586" fmla="*/ 1506494 h 6858000"/>
              <a:gd name="connsiteX587" fmla="*/ 302168 w 7467600"/>
              <a:gd name="connsiteY587" fmla="*/ 1274495 h 6858000"/>
              <a:gd name="connsiteX588" fmla="*/ 291466 w 7467600"/>
              <a:gd name="connsiteY588" fmla="*/ 1250369 h 6858000"/>
              <a:gd name="connsiteX589" fmla="*/ 678222 w 7467600"/>
              <a:gd name="connsiteY589" fmla="*/ 1248670 h 6858000"/>
              <a:gd name="connsiteX590" fmla="*/ 775536 w 7467600"/>
              <a:gd name="connsiteY590" fmla="*/ 1388015 h 6858000"/>
              <a:gd name="connsiteX591" fmla="*/ 894529 w 7467600"/>
              <a:gd name="connsiteY591" fmla="*/ 1567739 h 6858000"/>
              <a:gd name="connsiteX592" fmla="*/ 948000 w 7467600"/>
              <a:gd name="connsiteY592" fmla="*/ 1663088 h 6858000"/>
              <a:gd name="connsiteX593" fmla="*/ 1006812 w 7467600"/>
              <a:gd name="connsiteY593" fmla="*/ 1767683 h 6858000"/>
              <a:gd name="connsiteX594" fmla="*/ 1149133 w 7467600"/>
              <a:gd name="connsiteY594" fmla="*/ 1971513 h 6858000"/>
              <a:gd name="connsiteX595" fmla="*/ 1333952 w 7467600"/>
              <a:gd name="connsiteY595" fmla="*/ 2251620 h 6858000"/>
              <a:gd name="connsiteX596" fmla="*/ 1337329 w 7467600"/>
              <a:gd name="connsiteY596" fmla="*/ 2258350 h 6858000"/>
              <a:gd name="connsiteX597" fmla="*/ 1014726 w 7467600"/>
              <a:gd name="connsiteY597" fmla="*/ 1615556 h 6858000"/>
              <a:gd name="connsiteX598" fmla="*/ 678222 w 7467600"/>
              <a:gd name="connsiteY598" fmla="*/ 1248670 h 6858000"/>
              <a:gd name="connsiteX599" fmla="*/ 6691602 w 7467600"/>
              <a:gd name="connsiteY599" fmla="*/ 1140573 h 6858000"/>
              <a:gd name="connsiteX600" fmla="*/ 6571100 w 7467600"/>
              <a:gd name="connsiteY600" fmla="*/ 1183662 h 6858000"/>
              <a:gd name="connsiteX601" fmla="*/ 6241687 w 7467600"/>
              <a:gd name="connsiteY601" fmla="*/ 1257600 h 6858000"/>
              <a:gd name="connsiteX602" fmla="*/ 5693009 w 7467600"/>
              <a:gd name="connsiteY602" fmla="*/ 1478256 h 6858000"/>
              <a:gd name="connsiteX603" fmla="*/ 6548420 w 7467600"/>
              <a:gd name="connsiteY603" fmla="*/ 1214599 h 6858000"/>
              <a:gd name="connsiteX604" fmla="*/ 6605473 w 7467600"/>
              <a:gd name="connsiteY604" fmla="*/ 1184686 h 6858000"/>
              <a:gd name="connsiteX605" fmla="*/ 6691602 w 7467600"/>
              <a:gd name="connsiteY605" fmla="*/ 1140573 h 6858000"/>
              <a:gd name="connsiteX606" fmla="*/ 4002475 w 7467600"/>
              <a:gd name="connsiteY606" fmla="*/ 1037802 h 6858000"/>
              <a:gd name="connsiteX607" fmla="*/ 4000324 w 7467600"/>
              <a:gd name="connsiteY607" fmla="*/ 1039362 h 6858000"/>
              <a:gd name="connsiteX608" fmla="*/ 4002862 w 7467600"/>
              <a:gd name="connsiteY608" fmla="*/ 1042866 h 6858000"/>
              <a:gd name="connsiteX609" fmla="*/ 4002475 w 7467600"/>
              <a:gd name="connsiteY609" fmla="*/ 1037802 h 6858000"/>
              <a:gd name="connsiteX610" fmla="*/ 506322 w 7467600"/>
              <a:gd name="connsiteY610" fmla="*/ 1020997 h 6858000"/>
              <a:gd name="connsiteX611" fmla="*/ 533068 w 7467600"/>
              <a:gd name="connsiteY611" fmla="*/ 1029409 h 6858000"/>
              <a:gd name="connsiteX612" fmla="*/ 1232525 w 7467600"/>
              <a:gd name="connsiteY612" fmla="*/ 1804675 h 6858000"/>
              <a:gd name="connsiteX613" fmla="*/ 1388858 w 7467600"/>
              <a:gd name="connsiteY613" fmla="*/ 2368011 h 6858000"/>
              <a:gd name="connsiteX614" fmla="*/ 1384098 w 7467600"/>
              <a:gd name="connsiteY614" fmla="*/ 2378125 h 6858000"/>
              <a:gd name="connsiteX615" fmla="*/ 1425393 w 7467600"/>
              <a:gd name="connsiteY615" fmla="*/ 2589124 h 6858000"/>
              <a:gd name="connsiteX616" fmla="*/ 1424001 w 7467600"/>
              <a:gd name="connsiteY616" fmla="*/ 2597541 h 6858000"/>
              <a:gd name="connsiteX617" fmla="*/ 2152729 w 7467600"/>
              <a:gd name="connsiteY617" fmla="*/ 2864487 h 6858000"/>
              <a:gd name="connsiteX618" fmla="*/ 2020609 w 7467600"/>
              <a:gd name="connsiteY618" fmla="*/ 2539671 h 6858000"/>
              <a:gd name="connsiteX619" fmla="*/ 2018920 w 7467600"/>
              <a:gd name="connsiteY619" fmla="*/ 2536309 h 6858000"/>
              <a:gd name="connsiteX620" fmla="*/ 1342441 w 7467600"/>
              <a:gd name="connsiteY620" fmla="*/ 1173017 h 6858000"/>
              <a:gd name="connsiteX621" fmla="*/ 1367925 w 7467600"/>
              <a:gd name="connsiteY621" fmla="*/ 1135648 h 6858000"/>
              <a:gd name="connsiteX622" fmla="*/ 1771401 w 7467600"/>
              <a:gd name="connsiteY622" fmla="*/ 1806673 h 6858000"/>
              <a:gd name="connsiteX623" fmla="*/ 1972385 w 7467600"/>
              <a:gd name="connsiteY623" fmla="*/ 2198735 h 6858000"/>
              <a:gd name="connsiteX624" fmla="*/ 2040892 w 7467600"/>
              <a:gd name="connsiteY624" fmla="*/ 2405205 h 6858000"/>
              <a:gd name="connsiteX625" fmla="*/ 2131689 w 7467600"/>
              <a:gd name="connsiteY625" fmla="*/ 1936926 h 6858000"/>
              <a:gd name="connsiteX626" fmla="*/ 2454820 w 7467600"/>
              <a:gd name="connsiteY626" fmla="*/ 1248808 h 6858000"/>
              <a:gd name="connsiteX627" fmla="*/ 2492512 w 7467600"/>
              <a:gd name="connsiteY627" fmla="*/ 1302920 h 6858000"/>
              <a:gd name="connsiteX628" fmla="*/ 2081216 w 7467600"/>
              <a:gd name="connsiteY628" fmla="*/ 2527513 h 6858000"/>
              <a:gd name="connsiteX629" fmla="*/ 2081211 w 7467600"/>
              <a:gd name="connsiteY629" fmla="*/ 2528916 h 6858000"/>
              <a:gd name="connsiteX630" fmla="*/ 2199067 w 7467600"/>
              <a:gd name="connsiteY630" fmla="*/ 2884061 h 6858000"/>
              <a:gd name="connsiteX631" fmla="*/ 3192586 w 7467600"/>
              <a:gd name="connsiteY631" fmla="*/ 3411496 h 6858000"/>
              <a:gd name="connsiteX632" fmla="*/ 3182620 w 7467600"/>
              <a:gd name="connsiteY632" fmla="*/ 3483279 h 6858000"/>
              <a:gd name="connsiteX633" fmla="*/ 2435119 w 7467600"/>
              <a:gd name="connsiteY633" fmla="*/ 3080173 h 6858000"/>
              <a:gd name="connsiteX634" fmla="*/ 2410152 w 7467600"/>
              <a:gd name="connsiteY634" fmla="*/ 3063751 h 6858000"/>
              <a:gd name="connsiteX635" fmla="*/ 2408099 w 7467600"/>
              <a:gd name="connsiteY635" fmla="*/ 3064403 h 6858000"/>
              <a:gd name="connsiteX636" fmla="*/ 2407218 w 7467600"/>
              <a:gd name="connsiteY636" fmla="*/ 3070324 h 6858000"/>
              <a:gd name="connsiteX637" fmla="*/ 2380138 w 7467600"/>
              <a:gd name="connsiteY637" fmla="*/ 3099341 h 6858000"/>
              <a:gd name="connsiteX638" fmla="*/ 1765923 w 7467600"/>
              <a:gd name="connsiteY638" fmla="*/ 3581043 h 6858000"/>
              <a:gd name="connsiteX639" fmla="*/ 1702258 w 7467600"/>
              <a:gd name="connsiteY639" fmla="*/ 3612286 h 6858000"/>
              <a:gd name="connsiteX640" fmla="*/ 1538370 w 7467600"/>
              <a:gd name="connsiteY640" fmla="*/ 3811804 h 6858000"/>
              <a:gd name="connsiteX641" fmla="*/ 542867 w 7467600"/>
              <a:gd name="connsiteY641" fmla="*/ 4944092 h 6858000"/>
              <a:gd name="connsiteX642" fmla="*/ 515800 w 7467600"/>
              <a:gd name="connsiteY642" fmla="*/ 4862180 h 6858000"/>
              <a:gd name="connsiteX643" fmla="*/ 909145 w 7467600"/>
              <a:gd name="connsiteY643" fmla="*/ 4199225 h 6858000"/>
              <a:gd name="connsiteX644" fmla="*/ 1214067 w 7467600"/>
              <a:gd name="connsiteY644" fmla="*/ 3908561 h 6858000"/>
              <a:gd name="connsiteX645" fmla="*/ 640967 w 7467600"/>
              <a:gd name="connsiteY645" fmla="*/ 4105601 h 6858000"/>
              <a:gd name="connsiteX646" fmla="*/ 112563 w 7467600"/>
              <a:gd name="connsiteY646" fmla="*/ 4396952 h 6858000"/>
              <a:gd name="connsiteX647" fmla="*/ 0 w 7467600"/>
              <a:gd name="connsiteY647" fmla="*/ 4466006 h 6858000"/>
              <a:gd name="connsiteX648" fmla="*/ 0 w 7467600"/>
              <a:gd name="connsiteY648" fmla="*/ 4233763 h 6858000"/>
              <a:gd name="connsiteX649" fmla="*/ 36881 w 7467600"/>
              <a:gd name="connsiteY649" fmla="*/ 4200118 h 6858000"/>
              <a:gd name="connsiteX650" fmla="*/ 910534 w 7467600"/>
              <a:gd name="connsiteY650" fmla="*/ 3629753 h 6858000"/>
              <a:gd name="connsiteX651" fmla="*/ 1578717 w 7467600"/>
              <a:gd name="connsiteY651" fmla="*/ 3575982 h 6858000"/>
              <a:gd name="connsiteX652" fmla="*/ 2338780 w 7467600"/>
              <a:gd name="connsiteY652" fmla="*/ 3033725 h 6858000"/>
              <a:gd name="connsiteX653" fmla="*/ 1807991 w 7467600"/>
              <a:gd name="connsiteY653" fmla="*/ 2807184 h 6858000"/>
              <a:gd name="connsiteX654" fmla="*/ 1416358 w 7467600"/>
              <a:gd name="connsiteY654" fmla="*/ 3112571 h 6858000"/>
              <a:gd name="connsiteX655" fmla="*/ 939066 w 7467600"/>
              <a:gd name="connsiteY655" fmla="*/ 3378798 h 6858000"/>
              <a:gd name="connsiteX656" fmla="*/ 115099 w 7467600"/>
              <a:gd name="connsiteY656" fmla="*/ 3607650 h 6858000"/>
              <a:gd name="connsiteX657" fmla="*/ 97284 w 7467600"/>
              <a:gd name="connsiteY657" fmla="*/ 3520393 h 6858000"/>
              <a:gd name="connsiteX658" fmla="*/ 922050 w 7467600"/>
              <a:gd name="connsiteY658" fmla="*/ 3074867 h 6858000"/>
              <a:gd name="connsiteX659" fmla="*/ 1405265 w 7467600"/>
              <a:gd name="connsiteY659" fmla="*/ 3016319 h 6858000"/>
              <a:gd name="connsiteX660" fmla="*/ 1407512 w 7467600"/>
              <a:gd name="connsiteY660" fmla="*/ 3018001 h 6858000"/>
              <a:gd name="connsiteX661" fmla="*/ 1726266 w 7467600"/>
              <a:gd name="connsiteY661" fmla="*/ 2777274 h 6858000"/>
              <a:gd name="connsiteX662" fmla="*/ 625390 w 7467600"/>
              <a:gd name="connsiteY662" fmla="*/ 2514541 h 6858000"/>
              <a:gd name="connsiteX663" fmla="*/ 619799 w 7467600"/>
              <a:gd name="connsiteY663" fmla="*/ 2527180 h 6858000"/>
              <a:gd name="connsiteX664" fmla="*/ 310030 w 7467600"/>
              <a:gd name="connsiteY664" fmla="*/ 2771818 h 6858000"/>
              <a:gd name="connsiteX665" fmla="*/ 173877 w 7467600"/>
              <a:gd name="connsiteY665" fmla="*/ 2937056 h 6858000"/>
              <a:gd name="connsiteX666" fmla="*/ 77889 w 7467600"/>
              <a:gd name="connsiteY666" fmla="*/ 3138440 h 6858000"/>
              <a:gd name="connsiteX667" fmla="*/ 0 w 7467600"/>
              <a:gd name="connsiteY667" fmla="*/ 3271395 h 6858000"/>
              <a:gd name="connsiteX668" fmla="*/ 0 w 7467600"/>
              <a:gd name="connsiteY668" fmla="*/ 3153002 h 6858000"/>
              <a:gd name="connsiteX669" fmla="*/ 2386 w 7467600"/>
              <a:gd name="connsiteY669" fmla="*/ 3149203 h 6858000"/>
              <a:gd name="connsiteX670" fmla="*/ 89753 w 7467600"/>
              <a:gd name="connsiteY670" fmla="*/ 2987702 h 6858000"/>
              <a:gd name="connsiteX671" fmla="*/ 76869 w 7467600"/>
              <a:gd name="connsiteY671" fmla="*/ 3005404 h 6858000"/>
              <a:gd name="connsiteX672" fmla="*/ 32049 w 7467600"/>
              <a:gd name="connsiteY672" fmla="*/ 3065814 h 6858000"/>
              <a:gd name="connsiteX673" fmla="*/ 0 w 7467600"/>
              <a:gd name="connsiteY673" fmla="*/ 3108744 h 6858000"/>
              <a:gd name="connsiteX674" fmla="*/ 0 w 7467600"/>
              <a:gd name="connsiteY674" fmla="*/ 3058059 h 6858000"/>
              <a:gd name="connsiteX675" fmla="*/ 7610 w 7467600"/>
              <a:gd name="connsiteY675" fmla="*/ 3047889 h 6858000"/>
              <a:gd name="connsiteX676" fmla="*/ 52419 w 7467600"/>
              <a:gd name="connsiteY676" fmla="*/ 2987479 h 6858000"/>
              <a:gd name="connsiteX677" fmla="*/ 59142 w 7467600"/>
              <a:gd name="connsiteY677" fmla="*/ 2978488 h 6858000"/>
              <a:gd name="connsiteX678" fmla="*/ 0 w 7467600"/>
              <a:gd name="connsiteY678" fmla="*/ 3015334 h 6858000"/>
              <a:gd name="connsiteX679" fmla="*/ 0 w 7467600"/>
              <a:gd name="connsiteY679" fmla="*/ 2914286 h 6858000"/>
              <a:gd name="connsiteX680" fmla="*/ 36383 w 7467600"/>
              <a:gd name="connsiteY680" fmla="*/ 2901128 h 6858000"/>
              <a:gd name="connsiteX681" fmla="*/ 156329 w 7467600"/>
              <a:gd name="connsiteY681" fmla="*/ 2840533 h 6858000"/>
              <a:gd name="connsiteX682" fmla="*/ 358355 w 7467600"/>
              <a:gd name="connsiteY682" fmla="*/ 2620471 h 6858000"/>
              <a:gd name="connsiteX683" fmla="*/ 510577 w 7467600"/>
              <a:gd name="connsiteY683" fmla="*/ 2501244 h 6858000"/>
              <a:gd name="connsiteX684" fmla="*/ 211967 w 7467600"/>
              <a:gd name="connsiteY684" fmla="*/ 2479171 h 6858000"/>
              <a:gd name="connsiteX685" fmla="*/ 0 w 7467600"/>
              <a:gd name="connsiteY685" fmla="*/ 2476398 h 6858000"/>
              <a:gd name="connsiteX686" fmla="*/ 0 w 7467600"/>
              <a:gd name="connsiteY686" fmla="*/ 2389189 h 6858000"/>
              <a:gd name="connsiteX687" fmla="*/ 103062 w 7467600"/>
              <a:gd name="connsiteY687" fmla="*/ 2389518 h 6858000"/>
              <a:gd name="connsiteX688" fmla="*/ 510734 w 7467600"/>
              <a:gd name="connsiteY688" fmla="*/ 2416201 h 6858000"/>
              <a:gd name="connsiteX689" fmla="*/ 279257 w 7467600"/>
              <a:gd name="connsiteY689" fmla="*/ 2092102 h 6858000"/>
              <a:gd name="connsiteX690" fmla="*/ 65265 w 7467600"/>
              <a:gd name="connsiteY690" fmla="*/ 2006049 h 6858000"/>
              <a:gd name="connsiteX691" fmla="*/ 0 w 7467600"/>
              <a:gd name="connsiteY691" fmla="*/ 1982532 h 6858000"/>
              <a:gd name="connsiteX692" fmla="*/ 0 w 7467600"/>
              <a:gd name="connsiteY692" fmla="*/ 1912789 h 6858000"/>
              <a:gd name="connsiteX693" fmla="*/ 97460 w 7467600"/>
              <a:gd name="connsiteY693" fmla="*/ 1953725 h 6858000"/>
              <a:gd name="connsiteX694" fmla="*/ 221272 w 7467600"/>
              <a:gd name="connsiteY694" fmla="*/ 1980766 h 6858000"/>
              <a:gd name="connsiteX695" fmla="*/ 116765 w 7467600"/>
              <a:gd name="connsiteY695" fmla="*/ 1911033 h 6858000"/>
              <a:gd name="connsiteX696" fmla="*/ 16405 w 7467600"/>
              <a:gd name="connsiteY696" fmla="*/ 1803412 h 6858000"/>
              <a:gd name="connsiteX697" fmla="*/ 0 w 7467600"/>
              <a:gd name="connsiteY697" fmla="*/ 1784777 h 6858000"/>
              <a:gd name="connsiteX698" fmla="*/ 0 w 7467600"/>
              <a:gd name="connsiteY698" fmla="*/ 1740082 h 6858000"/>
              <a:gd name="connsiteX699" fmla="*/ 39394 w 7467600"/>
              <a:gd name="connsiteY699" fmla="*/ 1784856 h 6858000"/>
              <a:gd name="connsiteX700" fmla="*/ 135813 w 7467600"/>
              <a:gd name="connsiteY700" fmla="*/ 1888838 h 6858000"/>
              <a:gd name="connsiteX701" fmla="*/ 242575 w 7467600"/>
              <a:gd name="connsiteY701" fmla="*/ 1958841 h 6858000"/>
              <a:gd name="connsiteX702" fmla="*/ 82197 w 7467600"/>
              <a:gd name="connsiteY702" fmla="*/ 1754826 h 6858000"/>
              <a:gd name="connsiteX703" fmla="*/ 0 w 7467600"/>
              <a:gd name="connsiteY703" fmla="*/ 1679650 h 6858000"/>
              <a:gd name="connsiteX704" fmla="*/ 0 w 7467600"/>
              <a:gd name="connsiteY704" fmla="*/ 1602463 h 6858000"/>
              <a:gd name="connsiteX705" fmla="*/ 84689 w 7467600"/>
              <a:gd name="connsiteY705" fmla="*/ 1677442 h 6858000"/>
              <a:gd name="connsiteX706" fmla="*/ 298437 w 7467600"/>
              <a:gd name="connsiteY706" fmla="*/ 1968019 h 6858000"/>
              <a:gd name="connsiteX707" fmla="*/ 227269 w 7467600"/>
              <a:gd name="connsiteY707" fmla="*/ 1114064 h 6858000"/>
              <a:gd name="connsiteX708" fmla="*/ 248003 w 7467600"/>
              <a:gd name="connsiteY708" fmla="*/ 1089613 h 6858000"/>
              <a:gd name="connsiteX709" fmla="*/ 427020 w 7467600"/>
              <a:gd name="connsiteY709" fmla="*/ 1619803 h 6858000"/>
              <a:gd name="connsiteX710" fmla="*/ 340345 w 7467600"/>
              <a:gd name="connsiteY710" fmla="*/ 2027739 h 6858000"/>
              <a:gd name="connsiteX711" fmla="*/ 360865 w 7467600"/>
              <a:gd name="connsiteY711" fmla="*/ 2044827 h 6858000"/>
              <a:gd name="connsiteX712" fmla="*/ 560414 w 7467600"/>
              <a:gd name="connsiteY712" fmla="*/ 2421457 h 6858000"/>
              <a:gd name="connsiteX713" fmla="*/ 1359703 w 7467600"/>
              <a:gd name="connsiteY713" fmla="*/ 2578554 h 6858000"/>
              <a:gd name="connsiteX714" fmla="*/ 1359422 w 7467600"/>
              <a:gd name="connsiteY714" fmla="*/ 2577994 h 6858000"/>
              <a:gd name="connsiteX715" fmla="*/ 828701 w 7467600"/>
              <a:gd name="connsiteY715" fmla="*/ 1839520 h 6858000"/>
              <a:gd name="connsiteX716" fmla="*/ 494427 w 7467600"/>
              <a:gd name="connsiteY716" fmla="*/ 1092333 h 6858000"/>
              <a:gd name="connsiteX717" fmla="*/ 506322 w 7467600"/>
              <a:gd name="connsiteY717" fmla="*/ 1020997 h 6858000"/>
              <a:gd name="connsiteX718" fmla="*/ 4570198 w 7467600"/>
              <a:gd name="connsiteY718" fmla="*/ 978081 h 6858000"/>
              <a:gd name="connsiteX719" fmla="*/ 4523691 w 7467600"/>
              <a:gd name="connsiteY719" fmla="*/ 1127776 h 6858000"/>
              <a:gd name="connsiteX720" fmla="*/ 4509875 w 7467600"/>
              <a:gd name="connsiteY720" fmla="*/ 1167552 h 6858000"/>
              <a:gd name="connsiteX721" fmla="*/ 4478168 w 7467600"/>
              <a:gd name="connsiteY721" fmla="*/ 1260735 h 6858000"/>
              <a:gd name="connsiteX722" fmla="*/ 4409309 w 7467600"/>
              <a:gd name="connsiteY722" fmla="*/ 1666996 h 6858000"/>
              <a:gd name="connsiteX723" fmla="*/ 4370031 w 7467600"/>
              <a:gd name="connsiteY723" fmla="*/ 1955666 h 6858000"/>
              <a:gd name="connsiteX724" fmla="*/ 4570198 w 7467600"/>
              <a:gd name="connsiteY724" fmla="*/ 978081 h 6858000"/>
              <a:gd name="connsiteX725" fmla="*/ 4557898 w 7467600"/>
              <a:gd name="connsiteY725" fmla="*/ 900011 h 6858000"/>
              <a:gd name="connsiteX726" fmla="*/ 4344840 w 7467600"/>
              <a:gd name="connsiteY726" fmla="*/ 1922038 h 6858000"/>
              <a:gd name="connsiteX727" fmla="*/ 4378710 w 7467600"/>
              <a:gd name="connsiteY727" fmla="*/ 1665516 h 6858000"/>
              <a:gd name="connsiteX728" fmla="*/ 4448798 w 7467600"/>
              <a:gd name="connsiteY728" fmla="*/ 1253024 h 6858000"/>
              <a:gd name="connsiteX729" fmla="*/ 4480315 w 7467600"/>
              <a:gd name="connsiteY729" fmla="*/ 1158454 h 6858000"/>
              <a:gd name="connsiteX730" fmla="*/ 4494133 w 7467600"/>
              <a:gd name="connsiteY730" fmla="*/ 1118676 h 6858000"/>
              <a:gd name="connsiteX731" fmla="*/ 4557898 w 7467600"/>
              <a:gd name="connsiteY731" fmla="*/ 900011 h 6858000"/>
              <a:gd name="connsiteX732" fmla="*/ 5870151 w 7467600"/>
              <a:gd name="connsiteY732" fmla="*/ 898890 h 6858000"/>
              <a:gd name="connsiteX733" fmla="*/ 5861335 w 7467600"/>
              <a:gd name="connsiteY733" fmla="*/ 899177 h 6858000"/>
              <a:gd name="connsiteX734" fmla="*/ 5843702 w 7467600"/>
              <a:gd name="connsiteY734" fmla="*/ 899748 h 6858000"/>
              <a:gd name="connsiteX735" fmla="*/ 5651107 w 7467600"/>
              <a:gd name="connsiteY735" fmla="*/ 920306 h 6858000"/>
              <a:gd name="connsiteX736" fmla="*/ 5459407 w 7467600"/>
              <a:gd name="connsiteY736" fmla="*/ 940975 h 6858000"/>
              <a:gd name="connsiteX737" fmla="*/ 5374846 w 7467600"/>
              <a:gd name="connsiteY737" fmla="*/ 941988 h 6858000"/>
              <a:gd name="connsiteX738" fmla="*/ 5256105 w 7467600"/>
              <a:gd name="connsiteY738" fmla="*/ 945632 h 6858000"/>
              <a:gd name="connsiteX739" fmla="*/ 5107071 w 7467600"/>
              <a:gd name="connsiteY739" fmla="*/ 969720 h 6858000"/>
              <a:gd name="connsiteX740" fmla="*/ 4998681 w 7467600"/>
              <a:gd name="connsiteY740" fmla="*/ 988771 h 6858000"/>
              <a:gd name="connsiteX741" fmla="*/ 5870151 w 7467600"/>
              <a:gd name="connsiteY741" fmla="*/ 898890 h 6858000"/>
              <a:gd name="connsiteX742" fmla="*/ 5504425 w 7467600"/>
              <a:gd name="connsiteY742" fmla="*/ 848067 h 6858000"/>
              <a:gd name="connsiteX743" fmla="*/ 4968849 w 7467600"/>
              <a:gd name="connsiteY743" fmla="*/ 962318 h 6858000"/>
              <a:gd name="connsiteX744" fmla="*/ 5104039 w 7467600"/>
              <a:gd name="connsiteY744" fmla="*/ 940634 h 6858000"/>
              <a:gd name="connsiteX745" fmla="*/ 5256311 w 7467600"/>
              <a:gd name="connsiteY745" fmla="*/ 916490 h 6858000"/>
              <a:gd name="connsiteX746" fmla="*/ 5377381 w 7467600"/>
              <a:gd name="connsiteY746" fmla="*/ 912671 h 6858000"/>
              <a:gd name="connsiteX747" fmla="*/ 5460148 w 7467600"/>
              <a:gd name="connsiteY747" fmla="*/ 911442 h 6858000"/>
              <a:gd name="connsiteX748" fmla="*/ 5648971 w 7467600"/>
              <a:gd name="connsiteY748" fmla="*/ 891331 h 6858000"/>
              <a:gd name="connsiteX749" fmla="*/ 5844807 w 7467600"/>
              <a:gd name="connsiteY749" fmla="*/ 870718 h 6858000"/>
              <a:gd name="connsiteX750" fmla="*/ 5862975 w 7467600"/>
              <a:gd name="connsiteY750" fmla="*/ 869756 h 6858000"/>
              <a:gd name="connsiteX751" fmla="*/ 5920887 w 7467600"/>
              <a:gd name="connsiteY751" fmla="*/ 865929 h 6858000"/>
              <a:gd name="connsiteX752" fmla="*/ 5504425 w 7467600"/>
              <a:gd name="connsiteY752" fmla="*/ 848067 h 6858000"/>
              <a:gd name="connsiteX753" fmla="*/ 3607114 w 7467600"/>
              <a:gd name="connsiteY753" fmla="*/ 467441 h 6858000"/>
              <a:gd name="connsiteX754" fmla="*/ 3296242 w 7467600"/>
              <a:gd name="connsiteY754" fmla="*/ 807991 h 6858000"/>
              <a:gd name="connsiteX755" fmla="*/ 3174674 w 7467600"/>
              <a:gd name="connsiteY755" fmla="*/ 919759 h 6858000"/>
              <a:gd name="connsiteX756" fmla="*/ 3042978 w 7467600"/>
              <a:gd name="connsiteY756" fmla="*/ 1054894 h 6858000"/>
              <a:gd name="connsiteX757" fmla="*/ 2968914 w 7467600"/>
              <a:gd name="connsiteY757" fmla="*/ 1133756 h 6858000"/>
              <a:gd name="connsiteX758" fmla="*/ 3103823 w 7467600"/>
              <a:gd name="connsiteY758" fmla="*/ 1026814 h 6858000"/>
              <a:gd name="connsiteX759" fmla="*/ 3607114 w 7467600"/>
              <a:gd name="connsiteY759" fmla="*/ 467441 h 6858000"/>
              <a:gd name="connsiteX760" fmla="*/ 3744487 w 7467600"/>
              <a:gd name="connsiteY760" fmla="*/ 383136 h 6858000"/>
              <a:gd name="connsiteX761" fmla="*/ 3970213 w 7467600"/>
              <a:gd name="connsiteY761" fmla="*/ 995559 h 6858000"/>
              <a:gd name="connsiteX762" fmla="*/ 3744487 w 7467600"/>
              <a:gd name="connsiteY762" fmla="*/ 383136 h 6858000"/>
              <a:gd name="connsiteX763" fmla="*/ 3624562 w 7467600"/>
              <a:gd name="connsiteY763" fmla="*/ 367041 h 6858000"/>
              <a:gd name="connsiteX764" fmla="*/ 3489712 w 7467600"/>
              <a:gd name="connsiteY764" fmla="*/ 485386 h 6858000"/>
              <a:gd name="connsiteX765" fmla="*/ 3182994 w 7467600"/>
              <a:gd name="connsiteY765" fmla="*/ 828265 h 6858000"/>
              <a:gd name="connsiteX766" fmla="*/ 2892114 w 7467600"/>
              <a:gd name="connsiteY766" fmla="*/ 1172635 h 6858000"/>
              <a:gd name="connsiteX767" fmla="*/ 3021459 w 7467600"/>
              <a:gd name="connsiteY767" fmla="*/ 1035385 h 6858000"/>
              <a:gd name="connsiteX768" fmla="*/ 3153873 w 7467600"/>
              <a:gd name="connsiteY768" fmla="*/ 898971 h 6858000"/>
              <a:gd name="connsiteX769" fmla="*/ 3276511 w 7467600"/>
              <a:gd name="connsiteY769" fmla="*/ 786423 h 6858000"/>
              <a:gd name="connsiteX770" fmla="*/ 3584154 w 7467600"/>
              <a:gd name="connsiteY770" fmla="*/ 448218 h 6858000"/>
              <a:gd name="connsiteX771" fmla="*/ 3624562 w 7467600"/>
              <a:gd name="connsiteY771" fmla="*/ 367041 h 6858000"/>
              <a:gd name="connsiteX772" fmla="*/ 3766672 w 7467600"/>
              <a:gd name="connsiteY772" fmla="*/ 359429 h 6858000"/>
              <a:gd name="connsiteX773" fmla="*/ 3996338 w 7467600"/>
              <a:gd name="connsiteY773" fmla="*/ 968237 h 6858000"/>
              <a:gd name="connsiteX774" fmla="*/ 3766672 w 7467600"/>
              <a:gd name="connsiteY774" fmla="*/ 359429 h 6858000"/>
              <a:gd name="connsiteX775" fmla="*/ 5805386 w 7467600"/>
              <a:gd name="connsiteY775" fmla="*/ 239240 h 6858000"/>
              <a:gd name="connsiteX776" fmla="*/ 5736947 w 7467600"/>
              <a:gd name="connsiteY776" fmla="*/ 261367 h 6858000"/>
              <a:gd name="connsiteX777" fmla="*/ 5427012 w 7467600"/>
              <a:gd name="connsiteY777" fmla="*/ 311272 h 6858000"/>
              <a:gd name="connsiteX778" fmla="*/ 5147818 w 7467600"/>
              <a:gd name="connsiteY778" fmla="*/ 322112 h 6858000"/>
              <a:gd name="connsiteX779" fmla="*/ 5060854 w 7467600"/>
              <a:gd name="connsiteY779" fmla="*/ 311882 h 6858000"/>
              <a:gd name="connsiteX780" fmla="*/ 4945989 w 7467600"/>
              <a:gd name="connsiteY780" fmla="*/ 300516 h 6858000"/>
              <a:gd name="connsiteX781" fmla="*/ 5410479 w 7467600"/>
              <a:gd name="connsiteY781" fmla="*/ 348434 h 6858000"/>
              <a:gd name="connsiteX782" fmla="*/ 5805386 w 7467600"/>
              <a:gd name="connsiteY782" fmla="*/ 239240 h 6858000"/>
              <a:gd name="connsiteX783" fmla="*/ 5905192 w 7467600"/>
              <a:gd name="connsiteY783" fmla="*/ 163079 h 6858000"/>
              <a:gd name="connsiteX784" fmla="*/ 5865655 w 7467600"/>
              <a:gd name="connsiteY784" fmla="*/ 171901 h 6858000"/>
              <a:gd name="connsiteX785" fmla="*/ 5259740 w 7467600"/>
              <a:gd name="connsiteY785" fmla="*/ 257013 h 6858000"/>
              <a:gd name="connsiteX786" fmla="*/ 5208466 w 7467600"/>
              <a:gd name="connsiteY786" fmla="*/ 257550 h 6858000"/>
              <a:gd name="connsiteX787" fmla="*/ 4980204 w 7467600"/>
              <a:gd name="connsiteY787" fmla="*/ 271903 h 6858000"/>
              <a:gd name="connsiteX788" fmla="*/ 5068068 w 7467600"/>
              <a:gd name="connsiteY788" fmla="*/ 282244 h 6858000"/>
              <a:gd name="connsiteX789" fmla="*/ 5153231 w 7467600"/>
              <a:gd name="connsiteY789" fmla="*/ 292240 h 6858000"/>
              <a:gd name="connsiteX790" fmla="*/ 5426491 w 7467600"/>
              <a:gd name="connsiteY790" fmla="*/ 281128 h 6858000"/>
              <a:gd name="connsiteX791" fmla="*/ 5731212 w 7467600"/>
              <a:gd name="connsiteY791" fmla="*/ 231951 h 6858000"/>
              <a:gd name="connsiteX792" fmla="*/ 5905192 w 7467600"/>
              <a:gd name="connsiteY792" fmla="*/ 163079 h 6858000"/>
              <a:gd name="connsiteX793" fmla="*/ 5944437 w 7467600"/>
              <a:gd name="connsiteY793" fmla="*/ 113829 h 6858000"/>
              <a:gd name="connsiteX794" fmla="*/ 5825032 w 7467600"/>
              <a:gd name="connsiteY794" fmla="*/ 146405 h 6858000"/>
              <a:gd name="connsiteX795" fmla="*/ 4955599 w 7467600"/>
              <a:gd name="connsiteY795" fmla="*/ 247008 h 6858000"/>
              <a:gd name="connsiteX796" fmla="*/ 5210104 w 7467600"/>
              <a:gd name="connsiteY796" fmla="*/ 228123 h 6858000"/>
              <a:gd name="connsiteX797" fmla="*/ 5261015 w 7467600"/>
              <a:gd name="connsiteY797" fmla="*/ 227087 h 6858000"/>
              <a:gd name="connsiteX798" fmla="*/ 5861181 w 7467600"/>
              <a:gd name="connsiteY798" fmla="*/ 143093 h 6858000"/>
              <a:gd name="connsiteX799" fmla="*/ 5961252 w 7467600"/>
              <a:gd name="connsiteY799" fmla="*/ 114820 h 6858000"/>
              <a:gd name="connsiteX800" fmla="*/ 5944437 w 7467600"/>
              <a:gd name="connsiteY800" fmla="*/ 113829 h 6858000"/>
              <a:gd name="connsiteX801" fmla="*/ 3882765 w 7467600"/>
              <a:gd name="connsiteY801" fmla="*/ 0 h 6858000"/>
              <a:gd name="connsiteX802" fmla="*/ 3995099 w 7467600"/>
              <a:gd name="connsiteY802" fmla="*/ 0 h 6858000"/>
              <a:gd name="connsiteX803" fmla="*/ 4163818 w 7467600"/>
              <a:gd name="connsiteY803" fmla="*/ 234104 h 6858000"/>
              <a:gd name="connsiteX804" fmla="*/ 4172099 w 7467600"/>
              <a:gd name="connsiteY804" fmla="*/ 234207 h 6858000"/>
              <a:gd name="connsiteX805" fmla="*/ 4784282 w 7467600"/>
              <a:gd name="connsiteY805" fmla="*/ 276561 h 6858000"/>
              <a:gd name="connsiteX806" fmla="*/ 4801687 w 7467600"/>
              <a:gd name="connsiteY806" fmla="*/ 267764 h 6858000"/>
              <a:gd name="connsiteX807" fmla="*/ 6082788 w 7467600"/>
              <a:gd name="connsiteY807" fmla="*/ 64119 h 6858000"/>
              <a:gd name="connsiteX808" fmla="*/ 6099442 w 7467600"/>
              <a:gd name="connsiteY808" fmla="*/ 82568 h 6858000"/>
              <a:gd name="connsiteX809" fmla="*/ 4804137 w 7467600"/>
              <a:gd name="connsiteY809" fmla="*/ 320931 h 6858000"/>
              <a:gd name="connsiteX810" fmla="*/ 4227047 w 7467600"/>
              <a:gd name="connsiteY810" fmla="*/ 313415 h 6858000"/>
              <a:gd name="connsiteX811" fmla="*/ 4346041 w 7467600"/>
              <a:gd name="connsiteY811" fmla="*/ 456086 h 6858000"/>
              <a:gd name="connsiteX812" fmla="*/ 4870967 w 7467600"/>
              <a:gd name="connsiteY812" fmla="*/ 963061 h 6858000"/>
              <a:gd name="connsiteX813" fmla="*/ 4889647 w 7467600"/>
              <a:gd name="connsiteY813" fmla="*/ 957147 h 6858000"/>
              <a:gd name="connsiteX814" fmla="*/ 5422504 w 7467600"/>
              <a:gd name="connsiteY814" fmla="*/ 805191 h 6858000"/>
              <a:gd name="connsiteX815" fmla="*/ 6087656 w 7467600"/>
              <a:gd name="connsiteY815" fmla="*/ 826703 h 6858000"/>
              <a:gd name="connsiteX816" fmla="*/ 6058717 w 7467600"/>
              <a:gd name="connsiteY816" fmla="*/ 865992 h 6858000"/>
              <a:gd name="connsiteX817" fmla="*/ 4974153 w 7467600"/>
              <a:gd name="connsiteY817" fmla="*/ 1045456 h 6858000"/>
              <a:gd name="connsiteX818" fmla="*/ 5627835 w 7467600"/>
              <a:gd name="connsiteY818" fmla="*/ 1472077 h 6858000"/>
              <a:gd name="connsiteX819" fmla="*/ 5629817 w 7467600"/>
              <a:gd name="connsiteY819" fmla="*/ 1471412 h 6858000"/>
              <a:gd name="connsiteX820" fmla="*/ 5634124 w 7467600"/>
              <a:gd name="connsiteY820" fmla="*/ 1470572 h 6858000"/>
              <a:gd name="connsiteX821" fmla="*/ 5755832 w 7467600"/>
              <a:gd name="connsiteY821" fmla="*/ 1383886 h 6858000"/>
              <a:gd name="connsiteX822" fmla="*/ 6014186 w 7467600"/>
              <a:gd name="connsiteY822" fmla="*/ 1279799 h 6858000"/>
              <a:gd name="connsiteX823" fmla="*/ 6901619 w 7467600"/>
              <a:gd name="connsiteY823" fmla="*/ 1047874 h 6858000"/>
              <a:gd name="connsiteX824" fmla="*/ 6931566 w 7467600"/>
              <a:gd name="connsiteY824" fmla="*/ 1062034 h 6858000"/>
              <a:gd name="connsiteX825" fmla="*/ 5790982 w 7467600"/>
              <a:gd name="connsiteY825" fmla="*/ 1561380 h 6858000"/>
              <a:gd name="connsiteX826" fmla="*/ 6188971 w 7467600"/>
              <a:gd name="connsiteY826" fmla="*/ 1755168 h 6858000"/>
              <a:gd name="connsiteX827" fmla="*/ 6202446 w 7467600"/>
              <a:gd name="connsiteY827" fmla="*/ 1752268 h 6858000"/>
              <a:gd name="connsiteX828" fmla="*/ 7179560 w 7467600"/>
              <a:gd name="connsiteY828" fmla="*/ 1467551 h 6858000"/>
              <a:gd name="connsiteX829" fmla="*/ 7158730 w 7467600"/>
              <a:gd name="connsiteY829" fmla="*/ 1507835 h 6858000"/>
              <a:gd name="connsiteX830" fmla="*/ 6326959 w 7467600"/>
              <a:gd name="connsiteY830" fmla="*/ 1817686 h 6858000"/>
              <a:gd name="connsiteX831" fmla="*/ 6537433 w 7467600"/>
              <a:gd name="connsiteY831" fmla="*/ 1907790 h 6858000"/>
              <a:gd name="connsiteX832" fmla="*/ 6550221 w 7467600"/>
              <a:gd name="connsiteY832" fmla="*/ 1910729 h 6858000"/>
              <a:gd name="connsiteX833" fmla="*/ 6964438 w 7467600"/>
              <a:gd name="connsiteY833" fmla="*/ 2209505 h 6858000"/>
              <a:gd name="connsiteX834" fmla="*/ 7367862 w 7467600"/>
              <a:gd name="connsiteY834" fmla="*/ 2806833 h 6858000"/>
              <a:gd name="connsiteX835" fmla="*/ 7364329 w 7467600"/>
              <a:gd name="connsiteY835" fmla="*/ 2826907 h 6858000"/>
              <a:gd name="connsiteX836" fmla="*/ 7290545 w 7467600"/>
              <a:gd name="connsiteY836" fmla="*/ 2850663 h 6858000"/>
              <a:gd name="connsiteX837" fmla="*/ 6472036 w 7467600"/>
              <a:gd name="connsiteY837" fmla="*/ 1959003 h 6858000"/>
              <a:gd name="connsiteX838" fmla="*/ 5792897 w 7467600"/>
              <a:gd name="connsiteY838" fmla="*/ 1647747 h 6858000"/>
              <a:gd name="connsiteX839" fmla="*/ 5842751 w 7467600"/>
              <a:gd name="connsiteY839" fmla="*/ 1816112 h 6858000"/>
              <a:gd name="connsiteX840" fmla="*/ 5847424 w 7467600"/>
              <a:gd name="connsiteY840" fmla="*/ 1815776 h 6858000"/>
              <a:gd name="connsiteX841" fmla="*/ 6399821 w 7467600"/>
              <a:gd name="connsiteY841" fmla="*/ 2344799 h 6858000"/>
              <a:gd name="connsiteX842" fmla="*/ 6323232 w 7467600"/>
              <a:gd name="connsiteY842" fmla="*/ 2389634 h 6858000"/>
              <a:gd name="connsiteX843" fmla="*/ 5942958 w 7467600"/>
              <a:gd name="connsiteY843" fmla="*/ 2077708 h 6858000"/>
              <a:gd name="connsiteX844" fmla="*/ 5921559 w 7467600"/>
              <a:gd name="connsiteY844" fmla="*/ 2378596 h 6858000"/>
              <a:gd name="connsiteX845" fmla="*/ 5817651 w 7467600"/>
              <a:gd name="connsiteY845" fmla="*/ 3023919 h 6858000"/>
              <a:gd name="connsiteX846" fmla="*/ 5729634 w 7467600"/>
              <a:gd name="connsiteY846" fmla="*/ 3051849 h 6858000"/>
              <a:gd name="connsiteX847" fmla="*/ 5611018 w 7467600"/>
              <a:gd name="connsiteY847" fmla="*/ 2316769 h 6858000"/>
              <a:gd name="connsiteX848" fmla="*/ 5687608 w 7467600"/>
              <a:gd name="connsiteY848" fmla="*/ 2039972 h 6858000"/>
              <a:gd name="connsiteX849" fmla="*/ 5657554 w 7467600"/>
              <a:gd name="connsiteY849" fmla="*/ 1576445 h 6858000"/>
              <a:gd name="connsiteX850" fmla="*/ 5150475 w 7467600"/>
              <a:gd name="connsiteY850" fmla="*/ 1274012 h 6858000"/>
              <a:gd name="connsiteX851" fmla="*/ 5349142 w 7467600"/>
              <a:gd name="connsiteY851" fmla="*/ 2204405 h 6858000"/>
              <a:gd name="connsiteX852" fmla="*/ 5262214 w 7467600"/>
              <a:gd name="connsiteY852" fmla="*/ 2233836 h 6858000"/>
              <a:gd name="connsiteX853" fmla="*/ 4981539 w 7467600"/>
              <a:gd name="connsiteY853" fmla="*/ 1542201 h 6858000"/>
              <a:gd name="connsiteX854" fmla="*/ 4958461 w 7467600"/>
              <a:gd name="connsiteY854" fmla="*/ 1136957 h 6858000"/>
              <a:gd name="connsiteX855" fmla="*/ 4655015 w 7467600"/>
              <a:gd name="connsiteY855" fmla="*/ 891426 h 6858000"/>
              <a:gd name="connsiteX856" fmla="*/ 4348002 w 7467600"/>
              <a:gd name="connsiteY856" fmla="*/ 2205895 h 6858000"/>
              <a:gd name="connsiteX857" fmla="*/ 4262250 w 7467600"/>
              <a:gd name="connsiteY857" fmla="*/ 2219972 h 6858000"/>
              <a:gd name="connsiteX858" fmla="*/ 4550611 w 7467600"/>
              <a:gd name="connsiteY858" fmla="*/ 817540 h 6858000"/>
              <a:gd name="connsiteX859" fmla="*/ 4564418 w 7467600"/>
              <a:gd name="connsiteY859" fmla="*/ 808293 h 6858000"/>
              <a:gd name="connsiteX860" fmla="*/ 4266388 w 7467600"/>
              <a:gd name="connsiteY860" fmla="*/ 500083 h 6858000"/>
              <a:gd name="connsiteX861" fmla="*/ 4032842 w 7467600"/>
              <a:gd name="connsiteY861" fmla="*/ 211809 h 6858000"/>
              <a:gd name="connsiteX862" fmla="*/ 3882765 w 7467600"/>
              <a:gd name="connsiteY862" fmla="*/ 0 h 6858000"/>
              <a:gd name="connsiteX863" fmla="*/ 3721337 w 7467600"/>
              <a:gd name="connsiteY863" fmla="*/ 0 h 6858000"/>
              <a:gd name="connsiteX864" fmla="*/ 3797544 w 7467600"/>
              <a:gd name="connsiteY864" fmla="*/ 0 h 6858000"/>
              <a:gd name="connsiteX865" fmla="*/ 3775734 w 7467600"/>
              <a:gd name="connsiteY865" fmla="*/ 95131 h 6858000"/>
              <a:gd name="connsiteX866" fmla="*/ 3724807 w 7467600"/>
              <a:gd name="connsiteY866" fmla="*/ 272257 h 6858000"/>
              <a:gd name="connsiteX867" fmla="*/ 3726844 w 7467600"/>
              <a:gd name="connsiteY867" fmla="*/ 282988 h 6858000"/>
              <a:gd name="connsiteX868" fmla="*/ 3742664 w 7467600"/>
              <a:gd name="connsiteY868" fmla="*/ 279918 h 6858000"/>
              <a:gd name="connsiteX869" fmla="*/ 4103910 w 7467600"/>
              <a:gd name="connsiteY869" fmla="*/ 1161917 h 6858000"/>
              <a:gd name="connsiteX870" fmla="*/ 4020269 w 7467600"/>
              <a:gd name="connsiteY870" fmla="*/ 1200406 h 6858000"/>
              <a:gd name="connsiteX871" fmla="*/ 3674882 w 7467600"/>
              <a:gd name="connsiteY871" fmla="*/ 488524 h 6858000"/>
              <a:gd name="connsiteX872" fmla="*/ 3132682 w 7467600"/>
              <a:gd name="connsiteY872" fmla="*/ 1072284 h 6858000"/>
              <a:gd name="connsiteX873" fmla="*/ 2716346 w 7467600"/>
              <a:gd name="connsiteY873" fmla="*/ 1276376 h 6858000"/>
              <a:gd name="connsiteX874" fmla="*/ 2716772 w 7467600"/>
              <a:gd name="connsiteY874" fmla="*/ 1255462 h 6858000"/>
              <a:gd name="connsiteX875" fmla="*/ 3471096 w 7467600"/>
              <a:gd name="connsiteY875" fmla="*/ 437072 h 6858000"/>
              <a:gd name="connsiteX876" fmla="*/ 3639057 w 7467600"/>
              <a:gd name="connsiteY876" fmla="*/ 286334 h 6858000"/>
              <a:gd name="connsiteX877" fmla="*/ 3640309 w 7467600"/>
              <a:gd name="connsiteY877" fmla="*/ 284664 h 6858000"/>
              <a:gd name="connsiteX878" fmla="*/ 3646022 w 7467600"/>
              <a:gd name="connsiteY878" fmla="*/ 276711 h 6858000"/>
              <a:gd name="connsiteX879" fmla="*/ 3707943 w 7467600"/>
              <a:gd name="connsiteY879" fmla="*/ 65958 h 6858000"/>
              <a:gd name="connsiteX880" fmla="*/ 3721337 w 7467600"/>
              <a:gd name="connsiteY880" fmla="*/ 0 h 6858000"/>
              <a:gd name="connsiteX881" fmla="*/ 2867960 w 7467600"/>
              <a:gd name="connsiteY881" fmla="*/ 0 h 6858000"/>
              <a:gd name="connsiteX882" fmla="*/ 2926351 w 7467600"/>
              <a:gd name="connsiteY882" fmla="*/ 0 h 6858000"/>
              <a:gd name="connsiteX883" fmla="*/ 2902823 w 7467600"/>
              <a:gd name="connsiteY883" fmla="*/ 262929 h 6858000"/>
              <a:gd name="connsiteX884" fmla="*/ 2940663 w 7467600"/>
              <a:gd name="connsiteY884" fmla="*/ 140884 h 6858000"/>
              <a:gd name="connsiteX885" fmla="*/ 2947039 w 7467600"/>
              <a:gd name="connsiteY885" fmla="*/ 122524 h 6858000"/>
              <a:gd name="connsiteX886" fmla="*/ 2984316 w 7467600"/>
              <a:gd name="connsiteY886" fmla="*/ 0 h 6858000"/>
              <a:gd name="connsiteX887" fmla="*/ 3016114 w 7467600"/>
              <a:gd name="connsiteY887" fmla="*/ 0 h 6858000"/>
              <a:gd name="connsiteX888" fmla="*/ 2979949 w 7467600"/>
              <a:gd name="connsiteY888" fmla="*/ 119274 h 6858000"/>
              <a:gd name="connsiteX889" fmla="*/ 3023879 w 7467600"/>
              <a:gd name="connsiteY889" fmla="*/ 0 h 6858000"/>
              <a:gd name="connsiteX890" fmla="*/ 3105400 w 7467600"/>
              <a:gd name="connsiteY890" fmla="*/ 0 h 6858000"/>
              <a:gd name="connsiteX891" fmla="*/ 3094669 w 7467600"/>
              <a:gd name="connsiteY891" fmla="*/ 30308 h 6858000"/>
              <a:gd name="connsiteX892" fmla="*/ 2901945 w 7467600"/>
              <a:gd name="connsiteY892" fmla="*/ 466538 h 6858000"/>
              <a:gd name="connsiteX893" fmla="*/ 2815209 w 7467600"/>
              <a:gd name="connsiteY893" fmla="*/ 497361 h 6858000"/>
              <a:gd name="connsiteX894" fmla="*/ 2844845 w 7467600"/>
              <a:gd name="connsiteY894" fmla="*/ 127638 h 6858000"/>
              <a:gd name="connsiteX895" fmla="*/ 2867960 w 7467600"/>
              <a:gd name="connsiteY895" fmla="*/ 0 h 6858000"/>
              <a:gd name="connsiteX896" fmla="*/ 1057230 w 7467600"/>
              <a:gd name="connsiteY896" fmla="*/ 0 h 6858000"/>
              <a:gd name="connsiteX897" fmla="*/ 1111003 w 7467600"/>
              <a:gd name="connsiteY897" fmla="*/ 0 h 6858000"/>
              <a:gd name="connsiteX898" fmla="*/ 1125553 w 7467600"/>
              <a:gd name="connsiteY898" fmla="*/ 52588 h 6858000"/>
              <a:gd name="connsiteX899" fmla="*/ 1304276 w 7467600"/>
              <a:gd name="connsiteY899" fmla="*/ 476275 h 6858000"/>
              <a:gd name="connsiteX900" fmla="*/ 1492066 w 7467600"/>
              <a:gd name="connsiteY900" fmla="*/ 886333 h 6858000"/>
              <a:gd name="connsiteX901" fmla="*/ 1423698 w 7467600"/>
              <a:gd name="connsiteY901" fmla="*/ 710817 h 6858000"/>
              <a:gd name="connsiteX902" fmla="*/ 1357609 w 7467600"/>
              <a:gd name="connsiteY902" fmla="*/ 532892 h 6858000"/>
              <a:gd name="connsiteX903" fmla="*/ 1309550 w 7467600"/>
              <a:gd name="connsiteY903" fmla="*/ 374031 h 6858000"/>
              <a:gd name="connsiteX904" fmla="*/ 1193673 w 7467600"/>
              <a:gd name="connsiteY904" fmla="*/ 49533 h 6858000"/>
              <a:gd name="connsiteX905" fmla="*/ 1164391 w 7467600"/>
              <a:gd name="connsiteY905" fmla="*/ 0 h 6858000"/>
              <a:gd name="connsiteX906" fmla="*/ 1200666 w 7467600"/>
              <a:gd name="connsiteY906" fmla="*/ 0 h 6858000"/>
              <a:gd name="connsiteX907" fmla="*/ 1223408 w 7467600"/>
              <a:gd name="connsiteY907" fmla="*/ 38996 h 6858000"/>
              <a:gd name="connsiteX908" fmla="*/ 1339635 w 7467600"/>
              <a:gd name="connsiteY908" fmla="*/ 365517 h 6858000"/>
              <a:gd name="connsiteX909" fmla="*/ 1387469 w 7467600"/>
              <a:gd name="connsiteY909" fmla="*/ 523079 h 6858000"/>
              <a:gd name="connsiteX910" fmla="*/ 1452685 w 7467600"/>
              <a:gd name="connsiteY910" fmla="*/ 699806 h 6858000"/>
              <a:gd name="connsiteX911" fmla="*/ 1492092 w 7467600"/>
              <a:gd name="connsiteY911" fmla="*/ 800424 h 6858000"/>
              <a:gd name="connsiteX912" fmla="*/ 1455302 w 7467600"/>
              <a:gd name="connsiteY912" fmla="*/ 632913 h 6858000"/>
              <a:gd name="connsiteX913" fmla="*/ 1222336 w 7467600"/>
              <a:gd name="connsiteY913" fmla="*/ 9480 h 6858000"/>
              <a:gd name="connsiteX914" fmla="*/ 1214634 w 7467600"/>
              <a:gd name="connsiteY914" fmla="*/ 0 h 6858000"/>
              <a:gd name="connsiteX915" fmla="*/ 1289827 w 7467600"/>
              <a:gd name="connsiteY915" fmla="*/ 0 h 6858000"/>
              <a:gd name="connsiteX916" fmla="*/ 1321076 w 7467600"/>
              <a:gd name="connsiteY916" fmla="*/ 59722 h 6858000"/>
              <a:gd name="connsiteX917" fmla="*/ 1512579 w 7467600"/>
              <a:gd name="connsiteY917" fmla="*/ 626441 h 6858000"/>
              <a:gd name="connsiteX918" fmla="*/ 1506076 w 7467600"/>
              <a:gd name="connsiteY918" fmla="*/ 1089289 h 6858000"/>
              <a:gd name="connsiteX919" fmla="*/ 1486346 w 7467600"/>
              <a:gd name="connsiteY919" fmla="*/ 1079919 h 6858000"/>
              <a:gd name="connsiteX920" fmla="*/ 1070511 w 7467600"/>
              <a:gd name="connsiteY920" fmla="*/ 48609 h 6858000"/>
              <a:gd name="connsiteX921" fmla="*/ 1057230 w 7467600"/>
              <a:gd name="connsiteY921" fmla="*/ 0 h 6858000"/>
              <a:gd name="connsiteX922" fmla="*/ 43151 w 7467600"/>
              <a:gd name="connsiteY922" fmla="*/ 0 h 6858000"/>
              <a:gd name="connsiteX923" fmla="*/ 95283 w 7467600"/>
              <a:gd name="connsiteY923" fmla="*/ 0 h 6858000"/>
              <a:gd name="connsiteX924" fmla="*/ 300708 w 7467600"/>
              <a:gd name="connsiteY924" fmla="*/ 154571 h 6858000"/>
              <a:gd name="connsiteX925" fmla="*/ 530414 w 7467600"/>
              <a:gd name="connsiteY925" fmla="*/ 354673 h 6858000"/>
              <a:gd name="connsiteX926" fmla="*/ 333785 w 7467600"/>
              <a:gd name="connsiteY926" fmla="*/ 161564 h 6858000"/>
              <a:gd name="connsiteX927" fmla="*/ 147005 w 7467600"/>
              <a:gd name="connsiteY927" fmla="*/ 0 h 6858000"/>
              <a:gd name="connsiteX928" fmla="*/ 272509 w 7467600"/>
              <a:gd name="connsiteY928" fmla="*/ 0 h 6858000"/>
              <a:gd name="connsiteX929" fmla="*/ 326276 w 7467600"/>
              <a:gd name="connsiteY929" fmla="*/ 45847 h 6858000"/>
              <a:gd name="connsiteX930" fmla="*/ 823759 w 7467600"/>
              <a:gd name="connsiteY930" fmla="*/ 574145 h 6858000"/>
              <a:gd name="connsiteX931" fmla="*/ 811254 w 7467600"/>
              <a:gd name="connsiteY931" fmla="*/ 665546 h 6858000"/>
              <a:gd name="connsiteX932" fmla="*/ 154042 w 7467600"/>
              <a:gd name="connsiteY932" fmla="*/ 261522 h 6858000"/>
              <a:gd name="connsiteX933" fmla="*/ 13550 w 7467600"/>
              <a:gd name="connsiteY933" fmla="*/ 158423 h 6858000"/>
              <a:gd name="connsiteX934" fmla="*/ 0 w 7467600"/>
              <a:gd name="connsiteY934" fmla="*/ 146618 h 6858000"/>
              <a:gd name="connsiteX935" fmla="*/ 0 w 7467600"/>
              <a:gd name="connsiteY935" fmla="*/ 59161 h 6858000"/>
              <a:gd name="connsiteX936" fmla="*/ 45427 w 7467600"/>
              <a:gd name="connsiteY936" fmla="*/ 101078 h 6858000"/>
              <a:gd name="connsiteX937" fmla="*/ 630103 w 7467600"/>
              <a:gd name="connsiteY937" fmla="*/ 485885 h 6858000"/>
              <a:gd name="connsiteX938" fmla="*/ 532040 w 7467600"/>
              <a:gd name="connsiteY938" fmla="*/ 399359 h 6858000"/>
              <a:gd name="connsiteX939" fmla="*/ 517618 w 7467600"/>
              <a:gd name="connsiteY939" fmla="*/ 385726 h 6858000"/>
              <a:gd name="connsiteX940" fmla="*/ 285074 w 7467600"/>
              <a:gd name="connsiteY940" fmla="*/ 182755 h 6858000"/>
              <a:gd name="connsiteX941" fmla="*/ 43151 w 7467600"/>
              <a:gd name="connsiteY94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289862 w 7467600"/>
              <a:gd name="connsiteY8" fmla="*/ 6659827 h 6858000"/>
              <a:gd name="connsiteX9" fmla="*/ 1019354 w 7467600"/>
              <a:gd name="connsiteY9" fmla="*/ 6315006 h 6858000"/>
              <a:gd name="connsiteX10" fmla="*/ 441046 w 7467600"/>
              <a:gd name="connsiteY10" fmla="*/ 6691153 h 6858000"/>
              <a:gd name="connsiteX11" fmla="*/ 1019354 w 7467600"/>
              <a:gd name="connsiteY11" fmla="*/ 6315006 h 6858000"/>
              <a:gd name="connsiteX12" fmla="*/ 991680 w 7467600"/>
              <a:gd name="connsiteY12" fmla="*/ 6298413 h 6858000"/>
              <a:gd name="connsiteX13" fmla="*/ 409060 w 7467600"/>
              <a:gd name="connsiteY13" fmla="*/ 6671470 h 6858000"/>
              <a:gd name="connsiteX14" fmla="*/ 991680 w 7467600"/>
              <a:gd name="connsiteY14" fmla="*/ 6298413 h 6858000"/>
              <a:gd name="connsiteX15" fmla="*/ 103333 w 7467600"/>
              <a:gd name="connsiteY15" fmla="*/ 5699602 h 6858000"/>
              <a:gd name="connsiteX16" fmla="*/ 233938 w 7467600"/>
              <a:gd name="connsiteY16" fmla="*/ 5809416 h 6858000"/>
              <a:gd name="connsiteX17" fmla="*/ 883580 w 7467600"/>
              <a:gd name="connsiteY17" fmla="*/ 6180710 h 6858000"/>
              <a:gd name="connsiteX18" fmla="*/ 487337 w 7467600"/>
              <a:gd name="connsiteY18" fmla="*/ 5950182 h 6858000"/>
              <a:gd name="connsiteX19" fmla="*/ 354051 w 7467600"/>
              <a:gd name="connsiteY19" fmla="*/ 5854912 h 6858000"/>
              <a:gd name="connsiteX20" fmla="*/ 195436 w 7467600"/>
              <a:gd name="connsiteY20" fmla="*/ 5755068 h 6858000"/>
              <a:gd name="connsiteX21" fmla="*/ 103333 w 7467600"/>
              <a:gd name="connsiteY21" fmla="*/ 5699602 h 6858000"/>
              <a:gd name="connsiteX22" fmla="*/ 5539432 w 7467600"/>
              <a:gd name="connsiteY22" fmla="*/ 5642928 h 6858000"/>
              <a:gd name="connsiteX23" fmla="*/ 5555462 w 7467600"/>
              <a:gd name="connsiteY23" fmla="*/ 5694454 h 6858000"/>
              <a:gd name="connsiteX24" fmla="*/ 5828270 w 7467600"/>
              <a:gd name="connsiteY24" fmla="*/ 6320663 h 6858000"/>
              <a:gd name="connsiteX25" fmla="*/ 5947416 w 7467600"/>
              <a:gd name="connsiteY25" fmla="*/ 6574846 h 6858000"/>
              <a:gd name="connsiteX26" fmla="*/ 5539432 w 7467600"/>
              <a:gd name="connsiteY26" fmla="*/ 5642928 h 6858000"/>
              <a:gd name="connsiteX27" fmla="*/ 51253 w 7467600"/>
              <a:gd name="connsiteY27" fmla="*/ 5631825 h 6858000"/>
              <a:gd name="connsiteX28" fmla="*/ 211622 w 7467600"/>
              <a:gd name="connsiteY28" fmla="*/ 5728803 h 6858000"/>
              <a:gd name="connsiteX29" fmla="*/ 371652 w 7467600"/>
              <a:gd name="connsiteY29" fmla="*/ 5829062 h 6858000"/>
              <a:gd name="connsiteX30" fmla="*/ 505903 w 7467600"/>
              <a:gd name="connsiteY30" fmla="*/ 5925221 h 6858000"/>
              <a:gd name="connsiteX31" fmla="*/ 899240 w 7467600"/>
              <a:gd name="connsiteY31" fmla="*/ 6153068 h 6858000"/>
              <a:gd name="connsiteX32" fmla="*/ 988114 w 7467600"/>
              <a:gd name="connsiteY32" fmla="*/ 6174204 h 6858000"/>
              <a:gd name="connsiteX33" fmla="*/ 845971 w 7467600"/>
              <a:gd name="connsiteY33" fmla="*/ 6067177 h 6858000"/>
              <a:gd name="connsiteX34" fmla="*/ 448057 w 7467600"/>
              <a:gd name="connsiteY34" fmla="*/ 5841376 h 6858000"/>
              <a:gd name="connsiteX35" fmla="*/ 51253 w 7467600"/>
              <a:gd name="connsiteY35" fmla="*/ 5631825 h 6858000"/>
              <a:gd name="connsiteX36" fmla="*/ 2606687 w 7467600"/>
              <a:gd name="connsiteY36" fmla="*/ 5630718 h 6858000"/>
              <a:gd name="connsiteX37" fmla="*/ 2645658 w 7467600"/>
              <a:gd name="connsiteY37" fmla="*/ 6640259 h 6858000"/>
              <a:gd name="connsiteX38" fmla="*/ 2606687 w 7467600"/>
              <a:gd name="connsiteY38" fmla="*/ 5630718 h 6858000"/>
              <a:gd name="connsiteX39" fmla="*/ 3642057 w 7467600"/>
              <a:gd name="connsiteY39" fmla="*/ 5573487 h 6858000"/>
              <a:gd name="connsiteX40" fmla="*/ 3632981 w 7467600"/>
              <a:gd name="connsiteY40" fmla="*/ 5579437 h 6858000"/>
              <a:gd name="connsiteX41" fmla="*/ 3382436 w 7467600"/>
              <a:gd name="connsiteY41" fmla="*/ 5952726 h 6858000"/>
              <a:gd name="connsiteX42" fmla="*/ 3191929 w 7467600"/>
              <a:gd name="connsiteY42" fmla="*/ 6662669 h 6858000"/>
              <a:gd name="connsiteX43" fmla="*/ 3369898 w 7467600"/>
              <a:gd name="connsiteY43" fmla="*/ 6081771 h 6858000"/>
              <a:gd name="connsiteX44" fmla="*/ 3642057 w 7467600"/>
              <a:gd name="connsiteY44" fmla="*/ 5573487 h 6858000"/>
              <a:gd name="connsiteX45" fmla="*/ 2650666 w 7467600"/>
              <a:gd name="connsiteY45" fmla="*/ 5530686 h 6858000"/>
              <a:gd name="connsiteX46" fmla="*/ 2650249 w 7467600"/>
              <a:gd name="connsiteY46" fmla="*/ 5532101 h 6858000"/>
              <a:gd name="connsiteX47" fmla="*/ 2663808 w 7467600"/>
              <a:gd name="connsiteY47" fmla="*/ 6535215 h 6858000"/>
              <a:gd name="connsiteX48" fmla="*/ 2665418 w 7467600"/>
              <a:gd name="connsiteY48" fmla="*/ 6132756 h 6858000"/>
              <a:gd name="connsiteX49" fmla="*/ 2650666 w 7467600"/>
              <a:gd name="connsiteY49" fmla="*/ 5530686 h 6858000"/>
              <a:gd name="connsiteX50" fmla="*/ 2680277 w 7467600"/>
              <a:gd name="connsiteY50" fmla="*/ 5479204 h 6858000"/>
              <a:gd name="connsiteX51" fmla="*/ 2678972 w 7467600"/>
              <a:gd name="connsiteY51" fmla="*/ 5481582 h 6858000"/>
              <a:gd name="connsiteX52" fmla="*/ 2696666 w 7467600"/>
              <a:gd name="connsiteY52" fmla="*/ 6133836 h 6858000"/>
              <a:gd name="connsiteX53" fmla="*/ 2695769 w 7467600"/>
              <a:gd name="connsiteY53" fmla="*/ 6390955 h 6858000"/>
              <a:gd name="connsiteX54" fmla="*/ 2739893 w 7467600"/>
              <a:gd name="connsiteY54" fmla="*/ 6108357 h 6858000"/>
              <a:gd name="connsiteX55" fmla="*/ 2680277 w 7467600"/>
              <a:gd name="connsiteY55" fmla="*/ 5479204 h 6858000"/>
              <a:gd name="connsiteX56" fmla="*/ 1132195 w 7467600"/>
              <a:gd name="connsiteY56" fmla="*/ 5467980 h 6858000"/>
              <a:gd name="connsiteX57" fmla="*/ 1679056 w 7467600"/>
              <a:gd name="connsiteY57" fmla="*/ 5516907 h 6858000"/>
              <a:gd name="connsiteX58" fmla="*/ 2128648 w 7467600"/>
              <a:gd name="connsiteY58" fmla="*/ 5474249 h 6858000"/>
              <a:gd name="connsiteX59" fmla="*/ 1825619 w 7467600"/>
              <a:gd name="connsiteY59" fmla="*/ 5478447 h 6858000"/>
              <a:gd name="connsiteX60" fmla="*/ 1737798 w 7467600"/>
              <a:gd name="connsiteY60" fmla="*/ 5483353 h 6858000"/>
              <a:gd name="connsiteX61" fmla="*/ 1132195 w 7467600"/>
              <a:gd name="connsiteY61" fmla="*/ 5467980 h 6858000"/>
              <a:gd name="connsiteX62" fmla="*/ 1456157 w 7467600"/>
              <a:gd name="connsiteY62" fmla="*/ 5371404 h 6858000"/>
              <a:gd name="connsiteX63" fmla="*/ 1244432 w 7467600"/>
              <a:gd name="connsiteY63" fmla="*/ 5385601 h 6858000"/>
              <a:gd name="connsiteX64" fmla="*/ 973990 w 7467600"/>
              <a:gd name="connsiteY64" fmla="*/ 5424940 h 6858000"/>
              <a:gd name="connsiteX65" fmla="*/ 1103809 w 7467600"/>
              <a:gd name="connsiteY65" fmla="*/ 5433720 h 6858000"/>
              <a:gd name="connsiteX66" fmla="*/ 1123454 w 7467600"/>
              <a:gd name="connsiteY66" fmla="*/ 5435727 h 6858000"/>
              <a:gd name="connsiteX67" fmla="*/ 1737017 w 7467600"/>
              <a:gd name="connsiteY67" fmla="*/ 5452183 h 6858000"/>
              <a:gd name="connsiteX68" fmla="*/ 1824397 w 7467600"/>
              <a:gd name="connsiteY68" fmla="*/ 5447757 h 6858000"/>
              <a:gd name="connsiteX69" fmla="*/ 2070059 w 7467600"/>
              <a:gd name="connsiteY69" fmla="*/ 5441660 h 6858000"/>
              <a:gd name="connsiteX70" fmla="*/ 1456157 w 7467600"/>
              <a:gd name="connsiteY70" fmla="*/ 5371404 h 6858000"/>
              <a:gd name="connsiteX71" fmla="*/ 4988186 w 7467600"/>
              <a:gd name="connsiteY71" fmla="*/ 5216467 h 6858000"/>
              <a:gd name="connsiteX72" fmla="*/ 4777334 w 7467600"/>
              <a:gd name="connsiteY72" fmla="*/ 5406072 h 6858000"/>
              <a:gd name="connsiteX73" fmla="*/ 4718341 w 7467600"/>
              <a:gd name="connsiteY73" fmla="*/ 5468043 h 6858000"/>
              <a:gd name="connsiteX74" fmla="*/ 4604655 w 7467600"/>
              <a:gd name="connsiteY74" fmla="*/ 5583434 h 6858000"/>
              <a:gd name="connsiteX75" fmla="*/ 4565074 w 7467600"/>
              <a:gd name="connsiteY75" fmla="*/ 5618550 h 6858000"/>
              <a:gd name="connsiteX76" fmla="*/ 4988186 w 7467600"/>
              <a:gd name="connsiteY76" fmla="*/ 5216467 h 6858000"/>
              <a:gd name="connsiteX77" fmla="*/ 4978032 w 7467600"/>
              <a:gd name="connsiteY77" fmla="*/ 5183809 h 6858000"/>
              <a:gd name="connsiteX78" fmla="*/ 4463413 w 7467600"/>
              <a:gd name="connsiteY78" fmla="*/ 5615162 h 6858000"/>
              <a:gd name="connsiteX79" fmla="*/ 4358134 w 7467600"/>
              <a:gd name="connsiteY79" fmla="*/ 5742791 h 6858000"/>
              <a:gd name="connsiteX80" fmla="*/ 4376219 w 7467600"/>
              <a:gd name="connsiteY80" fmla="*/ 5729027 h 6858000"/>
              <a:gd name="connsiteX81" fmla="*/ 4582340 w 7467600"/>
              <a:gd name="connsiteY81" fmla="*/ 5561037 h 6858000"/>
              <a:gd name="connsiteX82" fmla="*/ 4694684 w 7467600"/>
              <a:gd name="connsiteY82" fmla="*/ 5447098 h 6858000"/>
              <a:gd name="connsiteX83" fmla="*/ 4754123 w 7467600"/>
              <a:gd name="connsiteY83" fmla="*/ 5384643 h 6858000"/>
              <a:gd name="connsiteX84" fmla="*/ 4978032 w 7467600"/>
              <a:gd name="connsiteY84" fmla="*/ 5183809 h 6858000"/>
              <a:gd name="connsiteX85" fmla="*/ 1903353 w 7467600"/>
              <a:gd name="connsiteY85" fmla="*/ 5044827 h 6858000"/>
              <a:gd name="connsiteX86" fmla="*/ 1936931 w 7467600"/>
              <a:gd name="connsiteY86" fmla="*/ 5093954 h 6858000"/>
              <a:gd name="connsiteX87" fmla="*/ 2195868 w 7467600"/>
              <a:gd name="connsiteY87" fmla="*/ 5396574 h 6858000"/>
              <a:gd name="connsiteX88" fmla="*/ 2088852 w 7467600"/>
              <a:gd name="connsiteY88" fmla="*/ 5166123 h 6858000"/>
              <a:gd name="connsiteX89" fmla="*/ 1958241 w 7467600"/>
              <a:gd name="connsiteY89" fmla="*/ 5067955 h 6858000"/>
              <a:gd name="connsiteX90" fmla="*/ 1903353 w 7467600"/>
              <a:gd name="connsiteY90" fmla="*/ 5044827 h 6858000"/>
              <a:gd name="connsiteX91" fmla="*/ 1979378 w 7467600"/>
              <a:gd name="connsiteY91" fmla="*/ 4769504 h 6858000"/>
              <a:gd name="connsiteX92" fmla="*/ 2882120 w 7467600"/>
              <a:gd name="connsiteY92" fmla="*/ 5064547 h 6858000"/>
              <a:gd name="connsiteX93" fmla="*/ 2793103 w 7467600"/>
              <a:gd name="connsiteY93" fmla="*/ 5039699 h 6858000"/>
              <a:gd name="connsiteX94" fmla="*/ 2770041 w 7467600"/>
              <a:gd name="connsiteY94" fmla="*/ 5033634 h 6858000"/>
              <a:gd name="connsiteX95" fmla="*/ 1979378 w 7467600"/>
              <a:gd name="connsiteY95" fmla="*/ 4769504 h 6858000"/>
              <a:gd name="connsiteX96" fmla="*/ 1927410 w 7467600"/>
              <a:gd name="connsiteY96" fmla="*/ 4716164 h 6858000"/>
              <a:gd name="connsiteX97" fmla="*/ 1959587 w 7467600"/>
              <a:gd name="connsiteY97" fmla="*/ 4728849 h 6858000"/>
              <a:gd name="connsiteX98" fmla="*/ 2777707 w 7467600"/>
              <a:gd name="connsiteY98" fmla="*/ 5003991 h 6858000"/>
              <a:gd name="connsiteX99" fmla="*/ 2800768 w 7467600"/>
              <a:gd name="connsiteY99" fmla="*/ 5010056 h 6858000"/>
              <a:gd name="connsiteX100" fmla="*/ 2879408 w 7467600"/>
              <a:gd name="connsiteY100" fmla="*/ 5031590 h 6858000"/>
              <a:gd name="connsiteX101" fmla="*/ 2862295 w 7467600"/>
              <a:gd name="connsiteY101" fmla="*/ 5022958 h 6858000"/>
              <a:gd name="connsiteX102" fmla="*/ 2813343 w 7467600"/>
              <a:gd name="connsiteY102" fmla="*/ 4998369 h 6858000"/>
              <a:gd name="connsiteX103" fmla="*/ 2646245 w 7467600"/>
              <a:gd name="connsiteY103" fmla="*/ 4930999 h 6858000"/>
              <a:gd name="connsiteX104" fmla="*/ 1999243 w 7467600"/>
              <a:gd name="connsiteY104" fmla="*/ 4730524 h 6858000"/>
              <a:gd name="connsiteX105" fmla="*/ 1979527 w 7467600"/>
              <a:gd name="connsiteY105" fmla="*/ 4726651 h 6858000"/>
              <a:gd name="connsiteX106" fmla="*/ 1927410 w 7467600"/>
              <a:gd name="connsiteY106" fmla="*/ 4716164 h 6858000"/>
              <a:gd name="connsiteX107" fmla="*/ 1997014 w 7467600"/>
              <a:gd name="connsiteY107" fmla="*/ 4698007 h 6858000"/>
              <a:gd name="connsiteX108" fmla="*/ 2005458 w 7467600"/>
              <a:gd name="connsiteY108" fmla="*/ 4699540 h 6858000"/>
              <a:gd name="connsiteX109" fmla="*/ 2657186 w 7467600"/>
              <a:gd name="connsiteY109" fmla="*/ 4901687 h 6858000"/>
              <a:gd name="connsiteX110" fmla="*/ 2826662 w 7467600"/>
              <a:gd name="connsiteY110" fmla="*/ 4970362 h 6858000"/>
              <a:gd name="connsiteX111" fmla="*/ 2876100 w 7467600"/>
              <a:gd name="connsiteY111" fmla="*/ 4995397 h 6858000"/>
              <a:gd name="connsiteX112" fmla="*/ 3042600 w 7467600"/>
              <a:gd name="connsiteY112" fmla="*/ 5059532 h 6858000"/>
              <a:gd name="connsiteX113" fmla="*/ 1997014 w 7467600"/>
              <a:gd name="connsiteY113" fmla="*/ 4698007 h 6858000"/>
              <a:gd name="connsiteX114" fmla="*/ 2305292 w 7467600"/>
              <a:gd name="connsiteY114" fmla="*/ 4219492 h 6858000"/>
              <a:gd name="connsiteX115" fmla="*/ 3360922 w 7467600"/>
              <a:gd name="connsiteY115" fmla="*/ 4529373 h 6858000"/>
              <a:gd name="connsiteX116" fmla="*/ 3492420 w 7467600"/>
              <a:gd name="connsiteY116" fmla="*/ 4510145 h 6858000"/>
              <a:gd name="connsiteX117" fmla="*/ 3364086 w 7467600"/>
              <a:gd name="connsiteY117" fmla="*/ 4480340 h 6858000"/>
              <a:gd name="connsiteX118" fmla="*/ 3225818 w 7467600"/>
              <a:gd name="connsiteY118" fmla="*/ 4411822 h 6858000"/>
              <a:gd name="connsiteX119" fmla="*/ 3129696 w 7467600"/>
              <a:gd name="connsiteY119" fmla="*/ 4360704 h 6858000"/>
              <a:gd name="connsiteX120" fmla="*/ 2814545 w 7467600"/>
              <a:gd name="connsiteY120" fmla="*/ 4282955 h 6858000"/>
              <a:gd name="connsiteX121" fmla="*/ 2305292 w 7467600"/>
              <a:gd name="connsiteY121" fmla="*/ 4219492 h 6858000"/>
              <a:gd name="connsiteX122" fmla="*/ 2626982 w 7467600"/>
              <a:gd name="connsiteY122" fmla="*/ 4206450 h 6858000"/>
              <a:gd name="connsiteX123" fmla="*/ 2490617 w 7467600"/>
              <a:gd name="connsiteY123" fmla="*/ 4206951 h 6858000"/>
              <a:gd name="connsiteX124" fmla="*/ 2819869 w 7467600"/>
              <a:gd name="connsiteY124" fmla="*/ 4252936 h 6858000"/>
              <a:gd name="connsiteX125" fmla="*/ 3143018 w 7467600"/>
              <a:gd name="connsiteY125" fmla="*/ 4332698 h 6858000"/>
              <a:gd name="connsiteX126" fmla="*/ 3241520 w 7467600"/>
              <a:gd name="connsiteY126" fmla="*/ 4385112 h 6858000"/>
              <a:gd name="connsiteX127" fmla="*/ 3374575 w 7467600"/>
              <a:gd name="connsiteY127" fmla="*/ 4451517 h 6858000"/>
              <a:gd name="connsiteX128" fmla="*/ 3505221 w 7467600"/>
              <a:gd name="connsiteY128" fmla="*/ 4480757 h 6858000"/>
              <a:gd name="connsiteX129" fmla="*/ 2626982 w 7467600"/>
              <a:gd name="connsiteY129" fmla="*/ 4206450 h 6858000"/>
              <a:gd name="connsiteX130" fmla="*/ 1310106 w 7467600"/>
              <a:gd name="connsiteY130" fmla="*/ 3943217 h 6858000"/>
              <a:gd name="connsiteX131" fmla="*/ 854994 w 7467600"/>
              <a:gd name="connsiteY131" fmla="*/ 4399136 h 6858000"/>
              <a:gd name="connsiteX132" fmla="*/ 742462 w 7467600"/>
              <a:gd name="connsiteY132" fmla="*/ 4594648 h 6858000"/>
              <a:gd name="connsiteX133" fmla="*/ 820602 w 7467600"/>
              <a:gd name="connsiteY133" fmla="*/ 4485915 h 6858000"/>
              <a:gd name="connsiteX134" fmla="*/ 878295 w 7467600"/>
              <a:gd name="connsiteY134" fmla="*/ 4403594 h 6858000"/>
              <a:gd name="connsiteX135" fmla="*/ 1240607 w 7467600"/>
              <a:gd name="connsiteY135" fmla="*/ 4010401 h 6858000"/>
              <a:gd name="connsiteX136" fmla="*/ 1310106 w 7467600"/>
              <a:gd name="connsiteY136" fmla="*/ 3943217 h 6858000"/>
              <a:gd name="connsiteX137" fmla="*/ 1423113 w 7467600"/>
              <a:gd name="connsiteY137" fmla="*/ 3874565 h 6858000"/>
              <a:gd name="connsiteX138" fmla="*/ 1260565 w 7467600"/>
              <a:gd name="connsiteY138" fmla="*/ 4031982 h 6858000"/>
              <a:gd name="connsiteX139" fmla="*/ 901900 w 7467600"/>
              <a:gd name="connsiteY139" fmla="*/ 4421236 h 6858000"/>
              <a:gd name="connsiteX140" fmla="*/ 845044 w 7467600"/>
              <a:gd name="connsiteY140" fmla="*/ 4502436 h 6858000"/>
              <a:gd name="connsiteX141" fmla="*/ 685926 w 7467600"/>
              <a:gd name="connsiteY141" fmla="*/ 4703069 h 6858000"/>
              <a:gd name="connsiteX142" fmla="*/ 684248 w 7467600"/>
              <a:gd name="connsiteY142" fmla="*/ 4706721 h 6858000"/>
              <a:gd name="connsiteX143" fmla="*/ 1423113 w 7467600"/>
              <a:gd name="connsiteY143" fmla="*/ 3874565 h 6858000"/>
              <a:gd name="connsiteX144" fmla="*/ 3316479 w 7467600"/>
              <a:gd name="connsiteY144" fmla="*/ 3872136 h 6858000"/>
              <a:gd name="connsiteX145" fmla="*/ 3546806 w 7467600"/>
              <a:gd name="connsiteY145" fmla="*/ 4356139 h 6858000"/>
              <a:gd name="connsiteX146" fmla="*/ 3364433 w 7467600"/>
              <a:gd name="connsiteY146" fmla="*/ 3953121 h 6858000"/>
              <a:gd name="connsiteX147" fmla="*/ 3316479 w 7467600"/>
              <a:gd name="connsiteY147" fmla="*/ 3872136 h 6858000"/>
              <a:gd name="connsiteX148" fmla="*/ 3291335 w 7467600"/>
              <a:gd name="connsiteY148" fmla="*/ 3767420 h 6858000"/>
              <a:gd name="connsiteX149" fmla="*/ 3390805 w 7467600"/>
              <a:gd name="connsiteY149" fmla="*/ 3937163 h 6858000"/>
              <a:gd name="connsiteX150" fmla="*/ 3579062 w 7467600"/>
              <a:gd name="connsiteY150" fmla="*/ 4359040 h 6858000"/>
              <a:gd name="connsiteX151" fmla="*/ 3467355 w 7467600"/>
              <a:gd name="connsiteY151" fmla="*/ 3988130 h 6858000"/>
              <a:gd name="connsiteX152" fmla="*/ 3310753 w 7467600"/>
              <a:gd name="connsiteY152" fmla="*/ 3787140 h 6858000"/>
              <a:gd name="connsiteX153" fmla="*/ 3291335 w 7467600"/>
              <a:gd name="connsiteY153" fmla="*/ 3767420 h 6858000"/>
              <a:gd name="connsiteX154" fmla="*/ 1635889 w 7467600"/>
              <a:gd name="connsiteY154" fmla="*/ 3709494 h 6858000"/>
              <a:gd name="connsiteX155" fmla="*/ 1634800 w 7467600"/>
              <a:gd name="connsiteY155" fmla="*/ 3731111 h 6858000"/>
              <a:gd name="connsiteX156" fmla="*/ 1635889 w 7467600"/>
              <a:gd name="connsiteY156" fmla="*/ 3709494 h 6858000"/>
              <a:gd name="connsiteX157" fmla="*/ 1510397 w 7467600"/>
              <a:gd name="connsiteY157" fmla="*/ 3684705 h 6858000"/>
              <a:gd name="connsiteX158" fmla="*/ 1146550 w 7467600"/>
              <a:gd name="connsiteY158" fmla="*/ 3802012 h 6858000"/>
              <a:gd name="connsiteX159" fmla="*/ 698834 w 7467600"/>
              <a:gd name="connsiteY159" fmla="*/ 3952272 h 6858000"/>
              <a:gd name="connsiteX160" fmla="*/ 34256 w 7467600"/>
              <a:gd name="connsiteY160" fmla="*/ 4347603 h 6858000"/>
              <a:gd name="connsiteX161" fmla="*/ 527241 w 7467600"/>
              <a:gd name="connsiteY161" fmla="*/ 4065078 h 6858000"/>
              <a:gd name="connsiteX162" fmla="*/ 1510397 w 7467600"/>
              <a:gd name="connsiteY162" fmla="*/ 3684705 h 6858000"/>
              <a:gd name="connsiteX163" fmla="*/ 1313114 w 7467600"/>
              <a:gd name="connsiteY163" fmla="*/ 3655216 h 6858000"/>
              <a:gd name="connsiteX164" fmla="*/ 1109304 w 7467600"/>
              <a:gd name="connsiteY164" fmla="*/ 3669030 h 6858000"/>
              <a:gd name="connsiteX165" fmla="*/ 8129 w 7467600"/>
              <a:gd name="connsiteY165" fmla="*/ 4330519 h 6858000"/>
              <a:gd name="connsiteX166" fmla="*/ 687572 w 7467600"/>
              <a:gd name="connsiteY166" fmla="*/ 3925629 h 6858000"/>
              <a:gd name="connsiteX167" fmla="*/ 1138365 w 7467600"/>
              <a:gd name="connsiteY167" fmla="*/ 3774515 h 6858000"/>
              <a:gd name="connsiteX168" fmla="*/ 1505579 w 7467600"/>
              <a:gd name="connsiteY168" fmla="*/ 3655526 h 6858000"/>
              <a:gd name="connsiteX169" fmla="*/ 1313114 w 7467600"/>
              <a:gd name="connsiteY169" fmla="*/ 3655216 h 6858000"/>
              <a:gd name="connsiteX170" fmla="*/ 3655073 w 7467600"/>
              <a:gd name="connsiteY170" fmla="*/ 3650884 h 6858000"/>
              <a:gd name="connsiteX171" fmla="*/ 3989938 w 7467600"/>
              <a:gd name="connsiteY171" fmla="*/ 3991685 h 6858000"/>
              <a:gd name="connsiteX172" fmla="*/ 4393907 w 7467600"/>
              <a:gd name="connsiteY172" fmla="*/ 4261258 h 6858000"/>
              <a:gd name="connsiteX173" fmla="*/ 4648051 w 7467600"/>
              <a:gd name="connsiteY173" fmla="*/ 4374051 h 6858000"/>
              <a:gd name="connsiteX174" fmla="*/ 4383389 w 7467600"/>
              <a:gd name="connsiteY174" fmla="*/ 4184369 h 6858000"/>
              <a:gd name="connsiteX175" fmla="*/ 4165508 w 7467600"/>
              <a:gd name="connsiteY175" fmla="*/ 4035196 h 6858000"/>
              <a:gd name="connsiteX176" fmla="*/ 4068162 w 7467600"/>
              <a:gd name="connsiteY176" fmla="*/ 3953394 h 6858000"/>
              <a:gd name="connsiteX177" fmla="*/ 3981416 w 7467600"/>
              <a:gd name="connsiteY177" fmla="*/ 3880482 h 6858000"/>
              <a:gd name="connsiteX178" fmla="*/ 3800147 w 7467600"/>
              <a:gd name="connsiteY178" fmla="*/ 3749872 h 6858000"/>
              <a:gd name="connsiteX179" fmla="*/ 3655073 w 7467600"/>
              <a:gd name="connsiteY179" fmla="*/ 3650884 h 6858000"/>
              <a:gd name="connsiteX180" fmla="*/ 3670252 w 7467600"/>
              <a:gd name="connsiteY180" fmla="*/ 3622798 h 6858000"/>
              <a:gd name="connsiteX181" fmla="*/ 3817258 w 7467600"/>
              <a:gd name="connsiteY181" fmla="*/ 3723577 h 6858000"/>
              <a:gd name="connsiteX182" fmla="*/ 4000461 w 7467600"/>
              <a:gd name="connsiteY182" fmla="*/ 3855966 h 6858000"/>
              <a:gd name="connsiteX183" fmla="*/ 4088180 w 7467600"/>
              <a:gd name="connsiteY183" fmla="*/ 3929774 h 6858000"/>
              <a:gd name="connsiteX184" fmla="*/ 4184555 w 7467600"/>
              <a:gd name="connsiteY184" fmla="*/ 4010683 h 6858000"/>
              <a:gd name="connsiteX185" fmla="*/ 4399563 w 7467600"/>
              <a:gd name="connsiteY185" fmla="*/ 4158106 h 6858000"/>
              <a:gd name="connsiteX186" fmla="*/ 4684469 w 7467600"/>
              <a:gd name="connsiteY186" fmla="*/ 4364680 h 6858000"/>
              <a:gd name="connsiteX187" fmla="*/ 4690271 w 7467600"/>
              <a:gd name="connsiteY187" fmla="*/ 4370034 h 6858000"/>
              <a:gd name="connsiteX188" fmla="*/ 4136093 w 7467600"/>
              <a:gd name="connsiteY188" fmla="*/ 3858466 h 6858000"/>
              <a:gd name="connsiteX189" fmla="*/ 3670252 w 7467600"/>
              <a:gd name="connsiteY189" fmla="*/ 3622798 h 6858000"/>
              <a:gd name="connsiteX190" fmla="*/ 4440129 w 7467600"/>
              <a:gd name="connsiteY190" fmla="*/ 3448571 h 6858000"/>
              <a:gd name="connsiteX191" fmla="*/ 4856525 w 7467600"/>
              <a:gd name="connsiteY191" fmla="*/ 3915351 h 6858000"/>
              <a:gd name="connsiteX192" fmla="*/ 5059055 w 7467600"/>
              <a:gd name="connsiteY192" fmla="*/ 4108918 h 6858000"/>
              <a:gd name="connsiteX193" fmla="*/ 5290070 w 7467600"/>
              <a:gd name="connsiteY193" fmla="*/ 4263619 h 6858000"/>
              <a:gd name="connsiteX194" fmla="*/ 4834991 w 7467600"/>
              <a:gd name="connsiteY194" fmla="*/ 3830985 h 6858000"/>
              <a:gd name="connsiteX195" fmla="*/ 4440129 w 7467600"/>
              <a:gd name="connsiteY195" fmla="*/ 3448571 h 6858000"/>
              <a:gd name="connsiteX196" fmla="*/ 4441737 w 7467600"/>
              <a:gd name="connsiteY196" fmla="*/ 3399734 h 6858000"/>
              <a:gd name="connsiteX197" fmla="*/ 4431236 w 7467600"/>
              <a:gd name="connsiteY197" fmla="*/ 3400954 h 6858000"/>
              <a:gd name="connsiteX198" fmla="*/ 4557150 w 7467600"/>
              <a:gd name="connsiteY198" fmla="*/ 3510023 h 6858000"/>
              <a:gd name="connsiteX199" fmla="*/ 4856936 w 7467600"/>
              <a:gd name="connsiteY199" fmla="*/ 3809146 h 6858000"/>
              <a:gd name="connsiteX200" fmla="*/ 5111996 w 7467600"/>
              <a:gd name="connsiteY200" fmla="*/ 4065759 h 6858000"/>
              <a:gd name="connsiteX201" fmla="*/ 5388878 w 7467600"/>
              <a:gd name="connsiteY201" fmla="*/ 4300185 h 6858000"/>
              <a:gd name="connsiteX202" fmla="*/ 5425556 w 7467600"/>
              <a:gd name="connsiteY202" fmla="*/ 4308967 h 6858000"/>
              <a:gd name="connsiteX203" fmla="*/ 4943646 w 7467600"/>
              <a:gd name="connsiteY203" fmla="*/ 3822916 h 6858000"/>
              <a:gd name="connsiteX204" fmla="*/ 4594837 w 7467600"/>
              <a:gd name="connsiteY204" fmla="*/ 3532274 h 6858000"/>
              <a:gd name="connsiteX205" fmla="*/ 4441737 w 7467600"/>
              <a:gd name="connsiteY205" fmla="*/ 3399734 h 6858000"/>
              <a:gd name="connsiteX206" fmla="*/ 5425834 w 7467600"/>
              <a:gd name="connsiteY206" fmla="*/ 3162785 h 6858000"/>
              <a:gd name="connsiteX207" fmla="*/ 5401644 w 7467600"/>
              <a:gd name="connsiteY207" fmla="*/ 3617847 h 6858000"/>
              <a:gd name="connsiteX208" fmla="*/ 5467256 w 7467600"/>
              <a:gd name="connsiteY208" fmla="*/ 4175494 h 6858000"/>
              <a:gd name="connsiteX209" fmla="*/ 5448069 w 7467600"/>
              <a:gd name="connsiteY209" fmla="*/ 3567554 h 6858000"/>
              <a:gd name="connsiteX210" fmla="*/ 5425834 w 7467600"/>
              <a:gd name="connsiteY210" fmla="*/ 3162785 h 6858000"/>
              <a:gd name="connsiteX211" fmla="*/ 1318687 w 7467600"/>
              <a:gd name="connsiteY211" fmla="*/ 3113840 h 6858000"/>
              <a:gd name="connsiteX212" fmla="*/ 1066793 w 7467600"/>
              <a:gd name="connsiteY212" fmla="*/ 3212171 h 6858000"/>
              <a:gd name="connsiteX213" fmla="*/ 993319 w 7467600"/>
              <a:gd name="connsiteY213" fmla="*/ 3247648 h 6858000"/>
              <a:gd name="connsiteX214" fmla="*/ 853081 w 7467600"/>
              <a:gd name="connsiteY214" fmla="*/ 3312410 h 6858000"/>
              <a:gd name="connsiteX215" fmla="*/ 805957 w 7467600"/>
              <a:gd name="connsiteY215" fmla="*/ 3330443 h 6858000"/>
              <a:gd name="connsiteX216" fmla="*/ 1318687 w 7467600"/>
              <a:gd name="connsiteY216" fmla="*/ 3113840 h 6858000"/>
              <a:gd name="connsiteX217" fmla="*/ 5453702 w 7467600"/>
              <a:gd name="connsiteY217" fmla="*/ 3090882 h 6858000"/>
              <a:gd name="connsiteX218" fmla="*/ 5480135 w 7467600"/>
              <a:gd name="connsiteY218" fmla="*/ 3565802 h 6858000"/>
              <a:gd name="connsiteX219" fmla="*/ 5499023 w 7467600"/>
              <a:gd name="connsiteY219" fmla="*/ 4166310 h 6858000"/>
              <a:gd name="connsiteX220" fmla="*/ 5547022 w 7467600"/>
              <a:gd name="connsiteY220" fmla="*/ 3607838 h 6858000"/>
              <a:gd name="connsiteX221" fmla="*/ 5515964 w 7467600"/>
              <a:gd name="connsiteY221" fmla="*/ 3378541 h 6858000"/>
              <a:gd name="connsiteX222" fmla="*/ 5453702 w 7467600"/>
              <a:gd name="connsiteY222" fmla="*/ 3090882 h 6858000"/>
              <a:gd name="connsiteX223" fmla="*/ 1238695 w 7467600"/>
              <a:gd name="connsiteY223" fmla="*/ 3076820 h 6858000"/>
              <a:gd name="connsiteX224" fmla="*/ 716371 w 7467600"/>
              <a:gd name="connsiteY224" fmla="*/ 3293249 h 6858000"/>
              <a:gd name="connsiteX225" fmla="*/ 579522 w 7467600"/>
              <a:gd name="connsiteY225" fmla="*/ 3371759 h 6858000"/>
              <a:gd name="connsiteX226" fmla="*/ 600288 w 7467600"/>
              <a:gd name="connsiteY226" fmla="*/ 3365555 h 6858000"/>
              <a:gd name="connsiteX227" fmla="*/ 840692 w 7467600"/>
              <a:gd name="connsiteY227" fmla="*/ 3284921 h 6858000"/>
              <a:gd name="connsiteX228" fmla="*/ 979248 w 7467600"/>
              <a:gd name="connsiteY228" fmla="*/ 3221003 h 6858000"/>
              <a:gd name="connsiteX229" fmla="*/ 1053282 w 7467600"/>
              <a:gd name="connsiteY229" fmla="*/ 3185247 h 6858000"/>
              <a:gd name="connsiteX230" fmla="*/ 1320603 w 7467600"/>
              <a:gd name="connsiteY230" fmla="*/ 3081281 h 6858000"/>
              <a:gd name="connsiteX231" fmla="*/ 1238695 w 7467600"/>
              <a:gd name="connsiteY231" fmla="*/ 3076820 h 6858000"/>
              <a:gd name="connsiteX232" fmla="*/ 5425627 w 7467600"/>
              <a:gd name="connsiteY232" fmla="*/ 2954192 h 6858000"/>
              <a:gd name="connsiteX233" fmla="*/ 5470770 w 7467600"/>
              <a:gd name="connsiteY233" fmla="*/ 3005435 h 6858000"/>
              <a:gd name="connsiteX234" fmla="*/ 5519779 w 7467600"/>
              <a:gd name="connsiteY234" fmla="*/ 4359223 h 6858000"/>
              <a:gd name="connsiteX235" fmla="*/ 5520293 w 7467600"/>
              <a:gd name="connsiteY235" fmla="*/ 4360602 h 6858000"/>
              <a:gd name="connsiteX236" fmla="*/ 5767221 w 7467600"/>
              <a:gd name="connsiteY236" fmla="*/ 4665564 h 6858000"/>
              <a:gd name="connsiteX237" fmla="*/ 6937169 w 7467600"/>
              <a:gd name="connsiteY237" fmla="*/ 4815941 h 6858000"/>
              <a:gd name="connsiteX238" fmla="*/ 6953922 w 7467600"/>
              <a:gd name="connsiteY238" fmla="*/ 4890068 h 6858000"/>
              <a:gd name="connsiteX239" fmla="*/ 6071359 w 7467600"/>
              <a:gd name="connsiteY239" fmla="*/ 4770770 h 6858000"/>
              <a:gd name="connsiteX240" fmla="*/ 6038839 w 7467600"/>
              <a:gd name="connsiteY240" fmla="*/ 4764474 h 6858000"/>
              <a:gd name="connsiteX241" fmla="*/ 6038706 w 7467600"/>
              <a:gd name="connsiteY241" fmla="*/ 4763847 h 6858000"/>
              <a:gd name="connsiteX242" fmla="*/ 6037784 w 7467600"/>
              <a:gd name="connsiteY242" fmla="*/ 4764270 h 6858000"/>
              <a:gd name="connsiteX243" fmla="*/ 6038839 w 7467600"/>
              <a:gd name="connsiteY243" fmla="*/ 4764474 h 6858000"/>
              <a:gd name="connsiteX244" fmla="*/ 6040338 w 7467600"/>
              <a:gd name="connsiteY244" fmla="*/ 4771418 h 6858000"/>
              <a:gd name="connsiteX245" fmla="*/ 6024488 w 7467600"/>
              <a:gd name="connsiteY245" fmla="*/ 4809903 h 6858000"/>
              <a:gd name="connsiteX246" fmla="*/ 5599771 w 7467600"/>
              <a:gd name="connsiteY246" fmla="*/ 5509652 h 6858000"/>
              <a:gd name="connsiteX247" fmla="*/ 5548843 w 7467600"/>
              <a:gd name="connsiteY247" fmla="*/ 5563845 h 6858000"/>
              <a:gd name="connsiteX248" fmla="*/ 5940952 w 7467600"/>
              <a:gd name="connsiteY248" fmla="*/ 6250028 h 6858000"/>
              <a:gd name="connsiteX249" fmla="*/ 6043441 w 7467600"/>
              <a:gd name="connsiteY249" fmla="*/ 6665847 h 6858000"/>
              <a:gd name="connsiteX250" fmla="*/ 6093432 w 7467600"/>
              <a:gd name="connsiteY250" fmla="*/ 6858000 h 6858000"/>
              <a:gd name="connsiteX251" fmla="*/ 6034344 w 7467600"/>
              <a:gd name="connsiteY251" fmla="*/ 6858000 h 6858000"/>
              <a:gd name="connsiteX252" fmla="*/ 6026679 w 7467600"/>
              <a:gd name="connsiteY252" fmla="*/ 6836959 h 6858000"/>
              <a:gd name="connsiteX253" fmla="*/ 5800441 w 7467600"/>
              <a:gd name="connsiteY253" fmla="*/ 6335286 h 6858000"/>
              <a:gd name="connsiteX254" fmla="*/ 5526562 w 7467600"/>
              <a:gd name="connsiteY254" fmla="*/ 5705388 h 6858000"/>
              <a:gd name="connsiteX255" fmla="*/ 5519640 w 7467600"/>
              <a:gd name="connsiteY255" fmla="*/ 5683774 h 6858000"/>
              <a:gd name="connsiteX256" fmla="*/ 5844559 w 7467600"/>
              <a:gd name="connsiteY256" fmla="*/ 6553349 h 6858000"/>
              <a:gd name="connsiteX257" fmla="*/ 5975994 w 7467600"/>
              <a:gd name="connsiteY257" fmla="*/ 6858000 h 6858000"/>
              <a:gd name="connsiteX258" fmla="*/ 5898547 w 7467600"/>
              <a:gd name="connsiteY258" fmla="*/ 6858000 h 6858000"/>
              <a:gd name="connsiteX259" fmla="*/ 5682041 w 7467600"/>
              <a:gd name="connsiteY259" fmla="*/ 6355860 h 6858000"/>
              <a:gd name="connsiteX260" fmla="*/ 5461758 w 7467600"/>
              <a:gd name="connsiteY260" fmla="*/ 5820220 h 6858000"/>
              <a:gd name="connsiteX261" fmla="*/ 5237282 w 7467600"/>
              <a:gd name="connsiteY261" fmla="*/ 6579086 h 6858000"/>
              <a:gd name="connsiteX262" fmla="*/ 5115009 w 7467600"/>
              <a:gd name="connsiteY262" fmla="*/ 6858000 h 6858000"/>
              <a:gd name="connsiteX263" fmla="*/ 5028074 w 7467600"/>
              <a:gd name="connsiteY263" fmla="*/ 6858000 h 6858000"/>
              <a:gd name="connsiteX264" fmla="*/ 5079508 w 7467600"/>
              <a:gd name="connsiteY264" fmla="*/ 6749074 h 6858000"/>
              <a:gd name="connsiteX265" fmla="*/ 5371846 w 7467600"/>
              <a:gd name="connsiteY265" fmla="*/ 5924413 h 6858000"/>
              <a:gd name="connsiteX266" fmla="*/ 5270512 w 7467600"/>
              <a:gd name="connsiteY266" fmla="*/ 6138975 h 6858000"/>
              <a:gd name="connsiteX267" fmla="*/ 5062409 w 7467600"/>
              <a:gd name="connsiteY267" fmla="*/ 6653544 h 6858000"/>
              <a:gd name="connsiteX268" fmla="*/ 5036628 w 7467600"/>
              <a:gd name="connsiteY268" fmla="*/ 6754247 h 6858000"/>
              <a:gd name="connsiteX269" fmla="*/ 5009112 w 7467600"/>
              <a:gd name="connsiteY269" fmla="*/ 6858000 h 6858000"/>
              <a:gd name="connsiteX270" fmla="*/ 4976679 w 7467600"/>
              <a:gd name="connsiteY270" fmla="*/ 6858000 h 6858000"/>
              <a:gd name="connsiteX271" fmla="*/ 5006537 w 7467600"/>
              <a:gd name="connsiteY271" fmla="*/ 6747068 h 6858000"/>
              <a:gd name="connsiteX272" fmla="*/ 5032723 w 7467600"/>
              <a:gd name="connsiteY272" fmla="*/ 6644957 h 6858000"/>
              <a:gd name="connsiteX273" fmla="*/ 5242949 w 7467600"/>
              <a:gd name="connsiteY273" fmla="*/ 6125175 h 6858000"/>
              <a:gd name="connsiteX274" fmla="*/ 5286321 w 7467600"/>
              <a:gd name="connsiteY274" fmla="*/ 6033555 h 6858000"/>
              <a:gd name="connsiteX275" fmla="*/ 5008210 w 7467600"/>
              <a:gd name="connsiteY275" fmla="*/ 6649194 h 6858000"/>
              <a:gd name="connsiteX276" fmla="*/ 4986321 w 7467600"/>
              <a:gd name="connsiteY276" fmla="*/ 6765687 h 6858000"/>
              <a:gd name="connsiteX277" fmla="*/ 4973474 w 7467600"/>
              <a:gd name="connsiteY277" fmla="*/ 6858000 h 6858000"/>
              <a:gd name="connsiteX278" fmla="*/ 4907178 w 7467600"/>
              <a:gd name="connsiteY278" fmla="*/ 6858000 h 6858000"/>
              <a:gd name="connsiteX279" fmla="*/ 4910810 w 7467600"/>
              <a:gd name="connsiteY279" fmla="*/ 6829660 h 6858000"/>
              <a:gd name="connsiteX280" fmla="*/ 4987461 w 7467600"/>
              <a:gd name="connsiteY280" fmla="*/ 6432994 h 6858000"/>
              <a:gd name="connsiteX281" fmla="*/ 5179262 w 7467600"/>
              <a:gd name="connsiteY281" fmla="*/ 6035044 h 6858000"/>
              <a:gd name="connsiteX282" fmla="*/ 4689678 w 7467600"/>
              <a:gd name="connsiteY282" fmla="*/ 6440241 h 6858000"/>
              <a:gd name="connsiteX283" fmla="*/ 4477543 w 7467600"/>
              <a:gd name="connsiteY283" fmla="*/ 6674836 h 6858000"/>
              <a:gd name="connsiteX284" fmla="*/ 4329957 w 7467600"/>
              <a:gd name="connsiteY284" fmla="*/ 6858000 h 6858000"/>
              <a:gd name="connsiteX285" fmla="*/ 4218595 w 7467600"/>
              <a:gd name="connsiteY285" fmla="*/ 6858000 h 6858000"/>
              <a:gd name="connsiteX286" fmla="*/ 4368888 w 7467600"/>
              <a:gd name="connsiteY286" fmla="*/ 6668412 h 6858000"/>
              <a:gd name="connsiteX287" fmla="*/ 4563091 w 7467600"/>
              <a:gd name="connsiteY287" fmla="*/ 6442508 h 6858000"/>
              <a:gd name="connsiteX288" fmla="*/ 5387324 w 7467600"/>
              <a:gd name="connsiteY288" fmla="*/ 5705830 h 6858000"/>
              <a:gd name="connsiteX289" fmla="*/ 5073620 w 7467600"/>
              <a:gd name="connsiteY289" fmla="*/ 5955437 h 6858000"/>
              <a:gd name="connsiteX290" fmla="*/ 4689789 w 7467600"/>
              <a:gd name="connsiteY290" fmla="*/ 6268382 h 6858000"/>
              <a:gd name="connsiteX291" fmla="*/ 4418722 w 7467600"/>
              <a:gd name="connsiteY291" fmla="*/ 6570886 h 6858000"/>
              <a:gd name="connsiteX292" fmla="*/ 4214944 w 7467600"/>
              <a:gd name="connsiteY292" fmla="*/ 6858000 h 6858000"/>
              <a:gd name="connsiteX293" fmla="*/ 4177898 w 7467600"/>
              <a:gd name="connsiteY293" fmla="*/ 6858000 h 6858000"/>
              <a:gd name="connsiteX294" fmla="*/ 4391597 w 7467600"/>
              <a:gd name="connsiteY294" fmla="*/ 6556370 h 6858000"/>
              <a:gd name="connsiteX295" fmla="*/ 4668889 w 7467600"/>
              <a:gd name="connsiteY295" fmla="*/ 6246399 h 6858000"/>
              <a:gd name="connsiteX296" fmla="*/ 5055427 w 7467600"/>
              <a:gd name="connsiteY296" fmla="*/ 5931476 h 6858000"/>
              <a:gd name="connsiteX297" fmla="*/ 5371814 w 7467600"/>
              <a:gd name="connsiteY297" fmla="*/ 5678975 h 6858000"/>
              <a:gd name="connsiteX298" fmla="*/ 4987918 w 7467600"/>
              <a:gd name="connsiteY298" fmla="*/ 5838701 h 6858000"/>
              <a:gd name="connsiteX299" fmla="*/ 4317146 w 7467600"/>
              <a:gd name="connsiteY299" fmla="*/ 6587716 h 6858000"/>
              <a:gd name="connsiteX300" fmla="*/ 4171627 w 7467600"/>
              <a:gd name="connsiteY300" fmla="*/ 6858000 h 6858000"/>
              <a:gd name="connsiteX301" fmla="*/ 4081585 w 7467600"/>
              <a:gd name="connsiteY301" fmla="*/ 6858000 h 6858000"/>
              <a:gd name="connsiteX302" fmla="*/ 4238603 w 7467600"/>
              <a:gd name="connsiteY302" fmla="*/ 6559341 h 6858000"/>
              <a:gd name="connsiteX303" fmla="*/ 4778333 w 7467600"/>
              <a:gd name="connsiteY303" fmla="*/ 5873626 h 6858000"/>
              <a:gd name="connsiteX304" fmla="*/ 5414185 w 7467600"/>
              <a:gd name="connsiteY304" fmla="*/ 5573882 h 6858000"/>
              <a:gd name="connsiteX305" fmla="*/ 5959648 w 7467600"/>
              <a:gd name="connsiteY305" fmla="*/ 4760797 h 6858000"/>
              <a:gd name="connsiteX306" fmla="*/ 5355019 w 7467600"/>
              <a:gd name="connsiteY306" fmla="*/ 4734672 h 6858000"/>
              <a:gd name="connsiteX307" fmla="*/ 5083565 w 7467600"/>
              <a:gd name="connsiteY307" fmla="*/ 5179121 h 6858000"/>
              <a:gd name="connsiteX308" fmla="*/ 4713577 w 7467600"/>
              <a:gd name="connsiteY308" fmla="*/ 5616803 h 6858000"/>
              <a:gd name="connsiteX309" fmla="*/ 3989559 w 7467600"/>
              <a:gd name="connsiteY309" fmla="*/ 6145945 h 6858000"/>
              <a:gd name="connsiteX310" fmla="*/ 3939824 w 7467600"/>
              <a:gd name="connsiteY310" fmla="*/ 6066900 h 6858000"/>
              <a:gd name="connsiteX311" fmla="*/ 4584537 w 7467600"/>
              <a:gd name="connsiteY311" fmla="*/ 5324826 h 6858000"/>
              <a:gd name="connsiteX312" fmla="*/ 5037105 w 7467600"/>
              <a:gd name="connsiteY312" fmla="*/ 5088765 h 6858000"/>
              <a:gd name="connsiteX313" fmla="*/ 5039930 w 7467600"/>
              <a:gd name="connsiteY313" fmla="*/ 5089585 h 6858000"/>
              <a:gd name="connsiteX314" fmla="*/ 5263764 w 7467600"/>
              <a:gd name="connsiteY314" fmla="*/ 4735525 h 6858000"/>
              <a:gd name="connsiteX315" fmla="*/ 4086300 w 7467600"/>
              <a:gd name="connsiteY315" fmla="*/ 4884599 h 6858000"/>
              <a:gd name="connsiteX316" fmla="*/ 4085485 w 7467600"/>
              <a:gd name="connsiteY316" fmla="*/ 4899070 h 6858000"/>
              <a:gd name="connsiteX317" fmla="*/ 3871915 w 7467600"/>
              <a:gd name="connsiteY317" fmla="*/ 5253645 h 6858000"/>
              <a:gd name="connsiteX318" fmla="*/ 3799374 w 7467600"/>
              <a:gd name="connsiteY318" fmla="*/ 5466127 h 6858000"/>
              <a:gd name="connsiteX319" fmla="*/ 3498850 w 7467600"/>
              <a:gd name="connsiteY319" fmla="*/ 6661888 h 6858000"/>
              <a:gd name="connsiteX320" fmla="*/ 3399216 w 7467600"/>
              <a:gd name="connsiteY320" fmla="*/ 6858000 h 6858000"/>
              <a:gd name="connsiteX321" fmla="*/ 3303688 w 7467600"/>
              <a:gd name="connsiteY321" fmla="*/ 6858000 h 6858000"/>
              <a:gd name="connsiteX322" fmla="*/ 3391774 w 7467600"/>
              <a:gd name="connsiteY322" fmla="*/ 6697181 h 6858000"/>
              <a:gd name="connsiteX323" fmla="*/ 3735540 w 7467600"/>
              <a:gd name="connsiteY323" fmla="*/ 5546923 h 6858000"/>
              <a:gd name="connsiteX324" fmla="*/ 3729438 w 7467600"/>
              <a:gd name="connsiteY324" fmla="*/ 5569058 h 6858000"/>
              <a:gd name="connsiteX325" fmla="*/ 3707782 w 7467600"/>
              <a:gd name="connsiteY325" fmla="*/ 5644908 h 6858000"/>
              <a:gd name="connsiteX326" fmla="*/ 3583827 w 7467600"/>
              <a:gd name="connsiteY326" fmla="*/ 6039215 h 6858000"/>
              <a:gd name="connsiteX327" fmla="*/ 3547861 w 7467600"/>
              <a:gd name="connsiteY327" fmla="*/ 6129609 h 6858000"/>
              <a:gd name="connsiteX328" fmla="*/ 3490905 w 7467600"/>
              <a:gd name="connsiteY328" fmla="*/ 6277660 h 6858000"/>
              <a:gd name="connsiteX329" fmla="*/ 3455859 w 7467600"/>
              <a:gd name="connsiteY329" fmla="*/ 6391301 h 6858000"/>
              <a:gd name="connsiteX330" fmla="*/ 3429112 w 7467600"/>
              <a:gd name="connsiteY330" fmla="*/ 6479469 h 6858000"/>
              <a:gd name="connsiteX331" fmla="*/ 3304862 w 7467600"/>
              <a:gd name="connsiteY331" fmla="*/ 6796476 h 6858000"/>
              <a:gd name="connsiteX332" fmla="*/ 3276071 w 7467600"/>
              <a:gd name="connsiteY332" fmla="*/ 6858000 h 6858000"/>
              <a:gd name="connsiteX333" fmla="*/ 3240805 w 7467600"/>
              <a:gd name="connsiteY333" fmla="*/ 6858000 h 6858000"/>
              <a:gd name="connsiteX334" fmla="*/ 3275917 w 7467600"/>
              <a:gd name="connsiteY334" fmla="*/ 6783192 h 6858000"/>
              <a:gd name="connsiteX335" fmla="*/ 3399358 w 7467600"/>
              <a:gd name="connsiteY335" fmla="*/ 6469011 h 6858000"/>
              <a:gd name="connsiteX336" fmla="*/ 3425650 w 7467600"/>
              <a:gd name="connsiteY336" fmla="*/ 6381333 h 6858000"/>
              <a:gd name="connsiteX337" fmla="*/ 3460661 w 7467600"/>
              <a:gd name="connsiteY337" fmla="*/ 6266763 h 6858000"/>
              <a:gd name="connsiteX338" fmla="*/ 3518021 w 7467600"/>
              <a:gd name="connsiteY338" fmla="*/ 6117298 h 6858000"/>
              <a:gd name="connsiteX339" fmla="*/ 3554035 w 7467600"/>
              <a:gd name="connsiteY339" fmla="*/ 6027832 h 6858000"/>
              <a:gd name="connsiteX340" fmla="*/ 3677174 w 7467600"/>
              <a:gd name="connsiteY340" fmla="*/ 5636351 h 6858000"/>
              <a:gd name="connsiteX341" fmla="*/ 3698819 w 7467600"/>
              <a:gd name="connsiteY341" fmla="*/ 5560503 h 6858000"/>
              <a:gd name="connsiteX342" fmla="*/ 3702094 w 7467600"/>
              <a:gd name="connsiteY342" fmla="*/ 5549194 h 6858000"/>
              <a:gd name="connsiteX343" fmla="*/ 3398355 w 7467600"/>
              <a:gd name="connsiteY343" fmla="*/ 6094603 h 6858000"/>
              <a:gd name="connsiteX344" fmla="*/ 3193941 w 7467600"/>
              <a:gd name="connsiteY344" fmla="*/ 6798775 h 6858000"/>
              <a:gd name="connsiteX345" fmla="*/ 3184140 w 7467600"/>
              <a:gd name="connsiteY345" fmla="*/ 6858000 h 6858000"/>
              <a:gd name="connsiteX346" fmla="*/ 3099978 w 7467600"/>
              <a:gd name="connsiteY346" fmla="*/ 6858000 h 6858000"/>
              <a:gd name="connsiteX347" fmla="*/ 3101556 w 7467600"/>
              <a:gd name="connsiteY347" fmla="*/ 6843337 h 6858000"/>
              <a:gd name="connsiteX348" fmla="*/ 3370162 w 7467600"/>
              <a:gd name="connsiteY348" fmla="*/ 5785550 h 6858000"/>
              <a:gd name="connsiteX349" fmla="*/ 3746477 w 7467600"/>
              <a:gd name="connsiteY349" fmla="*/ 5377889 h 6858000"/>
              <a:gd name="connsiteX350" fmla="*/ 3863399 w 7467600"/>
              <a:gd name="connsiteY350" fmla="*/ 5087257 h 6858000"/>
              <a:gd name="connsiteX351" fmla="*/ 3968712 w 7467600"/>
              <a:gd name="connsiteY351" fmla="*/ 4913989 h 6858000"/>
              <a:gd name="connsiteX352" fmla="*/ 2792390 w 7467600"/>
              <a:gd name="connsiteY352" fmla="*/ 5382974 h 6858000"/>
              <a:gd name="connsiteX353" fmla="*/ 2714982 w 7467600"/>
              <a:gd name="connsiteY353" fmla="*/ 5427051 h 6858000"/>
              <a:gd name="connsiteX354" fmla="*/ 2813361 w 7467600"/>
              <a:gd name="connsiteY354" fmla="*/ 6023912 h 6858000"/>
              <a:gd name="connsiteX355" fmla="*/ 2688430 w 7467600"/>
              <a:gd name="connsiteY355" fmla="*/ 6801564 h 6858000"/>
              <a:gd name="connsiteX356" fmla="*/ 2629626 w 7467600"/>
              <a:gd name="connsiteY356" fmla="*/ 6763394 h 6858000"/>
              <a:gd name="connsiteX357" fmla="*/ 2565328 w 7467600"/>
              <a:gd name="connsiteY357" fmla="*/ 5516399 h 6858000"/>
              <a:gd name="connsiteX358" fmla="*/ 1922999 w 7467600"/>
              <a:gd name="connsiteY358" fmla="*/ 5980343 h 6858000"/>
              <a:gd name="connsiteX359" fmla="*/ 1950261 w 7467600"/>
              <a:gd name="connsiteY359" fmla="*/ 6405858 h 6858000"/>
              <a:gd name="connsiteX360" fmla="*/ 2365554 w 7467600"/>
              <a:gd name="connsiteY360" fmla="*/ 6759107 h 6858000"/>
              <a:gd name="connsiteX361" fmla="*/ 2424142 w 7467600"/>
              <a:gd name="connsiteY361" fmla="*/ 6858000 h 6858000"/>
              <a:gd name="connsiteX362" fmla="*/ 2395994 w 7467600"/>
              <a:gd name="connsiteY362" fmla="*/ 6858000 h 6858000"/>
              <a:gd name="connsiteX363" fmla="*/ 2392863 w 7467600"/>
              <a:gd name="connsiteY363" fmla="*/ 6852964 h 6858000"/>
              <a:gd name="connsiteX364" fmla="*/ 2017589 w 7467600"/>
              <a:gd name="connsiteY364" fmla="*/ 6493982 h 6858000"/>
              <a:gd name="connsiteX365" fmla="*/ 2147336 w 7467600"/>
              <a:gd name="connsiteY365" fmla="*/ 6594052 h 6858000"/>
              <a:gd name="connsiteX366" fmla="*/ 2207047 w 7467600"/>
              <a:gd name="connsiteY366" fmla="*/ 6654540 h 6858000"/>
              <a:gd name="connsiteX367" fmla="*/ 2299106 w 7467600"/>
              <a:gd name="connsiteY367" fmla="*/ 6778931 h 6858000"/>
              <a:gd name="connsiteX368" fmla="*/ 2314430 w 7467600"/>
              <a:gd name="connsiteY368" fmla="*/ 6801144 h 6858000"/>
              <a:gd name="connsiteX369" fmla="*/ 2352406 w 7467600"/>
              <a:gd name="connsiteY369" fmla="*/ 6858000 h 6858000"/>
              <a:gd name="connsiteX370" fmla="*/ 2314492 w 7467600"/>
              <a:gd name="connsiteY370" fmla="*/ 6858000 h 6858000"/>
              <a:gd name="connsiteX371" fmla="*/ 2288095 w 7467600"/>
              <a:gd name="connsiteY371" fmla="*/ 6818030 h 6858000"/>
              <a:gd name="connsiteX372" fmla="*/ 2272768 w 7467600"/>
              <a:gd name="connsiteY372" fmla="*/ 6795822 h 6858000"/>
              <a:gd name="connsiteX373" fmla="*/ 2182715 w 7467600"/>
              <a:gd name="connsiteY373" fmla="*/ 6675071 h 6858000"/>
              <a:gd name="connsiteX374" fmla="*/ 2032061 w 7467600"/>
              <a:gd name="connsiteY374" fmla="*/ 6541380 h 6858000"/>
              <a:gd name="connsiteX375" fmla="*/ 2257220 w 7467600"/>
              <a:gd name="connsiteY375" fmla="*/ 6826257 h 6858000"/>
              <a:gd name="connsiteX376" fmla="*/ 2281324 w 7467600"/>
              <a:gd name="connsiteY376" fmla="*/ 6858000 h 6858000"/>
              <a:gd name="connsiteX377" fmla="*/ 2242860 w 7467600"/>
              <a:gd name="connsiteY377" fmla="*/ 6858000 h 6858000"/>
              <a:gd name="connsiteX378" fmla="*/ 2232818 w 7467600"/>
              <a:gd name="connsiteY378" fmla="*/ 6844926 h 6858000"/>
              <a:gd name="connsiteX379" fmla="*/ 1990172 w 7467600"/>
              <a:gd name="connsiteY379" fmla="*/ 6542121 h 6858000"/>
              <a:gd name="connsiteX380" fmla="*/ 2124090 w 7467600"/>
              <a:gd name="connsiteY380" fmla="*/ 6761017 h 6858000"/>
              <a:gd name="connsiteX381" fmla="*/ 2200380 w 7467600"/>
              <a:gd name="connsiteY381" fmla="*/ 6858000 h 6858000"/>
              <a:gd name="connsiteX382" fmla="*/ 2147507 w 7467600"/>
              <a:gd name="connsiteY382" fmla="*/ 6858000 h 6858000"/>
              <a:gd name="connsiteX383" fmla="*/ 2070668 w 7467600"/>
              <a:gd name="connsiteY383" fmla="*/ 6761520 h 6858000"/>
              <a:gd name="connsiteX384" fmla="*/ 1975142 w 7467600"/>
              <a:gd name="connsiteY384" fmla="*/ 6585570 h 6858000"/>
              <a:gd name="connsiteX385" fmla="*/ 2050035 w 7467600"/>
              <a:gd name="connsiteY385" fmla="*/ 6813345 h 6858000"/>
              <a:gd name="connsiteX386" fmla="*/ 2063025 w 7467600"/>
              <a:gd name="connsiteY386" fmla="*/ 6858000 h 6858000"/>
              <a:gd name="connsiteX387" fmla="*/ 2021675 w 7467600"/>
              <a:gd name="connsiteY387" fmla="*/ 6858000 h 6858000"/>
              <a:gd name="connsiteX388" fmla="*/ 2019308 w 7467600"/>
              <a:gd name="connsiteY388" fmla="*/ 6847118 h 6858000"/>
              <a:gd name="connsiteX389" fmla="*/ 1938835 w 7467600"/>
              <a:gd name="connsiteY389" fmla="*/ 6551160 h 6858000"/>
              <a:gd name="connsiteX390" fmla="*/ 1953230 w 7467600"/>
              <a:gd name="connsiteY390" fmla="*/ 6759699 h 6858000"/>
              <a:gd name="connsiteX391" fmla="*/ 1956763 w 7467600"/>
              <a:gd name="connsiteY391" fmla="*/ 6778191 h 6858000"/>
              <a:gd name="connsiteX392" fmla="*/ 1967925 w 7467600"/>
              <a:gd name="connsiteY392" fmla="*/ 6858000 h 6858000"/>
              <a:gd name="connsiteX393" fmla="*/ 1936622 w 7467600"/>
              <a:gd name="connsiteY393" fmla="*/ 6858000 h 6858000"/>
              <a:gd name="connsiteX394" fmla="*/ 1926261 w 7467600"/>
              <a:gd name="connsiteY394" fmla="*/ 6784064 h 6858000"/>
              <a:gd name="connsiteX395" fmla="*/ 1922724 w 7467600"/>
              <a:gd name="connsiteY395" fmla="*/ 6765577 h 6858000"/>
              <a:gd name="connsiteX396" fmla="*/ 1904650 w 7467600"/>
              <a:gd name="connsiteY396" fmla="*/ 6639616 h 6858000"/>
              <a:gd name="connsiteX397" fmla="*/ 1885273 w 7467600"/>
              <a:gd name="connsiteY397" fmla="*/ 6858000 h 6858000"/>
              <a:gd name="connsiteX398" fmla="*/ 1854363 w 7467600"/>
              <a:gd name="connsiteY398" fmla="*/ 6858000 h 6858000"/>
              <a:gd name="connsiteX399" fmla="*/ 1880391 w 7467600"/>
              <a:gd name="connsiteY399" fmla="*/ 6603796 h 6858000"/>
              <a:gd name="connsiteX400" fmla="*/ 1818273 w 7467600"/>
              <a:gd name="connsiteY400" fmla="*/ 6715729 h 6858000"/>
              <a:gd name="connsiteX401" fmla="*/ 1794691 w 7467600"/>
              <a:gd name="connsiteY401" fmla="*/ 6843239 h 6858000"/>
              <a:gd name="connsiteX402" fmla="*/ 1794914 w 7467600"/>
              <a:gd name="connsiteY402" fmla="*/ 6858000 h 6858000"/>
              <a:gd name="connsiteX403" fmla="*/ 1746128 w 7467600"/>
              <a:gd name="connsiteY403" fmla="*/ 6858000 h 6858000"/>
              <a:gd name="connsiteX404" fmla="*/ 1753934 w 7467600"/>
              <a:gd name="connsiteY404" fmla="*/ 6724796 h 6858000"/>
              <a:gd name="connsiteX405" fmla="*/ 1792053 w 7467600"/>
              <a:gd name="connsiteY405" fmla="*/ 6572396 h 6858000"/>
              <a:gd name="connsiteX406" fmla="*/ 1862248 w 7467600"/>
              <a:gd name="connsiteY406" fmla="*/ 6266397 h 6858000"/>
              <a:gd name="connsiteX407" fmla="*/ 1862250 w 7467600"/>
              <a:gd name="connsiteY407" fmla="*/ 6033531 h 6858000"/>
              <a:gd name="connsiteX408" fmla="*/ 1211999 w 7467600"/>
              <a:gd name="connsiteY408" fmla="*/ 6683610 h 6858000"/>
              <a:gd name="connsiteX409" fmla="*/ 1213266 w 7467600"/>
              <a:gd name="connsiteY409" fmla="*/ 6691947 h 6858000"/>
              <a:gd name="connsiteX410" fmla="*/ 1203370 w 7467600"/>
              <a:gd name="connsiteY410" fmla="*/ 6850676 h 6858000"/>
              <a:gd name="connsiteX411" fmla="*/ 1203671 w 7467600"/>
              <a:gd name="connsiteY411" fmla="*/ 6858000 h 6858000"/>
              <a:gd name="connsiteX412" fmla="*/ 1143180 w 7467600"/>
              <a:gd name="connsiteY412" fmla="*/ 6858000 h 6858000"/>
              <a:gd name="connsiteX413" fmla="*/ 1142176 w 7467600"/>
              <a:gd name="connsiteY413" fmla="*/ 6766045 h 6858000"/>
              <a:gd name="connsiteX414" fmla="*/ 1067484 w 7467600"/>
              <a:gd name="connsiteY414" fmla="*/ 6858000 h 6858000"/>
              <a:gd name="connsiteX415" fmla="*/ 953928 w 7467600"/>
              <a:gd name="connsiteY415" fmla="*/ 6858000 h 6858000"/>
              <a:gd name="connsiteX416" fmla="*/ 959715 w 7467600"/>
              <a:gd name="connsiteY416" fmla="*/ 6850185 h 6858000"/>
              <a:gd name="connsiteX417" fmla="*/ 1483788 w 7467600"/>
              <a:gd name="connsiteY417" fmla="*/ 6259174 h 6858000"/>
              <a:gd name="connsiteX418" fmla="*/ 1100671 w 7467600"/>
              <a:gd name="connsiteY418" fmla="*/ 6252137 h 6858000"/>
              <a:gd name="connsiteX419" fmla="*/ 1090144 w 7467600"/>
              <a:gd name="connsiteY419" fmla="*/ 6256748 h 6858000"/>
              <a:gd name="connsiteX420" fmla="*/ 1095872 w 7467600"/>
              <a:gd name="connsiteY420" fmla="*/ 6271892 h 6858000"/>
              <a:gd name="connsiteX421" fmla="*/ 262785 w 7467600"/>
              <a:gd name="connsiteY421" fmla="*/ 6845450 h 6858000"/>
              <a:gd name="connsiteX422" fmla="*/ 209968 w 7467600"/>
              <a:gd name="connsiteY422" fmla="*/ 6770713 h 6858000"/>
              <a:gd name="connsiteX423" fmla="*/ 873460 w 7467600"/>
              <a:gd name="connsiteY423" fmla="*/ 6253768 h 6858000"/>
              <a:gd name="connsiteX424" fmla="*/ 192686 w 7467600"/>
              <a:gd name="connsiteY424" fmla="*/ 5849257 h 6858000"/>
              <a:gd name="connsiteX425" fmla="*/ 4696 w 7467600"/>
              <a:gd name="connsiteY425" fmla="*/ 5697668 h 6858000"/>
              <a:gd name="connsiteX426" fmla="*/ 0 w 7467600"/>
              <a:gd name="connsiteY426" fmla="*/ 5689984 h 6858000"/>
              <a:gd name="connsiteX427" fmla="*/ 0 w 7467600"/>
              <a:gd name="connsiteY427" fmla="*/ 5513472 h 6858000"/>
              <a:gd name="connsiteX428" fmla="*/ 174101 w 7467600"/>
              <a:gd name="connsiteY428" fmla="*/ 5620277 h 6858000"/>
              <a:gd name="connsiteX429" fmla="*/ 891800 w 7467600"/>
              <a:gd name="connsiteY429" fmla="*/ 6036935 h 6858000"/>
              <a:gd name="connsiteX430" fmla="*/ 1072219 w 7467600"/>
              <a:gd name="connsiteY430" fmla="*/ 6169443 h 6858000"/>
              <a:gd name="connsiteX431" fmla="*/ 1074117 w 7467600"/>
              <a:gd name="connsiteY431" fmla="*/ 6170301 h 6858000"/>
              <a:gd name="connsiteX432" fmla="*/ 1083114 w 7467600"/>
              <a:gd name="connsiteY432" fmla="*/ 6174131 h 6858000"/>
              <a:gd name="connsiteX433" fmla="*/ 1543010 w 7467600"/>
              <a:gd name="connsiteY433" fmla="*/ 6191140 h 6858000"/>
              <a:gd name="connsiteX434" fmla="*/ 1551080 w 7467600"/>
              <a:gd name="connsiteY434" fmla="*/ 6195006 h 6858000"/>
              <a:gd name="connsiteX435" fmla="*/ 2345443 w 7467600"/>
              <a:gd name="connsiteY435" fmla="*/ 5549882 h 6858000"/>
              <a:gd name="connsiteX436" fmla="*/ 1721499 w 7467600"/>
              <a:gd name="connsiteY436" fmla="*/ 5599969 h 6858000"/>
              <a:gd name="connsiteX437" fmla="*/ 767716 w 7467600"/>
              <a:gd name="connsiteY437" fmla="*/ 5472768 h 6858000"/>
              <a:gd name="connsiteX438" fmla="*/ 722147 w 7467600"/>
              <a:gd name="connsiteY438" fmla="*/ 5393091 h 6858000"/>
              <a:gd name="connsiteX439" fmla="*/ 1485552 w 7467600"/>
              <a:gd name="connsiteY439" fmla="*/ 5313202 h 6858000"/>
              <a:gd name="connsiteX440" fmla="*/ 2143004 w 7467600"/>
              <a:gd name="connsiteY440" fmla="*/ 5402420 h 6858000"/>
              <a:gd name="connsiteX441" fmla="*/ 1933391 w 7467600"/>
              <a:gd name="connsiteY441" fmla="*/ 5156971 h 6858000"/>
              <a:gd name="connsiteX442" fmla="*/ 1827118 w 7467600"/>
              <a:gd name="connsiteY442" fmla="*/ 4968410 h 6858000"/>
              <a:gd name="connsiteX443" fmla="*/ 1837349 w 7467600"/>
              <a:gd name="connsiteY443" fmla="*/ 4956357 h 6858000"/>
              <a:gd name="connsiteX444" fmla="*/ 2162835 w 7467600"/>
              <a:gd name="connsiteY444" fmla="*/ 5187853 h 6858000"/>
              <a:gd name="connsiteX445" fmla="*/ 2257167 w 7467600"/>
              <a:gd name="connsiteY445" fmla="*/ 5462123 h 6858000"/>
              <a:gd name="connsiteX446" fmla="*/ 2261598 w 7467600"/>
              <a:gd name="connsiteY446" fmla="*/ 5467998 h 6858000"/>
              <a:gd name="connsiteX447" fmla="*/ 2437177 w 7467600"/>
              <a:gd name="connsiteY447" fmla="*/ 5479608 h 6858000"/>
              <a:gd name="connsiteX448" fmla="*/ 2445247 w 7467600"/>
              <a:gd name="connsiteY448" fmla="*/ 5483476 h 6858000"/>
              <a:gd name="connsiteX449" fmla="*/ 2743626 w 7467600"/>
              <a:gd name="connsiteY449" fmla="*/ 5304819 h 6858000"/>
              <a:gd name="connsiteX450" fmla="*/ 3048102 w 7467600"/>
              <a:gd name="connsiteY450" fmla="*/ 5150595 h 6858000"/>
              <a:gd name="connsiteX451" fmla="*/ 1799414 w 7467600"/>
              <a:gd name="connsiteY451" fmla="*/ 4694732 h 6858000"/>
              <a:gd name="connsiteX452" fmla="*/ 1771735 w 7467600"/>
              <a:gd name="connsiteY452" fmla="*/ 4619929 h 6858000"/>
              <a:gd name="connsiteX453" fmla="*/ 3104273 w 7467600"/>
              <a:gd name="connsiteY453" fmla="*/ 5076159 h 6858000"/>
              <a:gd name="connsiteX454" fmla="*/ 3113245 w 7467600"/>
              <a:gd name="connsiteY454" fmla="*/ 5090705 h 6858000"/>
              <a:gd name="connsiteX455" fmla="*/ 3126294 w 7467600"/>
              <a:gd name="connsiteY455" fmla="*/ 5114400 h 6858000"/>
              <a:gd name="connsiteX456" fmla="*/ 3937433 w 7467600"/>
              <a:gd name="connsiteY456" fmla="*/ 4830473 h 6858000"/>
              <a:gd name="connsiteX457" fmla="*/ 3590475 w 7467600"/>
              <a:gd name="connsiteY457" fmla="*/ 4597974 h 6858000"/>
              <a:gd name="connsiteX458" fmla="*/ 3100264 w 7467600"/>
              <a:gd name="connsiteY458" fmla="*/ 4579845 h 6858000"/>
              <a:gd name="connsiteX459" fmla="*/ 2183576 w 7467600"/>
              <a:gd name="connsiteY459" fmla="*/ 4227150 h 6858000"/>
              <a:gd name="connsiteX460" fmla="*/ 2151029 w 7467600"/>
              <a:gd name="connsiteY460" fmla="*/ 4146947 h 6858000"/>
              <a:gd name="connsiteX461" fmla="*/ 3563434 w 7467600"/>
              <a:gd name="connsiteY461" fmla="*/ 4469115 h 6858000"/>
              <a:gd name="connsiteX462" fmla="*/ 3177952 w 7467600"/>
              <a:gd name="connsiteY462" fmla="*/ 3657386 h 6858000"/>
              <a:gd name="connsiteX463" fmla="*/ 3189263 w 7467600"/>
              <a:gd name="connsiteY463" fmla="*/ 3625726 h 6858000"/>
              <a:gd name="connsiteX464" fmla="*/ 3560912 w 7467600"/>
              <a:gd name="connsiteY464" fmla="*/ 4079863 h 6858000"/>
              <a:gd name="connsiteX465" fmla="*/ 3626636 w 7467600"/>
              <a:gd name="connsiteY465" fmla="*/ 4512230 h 6858000"/>
              <a:gd name="connsiteX466" fmla="*/ 3653088 w 7467600"/>
              <a:gd name="connsiteY466" fmla="*/ 4521417 h 6858000"/>
              <a:gd name="connsiteX467" fmla="*/ 3988128 w 7467600"/>
              <a:gd name="connsiteY467" fmla="*/ 4817267 h 6858000"/>
              <a:gd name="connsiteX468" fmla="*/ 4830582 w 7467600"/>
              <a:gd name="connsiteY468" fmla="*/ 4676000 h 6858000"/>
              <a:gd name="connsiteX469" fmla="*/ 4830100 w 7467600"/>
              <a:gd name="connsiteY469" fmla="*/ 4675554 h 6858000"/>
              <a:gd name="connsiteX470" fmla="*/ 4036318 w 7467600"/>
              <a:gd name="connsiteY470" fmla="*/ 4147013 h 6858000"/>
              <a:gd name="connsiteX471" fmla="*/ 3432098 w 7467600"/>
              <a:gd name="connsiteY471" fmla="*/ 3537312 h 6858000"/>
              <a:gd name="connsiteX472" fmla="*/ 3446761 w 7467600"/>
              <a:gd name="connsiteY472" fmla="*/ 3461278 h 6858000"/>
              <a:gd name="connsiteX473" fmla="*/ 4419733 w 7467600"/>
              <a:gd name="connsiteY473" fmla="*/ 3963555 h 6858000"/>
              <a:gd name="connsiteX474" fmla="*/ 4781371 w 7467600"/>
              <a:gd name="connsiteY474" fmla="*/ 4458604 h 6858000"/>
              <a:gd name="connsiteX475" fmla="*/ 4780440 w 7467600"/>
              <a:gd name="connsiteY475" fmla="*/ 4470290 h 6858000"/>
              <a:gd name="connsiteX476" fmla="*/ 4898954 w 7467600"/>
              <a:gd name="connsiteY476" fmla="*/ 4662092 h 6858000"/>
              <a:gd name="connsiteX477" fmla="*/ 4900699 w 7467600"/>
              <a:gd name="connsiteY477" fmla="*/ 4670867 h 6858000"/>
              <a:gd name="connsiteX478" fmla="*/ 5714511 w 7467600"/>
              <a:gd name="connsiteY478" fmla="*/ 4663483 h 6858000"/>
              <a:gd name="connsiteX479" fmla="*/ 5464793 w 7467600"/>
              <a:gd name="connsiteY479" fmla="*/ 4393556 h 6858000"/>
              <a:gd name="connsiteX480" fmla="*/ 5461897 w 7467600"/>
              <a:gd name="connsiteY480" fmla="*/ 4390879 h 6858000"/>
              <a:gd name="connsiteX481" fmla="*/ 4294126 w 7467600"/>
              <a:gd name="connsiteY481" fmla="*/ 3303048 h 6858000"/>
              <a:gd name="connsiteX482" fmla="*/ 4305321 w 7467600"/>
              <a:gd name="connsiteY482" fmla="*/ 3256953 h 6858000"/>
              <a:gd name="connsiteX483" fmla="*/ 4949299 w 7467600"/>
              <a:gd name="connsiteY483" fmla="*/ 3766336 h 6858000"/>
              <a:gd name="connsiteX484" fmla="*/ 5291452 w 7467600"/>
              <a:gd name="connsiteY484" fmla="*/ 4076801 h 6858000"/>
              <a:gd name="connsiteX485" fmla="*/ 5434998 w 7467600"/>
              <a:gd name="connsiteY485" fmla="*/ 4254100 h 6858000"/>
              <a:gd name="connsiteX486" fmla="*/ 5351015 w 7467600"/>
              <a:gd name="connsiteY486" fmla="*/ 3760989 h 6858000"/>
              <a:gd name="connsiteX487" fmla="*/ 5413780 w 7467600"/>
              <a:gd name="connsiteY487" fmla="*/ 2966265 h 6858000"/>
              <a:gd name="connsiteX488" fmla="*/ 5425627 w 7467600"/>
              <a:gd name="connsiteY488" fmla="*/ 2954192 h 6858000"/>
              <a:gd name="connsiteX489" fmla="*/ 6604735 w 7467600"/>
              <a:gd name="connsiteY489" fmla="*/ 2041381 h 6858000"/>
              <a:gd name="connsiteX490" fmla="*/ 7204487 w 7467600"/>
              <a:gd name="connsiteY490" fmla="*/ 2742112 h 6858000"/>
              <a:gd name="connsiteX491" fmla="*/ 7131592 w 7467600"/>
              <a:gd name="connsiteY491" fmla="*/ 2672096 h 6858000"/>
              <a:gd name="connsiteX492" fmla="*/ 6996344 w 7467600"/>
              <a:gd name="connsiteY492" fmla="*/ 2518310 h 6858000"/>
              <a:gd name="connsiteX493" fmla="*/ 6735495 w 7467600"/>
              <a:gd name="connsiteY493" fmla="*/ 2196890 h 6858000"/>
              <a:gd name="connsiteX494" fmla="*/ 6721901 w 7467600"/>
              <a:gd name="connsiteY494" fmla="*/ 2179274 h 6858000"/>
              <a:gd name="connsiteX495" fmla="*/ 6604735 w 7467600"/>
              <a:gd name="connsiteY495" fmla="*/ 2041381 h 6858000"/>
              <a:gd name="connsiteX496" fmla="*/ 6591670 w 7467600"/>
              <a:gd name="connsiteY496" fmla="*/ 1988277 h 6858000"/>
              <a:gd name="connsiteX497" fmla="*/ 6747349 w 7467600"/>
              <a:gd name="connsiteY497" fmla="*/ 2160069 h 6858000"/>
              <a:gd name="connsiteX498" fmla="*/ 6760943 w 7467600"/>
              <a:gd name="connsiteY498" fmla="*/ 2177686 h 6858000"/>
              <a:gd name="connsiteX499" fmla="*/ 7021065 w 7467600"/>
              <a:gd name="connsiteY499" fmla="*/ 2498102 h 6858000"/>
              <a:gd name="connsiteX500" fmla="*/ 7155223 w 7467600"/>
              <a:gd name="connsiteY500" fmla="*/ 2650386 h 6858000"/>
              <a:gd name="connsiteX501" fmla="*/ 7203167 w 7467600"/>
              <a:gd name="connsiteY501" fmla="*/ 2697288 h 6858000"/>
              <a:gd name="connsiteX502" fmla="*/ 6937703 w 7467600"/>
              <a:gd name="connsiteY502" fmla="*/ 2321981 h 6858000"/>
              <a:gd name="connsiteX503" fmla="*/ 6591670 w 7467600"/>
              <a:gd name="connsiteY503" fmla="*/ 1988277 h 6858000"/>
              <a:gd name="connsiteX504" fmla="*/ 5798671 w 7467600"/>
              <a:gd name="connsiteY504" fmla="*/ 1981601 h 6858000"/>
              <a:gd name="connsiteX505" fmla="*/ 5754709 w 7467600"/>
              <a:gd name="connsiteY505" fmla="*/ 2071454 h 6858000"/>
              <a:gd name="connsiteX506" fmla="*/ 5763044 w 7467600"/>
              <a:gd name="connsiteY506" fmla="*/ 2842206 h 6858000"/>
              <a:gd name="connsiteX507" fmla="*/ 5764974 w 7467600"/>
              <a:gd name="connsiteY507" fmla="*/ 2799609 h 6858000"/>
              <a:gd name="connsiteX508" fmla="*/ 5767665 w 7467600"/>
              <a:gd name="connsiteY508" fmla="*/ 2666409 h 6858000"/>
              <a:gd name="connsiteX509" fmla="*/ 5763055 w 7467600"/>
              <a:gd name="connsiteY509" fmla="*/ 2579705 h 6858000"/>
              <a:gd name="connsiteX510" fmla="*/ 5758079 w 7467600"/>
              <a:gd name="connsiteY510" fmla="*/ 2492508 h 6858000"/>
              <a:gd name="connsiteX511" fmla="*/ 5779325 w 7467600"/>
              <a:gd name="connsiteY511" fmla="*/ 2197069 h 6858000"/>
              <a:gd name="connsiteX512" fmla="*/ 5798671 w 7467600"/>
              <a:gd name="connsiteY512" fmla="*/ 1981601 h 6858000"/>
              <a:gd name="connsiteX513" fmla="*/ 5829202 w 7467600"/>
              <a:gd name="connsiteY513" fmla="*/ 1971679 h 6858000"/>
              <a:gd name="connsiteX514" fmla="*/ 5809558 w 7467600"/>
              <a:gd name="connsiteY514" fmla="*/ 2198043 h 6858000"/>
              <a:gd name="connsiteX515" fmla="*/ 5788653 w 7467600"/>
              <a:gd name="connsiteY515" fmla="*/ 2489430 h 6858000"/>
              <a:gd name="connsiteX516" fmla="*/ 5793439 w 7467600"/>
              <a:gd name="connsiteY516" fmla="*/ 2575235 h 6858000"/>
              <a:gd name="connsiteX517" fmla="*/ 5796837 w 7467600"/>
              <a:gd name="connsiteY517" fmla="*/ 2637633 h 6858000"/>
              <a:gd name="connsiteX518" fmla="*/ 5818614 w 7467600"/>
              <a:gd name="connsiteY518" fmla="*/ 2473055 h 6858000"/>
              <a:gd name="connsiteX519" fmla="*/ 5829202 w 7467600"/>
              <a:gd name="connsiteY519" fmla="*/ 1971679 h 6858000"/>
              <a:gd name="connsiteX520" fmla="*/ 5911389 w 7467600"/>
              <a:gd name="connsiteY520" fmla="*/ 1898371 h 6858000"/>
              <a:gd name="connsiteX521" fmla="*/ 6237627 w 7467600"/>
              <a:gd name="connsiteY521" fmla="*/ 2231921 h 6858000"/>
              <a:gd name="connsiteX522" fmla="*/ 5911389 w 7467600"/>
              <a:gd name="connsiteY522" fmla="*/ 1898371 h 6858000"/>
              <a:gd name="connsiteX523" fmla="*/ 6944437 w 7467600"/>
              <a:gd name="connsiteY523" fmla="*/ 1575402 h 6858000"/>
              <a:gd name="connsiteX524" fmla="*/ 6304730 w 7467600"/>
              <a:gd name="connsiteY524" fmla="*/ 1766654 h 6858000"/>
              <a:gd name="connsiteX525" fmla="*/ 6944437 w 7467600"/>
              <a:gd name="connsiteY525" fmla="*/ 1575402 h 6858000"/>
              <a:gd name="connsiteX526" fmla="*/ 7019523 w 7467600"/>
              <a:gd name="connsiteY526" fmla="*/ 1519450 h 6858000"/>
              <a:gd name="connsiteX527" fmla="*/ 6298091 w 7467600"/>
              <a:gd name="connsiteY527" fmla="*/ 1737122 h 6858000"/>
              <a:gd name="connsiteX528" fmla="*/ 7019523 w 7467600"/>
              <a:gd name="connsiteY528" fmla="*/ 1519450 h 6858000"/>
              <a:gd name="connsiteX529" fmla="*/ 2399523 w 7467600"/>
              <a:gd name="connsiteY529" fmla="*/ 1428234 h 6858000"/>
              <a:gd name="connsiteX530" fmla="*/ 2224982 w 7467600"/>
              <a:gd name="connsiteY530" fmla="*/ 1826201 h 6858000"/>
              <a:gd name="connsiteX531" fmla="*/ 2096099 w 7467600"/>
              <a:gd name="connsiteY531" fmla="*/ 2345900 h 6858000"/>
              <a:gd name="connsiteX532" fmla="*/ 2283317 w 7467600"/>
              <a:gd name="connsiteY532" fmla="*/ 1796925 h 6858000"/>
              <a:gd name="connsiteX533" fmla="*/ 2399523 w 7467600"/>
              <a:gd name="connsiteY533" fmla="*/ 1428234 h 6858000"/>
              <a:gd name="connsiteX534" fmla="*/ 2448558 w 7467600"/>
              <a:gd name="connsiteY534" fmla="*/ 1373435 h 6858000"/>
              <a:gd name="connsiteX535" fmla="*/ 2312521 w 7467600"/>
              <a:gd name="connsiteY535" fmla="*/ 1806140 h 6858000"/>
              <a:gd name="connsiteX536" fmla="*/ 2127533 w 7467600"/>
              <a:gd name="connsiteY536" fmla="*/ 2348380 h 6858000"/>
              <a:gd name="connsiteX537" fmla="*/ 2358080 w 7467600"/>
              <a:gd name="connsiteY537" fmla="*/ 1866134 h 6858000"/>
              <a:gd name="connsiteX538" fmla="*/ 2407436 w 7467600"/>
              <a:gd name="connsiteY538" fmla="*/ 1651070 h 6858000"/>
              <a:gd name="connsiteX539" fmla="*/ 2448558 w 7467600"/>
              <a:gd name="connsiteY539" fmla="*/ 1373435 h 6858000"/>
              <a:gd name="connsiteX540" fmla="*/ 278707 w 7467600"/>
              <a:gd name="connsiteY540" fmla="*/ 1352270 h 6858000"/>
              <a:gd name="connsiteX541" fmla="*/ 321570 w 7467600"/>
              <a:gd name="connsiteY541" fmla="*/ 1861610 h 6858000"/>
              <a:gd name="connsiteX542" fmla="*/ 294281 w 7467600"/>
              <a:gd name="connsiteY542" fmla="*/ 1440658 h 6858000"/>
              <a:gd name="connsiteX543" fmla="*/ 278707 w 7467600"/>
              <a:gd name="connsiteY543" fmla="*/ 1352270 h 6858000"/>
              <a:gd name="connsiteX544" fmla="*/ 1423821 w 7467600"/>
              <a:gd name="connsiteY544" fmla="*/ 1351958 h 6858000"/>
              <a:gd name="connsiteX545" fmla="*/ 1638521 w 7467600"/>
              <a:gd name="connsiteY545" fmla="*/ 1908470 h 6858000"/>
              <a:gd name="connsiteX546" fmla="*/ 1754199 w 7467600"/>
              <a:gd name="connsiteY546" fmla="*/ 2149284 h 6858000"/>
              <a:gd name="connsiteX547" fmla="*/ 1908359 w 7467600"/>
              <a:gd name="connsiteY547" fmla="*/ 2364988 h 6858000"/>
              <a:gd name="connsiteX548" fmla="*/ 1647661 w 7467600"/>
              <a:gd name="connsiteY548" fmla="*/ 1825945 h 6858000"/>
              <a:gd name="connsiteX549" fmla="*/ 1423821 w 7467600"/>
              <a:gd name="connsiteY549" fmla="*/ 1351958 h 6858000"/>
              <a:gd name="connsiteX550" fmla="*/ 1431890 w 7467600"/>
              <a:gd name="connsiteY550" fmla="*/ 1306475 h 6858000"/>
              <a:gd name="connsiteX551" fmla="*/ 1507597 w 7467600"/>
              <a:gd name="connsiteY551" fmla="*/ 1446132 h 6858000"/>
              <a:gd name="connsiteX552" fmla="*/ 1674586 w 7467600"/>
              <a:gd name="connsiteY552" fmla="*/ 1813832 h 6858000"/>
              <a:gd name="connsiteX553" fmla="*/ 1815950 w 7467600"/>
              <a:gd name="connsiteY553" fmla="*/ 2128564 h 6858000"/>
              <a:gd name="connsiteX554" fmla="*/ 1984242 w 7467600"/>
              <a:gd name="connsiteY554" fmla="*/ 2430829 h 6858000"/>
              <a:gd name="connsiteX555" fmla="*/ 2014023 w 7467600"/>
              <a:gd name="connsiteY555" fmla="*/ 2450995 h 6858000"/>
              <a:gd name="connsiteX556" fmla="*/ 1747337 w 7467600"/>
              <a:gd name="connsiteY556" fmla="*/ 1855264 h 6858000"/>
              <a:gd name="connsiteX557" fmla="*/ 1533749 w 7467600"/>
              <a:gd name="connsiteY557" fmla="*/ 1478656 h 6858000"/>
              <a:gd name="connsiteX558" fmla="*/ 1431890 w 7467600"/>
              <a:gd name="connsiteY558" fmla="*/ 1306475 h 6858000"/>
              <a:gd name="connsiteX559" fmla="*/ 5052692 w 7467600"/>
              <a:gd name="connsiteY559" fmla="*/ 1292994 h 6858000"/>
              <a:gd name="connsiteX560" fmla="*/ 5200661 w 7467600"/>
              <a:gd name="connsiteY560" fmla="*/ 1635186 h 6858000"/>
              <a:gd name="connsiteX561" fmla="*/ 5297138 w 7467600"/>
              <a:gd name="connsiteY561" fmla="*/ 1906351 h 6858000"/>
              <a:gd name="connsiteX562" fmla="*/ 5052692 w 7467600"/>
              <a:gd name="connsiteY562" fmla="*/ 1292994 h 6858000"/>
              <a:gd name="connsiteX563" fmla="*/ 5009948 w 7467600"/>
              <a:gd name="connsiteY563" fmla="*/ 1273619 h 6858000"/>
              <a:gd name="connsiteX564" fmla="*/ 5121777 w 7467600"/>
              <a:gd name="connsiteY564" fmla="*/ 1654213 h 6858000"/>
              <a:gd name="connsiteX565" fmla="*/ 5293545 w 7467600"/>
              <a:gd name="connsiteY565" fmla="*/ 2072247 h 6858000"/>
              <a:gd name="connsiteX566" fmla="*/ 5294042 w 7467600"/>
              <a:gd name="connsiteY566" fmla="*/ 2065019 h 6858000"/>
              <a:gd name="connsiteX567" fmla="*/ 5171936 w 7467600"/>
              <a:gd name="connsiteY567" fmla="*/ 1647613 h 6858000"/>
              <a:gd name="connsiteX568" fmla="*/ 5009948 w 7467600"/>
              <a:gd name="connsiteY568" fmla="*/ 1273619 h 6858000"/>
              <a:gd name="connsiteX569" fmla="*/ 655236 w 7467600"/>
              <a:gd name="connsiteY569" fmla="*/ 1268632 h 6858000"/>
              <a:gd name="connsiteX570" fmla="*/ 839521 w 7467600"/>
              <a:gd name="connsiteY570" fmla="*/ 1685315 h 6858000"/>
              <a:gd name="connsiteX571" fmla="*/ 1109416 w 7467600"/>
              <a:gd name="connsiteY571" fmla="*/ 2061663 h 6858000"/>
              <a:gd name="connsiteX572" fmla="*/ 1298300 w 7467600"/>
              <a:gd name="connsiteY572" fmla="*/ 2247742 h 6858000"/>
              <a:gd name="connsiteX573" fmla="*/ 1125871 w 7467600"/>
              <a:gd name="connsiteY573" fmla="*/ 1989513 h 6858000"/>
              <a:gd name="connsiteX574" fmla="*/ 981574 w 7467600"/>
              <a:gd name="connsiteY574" fmla="*/ 1783157 h 6858000"/>
              <a:gd name="connsiteX575" fmla="*/ 922198 w 7467600"/>
              <a:gd name="connsiteY575" fmla="*/ 1677437 h 6858000"/>
              <a:gd name="connsiteX576" fmla="*/ 869293 w 7467600"/>
              <a:gd name="connsiteY576" fmla="*/ 1583214 h 6858000"/>
              <a:gd name="connsiteX577" fmla="*/ 751431 w 7467600"/>
              <a:gd name="connsiteY577" fmla="*/ 1405731 h 6858000"/>
              <a:gd name="connsiteX578" fmla="*/ 655236 w 7467600"/>
              <a:gd name="connsiteY578" fmla="*/ 1268632 h 6858000"/>
              <a:gd name="connsiteX579" fmla="*/ 6516292 w 7467600"/>
              <a:gd name="connsiteY579" fmla="*/ 1263064 h 6858000"/>
              <a:gd name="connsiteX580" fmla="*/ 5736320 w 7467600"/>
              <a:gd name="connsiteY580" fmla="*/ 1501803 h 6858000"/>
              <a:gd name="connsiteX581" fmla="*/ 6516292 w 7467600"/>
              <a:gd name="connsiteY581" fmla="*/ 1263064 h 6858000"/>
              <a:gd name="connsiteX582" fmla="*/ 291466 w 7467600"/>
              <a:gd name="connsiteY582" fmla="*/ 1250369 h 6858000"/>
              <a:gd name="connsiteX583" fmla="*/ 323180 w 7467600"/>
              <a:gd name="connsiteY583" fmla="*/ 1435283 h 6858000"/>
              <a:gd name="connsiteX584" fmla="*/ 349381 w 7467600"/>
              <a:gd name="connsiteY584" fmla="*/ 1875041 h 6858000"/>
              <a:gd name="connsiteX585" fmla="*/ 374363 w 7467600"/>
              <a:gd name="connsiteY585" fmla="*/ 1506494 h 6858000"/>
              <a:gd name="connsiteX586" fmla="*/ 302168 w 7467600"/>
              <a:gd name="connsiteY586" fmla="*/ 1274495 h 6858000"/>
              <a:gd name="connsiteX587" fmla="*/ 291466 w 7467600"/>
              <a:gd name="connsiteY587" fmla="*/ 1250369 h 6858000"/>
              <a:gd name="connsiteX588" fmla="*/ 678222 w 7467600"/>
              <a:gd name="connsiteY588" fmla="*/ 1248670 h 6858000"/>
              <a:gd name="connsiteX589" fmla="*/ 775536 w 7467600"/>
              <a:gd name="connsiteY589" fmla="*/ 1388015 h 6858000"/>
              <a:gd name="connsiteX590" fmla="*/ 894529 w 7467600"/>
              <a:gd name="connsiteY590" fmla="*/ 1567739 h 6858000"/>
              <a:gd name="connsiteX591" fmla="*/ 948000 w 7467600"/>
              <a:gd name="connsiteY591" fmla="*/ 1663088 h 6858000"/>
              <a:gd name="connsiteX592" fmla="*/ 1006812 w 7467600"/>
              <a:gd name="connsiteY592" fmla="*/ 1767683 h 6858000"/>
              <a:gd name="connsiteX593" fmla="*/ 1149133 w 7467600"/>
              <a:gd name="connsiteY593" fmla="*/ 1971513 h 6858000"/>
              <a:gd name="connsiteX594" fmla="*/ 1333952 w 7467600"/>
              <a:gd name="connsiteY594" fmla="*/ 2251620 h 6858000"/>
              <a:gd name="connsiteX595" fmla="*/ 1337329 w 7467600"/>
              <a:gd name="connsiteY595" fmla="*/ 2258350 h 6858000"/>
              <a:gd name="connsiteX596" fmla="*/ 1014726 w 7467600"/>
              <a:gd name="connsiteY596" fmla="*/ 1615556 h 6858000"/>
              <a:gd name="connsiteX597" fmla="*/ 678222 w 7467600"/>
              <a:gd name="connsiteY597" fmla="*/ 1248670 h 6858000"/>
              <a:gd name="connsiteX598" fmla="*/ 6691602 w 7467600"/>
              <a:gd name="connsiteY598" fmla="*/ 1140573 h 6858000"/>
              <a:gd name="connsiteX599" fmla="*/ 6571100 w 7467600"/>
              <a:gd name="connsiteY599" fmla="*/ 1183662 h 6858000"/>
              <a:gd name="connsiteX600" fmla="*/ 6241687 w 7467600"/>
              <a:gd name="connsiteY600" fmla="*/ 1257600 h 6858000"/>
              <a:gd name="connsiteX601" fmla="*/ 5693009 w 7467600"/>
              <a:gd name="connsiteY601" fmla="*/ 1478256 h 6858000"/>
              <a:gd name="connsiteX602" fmla="*/ 6548420 w 7467600"/>
              <a:gd name="connsiteY602" fmla="*/ 1214599 h 6858000"/>
              <a:gd name="connsiteX603" fmla="*/ 6605473 w 7467600"/>
              <a:gd name="connsiteY603" fmla="*/ 1184686 h 6858000"/>
              <a:gd name="connsiteX604" fmla="*/ 6691602 w 7467600"/>
              <a:gd name="connsiteY604" fmla="*/ 1140573 h 6858000"/>
              <a:gd name="connsiteX605" fmla="*/ 4002475 w 7467600"/>
              <a:gd name="connsiteY605" fmla="*/ 1037802 h 6858000"/>
              <a:gd name="connsiteX606" fmla="*/ 4000324 w 7467600"/>
              <a:gd name="connsiteY606" fmla="*/ 1039362 h 6858000"/>
              <a:gd name="connsiteX607" fmla="*/ 4002862 w 7467600"/>
              <a:gd name="connsiteY607" fmla="*/ 1042866 h 6858000"/>
              <a:gd name="connsiteX608" fmla="*/ 4002475 w 7467600"/>
              <a:gd name="connsiteY608" fmla="*/ 1037802 h 6858000"/>
              <a:gd name="connsiteX609" fmla="*/ 506322 w 7467600"/>
              <a:gd name="connsiteY609" fmla="*/ 1020997 h 6858000"/>
              <a:gd name="connsiteX610" fmla="*/ 533068 w 7467600"/>
              <a:gd name="connsiteY610" fmla="*/ 1029409 h 6858000"/>
              <a:gd name="connsiteX611" fmla="*/ 1232525 w 7467600"/>
              <a:gd name="connsiteY611" fmla="*/ 1804675 h 6858000"/>
              <a:gd name="connsiteX612" fmla="*/ 1388858 w 7467600"/>
              <a:gd name="connsiteY612" fmla="*/ 2368011 h 6858000"/>
              <a:gd name="connsiteX613" fmla="*/ 1384098 w 7467600"/>
              <a:gd name="connsiteY613" fmla="*/ 2378125 h 6858000"/>
              <a:gd name="connsiteX614" fmla="*/ 1425393 w 7467600"/>
              <a:gd name="connsiteY614" fmla="*/ 2589124 h 6858000"/>
              <a:gd name="connsiteX615" fmla="*/ 1424001 w 7467600"/>
              <a:gd name="connsiteY615" fmla="*/ 2597541 h 6858000"/>
              <a:gd name="connsiteX616" fmla="*/ 2152729 w 7467600"/>
              <a:gd name="connsiteY616" fmla="*/ 2864487 h 6858000"/>
              <a:gd name="connsiteX617" fmla="*/ 2020609 w 7467600"/>
              <a:gd name="connsiteY617" fmla="*/ 2539671 h 6858000"/>
              <a:gd name="connsiteX618" fmla="*/ 2018920 w 7467600"/>
              <a:gd name="connsiteY618" fmla="*/ 2536309 h 6858000"/>
              <a:gd name="connsiteX619" fmla="*/ 1342441 w 7467600"/>
              <a:gd name="connsiteY619" fmla="*/ 1173017 h 6858000"/>
              <a:gd name="connsiteX620" fmla="*/ 1367925 w 7467600"/>
              <a:gd name="connsiteY620" fmla="*/ 1135648 h 6858000"/>
              <a:gd name="connsiteX621" fmla="*/ 1771401 w 7467600"/>
              <a:gd name="connsiteY621" fmla="*/ 1806673 h 6858000"/>
              <a:gd name="connsiteX622" fmla="*/ 1972385 w 7467600"/>
              <a:gd name="connsiteY622" fmla="*/ 2198735 h 6858000"/>
              <a:gd name="connsiteX623" fmla="*/ 2040892 w 7467600"/>
              <a:gd name="connsiteY623" fmla="*/ 2405205 h 6858000"/>
              <a:gd name="connsiteX624" fmla="*/ 2131689 w 7467600"/>
              <a:gd name="connsiteY624" fmla="*/ 1936926 h 6858000"/>
              <a:gd name="connsiteX625" fmla="*/ 2454820 w 7467600"/>
              <a:gd name="connsiteY625" fmla="*/ 1248808 h 6858000"/>
              <a:gd name="connsiteX626" fmla="*/ 2492512 w 7467600"/>
              <a:gd name="connsiteY626" fmla="*/ 1302920 h 6858000"/>
              <a:gd name="connsiteX627" fmla="*/ 2081216 w 7467600"/>
              <a:gd name="connsiteY627" fmla="*/ 2527513 h 6858000"/>
              <a:gd name="connsiteX628" fmla="*/ 2081211 w 7467600"/>
              <a:gd name="connsiteY628" fmla="*/ 2528916 h 6858000"/>
              <a:gd name="connsiteX629" fmla="*/ 2199067 w 7467600"/>
              <a:gd name="connsiteY629" fmla="*/ 2884061 h 6858000"/>
              <a:gd name="connsiteX630" fmla="*/ 3192586 w 7467600"/>
              <a:gd name="connsiteY630" fmla="*/ 3411496 h 6858000"/>
              <a:gd name="connsiteX631" fmla="*/ 3182620 w 7467600"/>
              <a:gd name="connsiteY631" fmla="*/ 3483279 h 6858000"/>
              <a:gd name="connsiteX632" fmla="*/ 2435119 w 7467600"/>
              <a:gd name="connsiteY632" fmla="*/ 3080173 h 6858000"/>
              <a:gd name="connsiteX633" fmla="*/ 2410152 w 7467600"/>
              <a:gd name="connsiteY633" fmla="*/ 3063751 h 6858000"/>
              <a:gd name="connsiteX634" fmla="*/ 2408099 w 7467600"/>
              <a:gd name="connsiteY634" fmla="*/ 3064403 h 6858000"/>
              <a:gd name="connsiteX635" fmla="*/ 2407218 w 7467600"/>
              <a:gd name="connsiteY635" fmla="*/ 3070324 h 6858000"/>
              <a:gd name="connsiteX636" fmla="*/ 2380138 w 7467600"/>
              <a:gd name="connsiteY636" fmla="*/ 3099341 h 6858000"/>
              <a:gd name="connsiteX637" fmla="*/ 1765923 w 7467600"/>
              <a:gd name="connsiteY637" fmla="*/ 3581043 h 6858000"/>
              <a:gd name="connsiteX638" fmla="*/ 1702258 w 7467600"/>
              <a:gd name="connsiteY638" fmla="*/ 3612286 h 6858000"/>
              <a:gd name="connsiteX639" fmla="*/ 1538370 w 7467600"/>
              <a:gd name="connsiteY639" fmla="*/ 3811804 h 6858000"/>
              <a:gd name="connsiteX640" fmla="*/ 542867 w 7467600"/>
              <a:gd name="connsiteY640" fmla="*/ 4944092 h 6858000"/>
              <a:gd name="connsiteX641" fmla="*/ 515800 w 7467600"/>
              <a:gd name="connsiteY641" fmla="*/ 4862180 h 6858000"/>
              <a:gd name="connsiteX642" fmla="*/ 909145 w 7467600"/>
              <a:gd name="connsiteY642" fmla="*/ 4199225 h 6858000"/>
              <a:gd name="connsiteX643" fmla="*/ 1214067 w 7467600"/>
              <a:gd name="connsiteY643" fmla="*/ 3908561 h 6858000"/>
              <a:gd name="connsiteX644" fmla="*/ 640967 w 7467600"/>
              <a:gd name="connsiteY644" fmla="*/ 4105601 h 6858000"/>
              <a:gd name="connsiteX645" fmla="*/ 112563 w 7467600"/>
              <a:gd name="connsiteY645" fmla="*/ 4396952 h 6858000"/>
              <a:gd name="connsiteX646" fmla="*/ 0 w 7467600"/>
              <a:gd name="connsiteY646" fmla="*/ 4466006 h 6858000"/>
              <a:gd name="connsiteX647" fmla="*/ 0 w 7467600"/>
              <a:gd name="connsiteY647" fmla="*/ 4233763 h 6858000"/>
              <a:gd name="connsiteX648" fmla="*/ 36881 w 7467600"/>
              <a:gd name="connsiteY648" fmla="*/ 4200118 h 6858000"/>
              <a:gd name="connsiteX649" fmla="*/ 910534 w 7467600"/>
              <a:gd name="connsiteY649" fmla="*/ 3629753 h 6858000"/>
              <a:gd name="connsiteX650" fmla="*/ 1578717 w 7467600"/>
              <a:gd name="connsiteY650" fmla="*/ 3575982 h 6858000"/>
              <a:gd name="connsiteX651" fmla="*/ 2338780 w 7467600"/>
              <a:gd name="connsiteY651" fmla="*/ 3033725 h 6858000"/>
              <a:gd name="connsiteX652" fmla="*/ 1807991 w 7467600"/>
              <a:gd name="connsiteY652" fmla="*/ 2807184 h 6858000"/>
              <a:gd name="connsiteX653" fmla="*/ 1416358 w 7467600"/>
              <a:gd name="connsiteY653" fmla="*/ 3112571 h 6858000"/>
              <a:gd name="connsiteX654" fmla="*/ 939066 w 7467600"/>
              <a:gd name="connsiteY654" fmla="*/ 3378798 h 6858000"/>
              <a:gd name="connsiteX655" fmla="*/ 115099 w 7467600"/>
              <a:gd name="connsiteY655" fmla="*/ 3607650 h 6858000"/>
              <a:gd name="connsiteX656" fmla="*/ 97284 w 7467600"/>
              <a:gd name="connsiteY656" fmla="*/ 3520393 h 6858000"/>
              <a:gd name="connsiteX657" fmla="*/ 922050 w 7467600"/>
              <a:gd name="connsiteY657" fmla="*/ 3074867 h 6858000"/>
              <a:gd name="connsiteX658" fmla="*/ 1405265 w 7467600"/>
              <a:gd name="connsiteY658" fmla="*/ 3016319 h 6858000"/>
              <a:gd name="connsiteX659" fmla="*/ 1407512 w 7467600"/>
              <a:gd name="connsiteY659" fmla="*/ 3018001 h 6858000"/>
              <a:gd name="connsiteX660" fmla="*/ 1726266 w 7467600"/>
              <a:gd name="connsiteY660" fmla="*/ 2777274 h 6858000"/>
              <a:gd name="connsiteX661" fmla="*/ 625390 w 7467600"/>
              <a:gd name="connsiteY661" fmla="*/ 2514541 h 6858000"/>
              <a:gd name="connsiteX662" fmla="*/ 619799 w 7467600"/>
              <a:gd name="connsiteY662" fmla="*/ 2527180 h 6858000"/>
              <a:gd name="connsiteX663" fmla="*/ 310030 w 7467600"/>
              <a:gd name="connsiteY663" fmla="*/ 2771818 h 6858000"/>
              <a:gd name="connsiteX664" fmla="*/ 173877 w 7467600"/>
              <a:gd name="connsiteY664" fmla="*/ 2937056 h 6858000"/>
              <a:gd name="connsiteX665" fmla="*/ 77889 w 7467600"/>
              <a:gd name="connsiteY665" fmla="*/ 3138440 h 6858000"/>
              <a:gd name="connsiteX666" fmla="*/ 0 w 7467600"/>
              <a:gd name="connsiteY666" fmla="*/ 3271395 h 6858000"/>
              <a:gd name="connsiteX667" fmla="*/ 0 w 7467600"/>
              <a:gd name="connsiteY667" fmla="*/ 3153002 h 6858000"/>
              <a:gd name="connsiteX668" fmla="*/ 2386 w 7467600"/>
              <a:gd name="connsiteY668" fmla="*/ 3149203 h 6858000"/>
              <a:gd name="connsiteX669" fmla="*/ 89753 w 7467600"/>
              <a:gd name="connsiteY669" fmla="*/ 2987702 h 6858000"/>
              <a:gd name="connsiteX670" fmla="*/ 76869 w 7467600"/>
              <a:gd name="connsiteY670" fmla="*/ 3005404 h 6858000"/>
              <a:gd name="connsiteX671" fmla="*/ 32049 w 7467600"/>
              <a:gd name="connsiteY671" fmla="*/ 3065814 h 6858000"/>
              <a:gd name="connsiteX672" fmla="*/ 0 w 7467600"/>
              <a:gd name="connsiteY672" fmla="*/ 3108744 h 6858000"/>
              <a:gd name="connsiteX673" fmla="*/ 0 w 7467600"/>
              <a:gd name="connsiteY673" fmla="*/ 3058059 h 6858000"/>
              <a:gd name="connsiteX674" fmla="*/ 7610 w 7467600"/>
              <a:gd name="connsiteY674" fmla="*/ 3047889 h 6858000"/>
              <a:gd name="connsiteX675" fmla="*/ 52419 w 7467600"/>
              <a:gd name="connsiteY675" fmla="*/ 2987479 h 6858000"/>
              <a:gd name="connsiteX676" fmla="*/ 59142 w 7467600"/>
              <a:gd name="connsiteY676" fmla="*/ 2978488 h 6858000"/>
              <a:gd name="connsiteX677" fmla="*/ 0 w 7467600"/>
              <a:gd name="connsiteY677" fmla="*/ 3015334 h 6858000"/>
              <a:gd name="connsiteX678" fmla="*/ 0 w 7467600"/>
              <a:gd name="connsiteY678" fmla="*/ 2914286 h 6858000"/>
              <a:gd name="connsiteX679" fmla="*/ 36383 w 7467600"/>
              <a:gd name="connsiteY679" fmla="*/ 2901128 h 6858000"/>
              <a:gd name="connsiteX680" fmla="*/ 156329 w 7467600"/>
              <a:gd name="connsiteY680" fmla="*/ 2840533 h 6858000"/>
              <a:gd name="connsiteX681" fmla="*/ 358355 w 7467600"/>
              <a:gd name="connsiteY681" fmla="*/ 2620471 h 6858000"/>
              <a:gd name="connsiteX682" fmla="*/ 510577 w 7467600"/>
              <a:gd name="connsiteY682" fmla="*/ 2501244 h 6858000"/>
              <a:gd name="connsiteX683" fmla="*/ 211967 w 7467600"/>
              <a:gd name="connsiteY683" fmla="*/ 2479171 h 6858000"/>
              <a:gd name="connsiteX684" fmla="*/ 0 w 7467600"/>
              <a:gd name="connsiteY684" fmla="*/ 2476398 h 6858000"/>
              <a:gd name="connsiteX685" fmla="*/ 0 w 7467600"/>
              <a:gd name="connsiteY685" fmla="*/ 2389189 h 6858000"/>
              <a:gd name="connsiteX686" fmla="*/ 103062 w 7467600"/>
              <a:gd name="connsiteY686" fmla="*/ 2389518 h 6858000"/>
              <a:gd name="connsiteX687" fmla="*/ 510734 w 7467600"/>
              <a:gd name="connsiteY687" fmla="*/ 2416201 h 6858000"/>
              <a:gd name="connsiteX688" fmla="*/ 279257 w 7467600"/>
              <a:gd name="connsiteY688" fmla="*/ 2092102 h 6858000"/>
              <a:gd name="connsiteX689" fmla="*/ 65265 w 7467600"/>
              <a:gd name="connsiteY689" fmla="*/ 2006049 h 6858000"/>
              <a:gd name="connsiteX690" fmla="*/ 0 w 7467600"/>
              <a:gd name="connsiteY690" fmla="*/ 1982532 h 6858000"/>
              <a:gd name="connsiteX691" fmla="*/ 0 w 7467600"/>
              <a:gd name="connsiteY691" fmla="*/ 1912789 h 6858000"/>
              <a:gd name="connsiteX692" fmla="*/ 97460 w 7467600"/>
              <a:gd name="connsiteY692" fmla="*/ 1953725 h 6858000"/>
              <a:gd name="connsiteX693" fmla="*/ 221272 w 7467600"/>
              <a:gd name="connsiteY693" fmla="*/ 1980766 h 6858000"/>
              <a:gd name="connsiteX694" fmla="*/ 116765 w 7467600"/>
              <a:gd name="connsiteY694" fmla="*/ 1911033 h 6858000"/>
              <a:gd name="connsiteX695" fmla="*/ 16405 w 7467600"/>
              <a:gd name="connsiteY695" fmla="*/ 1803412 h 6858000"/>
              <a:gd name="connsiteX696" fmla="*/ 0 w 7467600"/>
              <a:gd name="connsiteY696" fmla="*/ 1784777 h 6858000"/>
              <a:gd name="connsiteX697" fmla="*/ 0 w 7467600"/>
              <a:gd name="connsiteY697" fmla="*/ 1740082 h 6858000"/>
              <a:gd name="connsiteX698" fmla="*/ 39394 w 7467600"/>
              <a:gd name="connsiteY698" fmla="*/ 1784856 h 6858000"/>
              <a:gd name="connsiteX699" fmla="*/ 135813 w 7467600"/>
              <a:gd name="connsiteY699" fmla="*/ 1888838 h 6858000"/>
              <a:gd name="connsiteX700" fmla="*/ 242575 w 7467600"/>
              <a:gd name="connsiteY700" fmla="*/ 1958841 h 6858000"/>
              <a:gd name="connsiteX701" fmla="*/ 82197 w 7467600"/>
              <a:gd name="connsiteY701" fmla="*/ 1754826 h 6858000"/>
              <a:gd name="connsiteX702" fmla="*/ 0 w 7467600"/>
              <a:gd name="connsiteY702" fmla="*/ 1679650 h 6858000"/>
              <a:gd name="connsiteX703" fmla="*/ 0 w 7467600"/>
              <a:gd name="connsiteY703" fmla="*/ 1602463 h 6858000"/>
              <a:gd name="connsiteX704" fmla="*/ 84689 w 7467600"/>
              <a:gd name="connsiteY704" fmla="*/ 1677442 h 6858000"/>
              <a:gd name="connsiteX705" fmla="*/ 298437 w 7467600"/>
              <a:gd name="connsiteY705" fmla="*/ 1968019 h 6858000"/>
              <a:gd name="connsiteX706" fmla="*/ 227269 w 7467600"/>
              <a:gd name="connsiteY706" fmla="*/ 1114064 h 6858000"/>
              <a:gd name="connsiteX707" fmla="*/ 248003 w 7467600"/>
              <a:gd name="connsiteY707" fmla="*/ 1089613 h 6858000"/>
              <a:gd name="connsiteX708" fmla="*/ 427020 w 7467600"/>
              <a:gd name="connsiteY708" fmla="*/ 1619803 h 6858000"/>
              <a:gd name="connsiteX709" fmla="*/ 340345 w 7467600"/>
              <a:gd name="connsiteY709" fmla="*/ 2027739 h 6858000"/>
              <a:gd name="connsiteX710" fmla="*/ 360865 w 7467600"/>
              <a:gd name="connsiteY710" fmla="*/ 2044827 h 6858000"/>
              <a:gd name="connsiteX711" fmla="*/ 560414 w 7467600"/>
              <a:gd name="connsiteY711" fmla="*/ 2421457 h 6858000"/>
              <a:gd name="connsiteX712" fmla="*/ 1359703 w 7467600"/>
              <a:gd name="connsiteY712" fmla="*/ 2578554 h 6858000"/>
              <a:gd name="connsiteX713" fmla="*/ 1359422 w 7467600"/>
              <a:gd name="connsiteY713" fmla="*/ 2577994 h 6858000"/>
              <a:gd name="connsiteX714" fmla="*/ 828701 w 7467600"/>
              <a:gd name="connsiteY714" fmla="*/ 1839520 h 6858000"/>
              <a:gd name="connsiteX715" fmla="*/ 494427 w 7467600"/>
              <a:gd name="connsiteY715" fmla="*/ 1092333 h 6858000"/>
              <a:gd name="connsiteX716" fmla="*/ 506322 w 7467600"/>
              <a:gd name="connsiteY716" fmla="*/ 1020997 h 6858000"/>
              <a:gd name="connsiteX717" fmla="*/ 4570198 w 7467600"/>
              <a:gd name="connsiteY717" fmla="*/ 978081 h 6858000"/>
              <a:gd name="connsiteX718" fmla="*/ 4523691 w 7467600"/>
              <a:gd name="connsiteY718" fmla="*/ 1127776 h 6858000"/>
              <a:gd name="connsiteX719" fmla="*/ 4509875 w 7467600"/>
              <a:gd name="connsiteY719" fmla="*/ 1167552 h 6858000"/>
              <a:gd name="connsiteX720" fmla="*/ 4478168 w 7467600"/>
              <a:gd name="connsiteY720" fmla="*/ 1260735 h 6858000"/>
              <a:gd name="connsiteX721" fmla="*/ 4409309 w 7467600"/>
              <a:gd name="connsiteY721" fmla="*/ 1666996 h 6858000"/>
              <a:gd name="connsiteX722" fmla="*/ 4370031 w 7467600"/>
              <a:gd name="connsiteY722" fmla="*/ 1955666 h 6858000"/>
              <a:gd name="connsiteX723" fmla="*/ 4570198 w 7467600"/>
              <a:gd name="connsiteY723" fmla="*/ 978081 h 6858000"/>
              <a:gd name="connsiteX724" fmla="*/ 4557898 w 7467600"/>
              <a:gd name="connsiteY724" fmla="*/ 900011 h 6858000"/>
              <a:gd name="connsiteX725" fmla="*/ 4344840 w 7467600"/>
              <a:gd name="connsiteY725" fmla="*/ 1922038 h 6858000"/>
              <a:gd name="connsiteX726" fmla="*/ 4378710 w 7467600"/>
              <a:gd name="connsiteY726" fmla="*/ 1665516 h 6858000"/>
              <a:gd name="connsiteX727" fmla="*/ 4448798 w 7467600"/>
              <a:gd name="connsiteY727" fmla="*/ 1253024 h 6858000"/>
              <a:gd name="connsiteX728" fmla="*/ 4480315 w 7467600"/>
              <a:gd name="connsiteY728" fmla="*/ 1158454 h 6858000"/>
              <a:gd name="connsiteX729" fmla="*/ 4494133 w 7467600"/>
              <a:gd name="connsiteY729" fmla="*/ 1118676 h 6858000"/>
              <a:gd name="connsiteX730" fmla="*/ 4557898 w 7467600"/>
              <a:gd name="connsiteY730" fmla="*/ 900011 h 6858000"/>
              <a:gd name="connsiteX731" fmla="*/ 5870151 w 7467600"/>
              <a:gd name="connsiteY731" fmla="*/ 898890 h 6858000"/>
              <a:gd name="connsiteX732" fmla="*/ 5861335 w 7467600"/>
              <a:gd name="connsiteY732" fmla="*/ 899177 h 6858000"/>
              <a:gd name="connsiteX733" fmla="*/ 5843702 w 7467600"/>
              <a:gd name="connsiteY733" fmla="*/ 899748 h 6858000"/>
              <a:gd name="connsiteX734" fmla="*/ 5651107 w 7467600"/>
              <a:gd name="connsiteY734" fmla="*/ 920306 h 6858000"/>
              <a:gd name="connsiteX735" fmla="*/ 5459407 w 7467600"/>
              <a:gd name="connsiteY735" fmla="*/ 940975 h 6858000"/>
              <a:gd name="connsiteX736" fmla="*/ 5374846 w 7467600"/>
              <a:gd name="connsiteY736" fmla="*/ 941988 h 6858000"/>
              <a:gd name="connsiteX737" fmla="*/ 5256105 w 7467600"/>
              <a:gd name="connsiteY737" fmla="*/ 945632 h 6858000"/>
              <a:gd name="connsiteX738" fmla="*/ 5107071 w 7467600"/>
              <a:gd name="connsiteY738" fmla="*/ 969720 h 6858000"/>
              <a:gd name="connsiteX739" fmla="*/ 4998681 w 7467600"/>
              <a:gd name="connsiteY739" fmla="*/ 988771 h 6858000"/>
              <a:gd name="connsiteX740" fmla="*/ 5870151 w 7467600"/>
              <a:gd name="connsiteY740" fmla="*/ 898890 h 6858000"/>
              <a:gd name="connsiteX741" fmla="*/ 5504425 w 7467600"/>
              <a:gd name="connsiteY741" fmla="*/ 848067 h 6858000"/>
              <a:gd name="connsiteX742" fmla="*/ 4968849 w 7467600"/>
              <a:gd name="connsiteY742" fmla="*/ 962318 h 6858000"/>
              <a:gd name="connsiteX743" fmla="*/ 5104039 w 7467600"/>
              <a:gd name="connsiteY743" fmla="*/ 940634 h 6858000"/>
              <a:gd name="connsiteX744" fmla="*/ 5256311 w 7467600"/>
              <a:gd name="connsiteY744" fmla="*/ 916490 h 6858000"/>
              <a:gd name="connsiteX745" fmla="*/ 5377381 w 7467600"/>
              <a:gd name="connsiteY745" fmla="*/ 912671 h 6858000"/>
              <a:gd name="connsiteX746" fmla="*/ 5460148 w 7467600"/>
              <a:gd name="connsiteY746" fmla="*/ 911442 h 6858000"/>
              <a:gd name="connsiteX747" fmla="*/ 5648971 w 7467600"/>
              <a:gd name="connsiteY747" fmla="*/ 891331 h 6858000"/>
              <a:gd name="connsiteX748" fmla="*/ 5844807 w 7467600"/>
              <a:gd name="connsiteY748" fmla="*/ 870718 h 6858000"/>
              <a:gd name="connsiteX749" fmla="*/ 5862975 w 7467600"/>
              <a:gd name="connsiteY749" fmla="*/ 869756 h 6858000"/>
              <a:gd name="connsiteX750" fmla="*/ 5920887 w 7467600"/>
              <a:gd name="connsiteY750" fmla="*/ 865929 h 6858000"/>
              <a:gd name="connsiteX751" fmla="*/ 5504425 w 7467600"/>
              <a:gd name="connsiteY751" fmla="*/ 848067 h 6858000"/>
              <a:gd name="connsiteX752" fmla="*/ 3607114 w 7467600"/>
              <a:gd name="connsiteY752" fmla="*/ 467441 h 6858000"/>
              <a:gd name="connsiteX753" fmla="*/ 3296242 w 7467600"/>
              <a:gd name="connsiteY753" fmla="*/ 807991 h 6858000"/>
              <a:gd name="connsiteX754" fmla="*/ 3174674 w 7467600"/>
              <a:gd name="connsiteY754" fmla="*/ 919759 h 6858000"/>
              <a:gd name="connsiteX755" fmla="*/ 3042978 w 7467600"/>
              <a:gd name="connsiteY755" fmla="*/ 1054894 h 6858000"/>
              <a:gd name="connsiteX756" fmla="*/ 2968914 w 7467600"/>
              <a:gd name="connsiteY756" fmla="*/ 1133756 h 6858000"/>
              <a:gd name="connsiteX757" fmla="*/ 3103823 w 7467600"/>
              <a:gd name="connsiteY757" fmla="*/ 1026814 h 6858000"/>
              <a:gd name="connsiteX758" fmla="*/ 3607114 w 7467600"/>
              <a:gd name="connsiteY758" fmla="*/ 467441 h 6858000"/>
              <a:gd name="connsiteX759" fmla="*/ 3744487 w 7467600"/>
              <a:gd name="connsiteY759" fmla="*/ 383136 h 6858000"/>
              <a:gd name="connsiteX760" fmla="*/ 3970213 w 7467600"/>
              <a:gd name="connsiteY760" fmla="*/ 995559 h 6858000"/>
              <a:gd name="connsiteX761" fmla="*/ 3744487 w 7467600"/>
              <a:gd name="connsiteY761" fmla="*/ 383136 h 6858000"/>
              <a:gd name="connsiteX762" fmla="*/ 3624562 w 7467600"/>
              <a:gd name="connsiteY762" fmla="*/ 367041 h 6858000"/>
              <a:gd name="connsiteX763" fmla="*/ 3489712 w 7467600"/>
              <a:gd name="connsiteY763" fmla="*/ 485386 h 6858000"/>
              <a:gd name="connsiteX764" fmla="*/ 3182994 w 7467600"/>
              <a:gd name="connsiteY764" fmla="*/ 828265 h 6858000"/>
              <a:gd name="connsiteX765" fmla="*/ 2892114 w 7467600"/>
              <a:gd name="connsiteY765" fmla="*/ 1172635 h 6858000"/>
              <a:gd name="connsiteX766" fmla="*/ 3021459 w 7467600"/>
              <a:gd name="connsiteY766" fmla="*/ 1035385 h 6858000"/>
              <a:gd name="connsiteX767" fmla="*/ 3153873 w 7467600"/>
              <a:gd name="connsiteY767" fmla="*/ 898971 h 6858000"/>
              <a:gd name="connsiteX768" fmla="*/ 3276511 w 7467600"/>
              <a:gd name="connsiteY768" fmla="*/ 786423 h 6858000"/>
              <a:gd name="connsiteX769" fmla="*/ 3584154 w 7467600"/>
              <a:gd name="connsiteY769" fmla="*/ 448218 h 6858000"/>
              <a:gd name="connsiteX770" fmla="*/ 3624562 w 7467600"/>
              <a:gd name="connsiteY770" fmla="*/ 367041 h 6858000"/>
              <a:gd name="connsiteX771" fmla="*/ 3766672 w 7467600"/>
              <a:gd name="connsiteY771" fmla="*/ 359429 h 6858000"/>
              <a:gd name="connsiteX772" fmla="*/ 3996338 w 7467600"/>
              <a:gd name="connsiteY772" fmla="*/ 968237 h 6858000"/>
              <a:gd name="connsiteX773" fmla="*/ 3766672 w 7467600"/>
              <a:gd name="connsiteY773" fmla="*/ 359429 h 6858000"/>
              <a:gd name="connsiteX774" fmla="*/ 5805386 w 7467600"/>
              <a:gd name="connsiteY774" fmla="*/ 239240 h 6858000"/>
              <a:gd name="connsiteX775" fmla="*/ 5736947 w 7467600"/>
              <a:gd name="connsiteY775" fmla="*/ 261367 h 6858000"/>
              <a:gd name="connsiteX776" fmla="*/ 5427012 w 7467600"/>
              <a:gd name="connsiteY776" fmla="*/ 311272 h 6858000"/>
              <a:gd name="connsiteX777" fmla="*/ 5147818 w 7467600"/>
              <a:gd name="connsiteY777" fmla="*/ 322112 h 6858000"/>
              <a:gd name="connsiteX778" fmla="*/ 5060854 w 7467600"/>
              <a:gd name="connsiteY778" fmla="*/ 311882 h 6858000"/>
              <a:gd name="connsiteX779" fmla="*/ 4945989 w 7467600"/>
              <a:gd name="connsiteY779" fmla="*/ 300516 h 6858000"/>
              <a:gd name="connsiteX780" fmla="*/ 5410479 w 7467600"/>
              <a:gd name="connsiteY780" fmla="*/ 348434 h 6858000"/>
              <a:gd name="connsiteX781" fmla="*/ 5805386 w 7467600"/>
              <a:gd name="connsiteY781" fmla="*/ 239240 h 6858000"/>
              <a:gd name="connsiteX782" fmla="*/ 5905192 w 7467600"/>
              <a:gd name="connsiteY782" fmla="*/ 163079 h 6858000"/>
              <a:gd name="connsiteX783" fmla="*/ 5865655 w 7467600"/>
              <a:gd name="connsiteY783" fmla="*/ 171901 h 6858000"/>
              <a:gd name="connsiteX784" fmla="*/ 5259740 w 7467600"/>
              <a:gd name="connsiteY784" fmla="*/ 257013 h 6858000"/>
              <a:gd name="connsiteX785" fmla="*/ 5208466 w 7467600"/>
              <a:gd name="connsiteY785" fmla="*/ 257550 h 6858000"/>
              <a:gd name="connsiteX786" fmla="*/ 4980204 w 7467600"/>
              <a:gd name="connsiteY786" fmla="*/ 271903 h 6858000"/>
              <a:gd name="connsiteX787" fmla="*/ 5068068 w 7467600"/>
              <a:gd name="connsiteY787" fmla="*/ 282244 h 6858000"/>
              <a:gd name="connsiteX788" fmla="*/ 5153231 w 7467600"/>
              <a:gd name="connsiteY788" fmla="*/ 292240 h 6858000"/>
              <a:gd name="connsiteX789" fmla="*/ 5426491 w 7467600"/>
              <a:gd name="connsiteY789" fmla="*/ 281128 h 6858000"/>
              <a:gd name="connsiteX790" fmla="*/ 5731212 w 7467600"/>
              <a:gd name="connsiteY790" fmla="*/ 231951 h 6858000"/>
              <a:gd name="connsiteX791" fmla="*/ 5905192 w 7467600"/>
              <a:gd name="connsiteY791" fmla="*/ 163079 h 6858000"/>
              <a:gd name="connsiteX792" fmla="*/ 5944437 w 7467600"/>
              <a:gd name="connsiteY792" fmla="*/ 113829 h 6858000"/>
              <a:gd name="connsiteX793" fmla="*/ 5825032 w 7467600"/>
              <a:gd name="connsiteY793" fmla="*/ 146405 h 6858000"/>
              <a:gd name="connsiteX794" fmla="*/ 4955599 w 7467600"/>
              <a:gd name="connsiteY794" fmla="*/ 247008 h 6858000"/>
              <a:gd name="connsiteX795" fmla="*/ 5210104 w 7467600"/>
              <a:gd name="connsiteY795" fmla="*/ 228123 h 6858000"/>
              <a:gd name="connsiteX796" fmla="*/ 5261015 w 7467600"/>
              <a:gd name="connsiteY796" fmla="*/ 227087 h 6858000"/>
              <a:gd name="connsiteX797" fmla="*/ 5861181 w 7467600"/>
              <a:gd name="connsiteY797" fmla="*/ 143093 h 6858000"/>
              <a:gd name="connsiteX798" fmla="*/ 5961252 w 7467600"/>
              <a:gd name="connsiteY798" fmla="*/ 114820 h 6858000"/>
              <a:gd name="connsiteX799" fmla="*/ 5944437 w 7467600"/>
              <a:gd name="connsiteY799" fmla="*/ 113829 h 6858000"/>
              <a:gd name="connsiteX800" fmla="*/ 3882765 w 7467600"/>
              <a:gd name="connsiteY800" fmla="*/ 0 h 6858000"/>
              <a:gd name="connsiteX801" fmla="*/ 3995099 w 7467600"/>
              <a:gd name="connsiteY801" fmla="*/ 0 h 6858000"/>
              <a:gd name="connsiteX802" fmla="*/ 4163818 w 7467600"/>
              <a:gd name="connsiteY802" fmla="*/ 234104 h 6858000"/>
              <a:gd name="connsiteX803" fmla="*/ 4172099 w 7467600"/>
              <a:gd name="connsiteY803" fmla="*/ 234207 h 6858000"/>
              <a:gd name="connsiteX804" fmla="*/ 4784282 w 7467600"/>
              <a:gd name="connsiteY804" fmla="*/ 276561 h 6858000"/>
              <a:gd name="connsiteX805" fmla="*/ 4801687 w 7467600"/>
              <a:gd name="connsiteY805" fmla="*/ 267764 h 6858000"/>
              <a:gd name="connsiteX806" fmla="*/ 6082788 w 7467600"/>
              <a:gd name="connsiteY806" fmla="*/ 64119 h 6858000"/>
              <a:gd name="connsiteX807" fmla="*/ 6099442 w 7467600"/>
              <a:gd name="connsiteY807" fmla="*/ 82568 h 6858000"/>
              <a:gd name="connsiteX808" fmla="*/ 4804137 w 7467600"/>
              <a:gd name="connsiteY808" fmla="*/ 320931 h 6858000"/>
              <a:gd name="connsiteX809" fmla="*/ 4227047 w 7467600"/>
              <a:gd name="connsiteY809" fmla="*/ 313415 h 6858000"/>
              <a:gd name="connsiteX810" fmla="*/ 4346041 w 7467600"/>
              <a:gd name="connsiteY810" fmla="*/ 456086 h 6858000"/>
              <a:gd name="connsiteX811" fmla="*/ 4870967 w 7467600"/>
              <a:gd name="connsiteY811" fmla="*/ 963061 h 6858000"/>
              <a:gd name="connsiteX812" fmla="*/ 4889647 w 7467600"/>
              <a:gd name="connsiteY812" fmla="*/ 957147 h 6858000"/>
              <a:gd name="connsiteX813" fmla="*/ 5422504 w 7467600"/>
              <a:gd name="connsiteY813" fmla="*/ 805191 h 6858000"/>
              <a:gd name="connsiteX814" fmla="*/ 6087656 w 7467600"/>
              <a:gd name="connsiteY814" fmla="*/ 826703 h 6858000"/>
              <a:gd name="connsiteX815" fmla="*/ 6058717 w 7467600"/>
              <a:gd name="connsiteY815" fmla="*/ 865992 h 6858000"/>
              <a:gd name="connsiteX816" fmla="*/ 4974153 w 7467600"/>
              <a:gd name="connsiteY816" fmla="*/ 1045456 h 6858000"/>
              <a:gd name="connsiteX817" fmla="*/ 5627835 w 7467600"/>
              <a:gd name="connsiteY817" fmla="*/ 1472077 h 6858000"/>
              <a:gd name="connsiteX818" fmla="*/ 5629817 w 7467600"/>
              <a:gd name="connsiteY818" fmla="*/ 1471412 h 6858000"/>
              <a:gd name="connsiteX819" fmla="*/ 5634124 w 7467600"/>
              <a:gd name="connsiteY819" fmla="*/ 1470572 h 6858000"/>
              <a:gd name="connsiteX820" fmla="*/ 5755832 w 7467600"/>
              <a:gd name="connsiteY820" fmla="*/ 1383886 h 6858000"/>
              <a:gd name="connsiteX821" fmla="*/ 6014186 w 7467600"/>
              <a:gd name="connsiteY821" fmla="*/ 1279799 h 6858000"/>
              <a:gd name="connsiteX822" fmla="*/ 6901619 w 7467600"/>
              <a:gd name="connsiteY822" fmla="*/ 1047874 h 6858000"/>
              <a:gd name="connsiteX823" fmla="*/ 6931566 w 7467600"/>
              <a:gd name="connsiteY823" fmla="*/ 1062034 h 6858000"/>
              <a:gd name="connsiteX824" fmla="*/ 5790982 w 7467600"/>
              <a:gd name="connsiteY824" fmla="*/ 1561380 h 6858000"/>
              <a:gd name="connsiteX825" fmla="*/ 6188971 w 7467600"/>
              <a:gd name="connsiteY825" fmla="*/ 1755168 h 6858000"/>
              <a:gd name="connsiteX826" fmla="*/ 6202446 w 7467600"/>
              <a:gd name="connsiteY826" fmla="*/ 1752268 h 6858000"/>
              <a:gd name="connsiteX827" fmla="*/ 7179560 w 7467600"/>
              <a:gd name="connsiteY827" fmla="*/ 1467551 h 6858000"/>
              <a:gd name="connsiteX828" fmla="*/ 7158730 w 7467600"/>
              <a:gd name="connsiteY828" fmla="*/ 1507835 h 6858000"/>
              <a:gd name="connsiteX829" fmla="*/ 6326959 w 7467600"/>
              <a:gd name="connsiteY829" fmla="*/ 1817686 h 6858000"/>
              <a:gd name="connsiteX830" fmla="*/ 6537433 w 7467600"/>
              <a:gd name="connsiteY830" fmla="*/ 1907790 h 6858000"/>
              <a:gd name="connsiteX831" fmla="*/ 6550221 w 7467600"/>
              <a:gd name="connsiteY831" fmla="*/ 1910729 h 6858000"/>
              <a:gd name="connsiteX832" fmla="*/ 6964438 w 7467600"/>
              <a:gd name="connsiteY832" fmla="*/ 2209505 h 6858000"/>
              <a:gd name="connsiteX833" fmla="*/ 7367862 w 7467600"/>
              <a:gd name="connsiteY833" fmla="*/ 2806833 h 6858000"/>
              <a:gd name="connsiteX834" fmla="*/ 7364329 w 7467600"/>
              <a:gd name="connsiteY834" fmla="*/ 2826907 h 6858000"/>
              <a:gd name="connsiteX835" fmla="*/ 7290545 w 7467600"/>
              <a:gd name="connsiteY835" fmla="*/ 2850663 h 6858000"/>
              <a:gd name="connsiteX836" fmla="*/ 6472036 w 7467600"/>
              <a:gd name="connsiteY836" fmla="*/ 1959003 h 6858000"/>
              <a:gd name="connsiteX837" fmla="*/ 5792897 w 7467600"/>
              <a:gd name="connsiteY837" fmla="*/ 1647747 h 6858000"/>
              <a:gd name="connsiteX838" fmla="*/ 5842751 w 7467600"/>
              <a:gd name="connsiteY838" fmla="*/ 1816112 h 6858000"/>
              <a:gd name="connsiteX839" fmla="*/ 5847424 w 7467600"/>
              <a:gd name="connsiteY839" fmla="*/ 1815776 h 6858000"/>
              <a:gd name="connsiteX840" fmla="*/ 6399821 w 7467600"/>
              <a:gd name="connsiteY840" fmla="*/ 2344799 h 6858000"/>
              <a:gd name="connsiteX841" fmla="*/ 6323232 w 7467600"/>
              <a:gd name="connsiteY841" fmla="*/ 2389634 h 6858000"/>
              <a:gd name="connsiteX842" fmla="*/ 5942958 w 7467600"/>
              <a:gd name="connsiteY842" fmla="*/ 2077708 h 6858000"/>
              <a:gd name="connsiteX843" fmla="*/ 5921559 w 7467600"/>
              <a:gd name="connsiteY843" fmla="*/ 2378596 h 6858000"/>
              <a:gd name="connsiteX844" fmla="*/ 5817651 w 7467600"/>
              <a:gd name="connsiteY844" fmla="*/ 3023919 h 6858000"/>
              <a:gd name="connsiteX845" fmla="*/ 5729634 w 7467600"/>
              <a:gd name="connsiteY845" fmla="*/ 3051849 h 6858000"/>
              <a:gd name="connsiteX846" fmla="*/ 5611018 w 7467600"/>
              <a:gd name="connsiteY846" fmla="*/ 2316769 h 6858000"/>
              <a:gd name="connsiteX847" fmla="*/ 5687608 w 7467600"/>
              <a:gd name="connsiteY847" fmla="*/ 2039972 h 6858000"/>
              <a:gd name="connsiteX848" fmla="*/ 5657554 w 7467600"/>
              <a:gd name="connsiteY848" fmla="*/ 1576445 h 6858000"/>
              <a:gd name="connsiteX849" fmla="*/ 5150475 w 7467600"/>
              <a:gd name="connsiteY849" fmla="*/ 1274012 h 6858000"/>
              <a:gd name="connsiteX850" fmla="*/ 5349142 w 7467600"/>
              <a:gd name="connsiteY850" fmla="*/ 2204405 h 6858000"/>
              <a:gd name="connsiteX851" fmla="*/ 5262214 w 7467600"/>
              <a:gd name="connsiteY851" fmla="*/ 2233836 h 6858000"/>
              <a:gd name="connsiteX852" fmla="*/ 4981539 w 7467600"/>
              <a:gd name="connsiteY852" fmla="*/ 1542201 h 6858000"/>
              <a:gd name="connsiteX853" fmla="*/ 4958461 w 7467600"/>
              <a:gd name="connsiteY853" fmla="*/ 1136957 h 6858000"/>
              <a:gd name="connsiteX854" fmla="*/ 4655015 w 7467600"/>
              <a:gd name="connsiteY854" fmla="*/ 891426 h 6858000"/>
              <a:gd name="connsiteX855" fmla="*/ 4348002 w 7467600"/>
              <a:gd name="connsiteY855" fmla="*/ 2205895 h 6858000"/>
              <a:gd name="connsiteX856" fmla="*/ 4262250 w 7467600"/>
              <a:gd name="connsiteY856" fmla="*/ 2219972 h 6858000"/>
              <a:gd name="connsiteX857" fmla="*/ 4550611 w 7467600"/>
              <a:gd name="connsiteY857" fmla="*/ 817540 h 6858000"/>
              <a:gd name="connsiteX858" fmla="*/ 4564418 w 7467600"/>
              <a:gd name="connsiteY858" fmla="*/ 808293 h 6858000"/>
              <a:gd name="connsiteX859" fmla="*/ 4266388 w 7467600"/>
              <a:gd name="connsiteY859" fmla="*/ 500083 h 6858000"/>
              <a:gd name="connsiteX860" fmla="*/ 4032842 w 7467600"/>
              <a:gd name="connsiteY860" fmla="*/ 211809 h 6858000"/>
              <a:gd name="connsiteX861" fmla="*/ 3882765 w 7467600"/>
              <a:gd name="connsiteY861" fmla="*/ 0 h 6858000"/>
              <a:gd name="connsiteX862" fmla="*/ 3721337 w 7467600"/>
              <a:gd name="connsiteY862" fmla="*/ 0 h 6858000"/>
              <a:gd name="connsiteX863" fmla="*/ 3797544 w 7467600"/>
              <a:gd name="connsiteY863" fmla="*/ 0 h 6858000"/>
              <a:gd name="connsiteX864" fmla="*/ 3775734 w 7467600"/>
              <a:gd name="connsiteY864" fmla="*/ 95131 h 6858000"/>
              <a:gd name="connsiteX865" fmla="*/ 3724807 w 7467600"/>
              <a:gd name="connsiteY865" fmla="*/ 272257 h 6858000"/>
              <a:gd name="connsiteX866" fmla="*/ 3726844 w 7467600"/>
              <a:gd name="connsiteY866" fmla="*/ 282988 h 6858000"/>
              <a:gd name="connsiteX867" fmla="*/ 3742664 w 7467600"/>
              <a:gd name="connsiteY867" fmla="*/ 279918 h 6858000"/>
              <a:gd name="connsiteX868" fmla="*/ 4103910 w 7467600"/>
              <a:gd name="connsiteY868" fmla="*/ 1161917 h 6858000"/>
              <a:gd name="connsiteX869" fmla="*/ 4020269 w 7467600"/>
              <a:gd name="connsiteY869" fmla="*/ 1200406 h 6858000"/>
              <a:gd name="connsiteX870" fmla="*/ 3674882 w 7467600"/>
              <a:gd name="connsiteY870" fmla="*/ 488524 h 6858000"/>
              <a:gd name="connsiteX871" fmla="*/ 3132682 w 7467600"/>
              <a:gd name="connsiteY871" fmla="*/ 1072284 h 6858000"/>
              <a:gd name="connsiteX872" fmla="*/ 2716346 w 7467600"/>
              <a:gd name="connsiteY872" fmla="*/ 1276376 h 6858000"/>
              <a:gd name="connsiteX873" fmla="*/ 2716772 w 7467600"/>
              <a:gd name="connsiteY873" fmla="*/ 1255462 h 6858000"/>
              <a:gd name="connsiteX874" fmla="*/ 3471096 w 7467600"/>
              <a:gd name="connsiteY874" fmla="*/ 437072 h 6858000"/>
              <a:gd name="connsiteX875" fmla="*/ 3639057 w 7467600"/>
              <a:gd name="connsiteY875" fmla="*/ 286334 h 6858000"/>
              <a:gd name="connsiteX876" fmla="*/ 3640309 w 7467600"/>
              <a:gd name="connsiteY876" fmla="*/ 284664 h 6858000"/>
              <a:gd name="connsiteX877" fmla="*/ 3646022 w 7467600"/>
              <a:gd name="connsiteY877" fmla="*/ 276711 h 6858000"/>
              <a:gd name="connsiteX878" fmla="*/ 3707943 w 7467600"/>
              <a:gd name="connsiteY878" fmla="*/ 65958 h 6858000"/>
              <a:gd name="connsiteX879" fmla="*/ 3721337 w 7467600"/>
              <a:gd name="connsiteY879" fmla="*/ 0 h 6858000"/>
              <a:gd name="connsiteX880" fmla="*/ 2867960 w 7467600"/>
              <a:gd name="connsiteY880" fmla="*/ 0 h 6858000"/>
              <a:gd name="connsiteX881" fmla="*/ 2926351 w 7467600"/>
              <a:gd name="connsiteY881" fmla="*/ 0 h 6858000"/>
              <a:gd name="connsiteX882" fmla="*/ 2902823 w 7467600"/>
              <a:gd name="connsiteY882" fmla="*/ 262929 h 6858000"/>
              <a:gd name="connsiteX883" fmla="*/ 2940663 w 7467600"/>
              <a:gd name="connsiteY883" fmla="*/ 140884 h 6858000"/>
              <a:gd name="connsiteX884" fmla="*/ 2947039 w 7467600"/>
              <a:gd name="connsiteY884" fmla="*/ 122524 h 6858000"/>
              <a:gd name="connsiteX885" fmla="*/ 2984316 w 7467600"/>
              <a:gd name="connsiteY885" fmla="*/ 0 h 6858000"/>
              <a:gd name="connsiteX886" fmla="*/ 3016114 w 7467600"/>
              <a:gd name="connsiteY886" fmla="*/ 0 h 6858000"/>
              <a:gd name="connsiteX887" fmla="*/ 2979949 w 7467600"/>
              <a:gd name="connsiteY887" fmla="*/ 119274 h 6858000"/>
              <a:gd name="connsiteX888" fmla="*/ 3023879 w 7467600"/>
              <a:gd name="connsiteY888" fmla="*/ 0 h 6858000"/>
              <a:gd name="connsiteX889" fmla="*/ 3105400 w 7467600"/>
              <a:gd name="connsiteY889" fmla="*/ 0 h 6858000"/>
              <a:gd name="connsiteX890" fmla="*/ 3094669 w 7467600"/>
              <a:gd name="connsiteY890" fmla="*/ 30308 h 6858000"/>
              <a:gd name="connsiteX891" fmla="*/ 2901945 w 7467600"/>
              <a:gd name="connsiteY891" fmla="*/ 466538 h 6858000"/>
              <a:gd name="connsiteX892" fmla="*/ 2815209 w 7467600"/>
              <a:gd name="connsiteY892" fmla="*/ 497361 h 6858000"/>
              <a:gd name="connsiteX893" fmla="*/ 2844845 w 7467600"/>
              <a:gd name="connsiteY893" fmla="*/ 127638 h 6858000"/>
              <a:gd name="connsiteX894" fmla="*/ 2867960 w 7467600"/>
              <a:gd name="connsiteY894" fmla="*/ 0 h 6858000"/>
              <a:gd name="connsiteX895" fmla="*/ 1057230 w 7467600"/>
              <a:gd name="connsiteY895" fmla="*/ 0 h 6858000"/>
              <a:gd name="connsiteX896" fmla="*/ 1111003 w 7467600"/>
              <a:gd name="connsiteY896" fmla="*/ 0 h 6858000"/>
              <a:gd name="connsiteX897" fmla="*/ 1125553 w 7467600"/>
              <a:gd name="connsiteY897" fmla="*/ 52588 h 6858000"/>
              <a:gd name="connsiteX898" fmla="*/ 1304276 w 7467600"/>
              <a:gd name="connsiteY898" fmla="*/ 476275 h 6858000"/>
              <a:gd name="connsiteX899" fmla="*/ 1492066 w 7467600"/>
              <a:gd name="connsiteY899" fmla="*/ 886333 h 6858000"/>
              <a:gd name="connsiteX900" fmla="*/ 1423698 w 7467600"/>
              <a:gd name="connsiteY900" fmla="*/ 710817 h 6858000"/>
              <a:gd name="connsiteX901" fmla="*/ 1357609 w 7467600"/>
              <a:gd name="connsiteY901" fmla="*/ 532892 h 6858000"/>
              <a:gd name="connsiteX902" fmla="*/ 1309550 w 7467600"/>
              <a:gd name="connsiteY902" fmla="*/ 374031 h 6858000"/>
              <a:gd name="connsiteX903" fmla="*/ 1193673 w 7467600"/>
              <a:gd name="connsiteY903" fmla="*/ 49533 h 6858000"/>
              <a:gd name="connsiteX904" fmla="*/ 1164391 w 7467600"/>
              <a:gd name="connsiteY904" fmla="*/ 0 h 6858000"/>
              <a:gd name="connsiteX905" fmla="*/ 1200666 w 7467600"/>
              <a:gd name="connsiteY905" fmla="*/ 0 h 6858000"/>
              <a:gd name="connsiteX906" fmla="*/ 1223408 w 7467600"/>
              <a:gd name="connsiteY906" fmla="*/ 38996 h 6858000"/>
              <a:gd name="connsiteX907" fmla="*/ 1339635 w 7467600"/>
              <a:gd name="connsiteY907" fmla="*/ 365517 h 6858000"/>
              <a:gd name="connsiteX908" fmla="*/ 1387469 w 7467600"/>
              <a:gd name="connsiteY908" fmla="*/ 523079 h 6858000"/>
              <a:gd name="connsiteX909" fmla="*/ 1452685 w 7467600"/>
              <a:gd name="connsiteY909" fmla="*/ 699806 h 6858000"/>
              <a:gd name="connsiteX910" fmla="*/ 1492092 w 7467600"/>
              <a:gd name="connsiteY910" fmla="*/ 800424 h 6858000"/>
              <a:gd name="connsiteX911" fmla="*/ 1455302 w 7467600"/>
              <a:gd name="connsiteY911" fmla="*/ 632913 h 6858000"/>
              <a:gd name="connsiteX912" fmla="*/ 1222336 w 7467600"/>
              <a:gd name="connsiteY912" fmla="*/ 9480 h 6858000"/>
              <a:gd name="connsiteX913" fmla="*/ 1214634 w 7467600"/>
              <a:gd name="connsiteY913" fmla="*/ 0 h 6858000"/>
              <a:gd name="connsiteX914" fmla="*/ 1289827 w 7467600"/>
              <a:gd name="connsiteY914" fmla="*/ 0 h 6858000"/>
              <a:gd name="connsiteX915" fmla="*/ 1321076 w 7467600"/>
              <a:gd name="connsiteY915" fmla="*/ 59722 h 6858000"/>
              <a:gd name="connsiteX916" fmla="*/ 1512579 w 7467600"/>
              <a:gd name="connsiteY916" fmla="*/ 626441 h 6858000"/>
              <a:gd name="connsiteX917" fmla="*/ 1506076 w 7467600"/>
              <a:gd name="connsiteY917" fmla="*/ 1089289 h 6858000"/>
              <a:gd name="connsiteX918" fmla="*/ 1486346 w 7467600"/>
              <a:gd name="connsiteY918" fmla="*/ 1079919 h 6858000"/>
              <a:gd name="connsiteX919" fmla="*/ 1070511 w 7467600"/>
              <a:gd name="connsiteY919" fmla="*/ 48609 h 6858000"/>
              <a:gd name="connsiteX920" fmla="*/ 1057230 w 7467600"/>
              <a:gd name="connsiteY920" fmla="*/ 0 h 6858000"/>
              <a:gd name="connsiteX921" fmla="*/ 43151 w 7467600"/>
              <a:gd name="connsiteY921" fmla="*/ 0 h 6858000"/>
              <a:gd name="connsiteX922" fmla="*/ 95283 w 7467600"/>
              <a:gd name="connsiteY922" fmla="*/ 0 h 6858000"/>
              <a:gd name="connsiteX923" fmla="*/ 300708 w 7467600"/>
              <a:gd name="connsiteY923" fmla="*/ 154571 h 6858000"/>
              <a:gd name="connsiteX924" fmla="*/ 530414 w 7467600"/>
              <a:gd name="connsiteY924" fmla="*/ 354673 h 6858000"/>
              <a:gd name="connsiteX925" fmla="*/ 333785 w 7467600"/>
              <a:gd name="connsiteY925" fmla="*/ 161564 h 6858000"/>
              <a:gd name="connsiteX926" fmla="*/ 147005 w 7467600"/>
              <a:gd name="connsiteY926" fmla="*/ 0 h 6858000"/>
              <a:gd name="connsiteX927" fmla="*/ 272509 w 7467600"/>
              <a:gd name="connsiteY927" fmla="*/ 0 h 6858000"/>
              <a:gd name="connsiteX928" fmla="*/ 326276 w 7467600"/>
              <a:gd name="connsiteY928" fmla="*/ 45847 h 6858000"/>
              <a:gd name="connsiteX929" fmla="*/ 823759 w 7467600"/>
              <a:gd name="connsiteY929" fmla="*/ 574145 h 6858000"/>
              <a:gd name="connsiteX930" fmla="*/ 811254 w 7467600"/>
              <a:gd name="connsiteY930" fmla="*/ 665546 h 6858000"/>
              <a:gd name="connsiteX931" fmla="*/ 154042 w 7467600"/>
              <a:gd name="connsiteY931" fmla="*/ 261522 h 6858000"/>
              <a:gd name="connsiteX932" fmla="*/ 13550 w 7467600"/>
              <a:gd name="connsiteY932" fmla="*/ 158423 h 6858000"/>
              <a:gd name="connsiteX933" fmla="*/ 0 w 7467600"/>
              <a:gd name="connsiteY933" fmla="*/ 146618 h 6858000"/>
              <a:gd name="connsiteX934" fmla="*/ 0 w 7467600"/>
              <a:gd name="connsiteY934" fmla="*/ 59161 h 6858000"/>
              <a:gd name="connsiteX935" fmla="*/ 45427 w 7467600"/>
              <a:gd name="connsiteY935" fmla="*/ 101078 h 6858000"/>
              <a:gd name="connsiteX936" fmla="*/ 630103 w 7467600"/>
              <a:gd name="connsiteY936" fmla="*/ 485885 h 6858000"/>
              <a:gd name="connsiteX937" fmla="*/ 532040 w 7467600"/>
              <a:gd name="connsiteY937" fmla="*/ 399359 h 6858000"/>
              <a:gd name="connsiteX938" fmla="*/ 517618 w 7467600"/>
              <a:gd name="connsiteY938" fmla="*/ 385726 h 6858000"/>
              <a:gd name="connsiteX939" fmla="*/ 285074 w 7467600"/>
              <a:gd name="connsiteY939" fmla="*/ 182755 h 6858000"/>
              <a:gd name="connsiteX940" fmla="*/ 43151 w 7467600"/>
              <a:gd name="connsiteY94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6857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1019354 w 7467600"/>
              <a:gd name="connsiteY8" fmla="*/ 6315006 h 6858000"/>
              <a:gd name="connsiteX9" fmla="*/ 441046 w 7467600"/>
              <a:gd name="connsiteY9" fmla="*/ 6691153 h 6858000"/>
              <a:gd name="connsiteX10" fmla="*/ 1019354 w 7467600"/>
              <a:gd name="connsiteY10" fmla="*/ 6315006 h 6858000"/>
              <a:gd name="connsiteX11" fmla="*/ 991680 w 7467600"/>
              <a:gd name="connsiteY11" fmla="*/ 6298413 h 6858000"/>
              <a:gd name="connsiteX12" fmla="*/ 409060 w 7467600"/>
              <a:gd name="connsiteY12" fmla="*/ 6671470 h 6858000"/>
              <a:gd name="connsiteX13" fmla="*/ 991680 w 7467600"/>
              <a:gd name="connsiteY13" fmla="*/ 6298413 h 6858000"/>
              <a:gd name="connsiteX14" fmla="*/ 103333 w 7467600"/>
              <a:gd name="connsiteY14" fmla="*/ 5699602 h 6858000"/>
              <a:gd name="connsiteX15" fmla="*/ 233938 w 7467600"/>
              <a:gd name="connsiteY15" fmla="*/ 5809416 h 6858000"/>
              <a:gd name="connsiteX16" fmla="*/ 883580 w 7467600"/>
              <a:gd name="connsiteY16" fmla="*/ 6180710 h 6858000"/>
              <a:gd name="connsiteX17" fmla="*/ 487337 w 7467600"/>
              <a:gd name="connsiteY17" fmla="*/ 5950182 h 6858000"/>
              <a:gd name="connsiteX18" fmla="*/ 354051 w 7467600"/>
              <a:gd name="connsiteY18" fmla="*/ 5854912 h 6858000"/>
              <a:gd name="connsiteX19" fmla="*/ 195436 w 7467600"/>
              <a:gd name="connsiteY19" fmla="*/ 5755068 h 6858000"/>
              <a:gd name="connsiteX20" fmla="*/ 103333 w 7467600"/>
              <a:gd name="connsiteY20" fmla="*/ 5699602 h 6858000"/>
              <a:gd name="connsiteX21" fmla="*/ 5539432 w 7467600"/>
              <a:gd name="connsiteY21" fmla="*/ 5642928 h 6858000"/>
              <a:gd name="connsiteX22" fmla="*/ 5555462 w 7467600"/>
              <a:gd name="connsiteY22" fmla="*/ 5694454 h 6858000"/>
              <a:gd name="connsiteX23" fmla="*/ 5828270 w 7467600"/>
              <a:gd name="connsiteY23" fmla="*/ 6320663 h 6858000"/>
              <a:gd name="connsiteX24" fmla="*/ 5947416 w 7467600"/>
              <a:gd name="connsiteY24" fmla="*/ 6574846 h 6858000"/>
              <a:gd name="connsiteX25" fmla="*/ 5539432 w 7467600"/>
              <a:gd name="connsiteY25" fmla="*/ 5642928 h 6858000"/>
              <a:gd name="connsiteX26" fmla="*/ 51253 w 7467600"/>
              <a:gd name="connsiteY26" fmla="*/ 5631825 h 6858000"/>
              <a:gd name="connsiteX27" fmla="*/ 211622 w 7467600"/>
              <a:gd name="connsiteY27" fmla="*/ 5728803 h 6858000"/>
              <a:gd name="connsiteX28" fmla="*/ 371652 w 7467600"/>
              <a:gd name="connsiteY28" fmla="*/ 5829062 h 6858000"/>
              <a:gd name="connsiteX29" fmla="*/ 505903 w 7467600"/>
              <a:gd name="connsiteY29" fmla="*/ 5925221 h 6858000"/>
              <a:gd name="connsiteX30" fmla="*/ 899240 w 7467600"/>
              <a:gd name="connsiteY30" fmla="*/ 6153068 h 6858000"/>
              <a:gd name="connsiteX31" fmla="*/ 988114 w 7467600"/>
              <a:gd name="connsiteY31" fmla="*/ 6174204 h 6858000"/>
              <a:gd name="connsiteX32" fmla="*/ 845971 w 7467600"/>
              <a:gd name="connsiteY32" fmla="*/ 6067177 h 6858000"/>
              <a:gd name="connsiteX33" fmla="*/ 448057 w 7467600"/>
              <a:gd name="connsiteY33" fmla="*/ 5841376 h 6858000"/>
              <a:gd name="connsiteX34" fmla="*/ 51253 w 7467600"/>
              <a:gd name="connsiteY34" fmla="*/ 5631825 h 6858000"/>
              <a:gd name="connsiteX35" fmla="*/ 2606687 w 7467600"/>
              <a:gd name="connsiteY35" fmla="*/ 5630718 h 6858000"/>
              <a:gd name="connsiteX36" fmla="*/ 2645658 w 7467600"/>
              <a:gd name="connsiteY36" fmla="*/ 6640259 h 6858000"/>
              <a:gd name="connsiteX37" fmla="*/ 2606687 w 7467600"/>
              <a:gd name="connsiteY37" fmla="*/ 5630718 h 6858000"/>
              <a:gd name="connsiteX38" fmla="*/ 3642057 w 7467600"/>
              <a:gd name="connsiteY38" fmla="*/ 5573487 h 6858000"/>
              <a:gd name="connsiteX39" fmla="*/ 3632981 w 7467600"/>
              <a:gd name="connsiteY39" fmla="*/ 5579437 h 6858000"/>
              <a:gd name="connsiteX40" fmla="*/ 3382436 w 7467600"/>
              <a:gd name="connsiteY40" fmla="*/ 5952726 h 6858000"/>
              <a:gd name="connsiteX41" fmla="*/ 3191929 w 7467600"/>
              <a:gd name="connsiteY41" fmla="*/ 6662669 h 6858000"/>
              <a:gd name="connsiteX42" fmla="*/ 3369898 w 7467600"/>
              <a:gd name="connsiteY42" fmla="*/ 6081771 h 6858000"/>
              <a:gd name="connsiteX43" fmla="*/ 3642057 w 7467600"/>
              <a:gd name="connsiteY43" fmla="*/ 5573487 h 6858000"/>
              <a:gd name="connsiteX44" fmla="*/ 2650666 w 7467600"/>
              <a:gd name="connsiteY44" fmla="*/ 5530686 h 6858000"/>
              <a:gd name="connsiteX45" fmla="*/ 2650249 w 7467600"/>
              <a:gd name="connsiteY45" fmla="*/ 5532101 h 6858000"/>
              <a:gd name="connsiteX46" fmla="*/ 2663808 w 7467600"/>
              <a:gd name="connsiteY46" fmla="*/ 6535215 h 6858000"/>
              <a:gd name="connsiteX47" fmla="*/ 2665418 w 7467600"/>
              <a:gd name="connsiteY47" fmla="*/ 6132756 h 6858000"/>
              <a:gd name="connsiteX48" fmla="*/ 2650666 w 7467600"/>
              <a:gd name="connsiteY48" fmla="*/ 5530686 h 6858000"/>
              <a:gd name="connsiteX49" fmla="*/ 2680277 w 7467600"/>
              <a:gd name="connsiteY49" fmla="*/ 5479204 h 6858000"/>
              <a:gd name="connsiteX50" fmla="*/ 2678972 w 7467600"/>
              <a:gd name="connsiteY50" fmla="*/ 5481582 h 6858000"/>
              <a:gd name="connsiteX51" fmla="*/ 2696666 w 7467600"/>
              <a:gd name="connsiteY51" fmla="*/ 6133836 h 6858000"/>
              <a:gd name="connsiteX52" fmla="*/ 2695769 w 7467600"/>
              <a:gd name="connsiteY52" fmla="*/ 6390955 h 6858000"/>
              <a:gd name="connsiteX53" fmla="*/ 2739893 w 7467600"/>
              <a:gd name="connsiteY53" fmla="*/ 6108357 h 6858000"/>
              <a:gd name="connsiteX54" fmla="*/ 2680277 w 7467600"/>
              <a:gd name="connsiteY54" fmla="*/ 5479204 h 6858000"/>
              <a:gd name="connsiteX55" fmla="*/ 1132195 w 7467600"/>
              <a:gd name="connsiteY55" fmla="*/ 5467980 h 6858000"/>
              <a:gd name="connsiteX56" fmla="*/ 1679056 w 7467600"/>
              <a:gd name="connsiteY56" fmla="*/ 5516907 h 6858000"/>
              <a:gd name="connsiteX57" fmla="*/ 2128648 w 7467600"/>
              <a:gd name="connsiteY57" fmla="*/ 5474249 h 6858000"/>
              <a:gd name="connsiteX58" fmla="*/ 1825619 w 7467600"/>
              <a:gd name="connsiteY58" fmla="*/ 5478447 h 6858000"/>
              <a:gd name="connsiteX59" fmla="*/ 1737798 w 7467600"/>
              <a:gd name="connsiteY59" fmla="*/ 5483353 h 6858000"/>
              <a:gd name="connsiteX60" fmla="*/ 1132195 w 7467600"/>
              <a:gd name="connsiteY60" fmla="*/ 5467980 h 6858000"/>
              <a:gd name="connsiteX61" fmla="*/ 1456157 w 7467600"/>
              <a:gd name="connsiteY61" fmla="*/ 5371404 h 6858000"/>
              <a:gd name="connsiteX62" fmla="*/ 1244432 w 7467600"/>
              <a:gd name="connsiteY62" fmla="*/ 5385601 h 6858000"/>
              <a:gd name="connsiteX63" fmla="*/ 973990 w 7467600"/>
              <a:gd name="connsiteY63" fmla="*/ 5424940 h 6858000"/>
              <a:gd name="connsiteX64" fmla="*/ 1103809 w 7467600"/>
              <a:gd name="connsiteY64" fmla="*/ 5433720 h 6858000"/>
              <a:gd name="connsiteX65" fmla="*/ 1123454 w 7467600"/>
              <a:gd name="connsiteY65" fmla="*/ 5435727 h 6858000"/>
              <a:gd name="connsiteX66" fmla="*/ 1737017 w 7467600"/>
              <a:gd name="connsiteY66" fmla="*/ 5452183 h 6858000"/>
              <a:gd name="connsiteX67" fmla="*/ 1824397 w 7467600"/>
              <a:gd name="connsiteY67" fmla="*/ 5447757 h 6858000"/>
              <a:gd name="connsiteX68" fmla="*/ 2070059 w 7467600"/>
              <a:gd name="connsiteY68" fmla="*/ 5441660 h 6858000"/>
              <a:gd name="connsiteX69" fmla="*/ 1456157 w 7467600"/>
              <a:gd name="connsiteY69" fmla="*/ 5371404 h 6858000"/>
              <a:gd name="connsiteX70" fmla="*/ 4988186 w 7467600"/>
              <a:gd name="connsiteY70" fmla="*/ 5216467 h 6858000"/>
              <a:gd name="connsiteX71" fmla="*/ 4777334 w 7467600"/>
              <a:gd name="connsiteY71" fmla="*/ 5406072 h 6858000"/>
              <a:gd name="connsiteX72" fmla="*/ 4718341 w 7467600"/>
              <a:gd name="connsiteY72" fmla="*/ 5468043 h 6858000"/>
              <a:gd name="connsiteX73" fmla="*/ 4604655 w 7467600"/>
              <a:gd name="connsiteY73" fmla="*/ 5583434 h 6858000"/>
              <a:gd name="connsiteX74" fmla="*/ 4565074 w 7467600"/>
              <a:gd name="connsiteY74" fmla="*/ 5618550 h 6858000"/>
              <a:gd name="connsiteX75" fmla="*/ 4988186 w 7467600"/>
              <a:gd name="connsiteY75" fmla="*/ 5216467 h 6858000"/>
              <a:gd name="connsiteX76" fmla="*/ 4978032 w 7467600"/>
              <a:gd name="connsiteY76" fmla="*/ 5183809 h 6858000"/>
              <a:gd name="connsiteX77" fmla="*/ 4463413 w 7467600"/>
              <a:gd name="connsiteY77" fmla="*/ 5615162 h 6858000"/>
              <a:gd name="connsiteX78" fmla="*/ 4358134 w 7467600"/>
              <a:gd name="connsiteY78" fmla="*/ 5742791 h 6858000"/>
              <a:gd name="connsiteX79" fmla="*/ 4376219 w 7467600"/>
              <a:gd name="connsiteY79" fmla="*/ 5729027 h 6858000"/>
              <a:gd name="connsiteX80" fmla="*/ 4582340 w 7467600"/>
              <a:gd name="connsiteY80" fmla="*/ 5561037 h 6858000"/>
              <a:gd name="connsiteX81" fmla="*/ 4694684 w 7467600"/>
              <a:gd name="connsiteY81" fmla="*/ 5447098 h 6858000"/>
              <a:gd name="connsiteX82" fmla="*/ 4754123 w 7467600"/>
              <a:gd name="connsiteY82" fmla="*/ 5384643 h 6858000"/>
              <a:gd name="connsiteX83" fmla="*/ 4978032 w 7467600"/>
              <a:gd name="connsiteY83" fmla="*/ 5183809 h 6858000"/>
              <a:gd name="connsiteX84" fmla="*/ 1903353 w 7467600"/>
              <a:gd name="connsiteY84" fmla="*/ 5044827 h 6858000"/>
              <a:gd name="connsiteX85" fmla="*/ 1936931 w 7467600"/>
              <a:gd name="connsiteY85" fmla="*/ 5093954 h 6858000"/>
              <a:gd name="connsiteX86" fmla="*/ 2195868 w 7467600"/>
              <a:gd name="connsiteY86" fmla="*/ 5396574 h 6858000"/>
              <a:gd name="connsiteX87" fmla="*/ 2088852 w 7467600"/>
              <a:gd name="connsiteY87" fmla="*/ 5166123 h 6858000"/>
              <a:gd name="connsiteX88" fmla="*/ 1958241 w 7467600"/>
              <a:gd name="connsiteY88" fmla="*/ 5067955 h 6858000"/>
              <a:gd name="connsiteX89" fmla="*/ 1903353 w 7467600"/>
              <a:gd name="connsiteY89" fmla="*/ 5044827 h 6858000"/>
              <a:gd name="connsiteX90" fmla="*/ 1979378 w 7467600"/>
              <a:gd name="connsiteY90" fmla="*/ 4769504 h 6858000"/>
              <a:gd name="connsiteX91" fmla="*/ 2882120 w 7467600"/>
              <a:gd name="connsiteY91" fmla="*/ 5064547 h 6858000"/>
              <a:gd name="connsiteX92" fmla="*/ 2793103 w 7467600"/>
              <a:gd name="connsiteY92" fmla="*/ 5039699 h 6858000"/>
              <a:gd name="connsiteX93" fmla="*/ 2770041 w 7467600"/>
              <a:gd name="connsiteY93" fmla="*/ 5033634 h 6858000"/>
              <a:gd name="connsiteX94" fmla="*/ 1979378 w 7467600"/>
              <a:gd name="connsiteY94" fmla="*/ 4769504 h 6858000"/>
              <a:gd name="connsiteX95" fmla="*/ 1927410 w 7467600"/>
              <a:gd name="connsiteY95" fmla="*/ 4716164 h 6858000"/>
              <a:gd name="connsiteX96" fmla="*/ 1959587 w 7467600"/>
              <a:gd name="connsiteY96" fmla="*/ 4728849 h 6858000"/>
              <a:gd name="connsiteX97" fmla="*/ 2777707 w 7467600"/>
              <a:gd name="connsiteY97" fmla="*/ 5003991 h 6858000"/>
              <a:gd name="connsiteX98" fmla="*/ 2800768 w 7467600"/>
              <a:gd name="connsiteY98" fmla="*/ 5010056 h 6858000"/>
              <a:gd name="connsiteX99" fmla="*/ 2879408 w 7467600"/>
              <a:gd name="connsiteY99" fmla="*/ 5031590 h 6858000"/>
              <a:gd name="connsiteX100" fmla="*/ 2862295 w 7467600"/>
              <a:gd name="connsiteY100" fmla="*/ 5022958 h 6858000"/>
              <a:gd name="connsiteX101" fmla="*/ 2813343 w 7467600"/>
              <a:gd name="connsiteY101" fmla="*/ 4998369 h 6858000"/>
              <a:gd name="connsiteX102" fmla="*/ 2646245 w 7467600"/>
              <a:gd name="connsiteY102" fmla="*/ 4930999 h 6858000"/>
              <a:gd name="connsiteX103" fmla="*/ 1999243 w 7467600"/>
              <a:gd name="connsiteY103" fmla="*/ 4730524 h 6858000"/>
              <a:gd name="connsiteX104" fmla="*/ 1979527 w 7467600"/>
              <a:gd name="connsiteY104" fmla="*/ 4726651 h 6858000"/>
              <a:gd name="connsiteX105" fmla="*/ 1927410 w 7467600"/>
              <a:gd name="connsiteY105" fmla="*/ 4716164 h 6858000"/>
              <a:gd name="connsiteX106" fmla="*/ 1997014 w 7467600"/>
              <a:gd name="connsiteY106" fmla="*/ 4698007 h 6858000"/>
              <a:gd name="connsiteX107" fmla="*/ 2005458 w 7467600"/>
              <a:gd name="connsiteY107" fmla="*/ 4699540 h 6858000"/>
              <a:gd name="connsiteX108" fmla="*/ 2657186 w 7467600"/>
              <a:gd name="connsiteY108" fmla="*/ 4901687 h 6858000"/>
              <a:gd name="connsiteX109" fmla="*/ 2826662 w 7467600"/>
              <a:gd name="connsiteY109" fmla="*/ 4970362 h 6858000"/>
              <a:gd name="connsiteX110" fmla="*/ 2876100 w 7467600"/>
              <a:gd name="connsiteY110" fmla="*/ 4995397 h 6858000"/>
              <a:gd name="connsiteX111" fmla="*/ 3042600 w 7467600"/>
              <a:gd name="connsiteY111" fmla="*/ 5059532 h 6858000"/>
              <a:gd name="connsiteX112" fmla="*/ 1997014 w 7467600"/>
              <a:gd name="connsiteY112" fmla="*/ 4698007 h 6858000"/>
              <a:gd name="connsiteX113" fmla="*/ 2305292 w 7467600"/>
              <a:gd name="connsiteY113" fmla="*/ 4219492 h 6858000"/>
              <a:gd name="connsiteX114" fmla="*/ 3360922 w 7467600"/>
              <a:gd name="connsiteY114" fmla="*/ 4529373 h 6858000"/>
              <a:gd name="connsiteX115" fmla="*/ 3492420 w 7467600"/>
              <a:gd name="connsiteY115" fmla="*/ 4510145 h 6858000"/>
              <a:gd name="connsiteX116" fmla="*/ 3364086 w 7467600"/>
              <a:gd name="connsiteY116" fmla="*/ 4480340 h 6858000"/>
              <a:gd name="connsiteX117" fmla="*/ 3225818 w 7467600"/>
              <a:gd name="connsiteY117" fmla="*/ 4411822 h 6858000"/>
              <a:gd name="connsiteX118" fmla="*/ 3129696 w 7467600"/>
              <a:gd name="connsiteY118" fmla="*/ 4360704 h 6858000"/>
              <a:gd name="connsiteX119" fmla="*/ 2814545 w 7467600"/>
              <a:gd name="connsiteY119" fmla="*/ 4282955 h 6858000"/>
              <a:gd name="connsiteX120" fmla="*/ 2305292 w 7467600"/>
              <a:gd name="connsiteY120" fmla="*/ 4219492 h 6858000"/>
              <a:gd name="connsiteX121" fmla="*/ 2626982 w 7467600"/>
              <a:gd name="connsiteY121" fmla="*/ 4206450 h 6858000"/>
              <a:gd name="connsiteX122" fmla="*/ 2490617 w 7467600"/>
              <a:gd name="connsiteY122" fmla="*/ 4206951 h 6858000"/>
              <a:gd name="connsiteX123" fmla="*/ 2819869 w 7467600"/>
              <a:gd name="connsiteY123" fmla="*/ 4252936 h 6858000"/>
              <a:gd name="connsiteX124" fmla="*/ 3143018 w 7467600"/>
              <a:gd name="connsiteY124" fmla="*/ 4332698 h 6858000"/>
              <a:gd name="connsiteX125" fmla="*/ 3241520 w 7467600"/>
              <a:gd name="connsiteY125" fmla="*/ 4385112 h 6858000"/>
              <a:gd name="connsiteX126" fmla="*/ 3374575 w 7467600"/>
              <a:gd name="connsiteY126" fmla="*/ 4451517 h 6858000"/>
              <a:gd name="connsiteX127" fmla="*/ 3505221 w 7467600"/>
              <a:gd name="connsiteY127" fmla="*/ 4480757 h 6858000"/>
              <a:gd name="connsiteX128" fmla="*/ 2626982 w 7467600"/>
              <a:gd name="connsiteY128" fmla="*/ 4206450 h 6858000"/>
              <a:gd name="connsiteX129" fmla="*/ 1310106 w 7467600"/>
              <a:gd name="connsiteY129" fmla="*/ 3943217 h 6858000"/>
              <a:gd name="connsiteX130" fmla="*/ 854994 w 7467600"/>
              <a:gd name="connsiteY130" fmla="*/ 4399136 h 6858000"/>
              <a:gd name="connsiteX131" fmla="*/ 742462 w 7467600"/>
              <a:gd name="connsiteY131" fmla="*/ 4594648 h 6858000"/>
              <a:gd name="connsiteX132" fmla="*/ 820602 w 7467600"/>
              <a:gd name="connsiteY132" fmla="*/ 4485915 h 6858000"/>
              <a:gd name="connsiteX133" fmla="*/ 878295 w 7467600"/>
              <a:gd name="connsiteY133" fmla="*/ 4403594 h 6858000"/>
              <a:gd name="connsiteX134" fmla="*/ 1240607 w 7467600"/>
              <a:gd name="connsiteY134" fmla="*/ 4010401 h 6858000"/>
              <a:gd name="connsiteX135" fmla="*/ 1310106 w 7467600"/>
              <a:gd name="connsiteY135" fmla="*/ 3943217 h 6858000"/>
              <a:gd name="connsiteX136" fmla="*/ 1423113 w 7467600"/>
              <a:gd name="connsiteY136" fmla="*/ 3874565 h 6858000"/>
              <a:gd name="connsiteX137" fmla="*/ 1260565 w 7467600"/>
              <a:gd name="connsiteY137" fmla="*/ 4031982 h 6858000"/>
              <a:gd name="connsiteX138" fmla="*/ 901900 w 7467600"/>
              <a:gd name="connsiteY138" fmla="*/ 4421236 h 6858000"/>
              <a:gd name="connsiteX139" fmla="*/ 845044 w 7467600"/>
              <a:gd name="connsiteY139" fmla="*/ 4502436 h 6858000"/>
              <a:gd name="connsiteX140" fmla="*/ 685926 w 7467600"/>
              <a:gd name="connsiteY140" fmla="*/ 4703069 h 6858000"/>
              <a:gd name="connsiteX141" fmla="*/ 684248 w 7467600"/>
              <a:gd name="connsiteY141" fmla="*/ 4706721 h 6858000"/>
              <a:gd name="connsiteX142" fmla="*/ 1423113 w 7467600"/>
              <a:gd name="connsiteY142" fmla="*/ 3874565 h 6858000"/>
              <a:gd name="connsiteX143" fmla="*/ 3316479 w 7467600"/>
              <a:gd name="connsiteY143" fmla="*/ 3872136 h 6858000"/>
              <a:gd name="connsiteX144" fmla="*/ 3546806 w 7467600"/>
              <a:gd name="connsiteY144" fmla="*/ 4356139 h 6858000"/>
              <a:gd name="connsiteX145" fmla="*/ 3364433 w 7467600"/>
              <a:gd name="connsiteY145" fmla="*/ 3953121 h 6858000"/>
              <a:gd name="connsiteX146" fmla="*/ 3316479 w 7467600"/>
              <a:gd name="connsiteY146" fmla="*/ 3872136 h 6858000"/>
              <a:gd name="connsiteX147" fmla="*/ 3291335 w 7467600"/>
              <a:gd name="connsiteY147" fmla="*/ 3767420 h 6858000"/>
              <a:gd name="connsiteX148" fmla="*/ 3390805 w 7467600"/>
              <a:gd name="connsiteY148" fmla="*/ 3937163 h 6858000"/>
              <a:gd name="connsiteX149" fmla="*/ 3579062 w 7467600"/>
              <a:gd name="connsiteY149" fmla="*/ 4359040 h 6858000"/>
              <a:gd name="connsiteX150" fmla="*/ 3467355 w 7467600"/>
              <a:gd name="connsiteY150" fmla="*/ 3988130 h 6858000"/>
              <a:gd name="connsiteX151" fmla="*/ 3310753 w 7467600"/>
              <a:gd name="connsiteY151" fmla="*/ 3787140 h 6858000"/>
              <a:gd name="connsiteX152" fmla="*/ 3291335 w 7467600"/>
              <a:gd name="connsiteY152" fmla="*/ 3767420 h 6858000"/>
              <a:gd name="connsiteX153" fmla="*/ 1635889 w 7467600"/>
              <a:gd name="connsiteY153" fmla="*/ 3709494 h 6858000"/>
              <a:gd name="connsiteX154" fmla="*/ 1634800 w 7467600"/>
              <a:gd name="connsiteY154" fmla="*/ 3731111 h 6858000"/>
              <a:gd name="connsiteX155" fmla="*/ 1635889 w 7467600"/>
              <a:gd name="connsiteY155" fmla="*/ 3709494 h 6858000"/>
              <a:gd name="connsiteX156" fmla="*/ 1510397 w 7467600"/>
              <a:gd name="connsiteY156" fmla="*/ 3684705 h 6858000"/>
              <a:gd name="connsiteX157" fmla="*/ 1146550 w 7467600"/>
              <a:gd name="connsiteY157" fmla="*/ 3802012 h 6858000"/>
              <a:gd name="connsiteX158" fmla="*/ 698834 w 7467600"/>
              <a:gd name="connsiteY158" fmla="*/ 3952272 h 6858000"/>
              <a:gd name="connsiteX159" fmla="*/ 34256 w 7467600"/>
              <a:gd name="connsiteY159" fmla="*/ 4347603 h 6858000"/>
              <a:gd name="connsiteX160" fmla="*/ 527241 w 7467600"/>
              <a:gd name="connsiteY160" fmla="*/ 4065078 h 6858000"/>
              <a:gd name="connsiteX161" fmla="*/ 1510397 w 7467600"/>
              <a:gd name="connsiteY161" fmla="*/ 3684705 h 6858000"/>
              <a:gd name="connsiteX162" fmla="*/ 1313114 w 7467600"/>
              <a:gd name="connsiteY162" fmla="*/ 3655216 h 6858000"/>
              <a:gd name="connsiteX163" fmla="*/ 1109304 w 7467600"/>
              <a:gd name="connsiteY163" fmla="*/ 3669030 h 6858000"/>
              <a:gd name="connsiteX164" fmla="*/ 8129 w 7467600"/>
              <a:gd name="connsiteY164" fmla="*/ 4330519 h 6858000"/>
              <a:gd name="connsiteX165" fmla="*/ 687572 w 7467600"/>
              <a:gd name="connsiteY165" fmla="*/ 3925629 h 6858000"/>
              <a:gd name="connsiteX166" fmla="*/ 1138365 w 7467600"/>
              <a:gd name="connsiteY166" fmla="*/ 3774515 h 6858000"/>
              <a:gd name="connsiteX167" fmla="*/ 1505579 w 7467600"/>
              <a:gd name="connsiteY167" fmla="*/ 3655526 h 6858000"/>
              <a:gd name="connsiteX168" fmla="*/ 1313114 w 7467600"/>
              <a:gd name="connsiteY168" fmla="*/ 3655216 h 6858000"/>
              <a:gd name="connsiteX169" fmla="*/ 3655073 w 7467600"/>
              <a:gd name="connsiteY169" fmla="*/ 3650884 h 6858000"/>
              <a:gd name="connsiteX170" fmla="*/ 3989938 w 7467600"/>
              <a:gd name="connsiteY170" fmla="*/ 3991685 h 6858000"/>
              <a:gd name="connsiteX171" fmla="*/ 4393907 w 7467600"/>
              <a:gd name="connsiteY171" fmla="*/ 4261258 h 6858000"/>
              <a:gd name="connsiteX172" fmla="*/ 4648051 w 7467600"/>
              <a:gd name="connsiteY172" fmla="*/ 4374051 h 6858000"/>
              <a:gd name="connsiteX173" fmla="*/ 4383389 w 7467600"/>
              <a:gd name="connsiteY173" fmla="*/ 4184369 h 6858000"/>
              <a:gd name="connsiteX174" fmla="*/ 4165508 w 7467600"/>
              <a:gd name="connsiteY174" fmla="*/ 4035196 h 6858000"/>
              <a:gd name="connsiteX175" fmla="*/ 4068162 w 7467600"/>
              <a:gd name="connsiteY175" fmla="*/ 3953394 h 6858000"/>
              <a:gd name="connsiteX176" fmla="*/ 3981416 w 7467600"/>
              <a:gd name="connsiteY176" fmla="*/ 3880482 h 6858000"/>
              <a:gd name="connsiteX177" fmla="*/ 3800147 w 7467600"/>
              <a:gd name="connsiteY177" fmla="*/ 3749872 h 6858000"/>
              <a:gd name="connsiteX178" fmla="*/ 3655073 w 7467600"/>
              <a:gd name="connsiteY178" fmla="*/ 3650884 h 6858000"/>
              <a:gd name="connsiteX179" fmla="*/ 3670252 w 7467600"/>
              <a:gd name="connsiteY179" fmla="*/ 3622798 h 6858000"/>
              <a:gd name="connsiteX180" fmla="*/ 3817258 w 7467600"/>
              <a:gd name="connsiteY180" fmla="*/ 3723577 h 6858000"/>
              <a:gd name="connsiteX181" fmla="*/ 4000461 w 7467600"/>
              <a:gd name="connsiteY181" fmla="*/ 3855966 h 6858000"/>
              <a:gd name="connsiteX182" fmla="*/ 4088180 w 7467600"/>
              <a:gd name="connsiteY182" fmla="*/ 3929774 h 6858000"/>
              <a:gd name="connsiteX183" fmla="*/ 4184555 w 7467600"/>
              <a:gd name="connsiteY183" fmla="*/ 4010683 h 6858000"/>
              <a:gd name="connsiteX184" fmla="*/ 4399563 w 7467600"/>
              <a:gd name="connsiteY184" fmla="*/ 4158106 h 6858000"/>
              <a:gd name="connsiteX185" fmla="*/ 4684469 w 7467600"/>
              <a:gd name="connsiteY185" fmla="*/ 4364680 h 6858000"/>
              <a:gd name="connsiteX186" fmla="*/ 4690271 w 7467600"/>
              <a:gd name="connsiteY186" fmla="*/ 4370034 h 6858000"/>
              <a:gd name="connsiteX187" fmla="*/ 4136093 w 7467600"/>
              <a:gd name="connsiteY187" fmla="*/ 3858466 h 6858000"/>
              <a:gd name="connsiteX188" fmla="*/ 3670252 w 7467600"/>
              <a:gd name="connsiteY188" fmla="*/ 3622798 h 6858000"/>
              <a:gd name="connsiteX189" fmla="*/ 4440129 w 7467600"/>
              <a:gd name="connsiteY189" fmla="*/ 3448571 h 6858000"/>
              <a:gd name="connsiteX190" fmla="*/ 4856525 w 7467600"/>
              <a:gd name="connsiteY190" fmla="*/ 3915351 h 6858000"/>
              <a:gd name="connsiteX191" fmla="*/ 5059055 w 7467600"/>
              <a:gd name="connsiteY191" fmla="*/ 4108918 h 6858000"/>
              <a:gd name="connsiteX192" fmla="*/ 5290070 w 7467600"/>
              <a:gd name="connsiteY192" fmla="*/ 4263619 h 6858000"/>
              <a:gd name="connsiteX193" fmla="*/ 4834991 w 7467600"/>
              <a:gd name="connsiteY193" fmla="*/ 3830985 h 6858000"/>
              <a:gd name="connsiteX194" fmla="*/ 4440129 w 7467600"/>
              <a:gd name="connsiteY194" fmla="*/ 3448571 h 6858000"/>
              <a:gd name="connsiteX195" fmla="*/ 4441737 w 7467600"/>
              <a:gd name="connsiteY195" fmla="*/ 3399734 h 6858000"/>
              <a:gd name="connsiteX196" fmla="*/ 4431236 w 7467600"/>
              <a:gd name="connsiteY196" fmla="*/ 3400954 h 6858000"/>
              <a:gd name="connsiteX197" fmla="*/ 4557150 w 7467600"/>
              <a:gd name="connsiteY197" fmla="*/ 3510023 h 6858000"/>
              <a:gd name="connsiteX198" fmla="*/ 4856936 w 7467600"/>
              <a:gd name="connsiteY198" fmla="*/ 3809146 h 6858000"/>
              <a:gd name="connsiteX199" fmla="*/ 5111996 w 7467600"/>
              <a:gd name="connsiteY199" fmla="*/ 4065759 h 6858000"/>
              <a:gd name="connsiteX200" fmla="*/ 5388878 w 7467600"/>
              <a:gd name="connsiteY200" fmla="*/ 4300185 h 6858000"/>
              <a:gd name="connsiteX201" fmla="*/ 5425556 w 7467600"/>
              <a:gd name="connsiteY201" fmla="*/ 4308967 h 6858000"/>
              <a:gd name="connsiteX202" fmla="*/ 4943646 w 7467600"/>
              <a:gd name="connsiteY202" fmla="*/ 3822916 h 6858000"/>
              <a:gd name="connsiteX203" fmla="*/ 4594837 w 7467600"/>
              <a:gd name="connsiteY203" fmla="*/ 3532274 h 6858000"/>
              <a:gd name="connsiteX204" fmla="*/ 4441737 w 7467600"/>
              <a:gd name="connsiteY204" fmla="*/ 3399734 h 6858000"/>
              <a:gd name="connsiteX205" fmla="*/ 5425834 w 7467600"/>
              <a:gd name="connsiteY205" fmla="*/ 3162785 h 6858000"/>
              <a:gd name="connsiteX206" fmla="*/ 5401644 w 7467600"/>
              <a:gd name="connsiteY206" fmla="*/ 3617847 h 6858000"/>
              <a:gd name="connsiteX207" fmla="*/ 5467256 w 7467600"/>
              <a:gd name="connsiteY207" fmla="*/ 4175494 h 6858000"/>
              <a:gd name="connsiteX208" fmla="*/ 5448069 w 7467600"/>
              <a:gd name="connsiteY208" fmla="*/ 3567554 h 6858000"/>
              <a:gd name="connsiteX209" fmla="*/ 5425834 w 7467600"/>
              <a:gd name="connsiteY209" fmla="*/ 3162785 h 6858000"/>
              <a:gd name="connsiteX210" fmla="*/ 1318687 w 7467600"/>
              <a:gd name="connsiteY210" fmla="*/ 3113840 h 6858000"/>
              <a:gd name="connsiteX211" fmla="*/ 1066793 w 7467600"/>
              <a:gd name="connsiteY211" fmla="*/ 3212171 h 6858000"/>
              <a:gd name="connsiteX212" fmla="*/ 993319 w 7467600"/>
              <a:gd name="connsiteY212" fmla="*/ 3247648 h 6858000"/>
              <a:gd name="connsiteX213" fmla="*/ 853081 w 7467600"/>
              <a:gd name="connsiteY213" fmla="*/ 3312410 h 6858000"/>
              <a:gd name="connsiteX214" fmla="*/ 805957 w 7467600"/>
              <a:gd name="connsiteY214" fmla="*/ 3330443 h 6858000"/>
              <a:gd name="connsiteX215" fmla="*/ 1318687 w 7467600"/>
              <a:gd name="connsiteY215" fmla="*/ 3113840 h 6858000"/>
              <a:gd name="connsiteX216" fmla="*/ 5453702 w 7467600"/>
              <a:gd name="connsiteY216" fmla="*/ 3090882 h 6858000"/>
              <a:gd name="connsiteX217" fmla="*/ 5480135 w 7467600"/>
              <a:gd name="connsiteY217" fmla="*/ 3565802 h 6858000"/>
              <a:gd name="connsiteX218" fmla="*/ 5499023 w 7467600"/>
              <a:gd name="connsiteY218" fmla="*/ 4166310 h 6858000"/>
              <a:gd name="connsiteX219" fmla="*/ 5547022 w 7467600"/>
              <a:gd name="connsiteY219" fmla="*/ 3607838 h 6858000"/>
              <a:gd name="connsiteX220" fmla="*/ 5515964 w 7467600"/>
              <a:gd name="connsiteY220" fmla="*/ 3378541 h 6858000"/>
              <a:gd name="connsiteX221" fmla="*/ 5453702 w 7467600"/>
              <a:gd name="connsiteY221" fmla="*/ 3090882 h 6858000"/>
              <a:gd name="connsiteX222" fmla="*/ 1238695 w 7467600"/>
              <a:gd name="connsiteY222" fmla="*/ 3076820 h 6858000"/>
              <a:gd name="connsiteX223" fmla="*/ 716371 w 7467600"/>
              <a:gd name="connsiteY223" fmla="*/ 3293249 h 6858000"/>
              <a:gd name="connsiteX224" fmla="*/ 579522 w 7467600"/>
              <a:gd name="connsiteY224" fmla="*/ 3371759 h 6858000"/>
              <a:gd name="connsiteX225" fmla="*/ 600288 w 7467600"/>
              <a:gd name="connsiteY225" fmla="*/ 3365555 h 6858000"/>
              <a:gd name="connsiteX226" fmla="*/ 840692 w 7467600"/>
              <a:gd name="connsiteY226" fmla="*/ 3284921 h 6858000"/>
              <a:gd name="connsiteX227" fmla="*/ 979248 w 7467600"/>
              <a:gd name="connsiteY227" fmla="*/ 3221003 h 6858000"/>
              <a:gd name="connsiteX228" fmla="*/ 1053282 w 7467600"/>
              <a:gd name="connsiteY228" fmla="*/ 3185247 h 6858000"/>
              <a:gd name="connsiteX229" fmla="*/ 1320603 w 7467600"/>
              <a:gd name="connsiteY229" fmla="*/ 3081281 h 6858000"/>
              <a:gd name="connsiteX230" fmla="*/ 1238695 w 7467600"/>
              <a:gd name="connsiteY230" fmla="*/ 3076820 h 6858000"/>
              <a:gd name="connsiteX231" fmla="*/ 5425627 w 7467600"/>
              <a:gd name="connsiteY231" fmla="*/ 2954192 h 6858000"/>
              <a:gd name="connsiteX232" fmla="*/ 5470770 w 7467600"/>
              <a:gd name="connsiteY232" fmla="*/ 3005435 h 6858000"/>
              <a:gd name="connsiteX233" fmla="*/ 5519779 w 7467600"/>
              <a:gd name="connsiteY233" fmla="*/ 4359223 h 6858000"/>
              <a:gd name="connsiteX234" fmla="*/ 5520293 w 7467600"/>
              <a:gd name="connsiteY234" fmla="*/ 4360602 h 6858000"/>
              <a:gd name="connsiteX235" fmla="*/ 5767221 w 7467600"/>
              <a:gd name="connsiteY235" fmla="*/ 4665564 h 6858000"/>
              <a:gd name="connsiteX236" fmla="*/ 6937169 w 7467600"/>
              <a:gd name="connsiteY236" fmla="*/ 4815941 h 6858000"/>
              <a:gd name="connsiteX237" fmla="*/ 6953922 w 7467600"/>
              <a:gd name="connsiteY237" fmla="*/ 4890068 h 6858000"/>
              <a:gd name="connsiteX238" fmla="*/ 6071359 w 7467600"/>
              <a:gd name="connsiteY238" fmla="*/ 4770770 h 6858000"/>
              <a:gd name="connsiteX239" fmla="*/ 6038839 w 7467600"/>
              <a:gd name="connsiteY239" fmla="*/ 4764474 h 6858000"/>
              <a:gd name="connsiteX240" fmla="*/ 6038706 w 7467600"/>
              <a:gd name="connsiteY240" fmla="*/ 4763847 h 6858000"/>
              <a:gd name="connsiteX241" fmla="*/ 6037784 w 7467600"/>
              <a:gd name="connsiteY241" fmla="*/ 4764270 h 6858000"/>
              <a:gd name="connsiteX242" fmla="*/ 6038839 w 7467600"/>
              <a:gd name="connsiteY242" fmla="*/ 4764474 h 6858000"/>
              <a:gd name="connsiteX243" fmla="*/ 6040338 w 7467600"/>
              <a:gd name="connsiteY243" fmla="*/ 4771418 h 6858000"/>
              <a:gd name="connsiteX244" fmla="*/ 6024488 w 7467600"/>
              <a:gd name="connsiteY244" fmla="*/ 4809903 h 6858000"/>
              <a:gd name="connsiteX245" fmla="*/ 5599771 w 7467600"/>
              <a:gd name="connsiteY245" fmla="*/ 5509652 h 6858000"/>
              <a:gd name="connsiteX246" fmla="*/ 5548843 w 7467600"/>
              <a:gd name="connsiteY246" fmla="*/ 5563845 h 6858000"/>
              <a:gd name="connsiteX247" fmla="*/ 5940952 w 7467600"/>
              <a:gd name="connsiteY247" fmla="*/ 6250028 h 6858000"/>
              <a:gd name="connsiteX248" fmla="*/ 6043441 w 7467600"/>
              <a:gd name="connsiteY248" fmla="*/ 6665847 h 6858000"/>
              <a:gd name="connsiteX249" fmla="*/ 6093432 w 7467600"/>
              <a:gd name="connsiteY249" fmla="*/ 6858000 h 6858000"/>
              <a:gd name="connsiteX250" fmla="*/ 6034344 w 7467600"/>
              <a:gd name="connsiteY250" fmla="*/ 6858000 h 6858000"/>
              <a:gd name="connsiteX251" fmla="*/ 6026679 w 7467600"/>
              <a:gd name="connsiteY251" fmla="*/ 6836959 h 6858000"/>
              <a:gd name="connsiteX252" fmla="*/ 5800441 w 7467600"/>
              <a:gd name="connsiteY252" fmla="*/ 6335286 h 6858000"/>
              <a:gd name="connsiteX253" fmla="*/ 5526562 w 7467600"/>
              <a:gd name="connsiteY253" fmla="*/ 5705388 h 6858000"/>
              <a:gd name="connsiteX254" fmla="*/ 5519640 w 7467600"/>
              <a:gd name="connsiteY254" fmla="*/ 5683774 h 6858000"/>
              <a:gd name="connsiteX255" fmla="*/ 5844559 w 7467600"/>
              <a:gd name="connsiteY255" fmla="*/ 6553349 h 6858000"/>
              <a:gd name="connsiteX256" fmla="*/ 5975994 w 7467600"/>
              <a:gd name="connsiteY256" fmla="*/ 6858000 h 6858000"/>
              <a:gd name="connsiteX257" fmla="*/ 5898547 w 7467600"/>
              <a:gd name="connsiteY257" fmla="*/ 6858000 h 6858000"/>
              <a:gd name="connsiteX258" fmla="*/ 5682041 w 7467600"/>
              <a:gd name="connsiteY258" fmla="*/ 6355860 h 6858000"/>
              <a:gd name="connsiteX259" fmla="*/ 5461758 w 7467600"/>
              <a:gd name="connsiteY259" fmla="*/ 5820220 h 6858000"/>
              <a:gd name="connsiteX260" fmla="*/ 5237282 w 7467600"/>
              <a:gd name="connsiteY260" fmla="*/ 6579086 h 6858000"/>
              <a:gd name="connsiteX261" fmla="*/ 5115009 w 7467600"/>
              <a:gd name="connsiteY261" fmla="*/ 6858000 h 6858000"/>
              <a:gd name="connsiteX262" fmla="*/ 5028074 w 7467600"/>
              <a:gd name="connsiteY262" fmla="*/ 6858000 h 6858000"/>
              <a:gd name="connsiteX263" fmla="*/ 5079508 w 7467600"/>
              <a:gd name="connsiteY263" fmla="*/ 6749074 h 6858000"/>
              <a:gd name="connsiteX264" fmla="*/ 5371846 w 7467600"/>
              <a:gd name="connsiteY264" fmla="*/ 5924413 h 6858000"/>
              <a:gd name="connsiteX265" fmla="*/ 5270512 w 7467600"/>
              <a:gd name="connsiteY265" fmla="*/ 6138975 h 6858000"/>
              <a:gd name="connsiteX266" fmla="*/ 5062409 w 7467600"/>
              <a:gd name="connsiteY266" fmla="*/ 6653544 h 6858000"/>
              <a:gd name="connsiteX267" fmla="*/ 5036628 w 7467600"/>
              <a:gd name="connsiteY267" fmla="*/ 6754247 h 6858000"/>
              <a:gd name="connsiteX268" fmla="*/ 5009112 w 7467600"/>
              <a:gd name="connsiteY268" fmla="*/ 6858000 h 6858000"/>
              <a:gd name="connsiteX269" fmla="*/ 4976679 w 7467600"/>
              <a:gd name="connsiteY269" fmla="*/ 6858000 h 6858000"/>
              <a:gd name="connsiteX270" fmla="*/ 5006537 w 7467600"/>
              <a:gd name="connsiteY270" fmla="*/ 6747068 h 6858000"/>
              <a:gd name="connsiteX271" fmla="*/ 5032723 w 7467600"/>
              <a:gd name="connsiteY271" fmla="*/ 6644957 h 6858000"/>
              <a:gd name="connsiteX272" fmla="*/ 5242949 w 7467600"/>
              <a:gd name="connsiteY272" fmla="*/ 6125175 h 6858000"/>
              <a:gd name="connsiteX273" fmla="*/ 5286321 w 7467600"/>
              <a:gd name="connsiteY273" fmla="*/ 6033555 h 6858000"/>
              <a:gd name="connsiteX274" fmla="*/ 5008210 w 7467600"/>
              <a:gd name="connsiteY274" fmla="*/ 6649194 h 6858000"/>
              <a:gd name="connsiteX275" fmla="*/ 4986321 w 7467600"/>
              <a:gd name="connsiteY275" fmla="*/ 6765687 h 6858000"/>
              <a:gd name="connsiteX276" fmla="*/ 4973474 w 7467600"/>
              <a:gd name="connsiteY276" fmla="*/ 6858000 h 6858000"/>
              <a:gd name="connsiteX277" fmla="*/ 4907178 w 7467600"/>
              <a:gd name="connsiteY277" fmla="*/ 6858000 h 6858000"/>
              <a:gd name="connsiteX278" fmla="*/ 4910810 w 7467600"/>
              <a:gd name="connsiteY278" fmla="*/ 6829660 h 6858000"/>
              <a:gd name="connsiteX279" fmla="*/ 4987461 w 7467600"/>
              <a:gd name="connsiteY279" fmla="*/ 6432994 h 6858000"/>
              <a:gd name="connsiteX280" fmla="*/ 5179262 w 7467600"/>
              <a:gd name="connsiteY280" fmla="*/ 6035044 h 6858000"/>
              <a:gd name="connsiteX281" fmla="*/ 4689678 w 7467600"/>
              <a:gd name="connsiteY281" fmla="*/ 6440241 h 6858000"/>
              <a:gd name="connsiteX282" fmla="*/ 4477543 w 7467600"/>
              <a:gd name="connsiteY282" fmla="*/ 6674836 h 6858000"/>
              <a:gd name="connsiteX283" fmla="*/ 4329957 w 7467600"/>
              <a:gd name="connsiteY283" fmla="*/ 6858000 h 6858000"/>
              <a:gd name="connsiteX284" fmla="*/ 4218595 w 7467600"/>
              <a:gd name="connsiteY284" fmla="*/ 6858000 h 6858000"/>
              <a:gd name="connsiteX285" fmla="*/ 4368888 w 7467600"/>
              <a:gd name="connsiteY285" fmla="*/ 6668412 h 6858000"/>
              <a:gd name="connsiteX286" fmla="*/ 4563091 w 7467600"/>
              <a:gd name="connsiteY286" fmla="*/ 6442508 h 6858000"/>
              <a:gd name="connsiteX287" fmla="*/ 5387324 w 7467600"/>
              <a:gd name="connsiteY287" fmla="*/ 5705830 h 6858000"/>
              <a:gd name="connsiteX288" fmla="*/ 5073620 w 7467600"/>
              <a:gd name="connsiteY288" fmla="*/ 5955437 h 6858000"/>
              <a:gd name="connsiteX289" fmla="*/ 4689789 w 7467600"/>
              <a:gd name="connsiteY289" fmla="*/ 6268382 h 6858000"/>
              <a:gd name="connsiteX290" fmla="*/ 4418722 w 7467600"/>
              <a:gd name="connsiteY290" fmla="*/ 6570886 h 6858000"/>
              <a:gd name="connsiteX291" fmla="*/ 4214944 w 7467600"/>
              <a:gd name="connsiteY291" fmla="*/ 6858000 h 6858000"/>
              <a:gd name="connsiteX292" fmla="*/ 4177898 w 7467600"/>
              <a:gd name="connsiteY292" fmla="*/ 6858000 h 6858000"/>
              <a:gd name="connsiteX293" fmla="*/ 4391597 w 7467600"/>
              <a:gd name="connsiteY293" fmla="*/ 6556370 h 6858000"/>
              <a:gd name="connsiteX294" fmla="*/ 4668889 w 7467600"/>
              <a:gd name="connsiteY294" fmla="*/ 6246399 h 6858000"/>
              <a:gd name="connsiteX295" fmla="*/ 5055427 w 7467600"/>
              <a:gd name="connsiteY295" fmla="*/ 5931476 h 6858000"/>
              <a:gd name="connsiteX296" fmla="*/ 5371814 w 7467600"/>
              <a:gd name="connsiteY296" fmla="*/ 5678975 h 6858000"/>
              <a:gd name="connsiteX297" fmla="*/ 4987918 w 7467600"/>
              <a:gd name="connsiteY297" fmla="*/ 5838701 h 6858000"/>
              <a:gd name="connsiteX298" fmla="*/ 4317146 w 7467600"/>
              <a:gd name="connsiteY298" fmla="*/ 6587716 h 6858000"/>
              <a:gd name="connsiteX299" fmla="*/ 4171627 w 7467600"/>
              <a:gd name="connsiteY299" fmla="*/ 6858000 h 6858000"/>
              <a:gd name="connsiteX300" fmla="*/ 4081585 w 7467600"/>
              <a:gd name="connsiteY300" fmla="*/ 6858000 h 6858000"/>
              <a:gd name="connsiteX301" fmla="*/ 4238603 w 7467600"/>
              <a:gd name="connsiteY301" fmla="*/ 6559341 h 6858000"/>
              <a:gd name="connsiteX302" fmla="*/ 4778333 w 7467600"/>
              <a:gd name="connsiteY302" fmla="*/ 5873626 h 6858000"/>
              <a:gd name="connsiteX303" fmla="*/ 5414185 w 7467600"/>
              <a:gd name="connsiteY303" fmla="*/ 5573882 h 6858000"/>
              <a:gd name="connsiteX304" fmla="*/ 5959648 w 7467600"/>
              <a:gd name="connsiteY304" fmla="*/ 4760797 h 6858000"/>
              <a:gd name="connsiteX305" fmla="*/ 5355019 w 7467600"/>
              <a:gd name="connsiteY305" fmla="*/ 4734672 h 6858000"/>
              <a:gd name="connsiteX306" fmla="*/ 5083565 w 7467600"/>
              <a:gd name="connsiteY306" fmla="*/ 5179121 h 6858000"/>
              <a:gd name="connsiteX307" fmla="*/ 4713577 w 7467600"/>
              <a:gd name="connsiteY307" fmla="*/ 5616803 h 6858000"/>
              <a:gd name="connsiteX308" fmla="*/ 3989559 w 7467600"/>
              <a:gd name="connsiteY308" fmla="*/ 6145945 h 6858000"/>
              <a:gd name="connsiteX309" fmla="*/ 3939824 w 7467600"/>
              <a:gd name="connsiteY309" fmla="*/ 6066900 h 6858000"/>
              <a:gd name="connsiteX310" fmla="*/ 4584537 w 7467600"/>
              <a:gd name="connsiteY310" fmla="*/ 5324826 h 6858000"/>
              <a:gd name="connsiteX311" fmla="*/ 5037105 w 7467600"/>
              <a:gd name="connsiteY311" fmla="*/ 5088765 h 6858000"/>
              <a:gd name="connsiteX312" fmla="*/ 5039930 w 7467600"/>
              <a:gd name="connsiteY312" fmla="*/ 5089585 h 6858000"/>
              <a:gd name="connsiteX313" fmla="*/ 5263764 w 7467600"/>
              <a:gd name="connsiteY313" fmla="*/ 4735525 h 6858000"/>
              <a:gd name="connsiteX314" fmla="*/ 4086300 w 7467600"/>
              <a:gd name="connsiteY314" fmla="*/ 4884599 h 6858000"/>
              <a:gd name="connsiteX315" fmla="*/ 4085485 w 7467600"/>
              <a:gd name="connsiteY315" fmla="*/ 4899070 h 6858000"/>
              <a:gd name="connsiteX316" fmla="*/ 3871915 w 7467600"/>
              <a:gd name="connsiteY316" fmla="*/ 5253645 h 6858000"/>
              <a:gd name="connsiteX317" fmla="*/ 3799374 w 7467600"/>
              <a:gd name="connsiteY317" fmla="*/ 5466127 h 6858000"/>
              <a:gd name="connsiteX318" fmla="*/ 3498850 w 7467600"/>
              <a:gd name="connsiteY318" fmla="*/ 6661888 h 6858000"/>
              <a:gd name="connsiteX319" fmla="*/ 3399216 w 7467600"/>
              <a:gd name="connsiteY319" fmla="*/ 6858000 h 6858000"/>
              <a:gd name="connsiteX320" fmla="*/ 3303688 w 7467600"/>
              <a:gd name="connsiteY320" fmla="*/ 6858000 h 6858000"/>
              <a:gd name="connsiteX321" fmla="*/ 3391774 w 7467600"/>
              <a:gd name="connsiteY321" fmla="*/ 6697181 h 6858000"/>
              <a:gd name="connsiteX322" fmla="*/ 3735540 w 7467600"/>
              <a:gd name="connsiteY322" fmla="*/ 5546923 h 6858000"/>
              <a:gd name="connsiteX323" fmla="*/ 3729438 w 7467600"/>
              <a:gd name="connsiteY323" fmla="*/ 5569058 h 6858000"/>
              <a:gd name="connsiteX324" fmla="*/ 3707782 w 7467600"/>
              <a:gd name="connsiteY324" fmla="*/ 5644908 h 6858000"/>
              <a:gd name="connsiteX325" fmla="*/ 3583827 w 7467600"/>
              <a:gd name="connsiteY325" fmla="*/ 6039215 h 6858000"/>
              <a:gd name="connsiteX326" fmla="*/ 3547861 w 7467600"/>
              <a:gd name="connsiteY326" fmla="*/ 6129609 h 6858000"/>
              <a:gd name="connsiteX327" fmla="*/ 3490905 w 7467600"/>
              <a:gd name="connsiteY327" fmla="*/ 6277660 h 6858000"/>
              <a:gd name="connsiteX328" fmla="*/ 3455859 w 7467600"/>
              <a:gd name="connsiteY328" fmla="*/ 6391301 h 6858000"/>
              <a:gd name="connsiteX329" fmla="*/ 3429112 w 7467600"/>
              <a:gd name="connsiteY329" fmla="*/ 6479469 h 6858000"/>
              <a:gd name="connsiteX330" fmla="*/ 3304862 w 7467600"/>
              <a:gd name="connsiteY330" fmla="*/ 6796476 h 6858000"/>
              <a:gd name="connsiteX331" fmla="*/ 3276071 w 7467600"/>
              <a:gd name="connsiteY331" fmla="*/ 6858000 h 6858000"/>
              <a:gd name="connsiteX332" fmla="*/ 3240805 w 7467600"/>
              <a:gd name="connsiteY332" fmla="*/ 6858000 h 6858000"/>
              <a:gd name="connsiteX333" fmla="*/ 3275917 w 7467600"/>
              <a:gd name="connsiteY333" fmla="*/ 6783192 h 6858000"/>
              <a:gd name="connsiteX334" fmla="*/ 3399358 w 7467600"/>
              <a:gd name="connsiteY334" fmla="*/ 6469011 h 6858000"/>
              <a:gd name="connsiteX335" fmla="*/ 3425650 w 7467600"/>
              <a:gd name="connsiteY335" fmla="*/ 6381333 h 6858000"/>
              <a:gd name="connsiteX336" fmla="*/ 3460661 w 7467600"/>
              <a:gd name="connsiteY336" fmla="*/ 6266763 h 6858000"/>
              <a:gd name="connsiteX337" fmla="*/ 3518021 w 7467600"/>
              <a:gd name="connsiteY337" fmla="*/ 6117298 h 6858000"/>
              <a:gd name="connsiteX338" fmla="*/ 3554035 w 7467600"/>
              <a:gd name="connsiteY338" fmla="*/ 6027832 h 6858000"/>
              <a:gd name="connsiteX339" fmla="*/ 3677174 w 7467600"/>
              <a:gd name="connsiteY339" fmla="*/ 5636351 h 6858000"/>
              <a:gd name="connsiteX340" fmla="*/ 3698819 w 7467600"/>
              <a:gd name="connsiteY340" fmla="*/ 5560503 h 6858000"/>
              <a:gd name="connsiteX341" fmla="*/ 3702094 w 7467600"/>
              <a:gd name="connsiteY341" fmla="*/ 5549194 h 6858000"/>
              <a:gd name="connsiteX342" fmla="*/ 3398355 w 7467600"/>
              <a:gd name="connsiteY342" fmla="*/ 6094603 h 6858000"/>
              <a:gd name="connsiteX343" fmla="*/ 3193941 w 7467600"/>
              <a:gd name="connsiteY343" fmla="*/ 6798775 h 6858000"/>
              <a:gd name="connsiteX344" fmla="*/ 3184140 w 7467600"/>
              <a:gd name="connsiteY344" fmla="*/ 6858000 h 6858000"/>
              <a:gd name="connsiteX345" fmla="*/ 3099978 w 7467600"/>
              <a:gd name="connsiteY345" fmla="*/ 6858000 h 6858000"/>
              <a:gd name="connsiteX346" fmla="*/ 3101556 w 7467600"/>
              <a:gd name="connsiteY346" fmla="*/ 6843337 h 6858000"/>
              <a:gd name="connsiteX347" fmla="*/ 3370162 w 7467600"/>
              <a:gd name="connsiteY347" fmla="*/ 5785550 h 6858000"/>
              <a:gd name="connsiteX348" fmla="*/ 3746477 w 7467600"/>
              <a:gd name="connsiteY348" fmla="*/ 5377889 h 6858000"/>
              <a:gd name="connsiteX349" fmla="*/ 3863399 w 7467600"/>
              <a:gd name="connsiteY349" fmla="*/ 5087257 h 6858000"/>
              <a:gd name="connsiteX350" fmla="*/ 3968712 w 7467600"/>
              <a:gd name="connsiteY350" fmla="*/ 4913989 h 6858000"/>
              <a:gd name="connsiteX351" fmla="*/ 2792390 w 7467600"/>
              <a:gd name="connsiteY351" fmla="*/ 5382974 h 6858000"/>
              <a:gd name="connsiteX352" fmla="*/ 2714982 w 7467600"/>
              <a:gd name="connsiteY352" fmla="*/ 5427051 h 6858000"/>
              <a:gd name="connsiteX353" fmla="*/ 2813361 w 7467600"/>
              <a:gd name="connsiteY353" fmla="*/ 6023912 h 6858000"/>
              <a:gd name="connsiteX354" fmla="*/ 2688430 w 7467600"/>
              <a:gd name="connsiteY354" fmla="*/ 6801564 h 6858000"/>
              <a:gd name="connsiteX355" fmla="*/ 2629626 w 7467600"/>
              <a:gd name="connsiteY355" fmla="*/ 6763394 h 6858000"/>
              <a:gd name="connsiteX356" fmla="*/ 2565328 w 7467600"/>
              <a:gd name="connsiteY356" fmla="*/ 5516399 h 6858000"/>
              <a:gd name="connsiteX357" fmla="*/ 1922999 w 7467600"/>
              <a:gd name="connsiteY357" fmla="*/ 5980343 h 6858000"/>
              <a:gd name="connsiteX358" fmla="*/ 1950261 w 7467600"/>
              <a:gd name="connsiteY358" fmla="*/ 6405858 h 6858000"/>
              <a:gd name="connsiteX359" fmla="*/ 2365554 w 7467600"/>
              <a:gd name="connsiteY359" fmla="*/ 6759107 h 6858000"/>
              <a:gd name="connsiteX360" fmla="*/ 2424142 w 7467600"/>
              <a:gd name="connsiteY360" fmla="*/ 6858000 h 6858000"/>
              <a:gd name="connsiteX361" fmla="*/ 2395994 w 7467600"/>
              <a:gd name="connsiteY361" fmla="*/ 6858000 h 6858000"/>
              <a:gd name="connsiteX362" fmla="*/ 2392863 w 7467600"/>
              <a:gd name="connsiteY362" fmla="*/ 6852964 h 6858000"/>
              <a:gd name="connsiteX363" fmla="*/ 2017589 w 7467600"/>
              <a:gd name="connsiteY363" fmla="*/ 6493982 h 6858000"/>
              <a:gd name="connsiteX364" fmla="*/ 2147336 w 7467600"/>
              <a:gd name="connsiteY364" fmla="*/ 6594052 h 6858000"/>
              <a:gd name="connsiteX365" fmla="*/ 2207047 w 7467600"/>
              <a:gd name="connsiteY365" fmla="*/ 6654540 h 6858000"/>
              <a:gd name="connsiteX366" fmla="*/ 2299106 w 7467600"/>
              <a:gd name="connsiteY366" fmla="*/ 6778931 h 6858000"/>
              <a:gd name="connsiteX367" fmla="*/ 2314430 w 7467600"/>
              <a:gd name="connsiteY367" fmla="*/ 6801144 h 6858000"/>
              <a:gd name="connsiteX368" fmla="*/ 2352406 w 7467600"/>
              <a:gd name="connsiteY368" fmla="*/ 6858000 h 6858000"/>
              <a:gd name="connsiteX369" fmla="*/ 2314492 w 7467600"/>
              <a:gd name="connsiteY369" fmla="*/ 6858000 h 6858000"/>
              <a:gd name="connsiteX370" fmla="*/ 2288095 w 7467600"/>
              <a:gd name="connsiteY370" fmla="*/ 6818030 h 6858000"/>
              <a:gd name="connsiteX371" fmla="*/ 2272768 w 7467600"/>
              <a:gd name="connsiteY371" fmla="*/ 6795822 h 6858000"/>
              <a:gd name="connsiteX372" fmla="*/ 2182715 w 7467600"/>
              <a:gd name="connsiteY372" fmla="*/ 6675071 h 6858000"/>
              <a:gd name="connsiteX373" fmla="*/ 2032061 w 7467600"/>
              <a:gd name="connsiteY373" fmla="*/ 6541380 h 6858000"/>
              <a:gd name="connsiteX374" fmla="*/ 2257220 w 7467600"/>
              <a:gd name="connsiteY374" fmla="*/ 6826257 h 6858000"/>
              <a:gd name="connsiteX375" fmla="*/ 2281324 w 7467600"/>
              <a:gd name="connsiteY375" fmla="*/ 6858000 h 6858000"/>
              <a:gd name="connsiteX376" fmla="*/ 2242860 w 7467600"/>
              <a:gd name="connsiteY376" fmla="*/ 6858000 h 6858000"/>
              <a:gd name="connsiteX377" fmla="*/ 2232818 w 7467600"/>
              <a:gd name="connsiteY377" fmla="*/ 6844926 h 6858000"/>
              <a:gd name="connsiteX378" fmla="*/ 1990172 w 7467600"/>
              <a:gd name="connsiteY378" fmla="*/ 6542121 h 6858000"/>
              <a:gd name="connsiteX379" fmla="*/ 2124090 w 7467600"/>
              <a:gd name="connsiteY379" fmla="*/ 6761017 h 6858000"/>
              <a:gd name="connsiteX380" fmla="*/ 2200380 w 7467600"/>
              <a:gd name="connsiteY380" fmla="*/ 6858000 h 6858000"/>
              <a:gd name="connsiteX381" fmla="*/ 2147507 w 7467600"/>
              <a:gd name="connsiteY381" fmla="*/ 6858000 h 6858000"/>
              <a:gd name="connsiteX382" fmla="*/ 2070668 w 7467600"/>
              <a:gd name="connsiteY382" fmla="*/ 6761520 h 6858000"/>
              <a:gd name="connsiteX383" fmla="*/ 1975142 w 7467600"/>
              <a:gd name="connsiteY383" fmla="*/ 6585570 h 6858000"/>
              <a:gd name="connsiteX384" fmla="*/ 2050035 w 7467600"/>
              <a:gd name="connsiteY384" fmla="*/ 6813345 h 6858000"/>
              <a:gd name="connsiteX385" fmla="*/ 2063025 w 7467600"/>
              <a:gd name="connsiteY385" fmla="*/ 6858000 h 6858000"/>
              <a:gd name="connsiteX386" fmla="*/ 2021675 w 7467600"/>
              <a:gd name="connsiteY386" fmla="*/ 6858000 h 6858000"/>
              <a:gd name="connsiteX387" fmla="*/ 2019308 w 7467600"/>
              <a:gd name="connsiteY387" fmla="*/ 6847118 h 6858000"/>
              <a:gd name="connsiteX388" fmla="*/ 1938835 w 7467600"/>
              <a:gd name="connsiteY388" fmla="*/ 6551160 h 6858000"/>
              <a:gd name="connsiteX389" fmla="*/ 1953230 w 7467600"/>
              <a:gd name="connsiteY389" fmla="*/ 6759699 h 6858000"/>
              <a:gd name="connsiteX390" fmla="*/ 1956763 w 7467600"/>
              <a:gd name="connsiteY390" fmla="*/ 6778191 h 6858000"/>
              <a:gd name="connsiteX391" fmla="*/ 1967925 w 7467600"/>
              <a:gd name="connsiteY391" fmla="*/ 6858000 h 6858000"/>
              <a:gd name="connsiteX392" fmla="*/ 1936622 w 7467600"/>
              <a:gd name="connsiteY392" fmla="*/ 6858000 h 6858000"/>
              <a:gd name="connsiteX393" fmla="*/ 1926261 w 7467600"/>
              <a:gd name="connsiteY393" fmla="*/ 6784064 h 6858000"/>
              <a:gd name="connsiteX394" fmla="*/ 1922724 w 7467600"/>
              <a:gd name="connsiteY394" fmla="*/ 6765577 h 6858000"/>
              <a:gd name="connsiteX395" fmla="*/ 1904650 w 7467600"/>
              <a:gd name="connsiteY395" fmla="*/ 6639616 h 6858000"/>
              <a:gd name="connsiteX396" fmla="*/ 1885273 w 7467600"/>
              <a:gd name="connsiteY396" fmla="*/ 6858000 h 6858000"/>
              <a:gd name="connsiteX397" fmla="*/ 1854363 w 7467600"/>
              <a:gd name="connsiteY397" fmla="*/ 6858000 h 6858000"/>
              <a:gd name="connsiteX398" fmla="*/ 1880391 w 7467600"/>
              <a:gd name="connsiteY398" fmla="*/ 6603796 h 6858000"/>
              <a:gd name="connsiteX399" fmla="*/ 1818273 w 7467600"/>
              <a:gd name="connsiteY399" fmla="*/ 6715729 h 6858000"/>
              <a:gd name="connsiteX400" fmla="*/ 1794691 w 7467600"/>
              <a:gd name="connsiteY400" fmla="*/ 6843239 h 6858000"/>
              <a:gd name="connsiteX401" fmla="*/ 1794914 w 7467600"/>
              <a:gd name="connsiteY401" fmla="*/ 6858000 h 6858000"/>
              <a:gd name="connsiteX402" fmla="*/ 1746128 w 7467600"/>
              <a:gd name="connsiteY402" fmla="*/ 6858000 h 6858000"/>
              <a:gd name="connsiteX403" fmla="*/ 1753934 w 7467600"/>
              <a:gd name="connsiteY403" fmla="*/ 6724796 h 6858000"/>
              <a:gd name="connsiteX404" fmla="*/ 1792053 w 7467600"/>
              <a:gd name="connsiteY404" fmla="*/ 6572396 h 6858000"/>
              <a:gd name="connsiteX405" fmla="*/ 1862248 w 7467600"/>
              <a:gd name="connsiteY405" fmla="*/ 6266397 h 6858000"/>
              <a:gd name="connsiteX406" fmla="*/ 1862250 w 7467600"/>
              <a:gd name="connsiteY406" fmla="*/ 6033531 h 6858000"/>
              <a:gd name="connsiteX407" fmla="*/ 1211999 w 7467600"/>
              <a:gd name="connsiteY407" fmla="*/ 6683610 h 6858000"/>
              <a:gd name="connsiteX408" fmla="*/ 1213266 w 7467600"/>
              <a:gd name="connsiteY408" fmla="*/ 6691947 h 6858000"/>
              <a:gd name="connsiteX409" fmla="*/ 1203370 w 7467600"/>
              <a:gd name="connsiteY409" fmla="*/ 6850676 h 6858000"/>
              <a:gd name="connsiteX410" fmla="*/ 1203671 w 7467600"/>
              <a:gd name="connsiteY410" fmla="*/ 6858000 h 6858000"/>
              <a:gd name="connsiteX411" fmla="*/ 1143180 w 7467600"/>
              <a:gd name="connsiteY411" fmla="*/ 6858000 h 6858000"/>
              <a:gd name="connsiteX412" fmla="*/ 1142176 w 7467600"/>
              <a:gd name="connsiteY412" fmla="*/ 6766045 h 6858000"/>
              <a:gd name="connsiteX413" fmla="*/ 1067484 w 7467600"/>
              <a:gd name="connsiteY413" fmla="*/ 6858000 h 6858000"/>
              <a:gd name="connsiteX414" fmla="*/ 953928 w 7467600"/>
              <a:gd name="connsiteY414" fmla="*/ 6858000 h 6858000"/>
              <a:gd name="connsiteX415" fmla="*/ 959715 w 7467600"/>
              <a:gd name="connsiteY415" fmla="*/ 6850185 h 6858000"/>
              <a:gd name="connsiteX416" fmla="*/ 1483788 w 7467600"/>
              <a:gd name="connsiteY416" fmla="*/ 6259174 h 6858000"/>
              <a:gd name="connsiteX417" fmla="*/ 1100671 w 7467600"/>
              <a:gd name="connsiteY417" fmla="*/ 6252137 h 6858000"/>
              <a:gd name="connsiteX418" fmla="*/ 1090144 w 7467600"/>
              <a:gd name="connsiteY418" fmla="*/ 6256748 h 6858000"/>
              <a:gd name="connsiteX419" fmla="*/ 1095872 w 7467600"/>
              <a:gd name="connsiteY419" fmla="*/ 6271892 h 6858000"/>
              <a:gd name="connsiteX420" fmla="*/ 262785 w 7467600"/>
              <a:gd name="connsiteY420" fmla="*/ 6845450 h 6858000"/>
              <a:gd name="connsiteX421" fmla="*/ 209968 w 7467600"/>
              <a:gd name="connsiteY421" fmla="*/ 6770713 h 6858000"/>
              <a:gd name="connsiteX422" fmla="*/ 873460 w 7467600"/>
              <a:gd name="connsiteY422" fmla="*/ 6253768 h 6858000"/>
              <a:gd name="connsiteX423" fmla="*/ 192686 w 7467600"/>
              <a:gd name="connsiteY423" fmla="*/ 5849257 h 6858000"/>
              <a:gd name="connsiteX424" fmla="*/ 4696 w 7467600"/>
              <a:gd name="connsiteY424" fmla="*/ 5697668 h 6858000"/>
              <a:gd name="connsiteX425" fmla="*/ 0 w 7467600"/>
              <a:gd name="connsiteY425" fmla="*/ 5689984 h 6858000"/>
              <a:gd name="connsiteX426" fmla="*/ 0 w 7467600"/>
              <a:gd name="connsiteY426" fmla="*/ 5513472 h 6858000"/>
              <a:gd name="connsiteX427" fmla="*/ 174101 w 7467600"/>
              <a:gd name="connsiteY427" fmla="*/ 5620277 h 6858000"/>
              <a:gd name="connsiteX428" fmla="*/ 891800 w 7467600"/>
              <a:gd name="connsiteY428" fmla="*/ 6036935 h 6858000"/>
              <a:gd name="connsiteX429" fmla="*/ 1072219 w 7467600"/>
              <a:gd name="connsiteY429" fmla="*/ 6169443 h 6858000"/>
              <a:gd name="connsiteX430" fmla="*/ 1074117 w 7467600"/>
              <a:gd name="connsiteY430" fmla="*/ 6170301 h 6858000"/>
              <a:gd name="connsiteX431" fmla="*/ 1083114 w 7467600"/>
              <a:gd name="connsiteY431" fmla="*/ 6174131 h 6858000"/>
              <a:gd name="connsiteX432" fmla="*/ 1543010 w 7467600"/>
              <a:gd name="connsiteY432" fmla="*/ 6191140 h 6858000"/>
              <a:gd name="connsiteX433" fmla="*/ 1551080 w 7467600"/>
              <a:gd name="connsiteY433" fmla="*/ 6195006 h 6858000"/>
              <a:gd name="connsiteX434" fmla="*/ 2345443 w 7467600"/>
              <a:gd name="connsiteY434" fmla="*/ 5549882 h 6858000"/>
              <a:gd name="connsiteX435" fmla="*/ 1721499 w 7467600"/>
              <a:gd name="connsiteY435" fmla="*/ 5599969 h 6858000"/>
              <a:gd name="connsiteX436" fmla="*/ 767716 w 7467600"/>
              <a:gd name="connsiteY436" fmla="*/ 5472768 h 6858000"/>
              <a:gd name="connsiteX437" fmla="*/ 722147 w 7467600"/>
              <a:gd name="connsiteY437" fmla="*/ 5393091 h 6858000"/>
              <a:gd name="connsiteX438" fmla="*/ 1485552 w 7467600"/>
              <a:gd name="connsiteY438" fmla="*/ 5313202 h 6858000"/>
              <a:gd name="connsiteX439" fmla="*/ 2143004 w 7467600"/>
              <a:gd name="connsiteY439" fmla="*/ 5402420 h 6858000"/>
              <a:gd name="connsiteX440" fmla="*/ 1933391 w 7467600"/>
              <a:gd name="connsiteY440" fmla="*/ 5156971 h 6858000"/>
              <a:gd name="connsiteX441" fmla="*/ 1827118 w 7467600"/>
              <a:gd name="connsiteY441" fmla="*/ 4968410 h 6858000"/>
              <a:gd name="connsiteX442" fmla="*/ 1837349 w 7467600"/>
              <a:gd name="connsiteY442" fmla="*/ 4956357 h 6858000"/>
              <a:gd name="connsiteX443" fmla="*/ 2162835 w 7467600"/>
              <a:gd name="connsiteY443" fmla="*/ 5187853 h 6858000"/>
              <a:gd name="connsiteX444" fmla="*/ 2257167 w 7467600"/>
              <a:gd name="connsiteY444" fmla="*/ 5462123 h 6858000"/>
              <a:gd name="connsiteX445" fmla="*/ 2261598 w 7467600"/>
              <a:gd name="connsiteY445" fmla="*/ 5467998 h 6858000"/>
              <a:gd name="connsiteX446" fmla="*/ 2437177 w 7467600"/>
              <a:gd name="connsiteY446" fmla="*/ 5479608 h 6858000"/>
              <a:gd name="connsiteX447" fmla="*/ 2445247 w 7467600"/>
              <a:gd name="connsiteY447" fmla="*/ 5483476 h 6858000"/>
              <a:gd name="connsiteX448" fmla="*/ 2743626 w 7467600"/>
              <a:gd name="connsiteY448" fmla="*/ 5304819 h 6858000"/>
              <a:gd name="connsiteX449" fmla="*/ 3048102 w 7467600"/>
              <a:gd name="connsiteY449" fmla="*/ 5150595 h 6858000"/>
              <a:gd name="connsiteX450" fmla="*/ 1799414 w 7467600"/>
              <a:gd name="connsiteY450" fmla="*/ 4694732 h 6858000"/>
              <a:gd name="connsiteX451" fmla="*/ 1771735 w 7467600"/>
              <a:gd name="connsiteY451" fmla="*/ 4619929 h 6858000"/>
              <a:gd name="connsiteX452" fmla="*/ 3104273 w 7467600"/>
              <a:gd name="connsiteY452" fmla="*/ 5076159 h 6858000"/>
              <a:gd name="connsiteX453" fmla="*/ 3113245 w 7467600"/>
              <a:gd name="connsiteY453" fmla="*/ 5090705 h 6858000"/>
              <a:gd name="connsiteX454" fmla="*/ 3126294 w 7467600"/>
              <a:gd name="connsiteY454" fmla="*/ 5114400 h 6858000"/>
              <a:gd name="connsiteX455" fmla="*/ 3937433 w 7467600"/>
              <a:gd name="connsiteY455" fmla="*/ 4830473 h 6858000"/>
              <a:gd name="connsiteX456" fmla="*/ 3590475 w 7467600"/>
              <a:gd name="connsiteY456" fmla="*/ 4597974 h 6858000"/>
              <a:gd name="connsiteX457" fmla="*/ 3100264 w 7467600"/>
              <a:gd name="connsiteY457" fmla="*/ 4579845 h 6858000"/>
              <a:gd name="connsiteX458" fmla="*/ 2183576 w 7467600"/>
              <a:gd name="connsiteY458" fmla="*/ 4227150 h 6858000"/>
              <a:gd name="connsiteX459" fmla="*/ 2151029 w 7467600"/>
              <a:gd name="connsiteY459" fmla="*/ 4146947 h 6858000"/>
              <a:gd name="connsiteX460" fmla="*/ 3563434 w 7467600"/>
              <a:gd name="connsiteY460" fmla="*/ 4469115 h 6858000"/>
              <a:gd name="connsiteX461" fmla="*/ 3177952 w 7467600"/>
              <a:gd name="connsiteY461" fmla="*/ 3657386 h 6858000"/>
              <a:gd name="connsiteX462" fmla="*/ 3189263 w 7467600"/>
              <a:gd name="connsiteY462" fmla="*/ 3625726 h 6858000"/>
              <a:gd name="connsiteX463" fmla="*/ 3560912 w 7467600"/>
              <a:gd name="connsiteY463" fmla="*/ 4079863 h 6858000"/>
              <a:gd name="connsiteX464" fmla="*/ 3626636 w 7467600"/>
              <a:gd name="connsiteY464" fmla="*/ 4512230 h 6858000"/>
              <a:gd name="connsiteX465" fmla="*/ 3653088 w 7467600"/>
              <a:gd name="connsiteY465" fmla="*/ 4521417 h 6858000"/>
              <a:gd name="connsiteX466" fmla="*/ 3988128 w 7467600"/>
              <a:gd name="connsiteY466" fmla="*/ 4817267 h 6858000"/>
              <a:gd name="connsiteX467" fmla="*/ 4830582 w 7467600"/>
              <a:gd name="connsiteY467" fmla="*/ 4676000 h 6858000"/>
              <a:gd name="connsiteX468" fmla="*/ 4830100 w 7467600"/>
              <a:gd name="connsiteY468" fmla="*/ 4675554 h 6858000"/>
              <a:gd name="connsiteX469" fmla="*/ 4036318 w 7467600"/>
              <a:gd name="connsiteY469" fmla="*/ 4147013 h 6858000"/>
              <a:gd name="connsiteX470" fmla="*/ 3432098 w 7467600"/>
              <a:gd name="connsiteY470" fmla="*/ 3537312 h 6858000"/>
              <a:gd name="connsiteX471" fmla="*/ 3446761 w 7467600"/>
              <a:gd name="connsiteY471" fmla="*/ 3461278 h 6858000"/>
              <a:gd name="connsiteX472" fmla="*/ 4419733 w 7467600"/>
              <a:gd name="connsiteY472" fmla="*/ 3963555 h 6858000"/>
              <a:gd name="connsiteX473" fmla="*/ 4781371 w 7467600"/>
              <a:gd name="connsiteY473" fmla="*/ 4458604 h 6858000"/>
              <a:gd name="connsiteX474" fmla="*/ 4780440 w 7467600"/>
              <a:gd name="connsiteY474" fmla="*/ 4470290 h 6858000"/>
              <a:gd name="connsiteX475" fmla="*/ 4898954 w 7467600"/>
              <a:gd name="connsiteY475" fmla="*/ 4662092 h 6858000"/>
              <a:gd name="connsiteX476" fmla="*/ 4900699 w 7467600"/>
              <a:gd name="connsiteY476" fmla="*/ 4670867 h 6858000"/>
              <a:gd name="connsiteX477" fmla="*/ 5714511 w 7467600"/>
              <a:gd name="connsiteY477" fmla="*/ 4663483 h 6858000"/>
              <a:gd name="connsiteX478" fmla="*/ 5464793 w 7467600"/>
              <a:gd name="connsiteY478" fmla="*/ 4393556 h 6858000"/>
              <a:gd name="connsiteX479" fmla="*/ 5461897 w 7467600"/>
              <a:gd name="connsiteY479" fmla="*/ 4390879 h 6858000"/>
              <a:gd name="connsiteX480" fmla="*/ 4294126 w 7467600"/>
              <a:gd name="connsiteY480" fmla="*/ 3303048 h 6858000"/>
              <a:gd name="connsiteX481" fmla="*/ 4305321 w 7467600"/>
              <a:gd name="connsiteY481" fmla="*/ 3256953 h 6858000"/>
              <a:gd name="connsiteX482" fmla="*/ 4949299 w 7467600"/>
              <a:gd name="connsiteY482" fmla="*/ 3766336 h 6858000"/>
              <a:gd name="connsiteX483" fmla="*/ 5291452 w 7467600"/>
              <a:gd name="connsiteY483" fmla="*/ 4076801 h 6858000"/>
              <a:gd name="connsiteX484" fmla="*/ 5434998 w 7467600"/>
              <a:gd name="connsiteY484" fmla="*/ 4254100 h 6858000"/>
              <a:gd name="connsiteX485" fmla="*/ 5351015 w 7467600"/>
              <a:gd name="connsiteY485" fmla="*/ 3760989 h 6858000"/>
              <a:gd name="connsiteX486" fmla="*/ 5413780 w 7467600"/>
              <a:gd name="connsiteY486" fmla="*/ 2966265 h 6858000"/>
              <a:gd name="connsiteX487" fmla="*/ 5425627 w 7467600"/>
              <a:gd name="connsiteY487" fmla="*/ 2954192 h 6858000"/>
              <a:gd name="connsiteX488" fmla="*/ 6604735 w 7467600"/>
              <a:gd name="connsiteY488" fmla="*/ 2041381 h 6858000"/>
              <a:gd name="connsiteX489" fmla="*/ 7204487 w 7467600"/>
              <a:gd name="connsiteY489" fmla="*/ 2742112 h 6858000"/>
              <a:gd name="connsiteX490" fmla="*/ 7131592 w 7467600"/>
              <a:gd name="connsiteY490" fmla="*/ 2672096 h 6858000"/>
              <a:gd name="connsiteX491" fmla="*/ 6996344 w 7467600"/>
              <a:gd name="connsiteY491" fmla="*/ 2518310 h 6858000"/>
              <a:gd name="connsiteX492" fmla="*/ 6735495 w 7467600"/>
              <a:gd name="connsiteY492" fmla="*/ 2196890 h 6858000"/>
              <a:gd name="connsiteX493" fmla="*/ 6721901 w 7467600"/>
              <a:gd name="connsiteY493" fmla="*/ 2179274 h 6858000"/>
              <a:gd name="connsiteX494" fmla="*/ 6604735 w 7467600"/>
              <a:gd name="connsiteY494" fmla="*/ 2041381 h 6858000"/>
              <a:gd name="connsiteX495" fmla="*/ 6591670 w 7467600"/>
              <a:gd name="connsiteY495" fmla="*/ 1988277 h 6858000"/>
              <a:gd name="connsiteX496" fmla="*/ 6747349 w 7467600"/>
              <a:gd name="connsiteY496" fmla="*/ 2160069 h 6858000"/>
              <a:gd name="connsiteX497" fmla="*/ 6760943 w 7467600"/>
              <a:gd name="connsiteY497" fmla="*/ 2177686 h 6858000"/>
              <a:gd name="connsiteX498" fmla="*/ 7021065 w 7467600"/>
              <a:gd name="connsiteY498" fmla="*/ 2498102 h 6858000"/>
              <a:gd name="connsiteX499" fmla="*/ 7155223 w 7467600"/>
              <a:gd name="connsiteY499" fmla="*/ 2650386 h 6858000"/>
              <a:gd name="connsiteX500" fmla="*/ 7203167 w 7467600"/>
              <a:gd name="connsiteY500" fmla="*/ 2697288 h 6858000"/>
              <a:gd name="connsiteX501" fmla="*/ 6937703 w 7467600"/>
              <a:gd name="connsiteY501" fmla="*/ 2321981 h 6858000"/>
              <a:gd name="connsiteX502" fmla="*/ 6591670 w 7467600"/>
              <a:gd name="connsiteY502" fmla="*/ 1988277 h 6858000"/>
              <a:gd name="connsiteX503" fmla="*/ 5798671 w 7467600"/>
              <a:gd name="connsiteY503" fmla="*/ 1981601 h 6858000"/>
              <a:gd name="connsiteX504" fmla="*/ 5754709 w 7467600"/>
              <a:gd name="connsiteY504" fmla="*/ 2071454 h 6858000"/>
              <a:gd name="connsiteX505" fmla="*/ 5763044 w 7467600"/>
              <a:gd name="connsiteY505" fmla="*/ 2842206 h 6858000"/>
              <a:gd name="connsiteX506" fmla="*/ 5764974 w 7467600"/>
              <a:gd name="connsiteY506" fmla="*/ 2799609 h 6858000"/>
              <a:gd name="connsiteX507" fmla="*/ 5767665 w 7467600"/>
              <a:gd name="connsiteY507" fmla="*/ 2666409 h 6858000"/>
              <a:gd name="connsiteX508" fmla="*/ 5763055 w 7467600"/>
              <a:gd name="connsiteY508" fmla="*/ 2579705 h 6858000"/>
              <a:gd name="connsiteX509" fmla="*/ 5758079 w 7467600"/>
              <a:gd name="connsiteY509" fmla="*/ 2492508 h 6858000"/>
              <a:gd name="connsiteX510" fmla="*/ 5779325 w 7467600"/>
              <a:gd name="connsiteY510" fmla="*/ 2197069 h 6858000"/>
              <a:gd name="connsiteX511" fmla="*/ 5798671 w 7467600"/>
              <a:gd name="connsiteY511" fmla="*/ 1981601 h 6858000"/>
              <a:gd name="connsiteX512" fmla="*/ 5829202 w 7467600"/>
              <a:gd name="connsiteY512" fmla="*/ 1971679 h 6858000"/>
              <a:gd name="connsiteX513" fmla="*/ 5809558 w 7467600"/>
              <a:gd name="connsiteY513" fmla="*/ 2198043 h 6858000"/>
              <a:gd name="connsiteX514" fmla="*/ 5788653 w 7467600"/>
              <a:gd name="connsiteY514" fmla="*/ 2489430 h 6858000"/>
              <a:gd name="connsiteX515" fmla="*/ 5793439 w 7467600"/>
              <a:gd name="connsiteY515" fmla="*/ 2575235 h 6858000"/>
              <a:gd name="connsiteX516" fmla="*/ 5796837 w 7467600"/>
              <a:gd name="connsiteY516" fmla="*/ 2637633 h 6858000"/>
              <a:gd name="connsiteX517" fmla="*/ 5818614 w 7467600"/>
              <a:gd name="connsiteY517" fmla="*/ 2473055 h 6858000"/>
              <a:gd name="connsiteX518" fmla="*/ 5829202 w 7467600"/>
              <a:gd name="connsiteY518" fmla="*/ 1971679 h 6858000"/>
              <a:gd name="connsiteX519" fmla="*/ 5911389 w 7467600"/>
              <a:gd name="connsiteY519" fmla="*/ 1898371 h 6858000"/>
              <a:gd name="connsiteX520" fmla="*/ 6237627 w 7467600"/>
              <a:gd name="connsiteY520" fmla="*/ 2231921 h 6858000"/>
              <a:gd name="connsiteX521" fmla="*/ 5911389 w 7467600"/>
              <a:gd name="connsiteY521" fmla="*/ 1898371 h 6858000"/>
              <a:gd name="connsiteX522" fmla="*/ 6944437 w 7467600"/>
              <a:gd name="connsiteY522" fmla="*/ 1575402 h 6858000"/>
              <a:gd name="connsiteX523" fmla="*/ 6304730 w 7467600"/>
              <a:gd name="connsiteY523" fmla="*/ 1766654 h 6858000"/>
              <a:gd name="connsiteX524" fmla="*/ 6944437 w 7467600"/>
              <a:gd name="connsiteY524" fmla="*/ 1575402 h 6858000"/>
              <a:gd name="connsiteX525" fmla="*/ 7019523 w 7467600"/>
              <a:gd name="connsiteY525" fmla="*/ 1519450 h 6858000"/>
              <a:gd name="connsiteX526" fmla="*/ 6298091 w 7467600"/>
              <a:gd name="connsiteY526" fmla="*/ 1737122 h 6858000"/>
              <a:gd name="connsiteX527" fmla="*/ 7019523 w 7467600"/>
              <a:gd name="connsiteY527" fmla="*/ 1519450 h 6858000"/>
              <a:gd name="connsiteX528" fmla="*/ 2399523 w 7467600"/>
              <a:gd name="connsiteY528" fmla="*/ 1428234 h 6858000"/>
              <a:gd name="connsiteX529" fmla="*/ 2224982 w 7467600"/>
              <a:gd name="connsiteY529" fmla="*/ 1826201 h 6858000"/>
              <a:gd name="connsiteX530" fmla="*/ 2096099 w 7467600"/>
              <a:gd name="connsiteY530" fmla="*/ 2345900 h 6858000"/>
              <a:gd name="connsiteX531" fmla="*/ 2283317 w 7467600"/>
              <a:gd name="connsiteY531" fmla="*/ 1796925 h 6858000"/>
              <a:gd name="connsiteX532" fmla="*/ 2399523 w 7467600"/>
              <a:gd name="connsiteY532" fmla="*/ 1428234 h 6858000"/>
              <a:gd name="connsiteX533" fmla="*/ 2448558 w 7467600"/>
              <a:gd name="connsiteY533" fmla="*/ 1373435 h 6858000"/>
              <a:gd name="connsiteX534" fmla="*/ 2312521 w 7467600"/>
              <a:gd name="connsiteY534" fmla="*/ 1806140 h 6858000"/>
              <a:gd name="connsiteX535" fmla="*/ 2127533 w 7467600"/>
              <a:gd name="connsiteY535" fmla="*/ 2348380 h 6858000"/>
              <a:gd name="connsiteX536" fmla="*/ 2358080 w 7467600"/>
              <a:gd name="connsiteY536" fmla="*/ 1866134 h 6858000"/>
              <a:gd name="connsiteX537" fmla="*/ 2407436 w 7467600"/>
              <a:gd name="connsiteY537" fmla="*/ 1651070 h 6858000"/>
              <a:gd name="connsiteX538" fmla="*/ 2448558 w 7467600"/>
              <a:gd name="connsiteY538" fmla="*/ 1373435 h 6858000"/>
              <a:gd name="connsiteX539" fmla="*/ 278707 w 7467600"/>
              <a:gd name="connsiteY539" fmla="*/ 1352270 h 6858000"/>
              <a:gd name="connsiteX540" fmla="*/ 321570 w 7467600"/>
              <a:gd name="connsiteY540" fmla="*/ 1861610 h 6858000"/>
              <a:gd name="connsiteX541" fmla="*/ 294281 w 7467600"/>
              <a:gd name="connsiteY541" fmla="*/ 1440658 h 6858000"/>
              <a:gd name="connsiteX542" fmla="*/ 278707 w 7467600"/>
              <a:gd name="connsiteY542" fmla="*/ 1352270 h 6858000"/>
              <a:gd name="connsiteX543" fmla="*/ 1423821 w 7467600"/>
              <a:gd name="connsiteY543" fmla="*/ 1351958 h 6858000"/>
              <a:gd name="connsiteX544" fmla="*/ 1638521 w 7467600"/>
              <a:gd name="connsiteY544" fmla="*/ 1908470 h 6858000"/>
              <a:gd name="connsiteX545" fmla="*/ 1754199 w 7467600"/>
              <a:gd name="connsiteY545" fmla="*/ 2149284 h 6858000"/>
              <a:gd name="connsiteX546" fmla="*/ 1908359 w 7467600"/>
              <a:gd name="connsiteY546" fmla="*/ 2364988 h 6858000"/>
              <a:gd name="connsiteX547" fmla="*/ 1647661 w 7467600"/>
              <a:gd name="connsiteY547" fmla="*/ 1825945 h 6858000"/>
              <a:gd name="connsiteX548" fmla="*/ 1423821 w 7467600"/>
              <a:gd name="connsiteY548" fmla="*/ 1351958 h 6858000"/>
              <a:gd name="connsiteX549" fmla="*/ 1431890 w 7467600"/>
              <a:gd name="connsiteY549" fmla="*/ 1306475 h 6858000"/>
              <a:gd name="connsiteX550" fmla="*/ 1507597 w 7467600"/>
              <a:gd name="connsiteY550" fmla="*/ 1446132 h 6858000"/>
              <a:gd name="connsiteX551" fmla="*/ 1674586 w 7467600"/>
              <a:gd name="connsiteY551" fmla="*/ 1813832 h 6858000"/>
              <a:gd name="connsiteX552" fmla="*/ 1815950 w 7467600"/>
              <a:gd name="connsiteY552" fmla="*/ 2128564 h 6858000"/>
              <a:gd name="connsiteX553" fmla="*/ 1984242 w 7467600"/>
              <a:gd name="connsiteY553" fmla="*/ 2430829 h 6858000"/>
              <a:gd name="connsiteX554" fmla="*/ 2014023 w 7467600"/>
              <a:gd name="connsiteY554" fmla="*/ 2450995 h 6858000"/>
              <a:gd name="connsiteX555" fmla="*/ 1747337 w 7467600"/>
              <a:gd name="connsiteY555" fmla="*/ 1855264 h 6858000"/>
              <a:gd name="connsiteX556" fmla="*/ 1533749 w 7467600"/>
              <a:gd name="connsiteY556" fmla="*/ 1478656 h 6858000"/>
              <a:gd name="connsiteX557" fmla="*/ 1431890 w 7467600"/>
              <a:gd name="connsiteY557" fmla="*/ 1306475 h 6858000"/>
              <a:gd name="connsiteX558" fmla="*/ 5052692 w 7467600"/>
              <a:gd name="connsiteY558" fmla="*/ 1292994 h 6858000"/>
              <a:gd name="connsiteX559" fmla="*/ 5200661 w 7467600"/>
              <a:gd name="connsiteY559" fmla="*/ 1635186 h 6858000"/>
              <a:gd name="connsiteX560" fmla="*/ 5297138 w 7467600"/>
              <a:gd name="connsiteY560" fmla="*/ 1906351 h 6858000"/>
              <a:gd name="connsiteX561" fmla="*/ 5052692 w 7467600"/>
              <a:gd name="connsiteY561" fmla="*/ 1292994 h 6858000"/>
              <a:gd name="connsiteX562" fmla="*/ 5009948 w 7467600"/>
              <a:gd name="connsiteY562" fmla="*/ 1273619 h 6858000"/>
              <a:gd name="connsiteX563" fmla="*/ 5121777 w 7467600"/>
              <a:gd name="connsiteY563" fmla="*/ 1654213 h 6858000"/>
              <a:gd name="connsiteX564" fmla="*/ 5293545 w 7467600"/>
              <a:gd name="connsiteY564" fmla="*/ 2072247 h 6858000"/>
              <a:gd name="connsiteX565" fmla="*/ 5294042 w 7467600"/>
              <a:gd name="connsiteY565" fmla="*/ 2065019 h 6858000"/>
              <a:gd name="connsiteX566" fmla="*/ 5171936 w 7467600"/>
              <a:gd name="connsiteY566" fmla="*/ 1647613 h 6858000"/>
              <a:gd name="connsiteX567" fmla="*/ 5009948 w 7467600"/>
              <a:gd name="connsiteY567" fmla="*/ 1273619 h 6858000"/>
              <a:gd name="connsiteX568" fmla="*/ 655236 w 7467600"/>
              <a:gd name="connsiteY568" fmla="*/ 1268632 h 6858000"/>
              <a:gd name="connsiteX569" fmla="*/ 839521 w 7467600"/>
              <a:gd name="connsiteY569" fmla="*/ 1685315 h 6858000"/>
              <a:gd name="connsiteX570" fmla="*/ 1109416 w 7467600"/>
              <a:gd name="connsiteY570" fmla="*/ 2061663 h 6858000"/>
              <a:gd name="connsiteX571" fmla="*/ 1298300 w 7467600"/>
              <a:gd name="connsiteY571" fmla="*/ 2247742 h 6858000"/>
              <a:gd name="connsiteX572" fmla="*/ 1125871 w 7467600"/>
              <a:gd name="connsiteY572" fmla="*/ 1989513 h 6858000"/>
              <a:gd name="connsiteX573" fmla="*/ 981574 w 7467600"/>
              <a:gd name="connsiteY573" fmla="*/ 1783157 h 6858000"/>
              <a:gd name="connsiteX574" fmla="*/ 922198 w 7467600"/>
              <a:gd name="connsiteY574" fmla="*/ 1677437 h 6858000"/>
              <a:gd name="connsiteX575" fmla="*/ 869293 w 7467600"/>
              <a:gd name="connsiteY575" fmla="*/ 1583214 h 6858000"/>
              <a:gd name="connsiteX576" fmla="*/ 751431 w 7467600"/>
              <a:gd name="connsiteY576" fmla="*/ 1405731 h 6858000"/>
              <a:gd name="connsiteX577" fmla="*/ 655236 w 7467600"/>
              <a:gd name="connsiteY577" fmla="*/ 1268632 h 6858000"/>
              <a:gd name="connsiteX578" fmla="*/ 6516292 w 7467600"/>
              <a:gd name="connsiteY578" fmla="*/ 1263064 h 6858000"/>
              <a:gd name="connsiteX579" fmla="*/ 5736320 w 7467600"/>
              <a:gd name="connsiteY579" fmla="*/ 1501803 h 6858000"/>
              <a:gd name="connsiteX580" fmla="*/ 6516292 w 7467600"/>
              <a:gd name="connsiteY580" fmla="*/ 1263064 h 6858000"/>
              <a:gd name="connsiteX581" fmla="*/ 291466 w 7467600"/>
              <a:gd name="connsiteY581" fmla="*/ 1250369 h 6858000"/>
              <a:gd name="connsiteX582" fmla="*/ 323180 w 7467600"/>
              <a:gd name="connsiteY582" fmla="*/ 1435283 h 6858000"/>
              <a:gd name="connsiteX583" fmla="*/ 349381 w 7467600"/>
              <a:gd name="connsiteY583" fmla="*/ 1875041 h 6858000"/>
              <a:gd name="connsiteX584" fmla="*/ 374363 w 7467600"/>
              <a:gd name="connsiteY584" fmla="*/ 1506494 h 6858000"/>
              <a:gd name="connsiteX585" fmla="*/ 302168 w 7467600"/>
              <a:gd name="connsiteY585" fmla="*/ 1274495 h 6858000"/>
              <a:gd name="connsiteX586" fmla="*/ 291466 w 7467600"/>
              <a:gd name="connsiteY586" fmla="*/ 1250369 h 6858000"/>
              <a:gd name="connsiteX587" fmla="*/ 678222 w 7467600"/>
              <a:gd name="connsiteY587" fmla="*/ 1248670 h 6858000"/>
              <a:gd name="connsiteX588" fmla="*/ 775536 w 7467600"/>
              <a:gd name="connsiteY588" fmla="*/ 1388015 h 6858000"/>
              <a:gd name="connsiteX589" fmla="*/ 894529 w 7467600"/>
              <a:gd name="connsiteY589" fmla="*/ 1567739 h 6858000"/>
              <a:gd name="connsiteX590" fmla="*/ 948000 w 7467600"/>
              <a:gd name="connsiteY590" fmla="*/ 1663088 h 6858000"/>
              <a:gd name="connsiteX591" fmla="*/ 1006812 w 7467600"/>
              <a:gd name="connsiteY591" fmla="*/ 1767683 h 6858000"/>
              <a:gd name="connsiteX592" fmla="*/ 1149133 w 7467600"/>
              <a:gd name="connsiteY592" fmla="*/ 1971513 h 6858000"/>
              <a:gd name="connsiteX593" fmla="*/ 1333952 w 7467600"/>
              <a:gd name="connsiteY593" fmla="*/ 2251620 h 6858000"/>
              <a:gd name="connsiteX594" fmla="*/ 1337329 w 7467600"/>
              <a:gd name="connsiteY594" fmla="*/ 2258350 h 6858000"/>
              <a:gd name="connsiteX595" fmla="*/ 1014726 w 7467600"/>
              <a:gd name="connsiteY595" fmla="*/ 1615556 h 6858000"/>
              <a:gd name="connsiteX596" fmla="*/ 678222 w 7467600"/>
              <a:gd name="connsiteY596" fmla="*/ 1248670 h 6858000"/>
              <a:gd name="connsiteX597" fmla="*/ 6691602 w 7467600"/>
              <a:gd name="connsiteY597" fmla="*/ 1140573 h 6858000"/>
              <a:gd name="connsiteX598" fmla="*/ 6571100 w 7467600"/>
              <a:gd name="connsiteY598" fmla="*/ 1183662 h 6858000"/>
              <a:gd name="connsiteX599" fmla="*/ 6241687 w 7467600"/>
              <a:gd name="connsiteY599" fmla="*/ 1257600 h 6858000"/>
              <a:gd name="connsiteX600" fmla="*/ 5693009 w 7467600"/>
              <a:gd name="connsiteY600" fmla="*/ 1478256 h 6858000"/>
              <a:gd name="connsiteX601" fmla="*/ 6548420 w 7467600"/>
              <a:gd name="connsiteY601" fmla="*/ 1214599 h 6858000"/>
              <a:gd name="connsiteX602" fmla="*/ 6605473 w 7467600"/>
              <a:gd name="connsiteY602" fmla="*/ 1184686 h 6858000"/>
              <a:gd name="connsiteX603" fmla="*/ 6691602 w 7467600"/>
              <a:gd name="connsiteY603" fmla="*/ 1140573 h 6858000"/>
              <a:gd name="connsiteX604" fmla="*/ 4002475 w 7467600"/>
              <a:gd name="connsiteY604" fmla="*/ 1037802 h 6858000"/>
              <a:gd name="connsiteX605" fmla="*/ 4000324 w 7467600"/>
              <a:gd name="connsiteY605" fmla="*/ 1039362 h 6858000"/>
              <a:gd name="connsiteX606" fmla="*/ 4002862 w 7467600"/>
              <a:gd name="connsiteY606" fmla="*/ 1042866 h 6858000"/>
              <a:gd name="connsiteX607" fmla="*/ 4002475 w 7467600"/>
              <a:gd name="connsiteY607" fmla="*/ 1037802 h 6858000"/>
              <a:gd name="connsiteX608" fmla="*/ 506322 w 7467600"/>
              <a:gd name="connsiteY608" fmla="*/ 1020997 h 6858000"/>
              <a:gd name="connsiteX609" fmla="*/ 533068 w 7467600"/>
              <a:gd name="connsiteY609" fmla="*/ 1029409 h 6858000"/>
              <a:gd name="connsiteX610" fmla="*/ 1232525 w 7467600"/>
              <a:gd name="connsiteY610" fmla="*/ 1804675 h 6858000"/>
              <a:gd name="connsiteX611" fmla="*/ 1388858 w 7467600"/>
              <a:gd name="connsiteY611" fmla="*/ 2368011 h 6858000"/>
              <a:gd name="connsiteX612" fmla="*/ 1384098 w 7467600"/>
              <a:gd name="connsiteY612" fmla="*/ 2378125 h 6858000"/>
              <a:gd name="connsiteX613" fmla="*/ 1425393 w 7467600"/>
              <a:gd name="connsiteY613" fmla="*/ 2589124 h 6858000"/>
              <a:gd name="connsiteX614" fmla="*/ 1424001 w 7467600"/>
              <a:gd name="connsiteY614" fmla="*/ 2597541 h 6858000"/>
              <a:gd name="connsiteX615" fmla="*/ 2152729 w 7467600"/>
              <a:gd name="connsiteY615" fmla="*/ 2864487 h 6858000"/>
              <a:gd name="connsiteX616" fmla="*/ 2020609 w 7467600"/>
              <a:gd name="connsiteY616" fmla="*/ 2539671 h 6858000"/>
              <a:gd name="connsiteX617" fmla="*/ 2018920 w 7467600"/>
              <a:gd name="connsiteY617" fmla="*/ 2536309 h 6858000"/>
              <a:gd name="connsiteX618" fmla="*/ 1342441 w 7467600"/>
              <a:gd name="connsiteY618" fmla="*/ 1173017 h 6858000"/>
              <a:gd name="connsiteX619" fmla="*/ 1367925 w 7467600"/>
              <a:gd name="connsiteY619" fmla="*/ 1135648 h 6858000"/>
              <a:gd name="connsiteX620" fmla="*/ 1771401 w 7467600"/>
              <a:gd name="connsiteY620" fmla="*/ 1806673 h 6858000"/>
              <a:gd name="connsiteX621" fmla="*/ 1972385 w 7467600"/>
              <a:gd name="connsiteY621" fmla="*/ 2198735 h 6858000"/>
              <a:gd name="connsiteX622" fmla="*/ 2040892 w 7467600"/>
              <a:gd name="connsiteY622" fmla="*/ 2405205 h 6858000"/>
              <a:gd name="connsiteX623" fmla="*/ 2131689 w 7467600"/>
              <a:gd name="connsiteY623" fmla="*/ 1936926 h 6858000"/>
              <a:gd name="connsiteX624" fmla="*/ 2454820 w 7467600"/>
              <a:gd name="connsiteY624" fmla="*/ 1248808 h 6858000"/>
              <a:gd name="connsiteX625" fmla="*/ 2492512 w 7467600"/>
              <a:gd name="connsiteY625" fmla="*/ 1302920 h 6858000"/>
              <a:gd name="connsiteX626" fmla="*/ 2081216 w 7467600"/>
              <a:gd name="connsiteY626" fmla="*/ 2527513 h 6858000"/>
              <a:gd name="connsiteX627" fmla="*/ 2081211 w 7467600"/>
              <a:gd name="connsiteY627" fmla="*/ 2528916 h 6858000"/>
              <a:gd name="connsiteX628" fmla="*/ 2199067 w 7467600"/>
              <a:gd name="connsiteY628" fmla="*/ 2884061 h 6858000"/>
              <a:gd name="connsiteX629" fmla="*/ 3192586 w 7467600"/>
              <a:gd name="connsiteY629" fmla="*/ 3411496 h 6858000"/>
              <a:gd name="connsiteX630" fmla="*/ 3182620 w 7467600"/>
              <a:gd name="connsiteY630" fmla="*/ 3483279 h 6858000"/>
              <a:gd name="connsiteX631" fmla="*/ 2435119 w 7467600"/>
              <a:gd name="connsiteY631" fmla="*/ 3080173 h 6858000"/>
              <a:gd name="connsiteX632" fmla="*/ 2410152 w 7467600"/>
              <a:gd name="connsiteY632" fmla="*/ 3063751 h 6858000"/>
              <a:gd name="connsiteX633" fmla="*/ 2408099 w 7467600"/>
              <a:gd name="connsiteY633" fmla="*/ 3064403 h 6858000"/>
              <a:gd name="connsiteX634" fmla="*/ 2407218 w 7467600"/>
              <a:gd name="connsiteY634" fmla="*/ 3070324 h 6858000"/>
              <a:gd name="connsiteX635" fmla="*/ 2380138 w 7467600"/>
              <a:gd name="connsiteY635" fmla="*/ 3099341 h 6858000"/>
              <a:gd name="connsiteX636" fmla="*/ 1765923 w 7467600"/>
              <a:gd name="connsiteY636" fmla="*/ 3581043 h 6858000"/>
              <a:gd name="connsiteX637" fmla="*/ 1702258 w 7467600"/>
              <a:gd name="connsiteY637" fmla="*/ 3612286 h 6858000"/>
              <a:gd name="connsiteX638" fmla="*/ 1538370 w 7467600"/>
              <a:gd name="connsiteY638" fmla="*/ 3811804 h 6858000"/>
              <a:gd name="connsiteX639" fmla="*/ 542867 w 7467600"/>
              <a:gd name="connsiteY639" fmla="*/ 4944092 h 6858000"/>
              <a:gd name="connsiteX640" fmla="*/ 515800 w 7467600"/>
              <a:gd name="connsiteY640" fmla="*/ 4862180 h 6858000"/>
              <a:gd name="connsiteX641" fmla="*/ 909145 w 7467600"/>
              <a:gd name="connsiteY641" fmla="*/ 4199225 h 6858000"/>
              <a:gd name="connsiteX642" fmla="*/ 1214067 w 7467600"/>
              <a:gd name="connsiteY642" fmla="*/ 3908561 h 6858000"/>
              <a:gd name="connsiteX643" fmla="*/ 640967 w 7467600"/>
              <a:gd name="connsiteY643" fmla="*/ 4105601 h 6858000"/>
              <a:gd name="connsiteX644" fmla="*/ 112563 w 7467600"/>
              <a:gd name="connsiteY644" fmla="*/ 4396952 h 6858000"/>
              <a:gd name="connsiteX645" fmla="*/ 0 w 7467600"/>
              <a:gd name="connsiteY645" fmla="*/ 4466006 h 6858000"/>
              <a:gd name="connsiteX646" fmla="*/ 0 w 7467600"/>
              <a:gd name="connsiteY646" fmla="*/ 4233763 h 6858000"/>
              <a:gd name="connsiteX647" fmla="*/ 36881 w 7467600"/>
              <a:gd name="connsiteY647" fmla="*/ 4200118 h 6858000"/>
              <a:gd name="connsiteX648" fmla="*/ 910534 w 7467600"/>
              <a:gd name="connsiteY648" fmla="*/ 3629753 h 6858000"/>
              <a:gd name="connsiteX649" fmla="*/ 1578717 w 7467600"/>
              <a:gd name="connsiteY649" fmla="*/ 3575982 h 6858000"/>
              <a:gd name="connsiteX650" fmla="*/ 2338780 w 7467600"/>
              <a:gd name="connsiteY650" fmla="*/ 3033725 h 6858000"/>
              <a:gd name="connsiteX651" fmla="*/ 1807991 w 7467600"/>
              <a:gd name="connsiteY651" fmla="*/ 2807184 h 6858000"/>
              <a:gd name="connsiteX652" fmla="*/ 1416358 w 7467600"/>
              <a:gd name="connsiteY652" fmla="*/ 3112571 h 6858000"/>
              <a:gd name="connsiteX653" fmla="*/ 939066 w 7467600"/>
              <a:gd name="connsiteY653" fmla="*/ 3378798 h 6858000"/>
              <a:gd name="connsiteX654" fmla="*/ 115099 w 7467600"/>
              <a:gd name="connsiteY654" fmla="*/ 3607650 h 6858000"/>
              <a:gd name="connsiteX655" fmla="*/ 97284 w 7467600"/>
              <a:gd name="connsiteY655" fmla="*/ 3520393 h 6858000"/>
              <a:gd name="connsiteX656" fmla="*/ 922050 w 7467600"/>
              <a:gd name="connsiteY656" fmla="*/ 3074867 h 6858000"/>
              <a:gd name="connsiteX657" fmla="*/ 1405265 w 7467600"/>
              <a:gd name="connsiteY657" fmla="*/ 3016319 h 6858000"/>
              <a:gd name="connsiteX658" fmla="*/ 1407512 w 7467600"/>
              <a:gd name="connsiteY658" fmla="*/ 3018001 h 6858000"/>
              <a:gd name="connsiteX659" fmla="*/ 1726266 w 7467600"/>
              <a:gd name="connsiteY659" fmla="*/ 2777274 h 6858000"/>
              <a:gd name="connsiteX660" fmla="*/ 625390 w 7467600"/>
              <a:gd name="connsiteY660" fmla="*/ 2514541 h 6858000"/>
              <a:gd name="connsiteX661" fmla="*/ 619799 w 7467600"/>
              <a:gd name="connsiteY661" fmla="*/ 2527180 h 6858000"/>
              <a:gd name="connsiteX662" fmla="*/ 310030 w 7467600"/>
              <a:gd name="connsiteY662" fmla="*/ 2771818 h 6858000"/>
              <a:gd name="connsiteX663" fmla="*/ 173877 w 7467600"/>
              <a:gd name="connsiteY663" fmla="*/ 2937056 h 6858000"/>
              <a:gd name="connsiteX664" fmla="*/ 77889 w 7467600"/>
              <a:gd name="connsiteY664" fmla="*/ 3138440 h 6858000"/>
              <a:gd name="connsiteX665" fmla="*/ 0 w 7467600"/>
              <a:gd name="connsiteY665" fmla="*/ 3271395 h 6858000"/>
              <a:gd name="connsiteX666" fmla="*/ 0 w 7467600"/>
              <a:gd name="connsiteY666" fmla="*/ 3153002 h 6858000"/>
              <a:gd name="connsiteX667" fmla="*/ 2386 w 7467600"/>
              <a:gd name="connsiteY667" fmla="*/ 3149203 h 6858000"/>
              <a:gd name="connsiteX668" fmla="*/ 89753 w 7467600"/>
              <a:gd name="connsiteY668" fmla="*/ 2987702 h 6858000"/>
              <a:gd name="connsiteX669" fmla="*/ 76869 w 7467600"/>
              <a:gd name="connsiteY669" fmla="*/ 3005404 h 6858000"/>
              <a:gd name="connsiteX670" fmla="*/ 32049 w 7467600"/>
              <a:gd name="connsiteY670" fmla="*/ 3065814 h 6858000"/>
              <a:gd name="connsiteX671" fmla="*/ 0 w 7467600"/>
              <a:gd name="connsiteY671" fmla="*/ 3108744 h 6858000"/>
              <a:gd name="connsiteX672" fmla="*/ 0 w 7467600"/>
              <a:gd name="connsiteY672" fmla="*/ 3058059 h 6858000"/>
              <a:gd name="connsiteX673" fmla="*/ 7610 w 7467600"/>
              <a:gd name="connsiteY673" fmla="*/ 3047889 h 6858000"/>
              <a:gd name="connsiteX674" fmla="*/ 52419 w 7467600"/>
              <a:gd name="connsiteY674" fmla="*/ 2987479 h 6858000"/>
              <a:gd name="connsiteX675" fmla="*/ 59142 w 7467600"/>
              <a:gd name="connsiteY675" fmla="*/ 2978488 h 6858000"/>
              <a:gd name="connsiteX676" fmla="*/ 0 w 7467600"/>
              <a:gd name="connsiteY676" fmla="*/ 3015334 h 6858000"/>
              <a:gd name="connsiteX677" fmla="*/ 0 w 7467600"/>
              <a:gd name="connsiteY677" fmla="*/ 2914286 h 6858000"/>
              <a:gd name="connsiteX678" fmla="*/ 36383 w 7467600"/>
              <a:gd name="connsiteY678" fmla="*/ 2901128 h 6858000"/>
              <a:gd name="connsiteX679" fmla="*/ 156329 w 7467600"/>
              <a:gd name="connsiteY679" fmla="*/ 2840533 h 6858000"/>
              <a:gd name="connsiteX680" fmla="*/ 358355 w 7467600"/>
              <a:gd name="connsiteY680" fmla="*/ 2620471 h 6858000"/>
              <a:gd name="connsiteX681" fmla="*/ 510577 w 7467600"/>
              <a:gd name="connsiteY681" fmla="*/ 2501244 h 6858000"/>
              <a:gd name="connsiteX682" fmla="*/ 211967 w 7467600"/>
              <a:gd name="connsiteY682" fmla="*/ 2479171 h 6858000"/>
              <a:gd name="connsiteX683" fmla="*/ 0 w 7467600"/>
              <a:gd name="connsiteY683" fmla="*/ 2476398 h 6858000"/>
              <a:gd name="connsiteX684" fmla="*/ 0 w 7467600"/>
              <a:gd name="connsiteY684" fmla="*/ 2389189 h 6858000"/>
              <a:gd name="connsiteX685" fmla="*/ 103062 w 7467600"/>
              <a:gd name="connsiteY685" fmla="*/ 2389518 h 6858000"/>
              <a:gd name="connsiteX686" fmla="*/ 510734 w 7467600"/>
              <a:gd name="connsiteY686" fmla="*/ 2416201 h 6858000"/>
              <a:gd name="connsiteX687" fmla="*/ 279257 w 7467600"/>
              <a:gd name="connsiteY687" fmla="*/ 2092102 h 6858000"/>
              <a:gd name="connsiteX688" fmla="*/ 65265 w 7467600"/>
              <a:gd name="connsiteY688" fmla="*/ 2006049 h 6858000"/>
              <a:gd name="connsiteX689" fmla="*/ 0 w 7467600"/>
              <a:gd name="connsiteY689" fmla="*/ 1982532 h 6858000"/>
              <a:gd name="connsiteX690" fmla="*/ 0 w 7467600"/>
              <a:gd name="connsiteY690" fmla="*/ 1912789 h 6858000"/>
              <a:gd name="connsiteX691" fmla="*/ 97460 w 7467600"/>
              <a:gd name="connsiteY691" fmla="*/ 1953725 h 6858000"/>
              <a:gd name="connsiteX692" fmla="*/ 221272 w 7467600"/>
              <a:gd name="connsiteY692" fmla="*/ 1980766 h 6858000"/>
              <a:gd name="connsiteX693" fmla="*/ 116765 w 7467600"/>
              <a:gd name="connsiteY693" fmla="*/ 1911033 h 6858000"/>
              <a:gd name="connsiteX694" fmla="*/ 16405 w 7467600"/>
              <a:gd name="connsiteY694" fmla="*/ 1803412 h 6858000"/>
              <a:gd name="connsiteX695" fmla="*/ 0 w 7467600"/>
              <a:gd name="connsiteY695" fmla="*/ 1784777 h 6858000"/>
              <a:gd name="connsiteX696" fmla="*/ 0 w 7467600"/>
              <a:gd name="connsiteY696" fmla="*/ 1740082 h 6858000"/>
              <a:gd name="connsiteX697" fmla="*/ 39394 w 7467600"/>
              <a:gd name="connsiteY697" fmla="*/ 1784856 h 6858000"/>
              <a:gd name="connsiteX698" fmla="*/ 135813 w 7467600"/>
              <a:gd name="connsiteY698" fmla="*/ 1888838 h 6858000"/>
              <a:gd name="connsiteX699" fmla="*/ 242575 w 7467600"/>
              <a:gd name="connsiteY699" fmla="*/ 1958841 h 6858000"/>
              <a:gd name="connsiteX700" fmla="*/ 82197 w 7467600"/>
              <a:gd name="connsiteY700" fmla="*/ 1754826 h 6858000"/>
              <a:gd name="connsiteX701" fmla="*/ 0 w 7467600"/>
              <a:gd name="connsiteY701" fmla="*/ 1679650 h 6858000"/>
              <a:gd name="connsiteX702" fmla="*/ 0 w 7467600"/>
              <a:gd name="connsiteY702" fmla="*/ 1602463 h 6858000"/>
              <a:gd name="connsiteX703" fmla="*/ 84689 w 7467600"/>
              <a:gd name="connsiteY703" fmla="*/ 1677442 h 6858000"/>
              <a:gd name="connsiteX704" fmla="*/ 298437 w 7467600"/>
              <a:gd name="connsiteY704" fmla="*/ 1968019 h 6858000"/>
              <a:gd name="connsiteX705" fmla="*/ 227269 w 7467600"/>
              <a:gd name="connsiteY705" fmla="*/ 1114064 h 6858000"/>
              <a:gd name="connsiteX706" fmla="*/ 248003 w 7467600"/>
              <a:gd name="connsiteY706" fmla="*/ 1089613 h 6858000"/>
              <a:gd name="connsiteX707" fmla="*/ 427020 w 7467600"/>
              <a:gd name="connsiteY707" fmla="*/ 1619803 h 6858000"/>
              <a:gd name="connsiteX708" fmla="*/ 340345 w 7467600"/>
              <a:gd name="connsiteY708" fmla="*/ 2027739 h 6858000"/>
              <a:gd name="connsiteX709" fmla="*/ 360865 w 7467600"/>
              <a:gd name="connsiteY709" fmla="*/ 2044827 h 6858000"/>
              <a:gd name="connsiteX710" fmla="*/ 560414 w 7467600"/>
              <a:gd name="connsiteY710" fmla="*/ 2421457 h 6858000"/>
              <a:gd name="connsiteX711" fmla="*/ 1359703 w 7467600"/>
              <a:gd name="connsiteY711" fmla="*/ 2578554 h 6858000"/>
              <a:gd name="connsiteX712" fmla="*/ 1359422 w 7467600"/>
              <a:gd name="connsiteY712" fmla="*/ 2577994 h 6858000"/>
              <a:gd name="connsiteX713" fmla="*/ 828701 w 7467600"/>
              <a:gd name="connsiteY713" fmla="*/ 1839520 h 6858000"/>
              <a:gd name="connsiteX714" fmla="*/ 494427 w 7467600"/>
              <a:gd name="connsiteY714" fmla="*/ 1092333 h 6858000"/>
              <a:gd name="connsiteX715" fmla="*/ 506322 w 7467600"/>
              <a:gd name="connsiteY715" fmla="*/ 1020997 h 6858000"/>
              <a:gd name="connsiteX716" fmla="*/ 4570198 w 7467600"/>
              <a:gd name="connsiteY716" fmla="*/ 978081 h 6858000"/>
              <a:gd name="connsiteX717" fmla="*/ 4523691 w 7467600"/>
              <a:gd name="connsiteY717" fmla="*/ 1127776 h 6858000"/>
              <a:gd name="connsiteX718" fmla="*/ 4509875 w 7467600"/>
              <a:gd name="connsiteY718" fmla="*/ 1167552 h 6858000"/>
              <a:gd name="connsiteX719" fmla="*/ 4478168 w 7467600"/>
              <a:gd name="connsiteY719" fmla="*/ 1260735 h 6858000"/>
              <a:gd name="connsiteX720" fmla="*/ 4409309 w 7467600"/>
              <a:gd name="connsiteY720" fmla="*/ 1666996 h 6858000"/>
              <a:gd name="connsiteX721" fmla="*/ 4370031 w 7467600"/>
              <a:gd name="connsiteY721" fmla="*/ 1955666 h 6858000"/>
              <a:gd name="connsiteX722" fmla="*/ 4570198 w 7467600"/>
              <a:gd name="connsiteY722" fmla="*/ 978081 h 6858000"/>
              <a:gd name="connsiteX723" fmla="*/ 4557898 w 7467600"/>
              <a:gd name="connsiteY723" fmla="*/ 900011 h 6858000"/>
              <a:gd name="connsiteX724" fmla="*/ 4344840 w 7467600"/>
              <a:gd name="connsiteY724" fmla="*/ 1922038 h 6858000"/>
              <a:gd name="connsiteX725" fmla="*/ 4378710 w 7467600"/>
              <a:gd name="connsiteY725" fmla="*/ 1665516 h 6858000"/>
              <a:gd name="connsiteX726" fmla="*/ 4448798 w 7467600"/>
              <a:gd name="connsiteY726" fmla="*/ 1253024 h 6858000"/>
              <a:gd name="connsiteX727" fmla="*/ 4480315 w 7467600"/>
              <a:gd name="connsiteY727" fmla="*/ 1158454 h 6858000"/>
              <a:gd name="connsiteX728" fmla="*/ 4494133 w 7467600"/>
              <a:gd name="connsiteY728" fmla="*/ 1118676 h 6858000"/>
              <a:gd name="connsiteX729" fmla="*/ 4557898 w 7467600"/>
              <a:gd name="connsiteY729" fmla="*/ 900011 h 6858000"/>
              <a:gd name="connsiteX730" fmla="*/ 5870151 w 7467600"/>
              <a:gd name="connsiteY730" fmla="*/ 898890 h 6858000"/>
              <a:gd name="connsiteX731" fmla="*/ 5861335 w 7467600"/>
              <a:gd name="connsiteY731" fmla="*/ 899177 h 6858000"/>
              <a:gd name="connsiteX732" fmla="*/ 5843702 w 7467600"/>
              <a:gd name="connsiteY732" fmla="*/ 899748 h 6858000"/>
              <a:gd name="connsiteX733" fmla="*/ 5651107 w 7467600"/>
              <a:gd name="connsiteY733" fmla="*/ 920306 h 6858000"/>
              <a:gd name="connsiteX734" fmla="*/ 5459407 w 7467600"/>
              <a:gd name="connsiteY734" fmla="*/ 940975 h 6858000"/>
              <a:gd name="connsiteX735" fmla="*/ 5374846 w 7467600"/>
              <a:gd name="connsiteY735" fmla="*/ 941988 h 6858000"/>
              <a:gd name="connsiteX736" fmla="*/ 5256105 w 7467600"/>
              <a:gd name="connsiteY736" fmla="*/ 945632 h 6858000"/>
              <a:gd name="connsiteX737" fmla="*/ 5107071 w 7467600"/>
              <a:gd name="connsiteY737" fmla="*/ 969720 h 6858000"/>
              <a:gd name="connsiteX738" fmla="*/ 4998681 w 7467600"/>
              <a:gd name="connsiteY738" fmla="*/ 988771 h 6858000"/>
              <a:gd name="connsiteX739" fmla="*/ 5870151 w 7467600"/>
              <a:gd name="connsiteY739" fmla="*/ 898890 h 6858000"/>
              <a:gd name="connsiteX740" fmla="*/ 5504425 w 7467600"/>
              <a:gd name="connsiteY740" fmla="*/ 848067 h 6858000"/>
              <a:gd name="connsiteX741" fmla="*/ 4968849 w 7467600"/>
              <a:gd name="connsiteY741" fmla="*/ 962318 h 6858000"/>
              <a:gd name="connsiteX742" fmla="*/ 5104039 w 7467600"/>
              <a:gd name="connsiteY742" fmla="*/ 940634 h 6858000"/>
              <a:gd name="connsiteX743" fmla="*/ 5256311 w 7467600"/>
              <a:gd name="connsiteY743" fmla="*/ 916490 h 6858000"/>
              <a:gd name="connsiteX744" fmla="*/ 5377381 w 7467600"/>
              <a:gd name="connsiteY744" fmla="*/ 912671 h 6858000"/>
              <a:gd name="connsiteX745" fmla="*/ 5460148 w 7467600"/>
              <a:gd name="connsiteY745" fmla="*/ 911442 h 6858000"/>
              <a:gd name="connsiteX746" fmla="*/ 5648971 w 7467600"/>
              <a:gd name="connsiteY746" fmla="*/ 891331 h 6858000"/>
              <a:gd name="connsiteX747" fmla="*/ 5844807 w 7467600"/>
              <a:gd name="connsiteY747" fmla="*/ 870718 h 6858000"/>
              <a:gd name="connsiteX748" fmla="*/ 5862975 w 7467600"/>
              <a:gd name="connsiteY748" fmla="*/ 869756 h 6858000"/>
              <a:gd name="connsiteX749" fmla="*/ 5920887 w 7467600"/>
              <a:gd name="connsiteY749" fmla="*/ 865929 h 6858000"/>
              <a:gd name="connsiteX750" fmla="*/ 5504425 w 7467600"/>
              <a:gd name="connsiteY750" fmla="*/ 848067 h 6858000"/>
              <a:gd name="connsiteX751" fmla="*/ 3607114 w 7467600"/>
              <a:gd name="connsiteY751" fmla="*/ 467441 h 6858000"/>
              <a:gd name="connsiteX752" fmla="*/ 3296242 w 7467600"/>
              <a:gd name="connsiteY752" fmla="*/ 807991 h 6858000"/>
              <a:gd name="connsiteX753" fmla="*/ 3174674 w 7467600"/>
              <a:gd name="connsiteY753" fmla="*/ 919759 h 6858000"/>
              <a:gd name="connsiteX754" fmla="*/ 3042978 w 7467600"/>
              <a:gd name="connsiteY754" fmla="*/ 1054894 h 6858000"/>
              <a:gd name="connsiteX755" fmla="*/ 2968914 w 7467600"/>
              <a:gd name="connsiteY755" fmla="*/ 1133756 h 6858000"/>
              <a:gd name="connsiteX756" fmla="*/ 3103823 w 7467600"/>
              <a:gd name="connsiteY756" fmla="*/ 1026814 h 6858000"/>
              <a:gd name="connsiteX757" fmla="*/ 3607114 w 7467600"/>
              <a:gd name="connsiteY757" fmla="*/ 467441 h 6858000"/>
              <a:gd name="connsiteX758" fmla="*/ 3744487 w 7467600"/>
              <a:gd name="connsiteY758" fmla="*/ 383136 h 6858000"/>
              <a:gd name="connsiteX759" fmla="*/ 3970213 w 7467600"/>
              <a:gd name="connsiteY759" fmla="*/ 995559 h 6858000"/>
              <a:gd name="connsiteX760" fmla="*/ 3744487 w 7467600"/>
              <a:gd name="connsiteY760" fmla="*/ 383136 h 6858000"/>
              <a:gd name="connsiteX761" fmla="*/ 3624562 w 7467600"/>
              <a:gd name="connsiteY761" fmla="*/ 367041 h 6858000"/>
              <a:gd name="connsiteX762" fmla="*/ 3489712 w 7467600"/>
              <a:gd name="connsiteY762" fmla="*/ 485386 h 6858000"/>
              <a:gd name="connsiteX763" fmla="*/ 3182994 w 7467600"/>
              <a:gd name="connsiteY763" fmla="*/ 828265 h 6858000"/>
              <a:gd name="connsiteX764" fmla="*/ 2892114 w 7467600"/>
              <a:gd name="connsiteY764" fmla="*/ 1172635 h 6858000"/>
              <a:gd name="connsiteX765" fmla="*/ 3021459 w 7467600"/>
              <a:gd name="connsiteY765" fmla="*/ 1035385 h 6858000"/>
              <a:gd name="connsiteX766" fmla="*/ 3153873 w 7467600"/>
              <a:gd name="connsiteY766" fmla="*/ 898971 h 6858000"/>
              <a:gd name="connsiteX767" fmla="*/ 3276511 w 7467600"/>
              <a:gd name="connsiteY767" fmla="*/ 786423 h 6858000"/>
              <a:gd name="connsiteX768" fmla="*/ 3584154 w 7467600"/>
              <a:gd name="connsiteY768" fmla="*/ 448218 h 6858000"/>
              <a:gd name="connsiteX769" fmla="*/ 3624562 w 7467600"/>
              <a:gd name="connsiteY769" fmla="*/ 367041 h 6858000"/>
              <a:gd name="connsiteX770" fmla="*/ 3766672 w 7467600"/>
              <a:gd name="connsiteY770" fmla="*/ 359429 h 6858000"/>
              <a:gd name="connsiteX771" fmla="*/ 3996338 w 7467600"/>
              <a:gd name="connsiteY771" fmla="*/ 968237 h 6858000"/>
              <a:gd name="connsiteX772" fmla="*/ 3766672 w 7467600"/>
              <a:gd name="connsiteY772" fmla="*/ 359429 h 6858000"/>
              <a:gd name="connsiteX773" fmla="*/ 5805386 w 7467600"/>
              <a:gd name="connsiteY773" fmla="*/ 239240 h 6858000"/>
              <a:gd name="connsiteX774" fmla="*/ 5736947 w 7467600"/>
              <a:gd name="connsiteY774" fmla="*/ 261367 h 6858000"/>
              <a:gd name="connsiteX775" fmla="*/ 5427012 w 7467600"/>
              <a:gd name="connsiteY775" fmla="*/ 311272 h 6858000"/>
              <a:gd name="connsiteX776" fmla="*/ 5147818 w 7467600"/>
              <a:gd name="connsiteY776" fmla="*/ 322112 h 6858000"/>
              <a:gd name="connsiteX777" fmla="*/ 5060854 w 7467600"/>
              <a:gd name="connsiteY777" fmla="*/ 311882 h 6858000"/>
              <a:gd name="connsiteX778" fmla="*/ 4945989 w 7467600"/>
              <a:gd name="connsiteY778" fmla="*/ 300516 h 6858000"/>
              <a:gd name="connsiteX779" fmla="*/ 5410479 w 7467600"/>
              <a:gd name="connsiteY779" fmla="*/ 348434 h 6858000"/>
              <a:gd name="connsiteX780" fmla="*/ 5805386 w 7467600"/>
              <a:gd name="connsiteY780" fmla="*/ 239240 h 6858000"/>
              <a:gd name="connsiteX781" fmla="*/ 5905192 w 7467600"/>
              <a:gd name="connsiteY781" fmla="*/ 163079 h 6858000"/>
              <a:gd name="connsiteX782" fmla="*/ 5865655 w 7467600"/>
              <a:gd name="connsiteY782" fmla="*/ 171901 h 6858000"/>
              <a:gd name="connsiteX783" fmla="*/ 5259740 w 7467600"/>
              <a:gd name="connsiteY783" fmla="*/ 257013 h 6858000"/>
              <a:gd name="connsiteX784" fmla="*/ 5208466 w 7467600"/>
              <a:gd name="connsiteY784" fmla="*/ 257550 h 6858000"/>
              <a:gd name="connsiteX785" fmla="*/ 4980204 w 7467600"/>
              <a:gd name="connsiteY785" fmla="*/ 271903 h 6858000"/>
              <a:gd name="connsiteX786" fmla="*/ 5068068 w 7467600"/>
              <a:gd name="connsiteY786" fmla="*/ 282244 h 6858000"/>
              <a:gd name="connsiteX787" fmla="*/ 5153231 w 7467600"/>
              <a:gd name="connsiteY787" fmla="*/ 292240 h 6858000"/>
              <a:gd name="connsiteX788" fmla="*/ 5426491 w 7467600"/>
              <a:gd name="connsiteY788" fmla="*/ 281128 h 6858000"/>
              <a:gd name="connsiteX789" fmla="*/ 5731212 w 7467600"/>
              <a:gd name="connsiteY789" fmla="*/ 231951 h 6858000"/>
              <a:gd name="connsiteX790" fmla="*/ 5905192 w 7467600"/>
              <a:gd name="connsiteY790" fmla="*/ 163079 h 6858000"/>
              <a:gd name="connsiteX791" fmla="*/ 5944437 w 7467600"/>
              <a:gd name="connsiteY791" fmla="*/ 113829 h 6858000"/>
              <a:gd name="connsiteX792" fmla="*/ 5825032 w 7467600"/>
              <a:gd name="connsiteY792" fmla="*/ 146405 h 6858000"/>
              <a:gd name="connsiteX793" fmla="*/ 4955599 w 7467600"/>
              <a:gd name="connsiteY793" fmla="*/ 247008 h 6858000"/>
              <a:gd name="connsiteX794" fmla="*/ 5210104 w 7467600"/>
              <a:gd name="connsiteY794" fmla="*/ 228123 h 6858000"/>
              <a:gd name="connsiteX795" fmla="*/ 5261015 w 7467600"/>
              <a:gd name="connsiteY795" fmla="*/ 227087 h 6858000"/>
              <a:gd name="connsiteX796" fmla="*/ 5861181 w 7467600"/>
              <a:gd name="connsiteY796" fmla="*/ 143093 h 6858000"/>
              <a:gd name="connsiteX797" fmla="*/ 5961252 w 7467600"/>
              <a:gd name="connsiteY797" fmla="*/ 114820 h 6858000"/>
              <a:gd name="connsiteX798" fmla="*/ 5944437 w 7467600"/>
              <a:gd name="connsiteY798" fmla="*/ 113829 h 6858000"/>
              <a:gd name="connsiteX799" fmla="*/ 3882765 w 7467600"/>
              <a:gd name="connsiteY799" fmla="*/ 0 h 6858000"/>
              <a:gd name="connsiteX800" fmla="*/ 3995099 w 7467600"/>
              <a:gd name="connsiteY800" fmla="*/ 0 h 6858000"/>
              <a:gd name="connsiteX801" fmla="*/ 4163818 w 7467600"/>
              <a:gd name="connsiteY801" fmla="*/ 234104 h 6858000"/>
              <a:gd name="connsiteX802" fmla="*/ 4172099 w 7467600"/>
              <a:gd name="connsiteY802" fmla="*/ 234207 h 6858000"/>
              <a:gd name="connsiteX803" fmla="*/ 4784282 w 7467600"/>
              <a:gd name="connsiteY803" fmla="*/ 276561 h 6858000"/>
              <a:gd name="connsiteX804" fmla="*/ 4801687 w 7467600"/>
              <a:gd name="connsiteY804" fmla="*/ 267764 h 6858000"/>
              <a:gd name="connsiteX805" fmla="*/ 6082788 w 7467600"/>
              <a:gd name="connsiteY805" fmla="*/ 64119 h 6858000"/>
              <a:gd name="connsiteX806" fmla="*/ 6099442 w 7467600"/>
              <a:gd name="connsiteY806" fmla="*/ 82568 h 6858000"/>
              <a:gd name="connsiteX807" fmla="*/ 4804137 w 7467600"/>
              <a:gd name="connsiteY807" fmla="*/ 320931 h 6858000"/>
              <a:gd name="connsiteX808" fmla="*/ 4227047 w 7467600"/>
              <a:gd name="connsiteY808" fmla="*/ 313415 h 6858000"/>
              <a:gd name="connsiteX809" fmla="*/ 4346041 w 7467600"/>
              <a:gd name="connsiteY809" fmla="*/ 456086 h 6858000"/>
              <a:gd name="connsiteX810" fmla="*/ 4870967 w 7467600"/>
              <a:gd name="connsiteY810" fmla="*/ 963061 h 6858000"/>
              <a:gd name="connsiteX811" fmla="*/ 4889647 w 7467600"/>
              <a:gd name="connsiteY811" fmla="*/ 957147 h 6858000"/>
              <a:gd name="connsiteX812" fmla="*/ 5422504 w 7467600"/>
              <a:gd name="connsiteY812" fmla="*/ 805191 h 6858000"/>
              <a:gd name="connsiteX813" fmla="*/ 6087656 w 7467600"/>
              <a:gd name="connsiteY813" fmla="*/ 826703 h 6858000"/>
              <a:gd name="connsiteX814" fmla="*/ 6058717 w 7467600"/>
              <a:gd name="connsiteY814" fmla="*/ 865992 h 6858000"/>
              <a:gd name="connsiteX815" fmla="*/ 4974153 w 7467600"/>
              <a:gd name="connsiteY815" fmla="*/ 1045456 h 6858000"/>
              <a:gd name="connsiteX816" fmla="*/ 5627835 w 7467600"/>
              <a:gd name="connsiteY816" fmla="*/ 1472077 h 6858000"/>
              <a:gd name="connsiteX817" fmla="*/ 5629817 w 7467600"/>
              <a:gd name="connsiteY817" fmla="*/ 1471412 h 6858000"/>
              <a:gd name="connsiteX818" fmla="*/ 5634124 w 7467600"/>
              <a:gd name="connsiteY818" fmla="*/ 1470572 h 6858000"/>
              <a:gd name="connsiteX819" fmla="*/ 5755832 w 7467600"/>
              <a:gd name="connsiteY819" fmla="*/ 1383886 h 6858000"/>
              <a:gd name="connsiteX820" fmla="*/ 6014186 w 7467600"/>
              <a:gd name="connsiteY820" fmla="*/ 1279799 h 6858000"/>
              <a:gd name="connsiteX821" fmla="*/ 6901619 w 7467600"/>
              <a:gd name="connsiteY821" fmla="*/ 1047874 h 6858000"/>
              <a:gd name="connsiteX822" fmla="*/ 6931566 w 7467600"/>
              <a:gd name="connsiteY822" fmla="*/ 1062034 h 6858000"/>
              <a:gd name="connsiteX823" fmla="*/ 5790982 w 7467600"/>
              <a:gd name="connsiteY823" fmla="*/ 1561380 h 6858000"/>
              <a:gd name="connsiteX824" fmla="*/ 6188971 w 7467600"/>
              <a:gd name="connsiteY824" fmla="*/ 1755168 h 6858000"/>
              <a:gd name="connsiteX825" fmla="*/ 6202446 w 7467600"/>
              <a:gd name="connsiteY825" fmla="*/ 1752268 h 6858000"/>
              <a:gd name="connsiteX826" fmla="*/ 7179560 w 7467600"/>
              <a:gd name="connsiteY826" fmla="*/ 1467551 h 6858000"/>
              <a:gd name="connsiteX827" fmla="*/ 7158730 w 7467600"/>
              <a:gd name="connsiteY827" fmla="*/ 1507835 h 6858000"/>
              <a:gd name="connsiteX828" fmla="*/ 6326959 w 7467600"/>
              <a:gd name="connsiteY828" fmla="*/ 1817686 h 6858000"/>
              <a:gd name="connsiteX829" fmla="*/ 6537433 w 7467600"/>
              <a:gd name="connsiteY829" fmla="*/ 1907790 h 6858000"/>
              <a:gd name="connsiteX830" fmla="*/ 6550221 w 7467600"/>
              <a:gd name="connsiteY830" fmla="*/ 1910729 h 6858000"/>
              <a:gd name="connsiteX831" fmla="*/ 6964438 w 7467600"/>
              <a:gd name="connsiteY831" fmla="*/ 2209505 h 6858000"/>
              <a:gd name="connsiteX832" fmla="*/ 7367862 w 7467600"/>
              <a:gd name="connsiteY832" fmla="*/ 2806833 h 6858000"/>
              <a:gd name="connsiteX833" fmla="*/ 7364329 w 7467600"/>
              <a:gd name="connsiteY833" fmla="*/ 2826907 h 6858000"/>
              <a:gd name="connsiteX834" fmla="*/ 7290545 w 7467600"/>
              <a:gd name="connsiteY834" fmla="*/ 2850663 h 6858000"/>
              <a:gd name="connsiteX835" fmla="*/ 6472036 w 7467600"/>
              <a:gd name="connsiteY835" fmla="*/ 1959003 h 6858000"/>
              <a:gd name="connsiteX836" fmla="*/ 5792897 w 7467600"/>
              <a:gd name="connsiteY836" fmla="*/ 1647747 h 6858000"/>
              <a:gd name="connsiteX837" fmla="*/ 5842751 w 7467600"/>
              <a:gd name="connsiteY837" fmla="*/ 1816112 h 6858000"/>
              <a:gd name="connsiteX838" fmla="*/ 5847424 w 7467600"/>
              <a:gd name="connsiteY838" fmla="*/ 1815776 h 6858000"/>
              <a:gd name="connsiteX839" fmla="*/ 6399821 w 7467600"/>
              <a:gd name="connsiteY839" fmla="*/ 2344799 h 6858000"/>
              <a:gd name="connsiteX840" fmla="*/ 6323232 w 7467600"/>
              <a:gd name="connsiteY840" fmla="*/ 2389634 h 6858000"/>
              <a:gd name="connsiteX841" fmla="*/ 5942958 w 7467600"/>
              <a:gd name="connsiteY841" fmla="*/ 2077708 h 6858000"/>
              <a:gd name="connsiteX842" fmla="*/ 5921559 w 7467600"/>
              <a:gd name="connsiteY842" fmla="*/ 2378596 h 6858000"/>
              <a:gd name="connsiteX843" fmla="*/ 5817651 w 7467600"/>
              <a:gd name="connsiteY843" fmla="*/ 3023919 h 6858000"/>
              <a:gd name="connsiteX844" fmla="*/ 5729634 w 7467600"/>
              <a:gd name="connsiteY844" fmla="*/ 3051849 h 6858000"/>
              <a:gd name="connsiteX845" fmla="*/ 5611018 w 7467600"/>
              <a:gd name="connsiteY845" fmla="*/ 2316769 h 6858000"/>
              <a:gd name="connsiteX846" fmla="*/ 5687608 w 7467600"/>
              <a:gd name="connsiteY846" fmla="*/ 2039972 h 6858000"/>
              <a:gd name="connsiteX847" fmla="*/ 5657554 w 7467600"/>
              <a:gd name="connsiteY847" fmla="*/ 1576445 h 6858000"/>
              <a:gd name="connsiteX848" fmla="*/ 5150475 w 7467600"/>
              <a:gd name="connsiteY848" fmla="*/ 1274012 h 6858000"/>
              <a:gd name="connsiteX849" fmla="*/ 5349142 w 7467600"/>
              <a:gd name="connsiteY849" fmla="*/ 2204405 h 6858000"/>
              <a:gd name="connsiteX850" fmla="*/ 5262214 w 7467600"/>
              <a:gd name="connsiteY850" fmla="*/ 2233836 h 6858000"/>
              <a:gd name="connsiteX851" fmla="*/ 4981539 w 7467600"/>
              <a:gd name="connsiteY851" fmla="*/ 1542201 h 6858000"/>
              <a:gd name="connsiteX852" fmla="*/ 4958461 w 7467600"/>
              <a:gd name="connsiteY852" fmla="*/ 1136957 h 6858000"/>
              <a:gd name="connsiteX853" fmla="*/ 4655015 w 7467600"/>
              <a:gd name="connsiteY853" fmla="*/ 891426 h 6858000"/>
              <a:gd name="connsiteX854" fmla="*/ 4348002 w 7467600"/>
              <a:gd name="connsiteY854" fmla="*/ 2205895 h 6858000"/>
              <a:gd name="connsiteX855" fmla="*/ 4262250 w 7467600"/>
              <a:gd name="connsiteY855" fmla="*/ 2219972 h 6858000"/>
              <a:gd name="connsiteX856" fmla="*/ 4550611 w 7467600"/>
              <a:gd name="connsiteY856" fmla="*/ 817540 h 6858000"/>
              <a:gd name="connsiteX857" fmla="*/ 4564418 w 7467600"/>
              <a:gd name="connsiteY857" fmla="*/ 808293 h 6858000"/>
              <a:gd name="connsiteX858" fmla="*/ 4266388 w 7467600"/>
              <a:gd name="connsiteY858" fmla="*/ 500083 h 6858000"/>
              <a:gd name="connsiteX859" fmla="*/ 4032842 w 7467600"/>
              <a:gd name="connsiteY859" fmla="*/ 211809 h 6858000"/>
              <a:gd name="connsiteX860" fmla="*/ 3882765 w 7467600"/>
              <a:gd name="connsiteY860" fmla="*/ 0 h 6858000"/>
              <a:gd name="connsiteX861" fmla="*/ 3721337 w 7467600"/>
              <a:gd name="connsiteY861" fmla="*/ 0 h 6858000"/>
              <a:gd name="connsiteX862" fmla="*/ 3797544 w 7467600"/>
              <a:gd name="connsiteY862" fmla="*/ 0 h 6858000"/>
              <a:gd name="connsiteX863" fmla="*/ 3775734 w 7467600"/>
              <a:gd name="connsiteY863" fmla="*/ 95131 h 6858000"/>
              <a:gd name="connsiteX864" fmla="*/ 3724807 w 7467600"/>
              <a:gd name="connsiteY864" fmla="*/ 272257 h 6858000"/>
              <a:gd name="connsiteX865" fmla="*/ 3726844 w 7467600"/>
              <a:gd name="connsiteY865" fmla="*/ 282988 h 6858000"/>
              <a:gd name="connsiteX866" fmla="*/ 3742664 w 7467600"/>
              <a:gd name="connsiteY866" fmla="*/ 279918 h 6858000"/>
              <a:gd name="connsiteX867" fmla="*/ 4103910 w 7467600"/>
              <a:gd name="connsiteY867" fmla="*/ 1161917 h 6858000"/>
              <a:gd name="connsiteX868" fmla="*/ 4020269 w 7467600"/>
              <a:gd name="connsiteY868" fmla="*/ 1200406 h 6858000"/>
              <a:gd name="connsiteX869" fmla="*/ 3674882 w 7467600"/>
              <a:gd name="connsiteY869" fmla="*/ 488524 h 6858000"/>
              <a:gd name="connsiteX870" fmla="*/ 3132682 w 7467600"/>
              <a:gd name="connsiteY870" fmla="*/ 1072284 h 6858000"/>
              <a:gd name="connsiteX871" fmla="*/ 2716346 w 7467600"/>
              <a:gd name="connsiteY871" fmla="*/ 1276376 h 6858000"/>
              <a:gd name="connsiteX872" fmla="*/ 2716772 w 7467600"/>
              <a:gd name="connsiteY872" fmla="*/ 1255462 h 6858000"/>
              <a:gd name="connsiteX873" fmla="*/ 3471096 w 7467600"/>
              <a:gd name="connsiteY873" fmla="*/ 437072 h 6858000"/>
              <a:gd name="connsiteX874" fmla="*/ 3639057 w 7467600"/>
              <a:gd name="connsiteY874" fmla="*/ 286334 h 6858000"/>
              <a:gd name="connsiteX875" fmla="*/ 3640309 w 7467600"/>
              <a:gd name="connsiteY875" fmla="*/ 284664 h 6858000"/>
              <a:gd name="connsiteX876" fmla="*/ 3646022 w 7467600"/>
              <a:gd name="connsiteY876" fmla="*/ 276711 h 6858000"/>
              <a:gd name="connsiteX877" fmla="*/ 3707943 w 7467600"/>
              <a:gd name="connsiteY877" fmla="*/ 65958 h 6858000"/>
              <a:gd name="connsiteX878" fmla="*/ 3721337 w 7467600"/>
              <a:gd name="connsiteY878" fmla="*/ 0 h 6858000"/>
              <a:gd name="connsiteX879" fmla="*/ 2867960 w 7467600"/>
              <a:gd name="connsiteY879" fmla="*/ 0 h 6858000"/>
              <a:gd name="connsiteX880" fmla="*/ 2926351 w 7467600"/>
              <a:gd name="connsiteY880" fmla="*/ 0 h 6858000"/>
              <a:gd name="connsiteX881" fmla="*/ 2902823 w 7467600"/>
              <a:gd name="connsiteY881" fmla="*/ 262929 h 6858000"/>
              <a:gd name="connsiteX882" fmla="*/ 2940663 w 7467600"/>
              <a:gd name="connsiteY882" fmla="*/ 140884 h 6858000"/>
              <a:gd name="connsiteX883" fmla="*/ 2947039 w 7467600"/>
              <a:gd name="connsiteY883" fmla="*/ 122524 h 6858000"/>
              <a:gd name="connsiteX884" fmla="*/ 2984316 w 7467600"/>
              <a:gd name="connsiteY884" fmla="*/ 0 h 6858000"/>
              <a:gd name="connsiteX885" fmla="*/ 3016114 w 7467600"/>
              <a:gd name="connsiteY885" fmla="*/ 0 h 6858000"/>
              <a:gd name="connsiteX886" fmla="*/ 2979949 w 7467600"/>
              <a:gd name="connsiteY886" fmla="*/ 119274 h 6858000"/>
              <a:gd name="connsiteX887" fmla="*/ 3023879 w 7467600"/>
              <a:gd name="connsiteY887" fmla="*/ 0 h 6858000"/>
              <a:gd name="connsiteX888" fmla="*/ 3105400 w 7467600"/>
              <a:gd name="connsiteY888" fmla="*/ 0 h 6858000"/>
              <a:gd name="connsiteX889" fmla="*/ 3094669 w 7467600"/>
              <a:gd name="connsiteY889" fmla="*/ 30308 h 6858000"/>
              <a:gd name="connsiteX890" fmla="*/ 2901945 w 7467600"/>
              <a:gd name="connsiteY890" fmla="*/ 466538 h 6858000"/>
              <a:gd name="connsiteX891" fmla="*/ 2815209 w 7467600"/>
              <a:gd name="connsiteY891" fmla="*/ 497361 h 6858000"/>
              <a:gd name="connsiteX892" fmla="*/ 2844845 w 7467600"/>
              <a:gd name="connsiteY892" fmla="*/ 127638 h 6858000"/>
              <a:gd name="connsiteX893" fmla="*/ 2867960 w 7467600"/>
              <a:gd name="connsiteY893" fmla="*/ 0 h 6858000"/>
              <a:gd name="connsiteX894" fmla="*/ 1057230 w 7467600"/>
              <a:gd name="connsiteY894" fmla="*/ 0 h 6858000"/>
              <a:gd name="connsiteX895" fmla="*/ 1111003 w 7467600"/>
              <a:gd name="connsiteY895" fmla="*/ 0 h 6858000"/>
              <a:gd name="connsiteX896" fmla="*/ 1125553 w 7467600"/>
              <a:gd name="connsiteY896" fmla="*/ 52588 h 6858000"/>
              <a:gd name="connsiteX897" fmla="*/ 1304276 w 7467600"/>
              <a:gd name="connsiteY897" fmla="*/ 476275 h 6858000"/>
              <a:gd name="connsiteX898" fmla="*/ 1492066 w 7467600"/>
              <a:gd name="connsiteY898" fmla="*/ 886333 h 6858000"/>
              <a:gd name="connsiteX899" fmla="*/ 1423698 w 7467600"/>
              <a:gd name="connsiteY899" fmla="*/ 710817 h 6858000"/>
              <a:gd name="connsiteX900" fmla="*/ 1357609 w 7467600"/>
              <a:gd name="connsiteY900" fmla="*/ 532892 h 6858000"/>
              <a:gd name="connsiteX901" fmla="*/ 1309550 w 7467600"/>
              <a:gd name="connsiteY901" fmla="*/ 374031 h 6858000"/>
              <a:gd name="connsiteX902" fmla="*/ 1193673 w 7467600"/>
              <a:gd name="connsiteY902" fmla="*/ 49533 h 6858000"/>
              <a:gd name="connsiteX903" fmla="*/ 1164391 w 7467600"/>
              <a:gd name="connsiteY903" fmla="*/ 0 h 6858000"/>
              <a:gd name="connsiteX904" fmla="*/ 1200666 w 7467600"/>
              <a:gd name="connsiteY904" fmla="*/ 0 h 6858000"/>
              <a:gd name="connsiteX905" fmla="*/ 1223408 w 7467600"/>
              <a:gd name="connsiteY905" fmla="*/ 38996 h 6858000"/>
              <a:gd name="connsiteX906" fmla="*/ 1339635 w 7467600"/>
              <a:gd name="connsiteY906" fmla="*/ 365517 h 6858000"/>
              <a:gd name="connsiteX907" fmla="*/ 1387469 w 7467600"/>
              <a:gd name="connsiteY907" fmla="*/ 523079 h 6858000"/>
              <a:gd name="connsiteX908" fmla="*/ 1452685 w 7467600"/>
              <a:gd name="connsiteY908" fmla="*/ 699806 h 6858000"/>
              <a:gd name="connsiteX909" fmla="*/ 1492092 w 7467600"/>
              <a:gd name="connsiteY909" fmla="*/ 800424 h 6858000"/>
              <a:gd name="connsiteX910" fmla="*/ 1455302 w 7467600"/>
              <a:gd name="connsiteY910" fmla="*/ 632913 h 6858000"/>
              <a:gd name="connsiteX911" fmla="*/ 1222336 w 7467600"/>
              <a:gd name="connsiteY911" fmla="*/ 9480 h 6858000"/>
              <a:gd name="connsiteX912" fmla="*/ 1214634 w 7467600"/>
              <a:gd name="connsiteY912" fmla="*/ 0 h 6858000"/>
              <a:gd name="connsiteX913" fmla="*/ 1289827 w 7467600"/>
              <a:gd name="connsiteY913" fmla="*/ 0 h 6858000"/>
              <a:gd name="connsiteX914" fmla="*/ 1321076 w 7467600"/>
              <a:gd name="connsiteY914" fmla="*/ 59722 h 6858000"/>
              <a:gd name="connsiteX915" fmla="*/ 1512579 w 7467600"/>
              <a:gd name="connsiteY915" fmla="*/ 626441 h 6858000"/>
              <a:gd name="connsiteX916" fmla="*/ 1506076 w 7467600"/>
              <a:gd name="connsiteY916" fmla="*/ 1089289 h 6858000"/>
              <a:gd name="connsiteX917" fmla="*/ 1486346 w 7467600"/>
              <a:gd name="connsiteY917" fmla="*/ 1079919 h 6858000"/>
              <a:gd name="connsiteX918" fmla="*/ 1070511 w 7467600"/>
              <a:gd name="connsiteY918" fmla="*/ 48609 h 6858000"/>
              <a:gd name="connsiteX919" fmla="*/ 1057230 w 7467600"/>
              <a:gd name="connsiteY919" fmla="*/ 0 h 6858000"/>
              <a:gd name="connsiteX920" fmla="*/ 43151 w 7467600"/>
              <a:gd name="connsiteY920" fmla="*/ 0 h 6858000"/>
              <a:gd name="connsiteX921" fmla="*/ 95283 w 7467600"/>
              <a:gd name="connsiteY921" fmla="*/ 0 h 6858000"/>
              <a:gd name="connsiteX922" fmla="*/ 300708 w 7467600"/>
              <a:gd name="connsiteY922" fmla="*/ 154571 h 6858000"/>
              <a:gd name="connsiteX923" fmla="*/ 530414 w 7467600"/>
              <a:gd name="connsiteY923" fmla="*/ 354673 h 6858000"/>
              <a:gd name="connsiteX924" fmla="*/ 333785 w 7467600"/>
              <a:gd name="connsiteY924" fmla="*/ 161564 h 6858000"/>
              <a:gd name="connsiteX925" fmla="*/ 147005 w 7467600"/>
              <a:gd name="connsiteY925" fmla="*/ 0 h 6858000"/>
              <a:gd name="connsiteX926" fmla="*/ 272509 w 7467600"/>
              <a:gd name="connsiteY926" fmla="*/ 0 h 6858000"/>
              <a:gd name="connsiteX927" fmla="*/ 326276 w 7467600"/>
              <a:gd name="connsiteY927" fmla="*/ 45847 h 6858000"/>
              <a:gd name="connsiteX928" fmla="*/ 823759 w 7467600"/>
              <a:gd name="connsiteY928" fmla="*/ 574145 h 6858000"/>
              <a:gd name="connsiteX929" fmla="*/ 811254 w 7467600"/>
              <a:gd name="connsiteY929" fmla="*/ 665546 h 6858000"/>
              <a:gd name="connsiteX930" fmla="*/ 154042 w 7467600"/>
              <a:gd name="connsiteY930" fmla="*/ 261522 h 6858000"/>
              <a:gd name="connsiteX931" fmla="*/ 13550 w 7467600"/>
              <a:gd name="connsiteY931" fmla="*/ 158423 h 6858000"/>
              <a:gd name="connsiteX932" fmla="*/ 0 w 7467600"/>
              <a:gd name="connsiteY932" fmla="*/ 146618 h 6858000"/>
              <a:gd name="connsiteX933" fmla="*/ 0 w 7467600"/>
              <a:gd name="connsiteY933" fmla="*/ 59161 h 6858000"/>
              <a:gd name="connsiteX934" fmla="*/ 45427 w 7467600"/>
              <a:gd name="connsiteY934" fmla="*/ 101078 h 6858000"/>
              <a:gd name="connsiteX935" fmla="*/ 630103 w 7467600"/>
              <a:gd name="connsiteY935" fmla="*/ 485885 h 6858000"/>
              <a:gd name="connsiteX936" fmla="*/ 532040 w 7467600"/>
              <a:gd name="connsiteY936" fmla="*/ 399359 h 6858000"/>
              <a:gd name="connsiteX937" fmla="*/ 517618 w 7467600"/>
              <a:gd name="connsiteY937" fmla="*/ 385726 h 6858000"/>
              <a:gd name="connsiteX938" fmla="*/ 285074 w 7467600"/>
              <a:gd name="connsiteY938" fmla="*/ 182755 h 6858000"/>
              <a:gd name="connsiteX939" fmla="*/ 43151 w 7467600"/>
              <a:gd name="connsiteY93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2821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1019354 w 7467600"/>
              <a:gd name="connsiteY7" fmla="*/ 6315006 h 6858000"/>
              <a:gd name="connsiteX8" fmla="*/ 441046 w 7467600"/>
              <a:gd name="connsiteY8" fmla="*/ 6691153 h 6858000"/>
              <a:gd name="connsiteX9" fmla="*/ 1019354 w 7467600"/>
              <a:gd name="connsiteY9" fmla="*/ 6315006 h 6858000"/>
              <a:gd name="connsiteX10" fmla="*/ 991680 w 7467600"/>
              <a:gd name="connsiteY10" fmla="*/ 6298413 h 6858000"/>
              <a:gd name="connsiteX11" fmla="*/ 409060 w 7467600"/>
              <a:gd name="connsiteY11" fmla="*/ 6671470 h 6858000"/>
              <a:gd name="connsiteX12" fmla="*/ 991680 w 7467600"/>
              <a:gd name="connsiteY12" fmla="*/ 6298413 h 6858000"/>
              <a:gd name="connsiteX13" fmla="*/ 103333 w 7467600"/>
              <a:gd name="connsiteY13" fmla="*/ 5699602 h 6858000"/>
              <a:gd name="connsiteX14" fmla="*/ 233938 w 7467600"/>
              <a:gd name="connsiteY14" fmla="*/ 5809416 h 6858000"/>
              <a:gd name="connsiteX15" fmla="*/ 883580 w 7467600"/>
              <a:gd name="connsiteY15" fmla="*/ 6180710 h 6858000"/>
              <a:gd name="connsiteX16" fmla="*/ 487337 w 7467600"/>
              <a:gd name="connsiteY16" fmla="*/ 5950182 h 6858000"/>
              <a:gd name="connsiteX17" fmla="*/ 354051 w 7467600"/>
              <a:gd name="connsiteY17" fmla="*/ 5854912 h 6858000"/>
              <a:gd name="connsiteX18" fmla="*/ 195436 w 7467600"/>
              <a:gd name="connsiteY18" fmla="*/ 5755068 h 6858000"/>
              <a:gd name="connsiteX19" fmla="*/ 103333 w 7467600"/>
              <a:gd name="connsiteY19" fmla="*/ 5699602 h 6858000"/>
              <a:gd name="connsiteX20" fmla="*/ 5539432 w 7467600"/>
              <a:gd name="connsiteY20" fmla="*/ 5642928 h 6858000"/>
              <a:gd name="connsiteX21" fmla="*/ 5555462 w 7467600"/>
              <a:gd name="connsiteY21" fmla="*/ 5694454 h 6858000"/>
              <a:gd name="connsiteX22" fmla="*/ 5828270 w 7467600"/>
              <a:gd name="connsiteY22" fmla="*/ 6320663 h 6858000"/>
              <a:gd name="connsiteX23" fmla="*/ 5947416 w 7467600"/>
              <a:gd name="connsiteY23" fmla="*/ 6574846 h 6858000"/>
              <a:gd name="connsiteX24" fmla="*/ 5539432 w 7467600"/>
              <a:gd name="connsiteY24" fmla="*/ 5642928 h 6858000"/>
              <a:gd name="connsiteX25" fmla="*/ 51253 w 7467600"/>
              <a:gd name="connsiteY25" fmla="*/ 5631825 h 6858000"/>
              <a:gd name="connsiteX26" fmla="*/ 211622 w 7467600"/>
              <a:gd name="connsiteY26" fmla="*/ 5728803 h 6858000"/>
              <a:gd name="connsiteX27" fmla="*/ 371652 w 7467600"/>
              <a:gd name="connsiteY27" fmla="*/ 5829062 h 6858000"/>
              <a:gd name="connsiteX28" fmla="*/ 505903 w 7467600"/>
              <a:gd name="connsiteY28" fmla="*/ 5925221 h 6858000"/>
              <a:gd name="connsiteX29" fmla="*/ 899240 w 7467600"/>
              <a:gd name="connsiteY29" fmla="*/ 6153068 h 6858000"/>
              <a:gd name="connsiteX30" fmla="*/ 988114 w 7467600"/>
              <a:gd name="connsiteY30" fmla="*/ 6174204 h 6858000"/>
              <a:gd name="connsiteX31" fmla="*/ 845971 w 7467600"/>
              <a:gd name="connsiteY31" fmla="*/ 6067177 h 6858000"/>
              <a:gd name="connsiteX32" fmla="*/ 448057 w 7467600"/>
              <a:gd name="connsiteY32" fmla="*/ 5841376 h 6858000"/>
              <a:gd name="connsiteX33" fmla="*/ 51253 w 7467600"/>
              <a:gd name="connsiteY33" fmla="*/ 5631825 h 6858000"/>
              <a:gd name="connsiteX34" fmla="*/ 2606687 w 7467600"/>
              <a:gd name="connsiteY34" fmla="*/ 5630718 h 6858000"/>
              <a:gd name="connsiteX35" fmla="*/ 2645658 w 7467600"/>
              <a:gd name="connsiteY35" fmla="*/ 6640259 h 6858000"/>
              <a:gd name="connsiteX36" fmla="*/ 2606687 w 7467600"/>
              <a:gd name="connsiteY36" fmla="*/ 5630718 h 6858000"/>
              <a:gd name="connsiteX37" fmla="*/ 3642057 w 7467600"/>
              <a:gd name="connsiteY37" fmla="*/ 5573487 h 6858000"/>
              <a:gd name="connsiteX38" fmla="*/ 3632981 w 7467600"/>
              <a:gd name="connsiteY38" fmla="*/ 5579437 h 6858000"/>
              <a:gd name="connsiteX39" fmla="*/ 3382436 w 7467600"/>
              <a:gd name="connsiteY39" fmla="*/ 5952726 h 6858000"/>
              <a:gd name="connsiteX40" fmla="*/ 3191929 w 7467600"/>
              <a:gd name="connsiteY40" fmla="*/ 6662669 h 6858000"/>
              <a:gd name="connsiteX41" fmla="*/ 3369898 w 7467600"/>
              <a:gd name="connsiteY41" fmla="*/ 6081771 h 6858000"/>
              <a:gd name="connsiteX42" fmla="*/ 3642057 w 7467600"/>
              <a:gd name="connsiteY42" fmla="*/ 5573487 h 6858000"/>
              <a:gd name="connsiteX43" fmla="*/ 2650666 w 7467600"/>
              <a:gd name="connsiteY43" fmla="*/ 5530686 h 6858000"/>
              <a:gd name="connsiteX44" fmla="*/ 2650249 w 7467600"/>
              <a:gd name="connsiteY44" fmla="*/ 5532101 h 6858000"/>
              <a:gd name="connsiteX45" fmla="*/ 2663808 w 7467600"/>
              <a:gd name="connsiteY45" fmla="*/ 6535215 h 6858000"/>
              <a:gd name="connsiteX46" fmla="*/ 2665418 w 7467600"/>
              <a:gd name="connsiteY46" fmla="*/ 6132756 h 6858000"/>
              <a:gd name="connsiteX47" fmla="*/ 2650666 w 7467600"/>
              <a:gd name="connsiteY47" fmla="*/ 5530686 h 6858000"/>
              <a:gd name="connsiteX48" fmla="*/ 2680277 w 7467600"/>
              <a:gd name="connsiteY48" fmla="*/ 5479204 h 6858000"/>
              <a:gd name="connsiteX49" fmla="*/ 2678972 w 7467600"/>
              <a:gd name="connsiteY49" fmla="*/ 5481582 h 6858000"/>
              <a:gd name="connsiteX50" fmla="*/ 2696666 w 7467600"/>
              <a:gd name="connsiteY50" fmla="*/ 6133836 h 6858000"/>
              <a:gd name="connsiteX51" fmla="*/ 2695769 w 7467600"/>
              <a:gd name="connsiteY51" fmla="*/ 6390955 h 6858000"/>
              <a:gd name="connsiteX52" fmla="*/ 2739893 w 7467600"/>
              <a:gd name="connsiteY52" fmla="*/ 6108357 h 6858000"/>
              <a:gd name="connsiteX53" fmla="*/ 2680277 w 7467600"/>
              <a:gd name="connsiteY53" fmla="*/ 5479204 h 6858000"/>
              <a:gd name="connsiteX54" fmla="*/ 1132195 w 7467600"/>
              <a:gd name="connsiteY54" fmla="*/ 5467980 h 6858000"/>
              <a:gd name="connsiteX55" fmla="*/ 1679056 w 7467600"/>
              <a:gd name="connsiteY55" fmla="*/ 5516907 h 6858000"/>
              <a:gd name="connsiteX56" fmla="*/ 2128648 w 7467600"/>
              <a:gd name="connsiteY56" fmla="*/ 5474249 h 6858000"/>
              <a:gd name="connsiteX57" fmla="*/ 1825619 w 7467600"/>
              <a:gd name="connsiteY57" fmla="*/ 5478447 h 6858000"/>
              <a:gd name="connsiteX58" fmla="*/ 1737798 w 7467600"/>
              <a:gd name="connsiteY58" fmla="*/ 5483353 h 6858000"/>
              <a:gd name="connsiteX59" fmla="*/ 1132195 w 7467600"/>
              <a:gd name="connsiteY59" fmla="*/ 5467980 h 6858000"/>
              <a:gd name="connsiteX60" fmla="*/ 1456157 w 7467600"/>
              <a:gd name="connsiteY60" fmla="*/ 5371404 h 6858000"/>
              <a:gd name="connsiteX61" fmla="*/ 1244432 w 7467600"/>
              <a:gd name="connsiteY61" fmla="*/ 5385601 h 6858000"/>
              <a:gd name="connsiteX62" fmla="*/ 973990 w 7467600"/>
              <a:gd name="connsiteY62" fmla="*/ 5424940 h 6858000"/>
              <a:gd name="connsiteX63" fmla="*/ 1103809 w 7467600"/>
              <a:gd name="connsiteY63" fmla="*/ 5433720 h 6858000"/>
              <a:gd name="connsiteX64" fmla="*/ 1123454 w 7467600"/>
              <a:gd name="connsiteY64" fmla="*/ 5435727 h 6858000"/>
              <a:gd name="connsiteX65" fmla="*/ 1737017 w 7467600"/>
              <a:gd name="connsiteY65" fmla="*/ 5452183 h 6858000"/>
              <a:gd name="connsiteX66" fmla="*/ 1824397 w 7467600"/>
              <a:gd name="connsiteY66" fmla="*/ 5447757 h 6858000"/>
              <a:gd name="connsiteX67" fmla="*/ 2070059 w 7467600"/>
              <a:gd name="connsiteY67" fmla="*/ 5441660 h 6858000"/>
              <a:gd name="connsiteX68" fmla="*/ 1456157 w 7467600"/>
              <a:gd name="connsiteY68" fmla="*/ 5371404 h 6858000"/>
              <a:gd name="connsiteX69" fmla="*/ 4988186 w 7467600"/>
              <a:gd name="connsiteY69" fmla="*/ 5216467 h 6858000"/>
              <a:gd name="connsiteX70" fmla="*/ 4777334 w 7467600"/>
              <a:gd name="connsiteY70" fmla="*/ 5406072 h 6858000"/>
              <a:gd name="connsiteX71" fmla="*/ 4718341 w 7467600"/>
              <a:gd name="connsiteY71" fmla="*/ 5468043 h 6858000"/>
              <a:gd name="connsiteX72" fmla="*/ 4604655 w 7467600"/>
              <a:gd name="connsiteY72" fmla="*/ 5583434 h 6858000"/>
              <a:gd name="connsiteX73" fmla="*/ 4565074 w 7467600"/>
              <a:gd name="connsiteY73" fmla="*/ 5618550 h 6858000"/>
              <a:gd name="connsiteX74" fmla="*/ 4988186 w 7467600"/>
              <a:gd name="connsiteY74" fmla="*/ 5216467 h 6858000"/>
              <a:gd name="connsiteX75" fmla="*/ 4978032 w 7467600"/>
              <a:gd name="connsiteY75" fmla="*/ 5183809 h 6858000"/>
              <a:gd name="connsiteX76" fmla="*/ 4463413 w 7467600"/>
              <a:gd name="connsiteY76" fmla="*/ 5615162 h 6858000"/>
              <a:gd name="connsiteX77" fmla="*/ 4358134 w 7467600"/>
              <a:gd name="connsiteY77" fmla="*/ 5742791 h 6858000"/>
              <a:gd name="connsiteX78" fmla="*/ 4376219 w 7467600"/>
              <a:gd name="connsiteY78" fmla="*/ 5729027 h 6858000"/>
              <a:gd name="connsiteX79" fmla="*/ 4582340 w 7467600"/>
              <a:gd name="connsiteY79" fmla="*/ 5561037 h 6858000"/>
              <a:gd name="connsiteX80" fmla="*/ 4694684 w 7467600"/>
              <a:gd name="connsiteY80" fmla="*/ 5447098 h 6858000"/>
              <a:gd name="connsiteX81" fmla="*/ 4754123 w 7467600"/>
              <a:gd name="connsiteY81" fmla="*/ 5384643 h 6858000"/>
              <a:gd name="connsiteX82" fmla="*/ 4978032 w 7467600"/>
              <a:gd name="connsiteY82" fmla="*/ 5183809 h 6858000"/>
              <a:gd name="connsiteX83" fmla="*/ 1903353 w 7467600"/>
              <a:gd name="connsiteY83" fmla="*/ 5044827 h 6858000"/>
              <a:gd name="connsiteX84" fmla="*/ 1936931 w 7467600"/>
              <a:gd name="connsiteY84" fmla="*/ 5093954 h 6858000"/>
              <a:gd name="connsiteX85" fmla="*/ 2195868 w 7467600"/>
              <a:gd name="connsiteY85" fmla="*/ 5396574 h 6858000"/>
              <a:gd name="connsiteX86" fmla="*/ 2088852 w 7467600"/>
              <a:gd name="connsiteY86" fmla="*/ 5166123 h 6858000"/>
              <a:gd name="connsiteX87" fmla="*/ 1958241 w 7467600"/>
              <a:gd name="connsiteY87" fmla="*/ 5067955 h 6858000"/>
              <a:gd name="connsiteX88" fmla="*/ 1903353 w 7467600"/>
              <a:gd name="connsiteY88" fmla="*/ 5044827 h 6858000"/>
              <a:gd name="connsiteX89" fmla="*/ 1979378 w 7467600"/>
              <a:gd name="connsiteY89" fmla="*/ 4769504 h 6858000"/>
              <a:gd name="connsiteX90" fmla="*/ 2882120 w 7467600"/>
              <a:gd name="connsiteY90" fmla="*/ 5064547 h 6858000"/>
              <a:gd name="connsiteX91" fmla="*/ 2793103 w 7467600"/>
              <a:gd name="connsiteY91" fmla="*/ 5039699 h 6858000"/>
              <a:gd name="connsiteX92" fmla="*/ 2770041 w 7467600"/>
              <a:gd name="connsiteY92" fmla="*/ 5033634 h 6858000"/>
              <a:gd name="connsiteX93" fmla="*/ 1979378 w 7467600"/>
              <a:gd name="connsiteY93" fmla="*/ 4769504 h 6858000"/>
              <a:gd name="connsiteX94" fmla="*/ 1927410 w 7467600"/>
              <a:gd name="connsiteY94" fmla="*/ 4716164 h 6858000"/>
              <a:gd name="connsiteX95" fmla="*/ 1959587 w 7467600"/>
              <a:gd name="connsiteY95" fmla="*/ 4728849 h 6858000"/>
              <a:gd name="connsiteX96" fmla="*/ 2777707 w 7467600"/>
              <a:gd name="connsiteY96" fmla="*/ 5003991 h 6858000"/>
              <a:gd name="connsiteX97" fmla="*/ 2800768 w 7467600"/>
              <a:gd name="connsiteY97" fmla="*/ 5010056 h 6858000"/>
              <a:gd name="connsiteX98" fmla="*/ 2879408 w 7467600"/>
              <a:gd name="connsiteY98" fmla="*/ 5031590 h 6858000"/>
              <a:gd name="connsiteX99" fmla="*/ 2862295 w 7467600"/>
              <a:gd name="connsiteY99" fmla="*/ 5022958 h 6858000"/>
              <a:gd name="connsiteX100" fmla="*/ 2813343 w 7467600"/>
              <a:gd name="connsiteY100" fmla="*/ 4998369 h 6858000"/>
              <a:gd name="connsiteX101" fmla="*/ 2646245 w 7467600"/>
              <a:gd name="connsiteY101" fmla="*/ 4930999 h 6858000"/>
              <a:gd name="connsiteX102" fmla="*/ 1999243 w 7467600"/>
              <a:gd name="connsiteY102" fmla="*/ 4730524 h 6858000"/>
              <a:gd name="connsiteX103" fmla="*/ 1979527 w 7467600"/>
              <a:gd name="connsiteY103" fmla="*/ 4726651 h 6858000"/>
              <a:gd name="connsiteX104" fmla="*/ 1927410 w 7467600"/>
              <a:gd name="connsiteY104" fmla="*/ 4716164 h 6858000"/>
              <a:gd name="connsiteX105" fmla="*/ 1997014 w 7467600"/>
              <a:gd name="connsiteY105" fmla="*/ 4698007 h 6858000"/>
              <a:gd name="connsiteX106" fmla="*/ 2005458 w 7467600"/>
              <a:gd name="connsiteY106" fmla="*/ 4699540 h 6858000"/>
              <a:gd name="connsiteX107" fmla="*/ 2657186 w 7467600"/>
              <a:gd name="connsiteY107" fmla="*/ 4901687 h 6858000"/>
              <a:gd name="connsiteX108" fmla="*/ 2826662 w 7467600"/>
              <a:gd name="connsiteY108" fmla="*/ 4970362 h 6858000"/>
              <a:gd name="connsiteX109" fmla="*/ 2876100 w 7467600"/>
              <a:gd name="connsiteY109" fmla="*/ 4995397 h 6858000"/>
              <a:gd name="connsiteX110" fmla="*/ 3042600 w 7467600"/>
              <a:gd name="connsiteY110" fmla="*/ 5059532 h 6858000"/>
              <a:gd name="connsiteX111" fmla="*/ 1997014 w 7467600"/>
              <a:gd name="connsiteY111" fmla="*/ 4698007 h 6858000"/>
              <a:gd name="connsiteX112" fmla="*/ 2305292 w 7467600"/>
              <a:gd name="connsiteY112" fmla="*/ 4219492 h 6858000"/>
              <a:gd name="connsiteX113" fmla="*/ 3360922 w 7467600"/>
              <a:gd name="connsiteY113" fmla="*/ 4529373 h 6858000"/>
              <a:gd name="connsiteX114" fmla="*/ 3492420 w 7467600"/>
              <a:gd name="connsiteY114" fmla="*/ 4510145 h 6858000"/>
              <a:gd name="connsiteX115" fmla="*/ 3364086 w 7467600"/>
              <a:gd name="connsiteY115" fmla="*/ 4480340 h 6858000"/>
              <a:gd name="connsiteX116" fmla="*/ 3225818 w 7467600"/>
              <a:gd name="connsiteY116" fmla="*/ 4411822 h 6858000"/>
              <a:gd name="connsiteX117" fmla="*/ 3129696 w 7467600"/>
              <a:gd name="connsiteY117" fmla="*/ 4360704 h 6858000"/>
              <a:gd name="connsiteX118" fmla="*/ 2814545 w 7467600"/>
              <a:gd name="connsiteY118" fmla="*/ 4282955 h 6858000"/>
              <a:gd name="connsiteX119" fmla="*/ 2305292 w 7467600"/>
              <a:gd name="connsiteY119" fmla="*/ 4219492 h 6858000"/>
              <a:gd name="connsiteX120" fmla="*/ 2626982 w 7467600"/>
              <a:gd name="connsiteY120" fmla="*/ 4206450 h 6858000"/>
              <a:gd name="connsiteX121" fmla="*/ 2490617 w 7467600"/>
              <a:gd name="connsiteY121" fmla="*/ 4206951 h 6858000"/>
              <a:gd name="connsiteX122" fmla="*/ 2819869 w 7467600"/>
              <a:gd name="connsiteY122" fmla="*/ 4252936 h 6858000"/>
              <a:gd name="connsiteX123" fmla="*/ 3143018 w 7467600"/>
              <a:gd name="connsiteY123" fmla="*/ 4332698 h 6858000"/>
              <a:gd name="connsiteX124" fmla="*/ 3241520 w 7467600"/>
              <a:gd name="connsiteY124" fmla="*/ 4385112 h 6858000"/>
              <a:gd name="connsiteX125" fmla="*/ 3374575 w 7467600"/>
              <a:gd name="connsiteY125" fmla="*/ 4451517 h 6858000"/>
              <a:gd name="connsiteX126" fmla="*/ 3505221 w 7467600"/>
              <a:gd name="connsiteY126" fmla="*/ 4480757 h 6858000"/>
              <a:gd name="connsiteX127" fmla="*/ 2626982 w 7467600"/>
              <a:gd name="connsiteY127" fmla="*/ 4206450 h 6858000"/>
              <a:gd name="connsiteX128" fmla="*/ 1310106 w 7467600"/>
              <a:gd name="connsiteY128" fmla="*/ 3943217 h 6858000"/>
              <a:gd name="connsiteX129" fmla="*/ 854994 w 7467600"/>
              <a:gd name="connsiteY129" fmla="*/ 4399136 h 6858000"/>
              <a:gd name="connsiteX130" fmla="*/ 742462 w 7467600"/>
              <a:gd name="connsiteY130" fmla="*/ 4594648 h 6858000"/>
              <a:gd name="connsiteX131" fmla="*/ 820602 w 7467600"/>
              <a:gd name="connsiteY131" fmla="*/ 4485915 h 6858000"/>
              <a:gd name="connsiteX132" fmla="*/ 878295 w 7467600"/>
              <a:gd name="connsiteY132" fmla="*/ 4403594 h 6858000"/>
              <a:gd name="connsiteX133" fmla="*/ 1240607 w 7467600"/>
              <a:gd name="connsiteY133" fmla="*/ 4010401 h 6858000"/>
              <a:gd name="connsiteX134" fmla="*/ 1310106 w 7467600"/>
              <a:gd name="connsiteY134" fmla="*/ 3943217 h 6858000"/>
              <a:gd name="connsiteX135" fmla="*/ 1423113 w 7467600"/>
              <a:gd name="connsiteY135" fmla="*/ 3874565 h 6858000"/>
              <a:gd name="connsiteX136" fmla="*/ 1260565 w 7467600"/>
              <a:gd name="connsiteY136" fmla="*/ 4031982 h 6858000"/>
              <a:gd name="connsiteX137" fmla="*/ 901900 w 7467600"/>
              <a:gd name="connsiteY137" fmla="*/ 4421236 h 6858000"/>
              <a:gd name="connsiteX138" fmla="*/ 845044 w 7467600"/>
              <a:gd name="connsiteY138" fmla="*/ 4502436 h 6858000"/>
              <a:gd name="connsiteX139" fmla="*/ 685926 w 7467600"/>
              <a:gd name="connsiteY139" fmla="*/ 4703069 h 6858000"/>
              <a:gd name="connsiteX140" fmla="*/ 684248 w 7467600"/>
              <a:gd name="connsiteY140" fmla="*/ 4706721 h 6858000"/>
              <a:gd name="connsiteX141" fmla="*/ 1423113 w 7467600"/>
              <a:gd name="connsiteY141" fmla="*/ 3874565 h 6858000"/>
              <a:gd name="connsiteX142" fmla="*/ 3316479 w 7467600"/>
              <a:gd name="connsiteY142" fmla="*/ 3872136 h 6858000"/>
              <a:gd name="connsiteX143" fmla="*/ 3546806 w 7467600"/>
              <a:gd name="connsiteY143" fmla="*/ 4356139 h 6858000"/>
              <a:gd name="connsiteX144" fmla="*/ 3364433 w 7467600"/>
              <a:gd name="connsiteY144" fmla="*/ 3953121 h 6858000"/>
              <a:gd name="connsiteX145" fmla="*/ 3316479 w 7467600"/>
              <a:gd name="connsiteY145" fmla="*/ 3872136 h 6858000"/>
              <a:gd name="connsiteX146" fmla="*/ 3291335 w 7467600"/>
              <a:gd name="connsiteY146" fmla="*/ 3767420 h 6858000"/>
              <a:gd name="connsiteX147" fmla="*/ 3390805 w 7467600"/>
              <a:gd name="connsiteY147" fmla="*/ 3937163 h 6858000"/>
              <a:gd name="connsiteX148" fmla="*/ 3579062 w 7467600"/>
              <a:gd name="connsiteY148" fmla="*/ 4359040 h 6858000"/>
              <a:gd name="connsiteX149" fmla="*/ 3467355 w 7467600"/>
              <a:gd name="connsiteY149" fmla="*/ 3988130 h 6858000"/>
              <a:gd name="connsiteX150" fmla="*/ 3310753 w 7467600"/>
              <a:gd name="connsiteY150" fmla="*/ 3787140 h 6858000"/>
              <a:gd name="connsiteX151" fmla="*/ 3291335 w 7467600"/>
              <a:gd name="connsiteY151" fmla="*/ 3767420 h 6858000"/>
              <a:gd name="connsiteX152" fmla="*/ 1635889 w 7467600"/>
              <a:gd name="connsiteY152" fmla="*/ 3709494 h 6858000"/>
              <a:gd name="connsiteX153" fmla="*/ 1634800 w 7467600"/>
              <a:gd name="connsiteY153" fmla="*/ 3731111 h 6858000"/>
              <a:gd name="connsiteX154" fmla="*/ 1635889 w 7467600"/>
              <a:gd name="connsiteY154" fmla="*/ 3709494 h 6858000"/>
              <a:gd name="connsiteX155" fmla="*/ 1510397 w 7467600"/>
              <a:gd name="connsiteY155" fmla="*/ 3684705 h 6858000"/>
              <a:gd name="connsiteX156" fmla="*/ 1146550 w 7467600"/>
              <a:gd name="connsiteY156" fmla="*/ 3802012 h 6858000"/>
              <a:gd name="connsiteX157" fmla="*/ 698834 w 7467600"/>
              <a:gd name="connsiteY157" fmla="*/ 3952272 h 6858000"/>
              <a:gd name="connsiteX158" fmla="*/ 34256 w 7467600"/>
              <a:gd name="connsiteY158" fmla="*/ 4347603 h 6858000"/>
              <a:gd name="connsiteX159" fmla="*/ 527241 w 7467600"/>
              <a:gd name="connsiteY159" fmla="*/ 4065078 h 6858000"/>
              <a:gd name="connsiteX160" fmla="*/ 1510397 w 7467600"/>
              <a:gd name="connsiteY160" fmla="*/ 3684705 h 6858000"/>
              <a:gd name="connsiteX161" fmla="*/ 1313114 w 7467600"/>
              <a:gd name="connsiteY161" fmla="*/ 3655216 h 6858000"/>
              <a:gd name="connsiteX162" fmla="*/ 1109304 w 7467600"/>
              <a:gd name="connsiteY162" fmla="*/ 3669030 h 6858000"/>
              <a:gd name="connsiteX163" fmla="*/ 8129 w 7467600"/>
              <a:gd name="connsiteY163" fmla="*/ 4330519 h 6858000"/>
              <a:gd name="connsiteX164" fmla="*/ 687572 w 7467600"/>
              <a:gd name="connsiteY164" fmla="*/ 3925629 h 6858000"/>
              <a:gd name="connsiteX165" fmla="*/ 1138365 w 7467600"/>
              <a:gd name="connsiteY165" fmla="*/ 3774515 h 6858000"/>
              <a:gd name="connsiteX166" fmla="*/ 1505579 w 7467600"/>
              <a:gd name="connsiteY166" fmla="*/ 3655526 h 6858000"/>
              <a:gd name="connsiteX167" fmla="*/ 1313114 w 7467600"/>
              <a:gd name="connsiteY167" fmla="*/ 3655216 h 6858000"/>
              <a:gd name="connsiteX168" fmla="*/ 3655073 w 7467600"/>
              <a:gd name="connsiteY168" fmla="*/ 3650884 h 6858000"/>
              <a:gd name="connsiteX169" fmla="*/ 3989938 w 7467600"/>
              <a:gd name="connsiteY169" fmla="*/ 3991685 h 6858000"/>
              <a:gd name="connsiteX170" fmla="*/ 4393907 w 7467600"/>
              <a:gd name="connsiteY170" fmla="*/ 4261258 h 6858000"/>
              <a:gd name="connsiteX171" fmla="*/ 4648051 w 7467600"/>
              <a:gd name="connsiteY171" fmla="*/ 4374051 h 6858000"/>
              <a:gd name="connsiteX172" fmla="*/ 4383389 w 7467600"/>
              <a:gd name="connsiteY172" fmla="*/ 4184369 h 6858000"/>
              <a:gd name="connsiteX173" fmla="*/ 4165508 w 7467600"/>
              <a:gd name="connsiteY173" fmla="*/ 4035196 h 6858000"/>
              <a:gd name="connsiteX174" fmla="*/ 4068162 w 7467600"/>
              <a:gd name="connsiteY174" fmla="*/ 3953394 h 6858000"/>
              <a:gd name="connsiteX175" fmla="*/ 3981416 w 7467600"/>
              <a:gd name="connsiteY175" fmla="*/ 3880482 h 6858000"/>
              <a:gd name="connsiteX176" fmla="*/ 3800147 w 7467600"/>
              <a:gd name="connsiteY176" fmla="*/ 3749872 h 6858000"/>
              <a:gd name="connsiteX177" fmla="*/ 3655073 w 7467600"/>
              <a:gd name="connsiteY177" fmla="*/ 3650884 h 6858000"/>
              <a:gd name="connsiteX178" fmla="*/ 3670252 w 7467600"/>
              <a:gd name="connsiteY178" fmla="*/ 3622798 h 6858000"/>
              <a:gd name="connsiteX179" fmla="*/ 3817258 w 7467600"/>
              <a:gd name="connsiteY179" fmla="*/ 3723577 h 6858000"/>
              <a:gd name="connsiteX180" fmla="*/ 4000461 w 7467600"/>
              <a:gd name="connsiteY180" fmla="*/ 3855966 h 6858000"/>
              <a:gd name="connsiteX181" fmla="*/ 4088180 w 7467600"/>
              <a:gd name="connsiteY181" fmla="*/ 3929774 h 6858000"/>
              <a:gd name="connsiteX182" fmla="*/ 4184555 w 7467600"/>
              <a:gd name="connsiteY182" fmla="*/ 4010683 h 6858000"/>
              <a:gd name="connsiteX183" fmla="*/ 4399563 w 7467600"/>
              <a:gd name="connsiteY183" fmla="*/ 4158106 h 6858000"/>
              <a:gd name="connsiteX184" fmla="*/ 4684469 w 7467600"/>
              <a:gd name="connsiteY184" fmla="*/ 4364680 h 6858000"/>
              <a:gd name="connsiteX185" fmla="*/ 4690271 w 7467600"/>
              <a:gd name="connsiteY185" fmla="*/ 4370034 h 6858000"/>
              <a:gd name="connsiteX186" fmla="*/ 4136093 w 7467600"/>
              <a:gd name="connsiteY186" fmla="*/ 3858466 h 6858000"/>
              <a:gd name="connsiteX187" fmla="*/ 3670252 w 7467600"/>
              <a:gd name="connsiteY187" fmla="*/ 3622798 h 6858000"/>
              <a:gd name="connsiteX188" fmla="*/ 4440129 w 7467600"/>
              <a:gd name="connsiteY188" fmla="*/ 3448571 h 6858000"/>
              <a:gd name="connsiteX189" fmla="*/ 4856525 w 7467600"/>
              <a:gd name="connsiteY189" fmla="*/ 3915351 h 6858000"/>
              <a:gd name="connsiteX190" fmla="*/ 5059055 w 7467600"/>
              <a:gd name="connsiteY190" fmla="*/ 4108918 h 6858000"/>
              <a:gd name="connsiteX191" fmla="*/ 5290070 w 7467600"/>
              <a:gd name="connsiteY191" fmla="*/ 4263619 h 6858000"/>
              <a:gd name="connsiteX192" fmla="*/ 4834991 w 7467600"/>
              <a:gd name="connsiteY192" fmla="*/ 3830985 h 6858000"/>
              <a:gd name="connsiteX193" fmla="*/ 4440129 w 7467600"/>
              <a:gd name="connsiteY193" fmla="*/ 3448571 h 6858000"/>
              <a:gd name="connsiteX194" fmla="*/ 4441737 w 7467600"/>
              <a:gd name="connsiteY194" fmla="*/ 3399734 h 6858000"/>
              <a:gd name="connsiteX195" fmla="*/ 4431236 w 7467600"/>
              <a:gd name="connsiteY195" fmla="*/ 3400954 h 6858000"/>
              <a:gd name="connsiteX196" fmla="*/ 4557150 w 7467600"/>
              <a:gd name="connsiteY196" fmla="*/ 3510023 h 6858000"/>
              <a:gd name="connsiteX197" fmla="*/ 4856936 w 7467600"/>
              <a:gd name="connsiteY197" fmla="*/ 3809146 h 6858000"/>
              <a:gd name="connsiteX198" fmla="*/ 5111996 w 7467600"/>
              <a:gd name="connsiteY198" fmla="*/ 4065759 h 6858000"/>
              <a:gd name="connsiteX199" fmla="*/ 5388878 w 7467600"/>
              <a:gd name="connsiteY199" fmla="*/ 4300185 h 6858000"/>
              <a:gd name="connsiteX200" fmla="*/ 5425556 w 7467600"/>
              <a:gd name="connsiteY200" fmla="*/ 4308967 h 6858000"/>
              <a:gd name="connsiteX201" fmla="*/ 4943646 w 7467600"/>
              <a:gd name="connsiteY201" fmla="*/ 3822916 h 6858000"/>
              <a:gd name="connsiteX202" fmla="*/ 4594837 w 7467600"/>
              <a:gd name="connsiteY202" fmla="*/ 3532274 h 6858000"/>
              <a:gd name="connsiteX203" fmla="*/ 4441737 w 7467600"/>
              <a:gd name="connsiteY203" fmla="*/ 3399734 h 6858000"/>
              <a:gd name="connsiteX204" fmla="*/ 5425834 w 7467600"/>
              <a:gd name="connsiteY204" fmla="*/ 3162785 h 6858000"/>
              <a:gd name="connsiteX205" fmla="*/ 5401644 w 7467600"/>
              <a:gd name="connsiteY205" fmla="*/ 3617847 h 6858000"/>
              <a:gd name="connsiteX206" fmla="*/ 5467256 w 7467600"/>
              <a:gd name="connsiteY206" fmla="*/ 4175494 h 6858000"/>
              <a:gd name="connsiteX207" fmla="*/ 5448069 w 7467600"/>
              <a:gd name="connsiteY207" fmla="*/ 3567554 h 6858000"/>
              <a:gd name="connsiteX208" fmla="*/ 5425834 w 7467600"/>
              <a:gd name="connsiteY208" fmla="*/ 3162785 h 6858000"/>
              <a:gd name="connsiteX209" fmla="*/ 1318687 w 7467600"/>
              <a:gd name="connsiteY209" fmla="*/ 3113840 h 6858000"/>
              <a:gd name="connsiteX210" fmla="*/ 1066793 w 7467600"/>
              <a:gd name="connsiteY210" fmla="*/ 3212171 h 6858000"/>
              <a:gd name="connsiteX211" fmla="*/ 993319 w 7467600"/>
              <a:gd name="connsiteY211" fmla="*/ 3247648 h 6858000"/>
              <a:gd name="connsiteX212" fmla="*/ 853081 w 7467600"/>
              <a:gd name="connsiteY212" fmla="*/ 3312410 h 6858000"/>
              <a:gd name="connsiteX213" fmla="*/ 805957 w 7467600"/>
              <a:gd name="connsiteY213" fmla="*/ 3330443 h 6858000"/>
              <a:gd name="connsiteX214" fmla="*/ 1318687 w 7467600"/>
              <a:gd name="connsiteY214" fmla="*/ 3113840 h 6858000"/>
              <a:gd name="connsiteX215" fmla="*/ 5453702 w 7467600"/>
              <a:gd name="connsiteY215" fmla="*/ 3090882 h 6858000"/>
              <a:gd name="connsiteX216" fmla="*/ 5480135 w 7467600"/>
              <a:gd name="connsiteY216" fmla="*/ 3565802 h 6858000"/>
              <a:gd name="connsiteX217" fmla="*/ 5499023 w 7467600"/>
              <a:gd name="connsiteY217" fmla="*/ 4166310 h 6858000"/>
              <a:gd name="connsiteX218" fmla="*/ 5547022 w 7467600"/>
              <a:gd name="connsiteY218" fmla="*/ 3607838 h 6858000"/>
              <a:gd name="connsiteX219" fmla="*/ 5515964 w 7467600"/>
              <a:gd name="connsiteY219" fmla="*/ 3378541 h 6858000"/>
              <a:gd name="connsiteX220" fmla="*/ 5453702 w 7467600"/>
              <a:gd name="connsiteY220" fmla="*/ 3090882 h 6858000"/>
              <a:gd name="connsiteX221" fmla="*/ 1238695 w 7467600"/>
              <a:gd name="connsiteY221" fmla="*/ 3076820 h 6858000"/>
              <a:gd name="connsiteX222" fmla="*/ 716371 w 7467600"/>
              <a:gd name="connsiteY222" fmla="*/ 3293249 h 6858000"/>
              <a:gd name="connsiteX223" fmla="*/ 579522 w 7467600"/>
              <a:gd name="connsiteY223" fmla="*/ 3371759 h 6858000"/>
              <a:gd name="connsiteX224" fmla="*/ 600288 w 7467600"/>
              <a:gd name="connsiteY224" fmla="*/ 3365555 h 6858000"/>
              <a:gd name="connsiteX225" fmla="*/ 840692 w 7467600"/>
              <a:gd name="connsiteY225" fmla="*/ 3284921 h 6858000"/>
              <a:gd name="connsiteX226" fmla="*/ 979248 w 7467600"/>
              <a:gd name="connsiteY226" fmla="*/ 3221003 h 6858000"/>
              <a:gd name="connsiteX227" fmla="*/ 1053282 w 7467600"/>
              <a:gd name="connsiteY227" fmla="*/ 3185247 h 6858000"/>
              <a:gd name="connsiteX228" fmla="*/ 1320603 w 7467600"/>
              <a:gd name="connsiteY228" fmla="*/ 3081281 h 6858000"/>
              <a:gd name="connsiteX229" fmla="*/ 1238695 w 7467600"/>
              <a:gd name="connsiteY229" fmla="*/ 3076820 h 6858000"/>
              <a:gd name="connsiteX230" fmla="*/ 5425627 w 7467600"/>
              <a:gd name="connsiteY230" fmla="*/ 2954192 h 6858000"/>
              <a:gd name="connsiteX231" fmla="*/ 5470770 w 7467600"/>
              <a:gd name="connsiteY231" fmla="*/ 3005435 h 6858000"/>
              <a:gd name="connsiteX232" fmla="*/ 5519779 w 7467600"/>
              <a:gd name="connsiteY232" fmla="*/ 4359223 h 6858000"/>
              <a:gd name="connsiteX233" fmla="*/ 5520293 w 7467600"/>
              <a:gd name="connsiteY233" fmla="*/ 4360602 h 6858000"/>
              <a:gd name="connsiteX234" fmla="*/ 5767221 w 7467600"/>
              <a:gd name="connsiteY234" fmla="*/ 4665564 h 6858000"/>
              <a:gd name="connsiteX235" fmla="*/ 6937169 w 7467600"/>
              <a:gd name="connsiteY235" fmla="*/ 4815941 h 6858000"/>
              <a:gd name="connsiteX236" fmla="*/ 6953922 w 7467600"/>
              <a:gd name="connsiteY236" fmla="*/ 4890068 h 6858000"/>
              <a:gd name="connsiteX237" fmla="*/ 6071359 w 7467600"/>
              <a:gd name="connsiteY237" fmla="*/ 4770770 h 6858000"/>
              <a:gd name="connsiteX238" fmla="*/ 6038839 w 7467600"/>
              <a:gd name="connsiteY238" fmla="*/ 4764474 h 6858000"/>
              <a:gd name="connsiteX239" fmla="*/ 6038706 w 7467600"/>
              <a:gd name="connsiteY239" fmla="*/ 4763847 h 6858000"/>
              <a:gd name="connsiteX240" fmla="*/ 6037784 w 7467600"/>
              <a:gd name="connsiteY240" fmla="*/ 4764270 h 6858000"/>
              <a:gd name="connsiteX241" fmla="*/ 6038839 w 7467600"/>
              <a:gd name="connsiteY241" fmla="*/ 4764474 h 6858000"/>
              <a:gd name="connsiteX242" fmla="*/ 6040338 w 7467600"/>
              <a:gd name="connsiteY242" fmla="*/ 4771418 h 6858000"/>
              <a:gd name="connsiteX243" fmla="*/ 6024488 w 7467600"/>
              <a:gd name="connsiteY243" fmla="*/ 4809903 h 6858000"/>
              <a:gd name="connsiteX244" fmla="*/ 5599771 w 7467600"/>
              <a:gd name="connsiteY244" fmla="*/ 5509652 h 6858000"/>
              <a:gd name="connsiteX245" fmla="*/ 5548843 w 7467600"/>
              <a:gd name="connsiteY245" fmla="*/ 5563845 h 6858000"/>
              <a:gd name="connsiteX246" fmla="*/ 5940952 w 7467600"/>
              <a:gd name="connsiteY246" fmla="*/ 6250028 h 6858000"/>
              <a:gd name="connsiteX247" fmla="*/ 6043441 w 7467600"/>
              <a:gd name="connsiteY247" fmla="*/ 6665847 h 6858000"/>
              <a:gd name="connsiteX248" fmla="*/ 6093432 w 7467600"/>
              <a:gd name="connsiteY248" fmla="*/ 6858000 h 6858000"/>
              <a:gd name="connsiteX249" fmla="*/ 6034344 w 7467600"/>
              <a:gd name="connsiteY249" fmla="*/ 6858000 h 6858000"/>
              <a:gd name="connsiteX250" fmla="*/ 6026679 w 7467600"/>
              <a:gd name="connsiteY250" fmla="*/ 6836959 h 6858000"/>
              <a:gd name="connsiteX251" fmla="*/ 5800441 w 7467600"/>
              <a:gd name="connsiteY251" fmla="*/ 6335286 h 6858000"/>
              <a:gd name="connsiteX252" fmla="*/ 5526562 w 7467600"/>
              <a:gd name="connsiteY252" fmla="*/ 5705388 h 6858000"/>
              <a:gd name="connsiteX253" fmla="*/ 5519640 w 7467600"/>
              <a:gd name="connsiteY253" fmla="*/ 5683774 h 6858000"/>
              <a:gd name="connsiteX254" fmla="*/ 5844559 w 7467600"/>
              <a:gd name="connsiteY254" fmla="*/ 6553349 h 6858000"/>
              <a:gd name="connsiteX255" fmla="*/ 5975994 w 7467600"/>
              <a:gd name="connsiteY255" fmla="*/ 6858000 h 6858000"/>
              <a:gd name="connsiteX256" fmla="*/ 5898547 w 7467600"/>
              <a:gd name="connsiteY256" fmla="*/ 6858000 h 6858000"/>
              <a:gd name="connsiteX257" fmla="*/ 5682041 w 7467600"/>
              <a:gd name="connsiteY257" fmla="*/ 6355860 h 6858000"/>
              <a:gd name="connsiteX258" fmla="*/ 5461758 w 7467600"/>
              <a:gd name="connsiteY258" fmla="*/ 5820220 h 6858000"/>
              <a:gd name="connsiteX259" fmla="*/ 5237282 w 7467600"/>
              <a:gd name="connsiteY259" fmla="*/ 6579086 h 6858000"/>
              <a:gd name="connsiteX260" fmla="*/ 5115009 w 7467600"/>
              <a:gd name="connsiteY260" fmla="*/ 6858000 h 6858000"/>
              <a:gd name="connsiteX261" fmla="*/ 5028074 w 7467600"/>
              <a:gd name="connsiteY261" fmla="*/ 6858000 h 6858000"/>
              <a:gd name="connsiteX262" fmla="*/ 5079508 w 7467600"/>
              <a:gd name="connsiteY262" fmla="*/ 6749074 h 6858000"/>
              <a:gd name="connsiteX263" fmla="*/ 5371846 w 7467600"/>
              <a:gd name="connsiteY263" fmla="*/ 5924413 h 6858000"/>
              <a:gd name="connsiteX264" fmla="*/ 5270512 w 7467600"/>
              <a:gd name="connsiteY264" fmla="*/ 6138975 h 6858000"/>
              <a:gd name="connsiteX265" fmla="*/ 5062409 w 7467600"/>
              <a:gd name="connsiteY265" fmla="*/ 6653544 h 6858000"/>
              <a:gd name="connsiteX266" fmla="*/ 5036628 w 7467600"/>
              <a:gd name="connsiteY266" fmla="*/ 6754247 h 6858000"/>
              <a:gd name="connsiteX267" fmla="*/ 5009112 w 7467600"/>
              <a:gd name="connsiteY267" fmla="*/ 6858000 h 6858000"/>
              <a:gd name="connsiteX268" fmla="*/ 4976679 w 7467600"/>
              <a:gd name="connsiteY268" fmla="*/ 6858000 h 6858000"/>
              <a:gd name="connsiteX269" fmla="*/ 5006537 w 7467600"/>
              <a:gd name="connsiteY269" fmla="*/ 6747068 h 6858000"/>
              <a:gd name="connsiteX270" fmla="*/ 5032723 w 7467600"/>
              <a:gd name="connsiteY270" fmla="*/ 6644957 h 6858000"/>
              <a:gd name="connsiteX271" fmla="*/ 5242949 w 7467600"/>
              <a:gd name="connsiteY271" fmla="*/ 6125175 h 6858000"/>
              <a:gd name="connsiteX272" fmla="*/ 5286321 w 7467600"/>
              <a:gd name="connsiteY272" fmla="*/ 6033555 h 6858000"/>
              <a:gd name="connsiteX273" fmla="*/ 5008210 w 7467600"/>
              <a:gd name="connsiteY273" fmla="*/ 6649194 h 6858000"/>
              <a:gd name="connsiteX274" fmla="*/ 4986321 w 7467600"/>
              <a:gd name="connsiteY274" fmla="*/ 6765687 h 6858000"/>
              <a:gd name="connsiteX275" fmla="*/ 4973474 w 7467600"/>
              <a:gd name="connsiteY275" fmla="*/ 6858000 h 6858000"/>
              <a:gd name="connsiteX276" fmla="*/ 4907178 w 7467600"/>
              <a:gd name="connsiteY276" fmla="*/ 6858000 h 6858000"/>
              <a:gd name="connsiteX277" fmla="*/ 4910810 w 7467600"/>
              <a:gd name="connsiteY277" fmla="*/ 6829660 h 6858000"/>
              <a:gd name="connsiteX278" fmla="*/ 4987461 w 7467600"/>
              <a:gd name="connsiteY278" fmla="*/ 6432994 h 6858000"/>
              <a:gd name="connsiteX279" fmla="*/ 5179262 w 7467600"/>
              <a:gd name="connsiteY279" fmla="*/ 6035044 h 6858000"/>
              <a:gd name="connsiteX280" fmla="*/ 4689678 w 7467600"/>
              <a:gd name="connsiteY280" fmla="*/ 6440241 h 6858000"/>
              <a:gd name="connsiteX281" fmla="*/ 4477543 w 7467600"/>
              <a:gd name="connsiteY281" fmla="*/ 6674836 h 6858000"/>
              <a:gd name="connsiteX282" fmla="*/ 4329957 w 7467600"/>
              <a:gd name="connsiteY282" fmla="*/ 6858000 h 6858000"/>
              <a:gd name="connsiteX283" fmla="*/ 4218595 w 7467600"/>
              <a:gd name="connsiteY283" fmla="*/ 6858000 h 6858000"/>
              <a:gd name="connsiteX284" fmla="*/ 4368888 w 7467600"/>
              <a:gd name="connsiteY284" fmla="*/ 6668412 h 6858000"/>
              <a:gd name="connsiteX285" fmla="*/ 4563091 w 7467600"/>
              <a:gd name="connsiteY285" fmla="*/ 6442508 h 6858000"/>
              <a:gd name="connsiteX286" fmla="*/ 5387324 w 7467600"/>
              <a:gd name="connsiteY286" fmla="*/ 5705830 h 6858000"/>
              <a:gd name="connsiteX287" fmla="*/ 5073620 w 7467600"/>
              <a:gd name="connsiteY287" fmla="*/ 5955437 h 6858000"/>
              <a:gd name="connsiteX288" fmla="*/ 4689789 w 7467600"/>
              <a:gd name="connsiteY288" fmla="*/ 6268382 h 6858000"/>
              <a:gd name="connsiteX289" fmla="*/ 4418722 w 7467600"/>
              <a:gd name="connsiteY289" fmla="*/ 6570886 h 6858000"/>
              <a:gd name="connsiteX290" fmla="*/ 4214944 w 7467600"/>
              <a:gd name="connsiteY290" fmla="*/ 6858000 h 6858000"/>
              <a:gd name="connsiteX291" fmla="*/ 4177898 w 7467600"/>
              <a:gd name="connsiteY291" fmla="*/ 6858000 h 6858000"/>
              <a:gd name="connsiteX292" fmla="*/ 4391597 w 7467600"/>
              <a:gd name="connsiteY292" fmla="*/ 6556370 h 6858000"/>
              <a:gd name="connsiteX293" fmla="*/ 4668889 w 7467600"/>
              <a:gd name="connsiteY293" fmla="*/ 6246399 h 6858000"/>
              <a:gd name="connsiteX294" fmla="*/ 5055427 w 7467600"/>
              <a:gd name="connsiteY294" fmla="*/ 5931476 h 6858000"/>
              <a:gd name="connsiteX295" fmla="*/ 5371814 w 7467600"/>
              <a:gd name="connsiteY295" fmla="*/ 5678975 h 6858000"/>
              <a:gd name="connsiteX296" fmla="*/ 4987918 w 7467600"/>
              <a:gd name="connsiteY296" fmla="*/ 5838701 h 6858000"/>
              <a:gd name="connsiteX297" fmla="*/ 4317146 w 7467600"/>
              <a:gd name="connsiteY297" fmla="*/ 6587716 h 6858000"/>
              <a:gd name="connsiteX298" fmla="*/ 4171627 w 7467600"/>
              <a:gd name="connsiteY298" fmla="*/ 6858000 h 6858000"/>
              <a:gd name="connsiteX299" fmla="*/ 4081585 w 7467600"/>
              <a:gd name="connsiteY299" fmla="*/ 6858000 h 6858000"/>
              <a:gd name="connsiteX300" fmla="*/ 4238603 w 7467600"/>
              <a:gd name="connsiteY300" fmla="*/ 6559341 h 6858000"/>
              <a:gd name="connsiteX301" fmla="*/ 4778333 w 7467600"/>
              <a:gd name="connsiteY301" fmla="*/ 5873626 h 6858000"/>
              <a:gd name="connsiteX302" fmla="*/ 5414185 w 7467600"/>
              <a:gd name="connsiteY302" fmla="*/ 5573882 h 6858000"/>
              <a:gd name="connsiteX303" fmla="*/ 5959648 w 7467600"/>
              <a:gd name="connsiteY303" fmla="*/ 4760797 h 6858000"/>
              <a:gd name="connsiteX304" fmla="*/ 5355019 w 7467600"/>
              <a:gd name="connsiteY304" fmla="*/ 4734672 h 6858000"/>
              <a:gd name="connsiteX305" fmla="*/ 5083565 w 7467600"/>
              <a:gd name="connsiteY305" fmla="*/ 5179121 h 6858000"/>
              <a:gd name="connsiteX306" fmla="*/ 4713577 w 7467600"/>
              <a:gd name="connsiteY306" fmla="*/ 5616803 h 6858000"/>
              <a:gd name="connsiteX307" fmla="*/ 3989559 w 7467600"/>
              <a:gd name="connsiteY307" fmla="*/ 6145945 h 6858000"/>
              <a:gd name="connsiteX308" fmla="*/ 3939824 w 7467600"/>
              <a:gd name="connsiteY308" fmla="*/ 6066900 h 6858000"/>
              <a:gd name="connsiteX309" fmla="*/ 4584537 w 7467600"/>
              <a:gd name="connsiteY309" fmla="*/ 5324826 h 6858000"/>
              <a:gd name="connsiteX310" fmla="*/ 5037105 w 7467600"/>
              <a:gd name="connsiteY310" fmla="*/ 5088765 h 6858000"/>
              <a:gd name="connsiteX311" fmla="*/ 5039930 w 7467600"/>
              <a:gd name="connsiteY311" fmla="*/ 5089585 h 6858000"/>
              <a:gd name="connsiteX312" fmla="*/ 5263764 w 7467600"/>
              <a:gd name="connsiteY312" fmla="*/ 4735525 h 6858000"/>
              <a:gd name="connsiteX313" fmla="*/ 4086300 w 7467600"/>
              <a:gd name="connsiteY313" fmla="*/ 4884599 h 6858000"/>
              <a:gd name="connsiteX314" fmla="*/ 4085485 w 7467600"/>
              <a:gd name="connsiteY314" fmla="*/ 4899070 h 6858000"/>
              <a:gd name="connsiteX315" fmla="*/ 3871915 w 7467600"/>
              <a:gd name="connsiteY315" fmla="*/ 5253645 h 6858000"/>
              <a:gd name="connsiteX316" fmla="*/ 3799374 w 7467600"/>
              <a:gd name="connsiteY316" fmla="*/ 5466127 h 6858000"/>
              <a:gd name="connsiteX317" fmla="*/ 3498850 w 7467600"/>
              <a:gd name="connsiteY317" fmla="*/ 6661888 h 6858000"/>
              <a:gd name="connsiteX318" fmla="*/ 3399216 w 7467600"/>
              <a:gd name="connsiteY318" fmla="*/ 6858000 h 6858000"/>
              <a:gd name="connsiteX319" fmla="*/ 3303688 w 7467600"/>
              <a:gd name="connsiteY319" fmla="*/ 6858000 h 6858000"/>
              <a:gd name="connsiteX320" fmla="*/ 3391774 w 7467600"/>
              <a:gd name="connsiteY320" fmla="*/ 6697181 h 6858000"/>
              <a:gd name="connsiteX321" fmla="*/ 3735540 w 7467600"/>
              <a:gd name="connsiteY321" fmla="*/ 5546923 h 6858000"/>
              <a:gd name="connsiteX322" fmla="*/ 3729438 w 7467600"/>
              <a:gd name="connsiteY322" fmla="*/ 5569058 h 6858000"/>
              <a:gd name="connsiteX323" fmla="*/ 3707782 w 7467600"/>
              <a:gd name="connsiteY323" fmla="*/ 5644908 h 6858000"/>
              <a:gd name="connsiteX324" fmla="*/ 3583827 w 7467600"/>
              <a:gd name="connsiteY324" fmla="*/ 6039215 h 6858000"/>
              <a:gd name="connsiteX325" fmla="*/ 3547861 w 7467600"/>
              <a:gd name="connsiteY325" fmla="*/ 6129609 h 6858000"/>
              <a:gd name="connsiteX326" fmla="*/ 3490905 w 7467600"/>
              <a:gd name="connsiteY326" fmla="*/ 6277660 h 6858000"/>
              <a:gd name="connsiteX327" fmla="*/ 3455859 w 7467600"/>
              <a:gd name="connsiteY327" fmla="*/ 6391301 h 6858000"/>
              <a:gd name="connsiteX328" fmla="*/ 3429112 w 7467600"/>
              <a:gd name="connsiteY328" fmla="*/ 6479469 h 6858000"/>
              <a:gd name="connsiteX329" fmla="*/ 3304862 w 7467600"/>
              <a:gd name="connsiteY329" fmla="*/ 6796476 h 6858000"/>
              <a:gd name="connsiteX330" fmla="*/ 3276071 w 7467600"/>
              <a:gd name="connsiteY330" fmla="*/ 6858000 h 6858000"/>
              <a:gd name="connsiteX331" fmla="*/ 3240805 w 7467600"/>
              <a:gd name="connsiteY331" fmla="*/ 6858000 h 6858000"/>
              <a:gd name="connsiteX332" fmla="*/ 3275917 w 7467600"/>
              <a:gd name="connsiteY332" fmla="*/ 6783192 h 6858000"/>
              <a:gd name="connsiteX333" fmla="*/ 3399358 w 7467600"/>
              <a:gd name="connsiteY333" fmla="*/ 6469011 h 6858000"/>
              <a:gd name="connsiteX334" fmla="*/ 3425650 w 7467600"/>
              <a:gd name="connsiteY334" fmla="*/ 6381333 h 6858000"/>
              <a:gd name="connsiteX335" fmla="*/ 3460661 w 7467600"/>
              <a:gd name="connsiteY335" fmla="*/ 6266763 h 6858000"/>
              <a:gd name="connsiteX336" fmla="*/ 3518021 w 7467600"/>
              <a:gd name="connsiteY336" fmla="*/ 6117298 h 6858000"/>
              <a:gd name="connsiteX337" fmla="*/ 3554035 w 7467600"/>
              <a:gd name="connsiteY337" fmla="*/ 6027832 h 6858000"/>
              <a:gd name="connsiteX338" fmla="*/ 3677174 w 7467600"/>
              <a:gd name="connsiteY338" fmla="*/ 5636351 h 6858000"/>
              <a:gd name="connsiteX339" fmla="*/ 3698819 w 7467600"/>
              <a:gd name="connsiteY339" fmla="*/ 5560503 h 6858000"/>
              <a:gd name="connsiteX340" fmla="*/ 3702094 w 7467600"/>
              <a:gd name="connsiteY340" fmla="*/ 5549194 h 6858000"/>
              <a:gd name="connsiteX341" fmla="*/ 3398355 w 7467600"/>
              <a:gd name="connsiteY341" fmla="*/ 6094603 h 6858000"/>
              <a:gd name="connsiteX342" fmla="*/ 3193941 w 7467600"/>
              <a:gd name="connsiteY342" fmla="*/ 6798775 h 6858000"/>
              <a:gd name="connsiteX343" fmla="*/ 3184140 w 7467600"/>
              <a:gd name="connsiteY343" fmla="*/ 6858000 h 6858000"/>
              <a:gd name="connsiteX344" fmla="*/ 3099978 w 7467600"/>
              <a:gd name="connsiteY344" fmla="*/ 6858000 h 6858000"/>
              <a:gd name="connsiteX345" fmla="*/ 3101556 w 7467600"/>
              <a:gd name="connsiteY345" fmla="*/ 6843337 h 6858000"/>
              <a:gd name="connsiteX346" fmla="*/ 3370162 w 7467600"/>
              <a:gd name="connsiteY346" fmla="*/ 5785550 h 6858000"/>
              <a:gd name="connsiteX347" fmla="*/ 3746477 w 7467600"/>
              <a:gd name="connsiteY347" fmla="*/ 5377889 h 6858000"/>
              <a:gd name="connsiteX348" fmla="*/ 3863399 w 7467600"/>
              <a:gd name="connsiteY348" fmla="*/ 5087257 h 6858000"/>
              <a:gd name="connsiteX349" fmla="*/ 3968712 w 7467600"/>
              <a:gd name="connsiteY349" fmla="*/ 4913989 h 6858000"/>
              <a:gd name="connsiteX350" fmla="*/ 2792390 w 7467600"/>
              <a:gd name="connsiteY350" fmla="*/ 5382974 h 6858000"/>
              <a:gd name="connsiteX351" fmla="*/ 2714982 w 7467600"/>
              <a:gd name="connsiteY351" fmla="*/ 5427051 h 6858000"/>
              <a:gd name="connsiteX352" fmla="*/ 2813361 w 7467600"/>
              <a:gd name="connsiteY352" fmla="*/ 6023912 h 6858000"/>
              <a:gd name="connsiteX353" fmla="*/ 2688430 w 7467600"/>
              <a:gd name="connsiteY353" fmla="*/ 6801564 h 6858000"/>
              <a:gd name="connsiteX354" fmla="*/ 2629626 w 7467600"/>
              <a:gd name="connsiteY354" fmla="*/ 6763394 h 6858000"/>
              <a:gd name="connsiteX355" fmla="*/ 2565328 w 7467600"/>
              <a:gd name="connsiteY355" fmla="*/ 5516399 h 6858000"/>
              <a:gd name="connsiteX356" fmla="*/ 1922999 w 7467600"/>
              <a:gd name="connsiteY356" fmla="*/ 5980343 h 6858000"/>
              <a:gd name="connsiteX357" fmla="*/ 1950261 w 7467600"/>
              <a:gd name="connsiteY357" fmla="*/ 6405858 h 6858000"/>
              <a:gd name="connsiteX358" fmla="*/ 2365554 w 7467600"/>
              <a:gd name="connsiteY358" fmla="*/ 6759107 h 6858000"/>
              <a:gd name="connsiteX359" fmla="*/ 2424142 w 7467600"/>
              <a:gd name="connsiteY359" fmla="*/ 6858000 h 6858000"/>
              <a:gd name="connsiteX360" fmla="*/ 2395994 w 7467600"/>
              <a:gd name="connsiteY360" fmla="*/ 6858000 h 6858000"/>
              <a:gd name="connsiteX361" fmla="*/ 2392863 w 7467600"/>
              <a:gd name="connsiteY361" fmla="*/ 6852964 h 6858000"/>
              <a:gd name="connsiteX362" fmla="*/ 2017589 w 7467600"/>
              <a:gd name="connsiteY362" fmla="*/ 6493982 h 6858000"/>
              <a:gd name="connsiteX363" fmla="*/ 2147336 w 7467600"/>
              <a:gd name="connsiteY363" fmla="*/ 6594052 h 6858000"/>
              <a:gd name="connsiteX364" fmla="*/ 2207047 w 7467600"/>
              <a:gd name="connsiteY364" fmla="*/ 6654540 h 6858000"/>
              <a:gd name="connsiteX365" fmla="*/ 2299106 w 7467600"/>
              <a:gd name="connsiteY365" fmla="*/ 6778931 h 6858000"/>
              <a:gd name="connsiteX366" fmla="*/ 2314430 w 7467600"/>
              <a:gd name="connsiteY366" fmla="*/ 6801144 h 6858000"/>
              <a:gd name="connsiteX367" fmla="*/ 2352406 w 7467600"/>
              <a:gd name="connsiteY367" fmla="*/ 6858000 h 6858000"/>
              <a:gd name="connsiteX368" fmla="*/ 2314492 w 7467600"/>
              <a:gd name="connsiteY368" fmla="*/ 6858000 h 6858000"/>
              <a:gd name="connsiteX369" fmla="*/ 2288095 w 7467600"/>
              <a:gd name="connsiteY369" fmla="*/ 6818030 h 6858000"/>
              <a:gd name="connsiteX370" fmla="*/ 2272768 w 7467600"/>
              <a:gd name="connsiteY370" fmla="*/ 6795822 h 6858000"/>
              <a:gd name="connsiteX371" fmla="*/ 2182715 w 7467600"/>
              <a:gd name="connsiteY371" fmla="*/ 6675071 h 6858000"/>
              <a:gd name="connsiteX372" fmla="*/ 2032061 w 7467600"/>
              <a:gd name="connsiteY372" fmla="*/ 6541380 h 6858000"/>
              <a:gd name="connsiteX373" fmla="*/ 2257220 w 7467600"/>
              <a:gd name="connsiteY373" fmla="*/ 6826257 h 6858000"/>
              <a:gd name="connsiteX374" fmla="*/ 2281324 w 7467600"/>
              <a:gd name="connsiteY374" fmla="*/ 6858000 h 6858000"/>
              <a:gd name="connsiteX375" fmla="*/ 2242860 w 7467600"/>
              <a:gd name="connsiteY375" fmla="*/ 6858000 h 6858000"/>
              <a:gd name="connsiteX376" fmla="*/ 2232818 w 7467600"/>
              <a:gd name="connsiteY376" fmla="*/ 6844926 h 6858000"/>
              <a:gd name="connsiteX377" fmla="*/ 1990172 w 7467600"/>
              <a:gd name="connsiteY377" fmla="*/ 6542121 h 6858000"/>
              <a:gd name="connsiteX378" fmla="*/ 2124090 w 7467600"/>
              <a:gd name="connsiteY378" fmla="*/ 6761017 h 6858000"/>
              <a:gd name="connsiteX379" fmla="*/ 2200380 w 7467600"/>
              <a:gd name="connsiteY379" fmla="*/ 6858000 h 6858000"/>
              <a:gd name="connsiteX380" fmla="*/ 2147507 w 7467600"/>
              <a:gd name="connsiteY380" fmla="*/ 6858000 h 6858000"/>
              <a:gd name="connsiteX381" fmla="*/ 2070668 w 7467600"/>
              <a:gd name="connsiteY381" fmla="*/ 6761520 h 6858000"/>
              <a:gd name="connsiteX382" fmla="*/ 1975142 w 7467600"/>
              <a:gd name="connsiteY382" fmla="*/ 6585570 h 6858000"/>
              <a:gd name="connsiteX383" fmla="*/ 2050035 w 7467600"/>
              <a:gd name="connsiteY383" fmla="*/ 6813345 h 6858000"/>
              <a:gd name="connsiteX384" fmla="*/ 2063025 w 7467600"/>
              <a:gd name="connsiteY384" fmla="*/ 6858000 h 6858000"/>
              <a:gd name="connsiteX385" fmla="*/ 2021675 w 7467600"/>
              <a:gd name="connsiteY385" fmla="*/ 6858000 h 6858000"/>
              <a:gd name="connsiteX386" fmla="*/ 2019308 w 7467600"/>
              <a:gd name="connsiteY386" fmla="*/ 6847118 h 6858000"/>
              <a:gd name="connsiteX387" fmla="*/ 1938835 w 7467600"/>
              <a:gd name="connsiteY387" fmla="*/ 6551160 h 6858000"/>
              <a:gd name="connsiteX388" fmla="*/ 1953230 w 7467600"/>
              <a:gd name="connsiteY388" fmla="*/ 6759699 h 6858000"/>
              <a:gd name="connsiteX389" fmla="*/ 1956763 w 7467600"/>
              <a:gd name="connsiteY389" fmla="*/ 6778191 h 6858000"/>
              <a:gd name="connsiteX390" fmla="*/ 1967925 w 7467600"/>
              <a:gd name="connsiteY390" fmla="*/ 6858000 h 6858000"/>
              <a:gd name="connsiteX391" fmla="*/ 1936622 w 7467600"/>
              <a:gd name="connsiteY391" fmla="*/ 6858000 h 6858000"/>
              <a:gd name="connsiteX392" fmla="*/ 1926261 w 7467600"/>
              <a:gd name="connsiteY392" fmla="*/ 6784064 h 6858000"/>
              <a:gd name="connsiteX393" fmla="*/ 1922724 w 7467600"/>
              <a:gd name="connsiteY393" fmla="*/ 6765577 h 6858000"/>
              <a:gd name="connsiteX394" fmla="*/ 1904650 w 7467600"/>
              <a:gd name="connsiteY394" fmla="*/ 6639616 h 6858000"/>
              <a:gd name="connsiteX395" fmla="*/ 1885273 w 7467600"/>
              <a:gd name="connsiteY395" fmla="*/ 6858000 h 6858000"/>
              <a:gd name="connsiteX396" fmla="*/ 1854363 w 7467600"/>
              <a:gd name="connsiteY396" fmla="*/ 6858000 h 6858000"/>
              <a:gd name="connsiteX397" fmla="*/ 1880391 w 7467600"/>
              <a:gd name="connsiteY397" fmla="*/ 6603796 h 6858000"/>
              <a:gd name="connsiteX398" fmla="*/ 1818273 w 7467600"/>
              <a:gd name="connsiteY398" fmla="*/ 6715729 h 6858000"/>
              <a:gd name="connsiteX399" fmla="*/ 1794691 w 7467600"/>
              <a:gd name="connsiteY399" fmla="*/ 6843239 h 6858000"/>
              <a:gd name="connsiteX400" fmla="*/ 1794914 w 7467600"/>
              <a:gd name="connsiteY400" fmla="*/ 6858000 h 6858000"/>
              <a:gd name="connsiteX401" fmla="*/ 1746128 w 7467600"/>
              <a:gd name="connsiteY401" fmla="*/ 6858000 h 6858000"/>
              <a:gd name="connsiteX402" fmla="*/ 1753934 w 7467600"/>
              <a:gd name="connsiteY402" fmla="*/ 6724796 h 6858000"/>
              <a:gd name="connsiteX403" fmla="*/ 1792053 w 7467600"/>
              <a:gd name="connsiteY403" fmla="*/ 6572396 h 6858000"/>
              <a:gd name="connsiteX404" fmla="*/ 1862248 w 7467600"/>
              <a:gd name="connsiteY404" fmla="*/ 6266397 h 6858000"/>
              <a:gd name="connsiteX405" fmla="*/ 1862250 w 7467600"/>
              <a:gd name="connsiteY405" fmla="*/ 6033531 h 6858000"/>
              <a:gd name="connsiteX406" fmla="*/ 1211999 w 7467600"/>
              <a:gd name="connsiteY406" fmla="*/ 6683610 h 6858000"/>
              <a:gd name="connsiteX407" fmla="*/ 1213266 w 7467600"/>
              <a:gd name="connsiteY407" fmla="*/ 6691947 h 6858000"/>
              <a:gd name="connsiteX408" fmla="*/ 1203370 w 7467600"/>
              <a:gd name="connsiteY408" fmla="*/ 6850676 h 6858000"/>
              <a:gd name="connsiteX409" fmla="*/ 1203671 w 7467600"/>
              <a:gd name="connsiteY409" fmla="*/ 6858000 h 6858000"/>
              <a:gd name="connsiteX410" fmla="*/ 1143180 w 7467600"/>
              <a:gd name="connsiteY410" fmla="*/ 6858000 h 6858000"/>
              <a:gd name="connsiteX411" fmla="*/ 1142176 w 7467600"/>
              <a:gd name="connsiteY411" fmla="*/ 6766045 h 6858000"/>
              <a:gd name="connsiteX412" fmla="*/ 1067484 w 7467600"/>
              <a:gd name="connsiteY412" fmla="*/ 6858000 h 6858000"/>
              <a:gd name="connsiteX413" fmla="*/ 953928 w 7467600"/>
              <a:gd name="connsiteY413" fmla="*/ 6858000 h 6858000"/>
              <a:gd name="connsiteX414" fmla="*/ 959715 w 7467600"/>
              <a:gd name="connsiteY414" fmla="*/ 6850185 h 6858000"/>
              <a:gd name="connsiteX415" fmla="*/ 1483788 w 7467600"/>
              <a:gd name="connsiteY415" fmla="*/ 6259174 h 6858000"/>
              <a:gd name="connsiteX416" fmla="*/ 1100671 w 7467600"/>
              <a:gd name="connsiteY416" fmla="*/ 6252137 h 6858000"/>
              <a:gd name="connsiteX417" fmla="*/ 1090144 w 7467600"/>
              <a:gd name="connsiteY417" fmla="*/ 6256748 h 6858000"/>
              <a:gd name="connsiteX418" fmla="*/ 1095872 w 7467600"/>
              <a:gd name="connsiteY418" fmla="*/ 6271892 h 6858000"/>
              <a:gd name="connsiteX419" fmla="*/ 262785 w 7467600"/>
              <a:gd name="connsiteY419" fmla="*/ 6845450 h 6858000"/>
              <a:gd name="connsiteX420" fmla="*/ 209968 w 7467600"/>
              <a:gd name="connsiteY420" fmla="*/ 6770713 h 6858000"/>
              <a:gd name="connsiteX421" fmla="*/ 873460 w 7467600"/>
              <a:gd name="connsiteY421" fmla="*/ 6253768 h 6858000"/>
              <a:gd name="connsiteX422" fmla="*/ 192686 w 7467600"/>
              <a:gd name="connsiteY422" fmla="*/ 5849257 h 6858000"/>
              <a:gd name="connsiteX423" fmla="*/ 4696 w 7467600"/>
              <a:gd name="connsiteY423" fmla="*/ 5697668 h 6858000"/>
              <a:gd name="connsiteX424" fmla="*/ 0 w 7467600"/>
              <a:gd name="connsiteY424" fmla="*/ 5689984 h 6858000"/>
              <a:gd name="connsiteX425" fmla="*/ 0 w 7467600"/>
              <a:gd name="connsiteY425" fmla="*/ 5513472 h 6858000"/>
              <a:gd name="connsiteX426" fmla="*/ 174101 w 7467600"/>
              <a:gd name="connsiteY426" fmla="*/ 5620277 h 6858000"/>
              <a:gd name="connsiteX427" fmla="*/ 891800 w 7467600"/>
              <a:gd name="connsiteY427" fmla="*/ 6036935 h 6858000"/>
              <a:gd name="connsiteX428" fmla="*/ 1072219 w 7467600"/>
              <a:gd name="connsiteY428" fmla="*/ 6169443 h 6858000"/>
              <a:gd name="connsiteX429" fmla="*/ 1074117 w 7467600"/>
              <a:gd name="connsiteY429" fmla="*/ 6170301 h 6858000"/>
              <a:gd name="connsiteX430" fmla="*/ 1083114 w 7467600"/>
              <a:gd name="connsiteY430" fmla="*/ 6174131 h 6858000"/>
              <a:gd name="connsiteX431" fmla="*/ 1543010 w 7467600"/>
              <a:gd name="connsiteY431" fmla="*/ 6191140 h 6858000"/>
              <a:gd name="connsiteX432" fmla="*/ 1551080 w 7467600"/>
              <a:gd name="connsiteY432" fmla="*/ 6195006 h 6858000"/>
              <a:gd name="connsiteX433" fmla="*/ 2345443 w 7467600"/>
              <a:gd name="connsiteY433" fmla="*/ 5549882 h 6858000"/>
              <a:gd name="connsiteX434" fmla="*/ 1721499 w 7467600"/>
              <a:gd name="connsiteY434" fmla="*/ 5599969 h 6858000"/>
              <a:gd name="connsiteX435" fmla="*/ 767716 w 7467600"/>
              <a:gd name="connsiteY435" fmla="*/ 5472768 h 6858000"/>
              <a:gd name="connsiteX436" fmla="*/ 722147 w 7467600"/>
              <a:gd name="connsiteY436" fmla="*/ 5393091 h 6858000"/>
              <a:gd name="connsiteX437" fmla="*/ 1485552 w 7467600"/>
              <a:gd name="connsiteY437" fmla="*/ 5313202 h 6858000"/>
              <a:gd name="connsiteX438" fmla="*/ 2143004 w 7467600"/>
              <a:gd name="connsiteY438" fmla="*/ 5402420 h 6858000"/>
              <a:gd name="connsiteX439" fmla="*/ 1933391 w 7467600"/>
              <a:gd name="connsiteY439" fmla="*/ 5156971 h 6858000"/>
              <a:gd name="connsiteX440" fmla="*/ 1827118 w 7467600"/>
              <a:gd name="connsiteY440" fmla="*/ 4968410 h 6858000"/>
              <a:gd name="connsiteX441" fmla="*/ 1837349 w 7467600"/>
              <a:gd name="connsiteY441" fmla="*/ 4956357 h 6858000"/>
              <a:gd name="connsiteX442" fmla="*/ 2162835 w 7467600"/>
              <a:gd name="connsiteY442" fmla="*/ 5187853 h 6858000"/>
              <a:gd name="connsiteX443" fmla="*/ 2257167 w 7467600"/>
              <a:gd name="connsiteY443" fmla="*/ 5462123 h 6858000"/>
              <a:gd name="connsiteX444" fmla="*/ 2261598 w 7467600"/>
              <a:gd name="connsiteY444" fmla="*/ 5467998 h 6858000"/>
              <a:gd name="connsiteX445" fmla="*/ 2437177 w 7467600"/>
              <a:gd name="connsiteY445" fmla="*/ 5479608 h 6858000"/>
              <a:gd name="connsiteX446" fmla="*/ 2445247 w 7467600"/>
              <a:gd name="connsiteY446" fmla="*/ 5483476 h 6858000"/>
              <a:gd name="connsiteX447" fmla="*/ 2743626 w 7467600"/>
              <a:gd name="connsiteY447" fmla="*/ 5304819 h 6858000"/>
              <a:gd name="connsiteX448" fmla="*/ 3048102 w 7467600"/>
              <a:gd name="connsiteY448" fmla="*/ 5150595 h 6858000"/>
              <a:gd name="connsiteX449" fmla="*/ 1799414 w 7467600"/>
              <a:gd name="connsiteY449" fmla="*/ 4694732 h 6858000"/>
              <a:gd name="connsiteX450" fmla="*/ 1771735 w 7467600"/>
              <a:gd name="connsiteY450" fmla="*/ 4619929 h 6858000"/>
              <a:gd name="connsiteX451" fmla="*/ 3104273 w 7467600"/>
              <a:gd name="connsiteY451" fmla="*/ 5076159 h 6858000"/>
              <a:gd name="connsiteX452" fmla="*/ 3113245 w 7467600"/>
              <a:gd name="connsiteY452" fmla="*/ 5090705 h 6858000"/>
              <a:gd name="connsiteX453" fmla="*/ 3126294 w 7467600"/>
              <a:gd name="connsiteY453" fmla="*/ 5114400 h 6858000"/>
              <a:gd name="connsiteX454" fmla="*/ 3937433 w 7467600"/>
              <a:gd name="connsiteY454" fmla="*/ 4830473 h 6858000"/>
              <a:gd name="connsiteX455" fmla="*/ 3590475 w 7467600"/>
              <a:gd name="connsiteY455" fmla="*/ 4597974 h 6858000"/>
              <a:gd name="connsiteX456" fmla="*/ 3100264 w 7467600"/>
              <a:gd name="connsiteY456" fmla="*/ 4579845 h 6858000"/>
              <a:gd name="connsiteX457" fmla="*/ 2183576 w 7467600"/>
              <a:gd name="connsiteY457" fmla="*/ 4227150 h 6858000"/>
              <a:gd name="connsiteX458" fmla="*/ 2151029 w 7467600"/>
              <a:gd name="connsiteY458" fmla="*/ 4146947 h 6858000"/>
              <a:gd name="connsiteX459" fmla="*/ 3563434 w 7467600"/>
              <a:gd name="connsiteY459" fmla="*/ 4469115 h 6858000"/>
              <a:gd name="connsiteX460" fmla="*/ 3177952 w 7467600"/>
              <a:gd name="connsiteY460" fmla="*/ 3657386 h 6858000"/>
              <a:gd name="connsiteX461" fmla="*/ 3189263 w 7467600"/>
              <a:gd name="connsiteY461" fmla="*/ 3625726 h 6858000"/>
              <a:gd name="connsiteX462" fmla="*/ 3560912 w 7467600"/>
              <a:gd name="connsiteY462" fmla="*/ 4079863 h 6858000"/>
              <a:gd name="connsiteX463" fmla="*/ 3626636 w 7467600"/>
              <a:gd name="connsiteY463" fmla="*/ 4512230 h 6858000"/>
              <a:gd name="connsiteX464" fmla="*/ 3653088 w 7467600"/>
              <a:gd name="connsiteY464" fmla="*/ 4521417 h 6858000"/>
              <a:gd name="connsiteX465" fmla="*/ 3988128 w 7467600"/>
              <a:gd name="connsiteY465" fmla="*/ 4817267 h 6858000"/>
              <a:gd name="connsiteX466" fmla="*/ 4830582 w 7467600"/>
              <a:gd name="connsiteY466" fmla="*/ 4676000 h 6858000"/>
              <a:gd name="connsiteX467" fmla="*/ 4830100 w 7467600"/>
              <a:gd name="connsiteY467" fmla="*/ 4675554 h 6858000"/>
              <a:gd name="connsiteX468" fmla="*/ 4036318 w 7467600"/>
              <a:gd name="connsiteY468" fmla="*/ 4147013 h 6858000"/>
              <a:gd name="connsiteX469" fmla="*/ 3432098 w 7467600"/>
              <a:gd name="connsiteY469" fmla="*/ 3537312 h 6858000"/>
              <a:gd name="connsiteX470" fmla="*/ 3446761 w 7467600"/>
              <a:gd name="connsiteY470" fmla="*/ 3461278 h 6858000"/>
              <a:gd name="connsiteX471" fmla="*/ 4419733 w 7467600"/>
              <a:gd name="connsiteY471" fmla="*/ 3963555 h 6858000"/>
              <a:gd name="connsiteX472" fmla="*/ 4781371 w 7467600"/>
              <a:gd name="connsiteY472" fmla="*/ 4458604 h 6858000"/>
              <a:gd name="connsiteX473" fmla="*/ 4780440 w 7467600"/>
              <a:gd name="connsiteY473" fmla="*/ 4470290 h 6858000"/>
              <a:gd name="connsiteX474" fmla="*/ 4898954 w 7467600"/>
              <a:gd name="connsiteY474" fmla="*/ 4662092 h 6858000"/>
              <a:gd name="connsiteX475" fmla="*/ 4900699 w 7467600"/>
              <a:gd name="connsiteY475" fmla="*/ 4670867 h 6858000"/>
              <a:gd name="connsiteX476" fmla="*/ 5714511 w 7467600"/>
              <a:gd name="connsiteY476" fmla="*/ 4663483 h 6858000"/>
              <a:gd name="connsiteX477" fmla="*/ 5464793 w 7467600"/>
              <a:gd name="connsiteY477" fmla="*/ 4393556 h 6858000"/>
              <a:gd name="connsiteX478" fmla="*/ 5461897 w 7467600"/>
              <a:gd name="connsiteY478" fmla="*/ 4390879 h 6858000"/>
              <a:gd name="connsiteX479" fmla="*/ 4294126 w 7467600"/>
              <a:gd name="connsiteY479" fmla="*/ 3303048 h 6858000"/>
              <a:gd name="connsiteX480" fmla="*/ 4305321 w 7467600"/>
              <a:gd name="connsiteY480" fmla="*/ 3256953 h 6858000"/>
              <a:gd name="connsiteX481" fmla="*/ 4949299 w 7467600"/>
              <a:gd name="connsiteY481" fmla="*/ 3766336 h 6858000"/>
              <a:gd name="connsiteX482" fmla="*/ 5291452 w 7467600"/>
              <a:gd name="connsiteY482" fmla="*/ 4076801 h 6858000"/>
              <a:gd name="connsiteX483" fmla="*/ 5434998 w 7467600"/>
              <a:gd name="connsiteY483" fmla="*/ 4254100 h 6858000"/>
              <a:gd name="connsiteX484" fmla="*/ 5351015 w 7467600"/>
              <a:gd name="connsiteY484" fmla="*/ 3760989 h 6858000"/>
              <a:gd name="connsiteX485" fmla="*/ 5413780 w 7467600"/>
              <a:gd name="connsiteY485" fmla="*/ 2966265 h 6858000"/>
              <a:gd name="connsiteX486" fmla="*/ 5425627 w 7467600"/>
              <a:gd name="connsiteY486" fmla="*/ 2954192 h 6858000"/>
              <a:gd name="connsiteX487" fmla="*/ 6604735 w 7467600"/>
              <a:gd name="connsiteY487" fmla="*/ 2041381 h 6858000"/>
              <a:gd name="connsiteX488" fmla="*/ 7204487 w 7467600"/>
              <a:gd name="connsiteY488" fmla="*/ 2742112 h 6858000"/>
              <a:gd name="connsiteX489" fmla="*/ 7131592 w 7467600"/>
              <a:gd name="connsiteY489" fmla="*/ 2672096 h 6858000"/>
              <a:gd name="connsiteX490" fmla="*/ 6996344 w 7467600"/>
              <a:gd name="connsiteY490" fmla="*/ 2518310 h 6858000"/>
              <a:gd name="connsiteX491" fmla="*/ 6735495 w 7467600"/>
              <a:gd name="connsiteY491" fmla="*/ 2196890 h 6858000"/>
              <a:gd name="connsiteX492" fmla="*/ 6721901 w 7467600"/>
              <a:gd name="connsiteY492" fmla="*/ 2179274 h 6858000"/>
              <a:gd name="connsiteX493" fmla="*/ 6604735 w 7467600"/>
              <a:gd name="connsiteY493" fmla="*/ 2041381 h 6858000"/>
              <a:gd name="connsiteX494" fmla="*/ 6591670 w 7467600"/>
              <a:gd name="connsiteY494" fmla="*/ 1988277 h 6858000"/>
              <a:gd name="connsiteX495" fmla="*/ 6747349 w 7467600"/>
              <a:gd name="connsiteY495" fmla="*/ 2160069 h 6858000"/>
              <a:gd name="connsiteX496" fmla="*/ 6760943 w 7467600"/>
              <a:gd name="connsiteY496" fmla="*/ 2177686 h 6858000"/>
              <a:gd name="connsiteX497" fmla="*/ 7021065 w 7467600"/>
              <a:gd name="connsiteY497" fmla="*/ 2498102 h 6858000"/>
              <a:gd name="connsiteX498" fmla="*/ 7155223 w 7467600"/>
              <a:gd name="connsiteY498" fmla="*/ 2650386 h 6858000"/>
              <a:gd name="connsiteX499" fmla="*/ 7203167 w 7467600"/>
              <a:gd name="connsiteY499" fmla="*/ 2697288 h 6858000"/>
              <a:gd name="connsiteX500" fmla="*/ 6937703 w 7467600"/>
              <a:gd name="connsiteY500" fmla="*/ 2321981 h 6858000"/>
              <a:gd name="connsiteX501" fmla="*/ 6591670 w 7467600"/>
              <a:gd name="connsiteY501" fmla="*/ 1988277 h 6858000"/>
              <a:gd name="connsiteX502" fmla="*/ 5798671 w 7467600"/>
              <a:gd name="connsiteY502" fmla="*/ 1981601 h 6858000"/>
              <a:gd name="connsiteX503" fmla="*/ 5754709 w 7467600"/>
              <a:gd name="connsiteY503" fmla="*/ 2071454 h 6858000"/>
              <a:gd name="connsiteX504" fmla="*/ 5763044 w 7467600"/>
              <a:gd name="connsiteY504" fmla="*/ 2842206 h 6858000"/>
              <a:gd name="connsiteX505" fmla="*/ 5764974 w 7467600"/>
              <a:gd name="connsiteY505" fmla="*/ 2799609 h 6858000"/>
              <a:gd name="connsiteX506" fmla="*/ 5767665 w 7467600"/>
              <a:gd name="connsiteY506" fmla="*/ 2666409 h 6858000"/>
              <a:gd name="connsiteX507" fmla="*/ 5763055 w 7467600"/>
              <a:gd name="connsiteY507" fmla="*/ 2579705 h 6858000"/>
              <a:gd name="connsiteX508" fmla="*/ 5758079 w 7467600"/>
              <a:gd name="connsiteY508" fmla="*/ 2492508 h 6858000"/>
              <a:gd name="connsiteX509" fmla="*/ 5779325 w 7467600"/>
              <a:gd name="connsiteY509" fmla="*/ 2197069 h 6858000"/>
              <a:gd name="connsiteX510" fmla="*/ 5798671 w 7467600"/>
              <a:gd name="connsiteY510" fmla="*/ 1981601 h 6858000"/>
              <a:gd name="connsiteX511" fmla="*/ 5829202 w 7467600"/>
              <a:gd name="connsiteY511" fmla="*/ 1971679 h 6858000"/>
              <a:gd name="connsiteX512" fmla="*/ 5809558 w 7467600"/>
              <a:gd name="connsiteY512" fmla="*/ 2198043 h 6858000"/>
              <a:gd name="connsiteX513" fmla="*/ 5788653 w 7467600"/>
              <a:gd name="connsiteY513" fmla="*/ 2489430 h 6858000"/>
              <a:gd name="connsiteX514" fmla="*/ 5793439 w 7467600"/>
              <a:gd name="connsiteY514" fmla="*/ 2575235 h 6858000"/>
              <a:gd name="connsiteX515" fmla="*/ 5796837 w 7467600"/>
              <a:gd name="connsiteY515" fmla="*/ 2637633 h 6858000"/>
              <a:gd name="connsiteX516" fmla="*/ 5818614 w 7467600"/>
              <a:gd name="connsiteY516" fmla="*/ 2473055 h 6858000"/>
              <a:gd name="connsiteX517" fmla="*/ 5829202 w 7467600"/>
              <a:gd name="connsiteY517" fmla="*/ 1971679 h 6858000"/>
              <a:gd name="connsiteX518" fmla="*/ 5911389 w 7467600"/>
              <a:gd name="connsiteY518" fmla="*/ 1898371 h 6858000"/>
              <a:gd name="connsiteX519" fmla="*/ 6237627 w 7467600"/>
              <a:gd name="connsiteY519" fmla="*/ 2231921 h 6858000"/>
              <a:gd name="connsiteX520" fmla="*/ 5911389 w 7467600"/>
              <a:gd name="connsiteY520" fmla="*/ 1898371 h 6858000"/>
              <a:gd name="connsiteX521" fmla="*/ 6944437 w 7467600"/>
              <a:gd name="connsiteY521" fmla="*/ 1575402 h 6858000"/>
              <a:gd name="connsiteX522" fmla="*/ 6304730 w 7467600"/>
              <a:gd name="connsiteY522" fmla="*/ 1766654 h 6858000"/>
              <a:gd name="connsiteX523" fmla="*/ 6944437 w 7467600"/>
              <a:gd name="connsiteY523" fmla="*/ 1575402 h 6858000"/>
              <a:gd name="connsiteX524" fmla="*/ 7019523 w 7467600"/>
              <a:gd name="connsiteY524" fmla="*/ 1519450 h 6858000"/>
              <a:gd name="connsiteX525" fmla="*/ 6298091 w 7467600"/>
              <a:gd name="connsiteY525" fmla="*/ 1737122 h 6858000"/>
              <a:gd name="connsiteX526" fmla="*/ 7019523 w 7467600"/>
              <a:gd name="connsiteY526" fmla="*/ 1519450 h 6858000"/>
              <a:gd name="connsiteX527" fmla="*/ 2399523 w 7467600"/>
              <a:gd name="connsiteY527" fmla="*/ 1428234 h 6858000"/>
              <a:gd name="connsiteX528" fmla="*/ 2224982 w 7467600"/>
              <a:gd name="connsiteY528" fmla="*/ 1826201 h 6858000"/>
              <a:gd name="connsiteX529" fmla="*/ 2096099 w 7467600"/>
              <a:gd name="connsiteY529" fmla="*/ 2345900 h 6858000"/>
              <a:gd name="connsiteX530" fmla="*/ 2283317 w 7467600"/>
              <a:gd name="connsiteY530" fmla="*/ 1796925 h 6858000"/>
              <a:gd name="connsiteX531" fmla="*/ 2399523 w 7467600"/>
              <a:gd name="connsiteY531" fmla="*/ 1428234 h 6858000"/>
              <a:gd name="connsiteX532" fmla="*/ 2448558 w 7467600"/>
              <a:gd name="connsiteY532" fmla="*/ 1373435 h 6858000"/>
              <a:gd name="connsiteX533" fmla="*/ 2312521 w 7467600"/>
              <a:gd name="connsiteY533" fmla="*/ 1806140 h 6858000"/>
              <a:gd name="connsiteX534" fmla="*/ 2127533 w 7467600"/>
              <a:gd name="connsiteY534" fmla="*/ 2348380 h 6858000"/>
              <a:gd name="connsiteX535" fmla="*/ 2358080 w 7467600"/>
              <a:gd name="connsiteY535" fmla="*/ 1866134 h 6858000"/>
              <a:gd name="connsiteX536" fmla="*/ 2407436 w 7467600"/>
              <a:gd name="connsiteY536" fmla="*/ 1651070 h 6858000"/>
              <a:gd name="connsiteX537" fmla="*/ 2448558 w 7467600"/>
              <a:gd name="connsiteY537" fmla="*/ 1373435 h 6858000"/>
              <a:gd name="connsiteX538" fmla="*/ 278707 w 7467600"/>
              <a:gd name="connsiteY538" fmla="*/ 1352270 h 6858000"/>
              <a:gd name="connsiteX539" fmla="*/ 321570 w 7467600"/>
              <a:gd name="connsiteY539" fmla="*/ 1861610 h 6858000"/>
              <a:gd name="connsiteX540" fmla="*/ 294281 w 7467600"/>
              <a:gd name="connsiteY540" fmla="*/ 1440658 h 6858000"/>
              <a:gd name="connsiteX541" fmla="*/ 278707 w 7467600"/>
              <a:gd name="connsiteY541" fmla="*/ 1352270 h 6858000"/>
              <a:gd name="connsiteX542" fmla="*/ 1423821 w 7467600"/>
              <a:gd name="connsiteY542" fmla="*/ 1351958 h 6858000"/>
              <a:gd name="connsiteX543" fmla="*/ 1638521 w 7467600"/>
              <a:gd name="connsiteY543" fmla="*/ 1908470 h 6858000"/>
              <a:gd name="connsiteX544" fmla="*/ 1754199 w 7467600"/>
              <a:gd name="connsiteY544" fmla="*/ 2149284 h 6858000"/>
              <a:gd name="connsiteX545" fmla="*/ 1908359 w 7467600"/>
              <a:gd name="connsiteY545" fmla="*/ 2364988 h 6858000"/>
              <a:gd name="connsiteX546" fmla="*/ 1647661 w 7467600"/>
              <a:gd name="connsiteY546" fmla="*/ 1825945 h 6858000"/>
              <a:gd name="connsiteX547" fmla="*/ 1423821 w 7467600"/>
              <a:gd name="connsiteY547" fmla="*/ 1351958 h 6858000"/>
              <a:gd name="connsiteX548" fmla="*/ 1431890 w 7467600"/>
              <a:gd name="connsiteY548" fmla="*/ 1306475 h 6858000"/>
              <a:gd name="connsiteX549" fmla="*/ 1507597 w 7467600"/>
              <a:gd name="connsiteY549" fmla="*/ 1446132 h 6858000"/>
              <a:gd name="connsiteX550" fmla="*/ 1674586 w 7467600"/>
              <a:gd name="connsiteY550" fmla="*/ 1813832 h 6858000"/>
              <a:gd name="connsiteX551" fmla="*/ 1815950 w 7467600"/>
              <a:gd name="connsiteY551" fmla="*/ 2128564 h 6858000"/>
              <a:gd name="connsiteX552" fmla="*/ 1984242 w 7467600"/>
              <a:gd name="connsiteY552" fmla="*/ 2430829 h 6858000"/>
              <a:gd name="connsiteX553" fmla="*/ 2014023 w 7467600"/>
              <a:gd name="connsiteY553" fmla="*/ 2450995 h 6858000"/>
              <a:gd name="connsiteX554" fmla="*/ 1747337 w 7467600"/>
              <a:gd name="connsiteY554" fmla="*/ 1855264 h 6858000"/>
              <a:gd name="connsiteX555" fmla="*/ 1533749 w 7467600"/>
              <a:gd name="connsiteY555" fmla="*/ 1478656 h 6858000"/>
              <a:gd name="connsiteX556" fmla="*/ 1431890 w 7467600"/>
              <a:gd name="connsiteY556" fmla="*/ 1306475 h 6858000"/>
              <a:gd name="connsiteX557" fmla="*/ 5052692 w 7467600"/>
              <a:gd name="connsiteY557" fmla="*/ 1292994 h 6858000"/>
              <a:gd name="connsiteX558" fmla="*/ 5200661 w 7467600"/>
              <a:gd name="connsiteY558" fmla="*/ 1635186 h 6858000"/>
              <a:gd name="connsiteX559" fmla="*/ 5297138 w 7467600"/>
              <a:gd name="connsiteY559" fmla="*/ 1906351 h 6858000"/>
              <a:gd name="connsiteX560" fmla="*/ 5052692 w 7467600"/>
              <a:gd name="connsiteY560" fmla="*/ 1292994 h 6858000"/>
              <a:gd name="connsiteX561" fmla="*/ 5009948 w 7467600"/>
              <a:gd name="connsiteY561" fmla="*/ 1273619 h 6858000"/>
              <a:gd name="connsiteX562" fmla="*/ 5121777 w 7467600"/>
              <a:gd name="connsiteY562" fmla="*/ 1654213 h 6858000"/>
              <a:gd name="connsiteX563" fmla="*/ 5293545 w 7467600"/>
              <a:gd name="connsiteY563" fmla="*/ 2072247 h 6858000"/>
              <a:gd name="connsiteX564" fmla="*/ 5294042 w 7467600"/>
              <a:gd name="connsiteY564" fmla="*/ 2065019 h 6858000"/>
              <a:gd name="connsiteX565" fmla="*/ 5171936 w 7467600"/>
              <a:gd name="connsiteY565" fmla="*/ 1647613 h 6858000"/>
              <a:gd name="connsiteX566" fmla="*/ 5009948 w 7467600"/>
              <a:gd name="connsiteY566" fmla="*/ 1273619 h 6858000"/>
              <a:gd name="connsiteX567" fmla="*/ 655236 w 7467600"/>
              <a:gd name="connsiteY567" fmla="*/ 1268632 h 6858000"/>
              <a:gd name="connsiteX568" fmla="*/ 839521 w 7467600"/>
              <a:gd name="connsiteY568" fmla="*/ 1685315 h 6858000"/>
              <a:gd name="connsiteX569" fmla="*/ 1109416 w 7467600"/>
              <a:gd name="connsiteY569" fmla="*/ 2061663 h 6858000"/>
              <a:gd name="connsiteX570" fmla="*/ 1298300 w 7467600"/>
              <a:gd name="connsiteY570" fmla="*/ 2247742 h 6858000"/>
              <a:gd name="connsiteX571" fmla="*/ 1125871 w 7467600"/>
              <a:gd name="connsiteY571" fmla="*/ 1989513 h 6858000"/>
              <a:gd name="connsiteX572" fmla="*/ 981574 w 7467600"/>
              <a:gd name="connsiteY572" fmla="*/ 1783157 h 6858000"/>
              <a:gd name="connsiteX573" fmla="*/ 922198 w 7467600"/>
              <a:gd name="connsiteY573" fmla="*/ 1677437 h 6858000"/>
              <a:gd name="connsiteX574" fmla="*/ 869293 w 7467600"/>
              <a:gd name="connsiteY574" fmla="*/ 1583214 h 6858000"/>
              <a:gd name="connsiteX575" fmla="*/ 751431 w 7467600"/>
              <a:gd name="connsiteY575" fmla="*/ 1405731 h 6858000"/>
              <a:gd name="connsiteX576" fmla="*/ 655236 w 7467600"/>
              <a:gd name="connsiteY576" fmla="*/ 1268632 h 6858000"/>
              <a:gd name="connsiteX577" fmla="*/ 6516292 w 7467600"/>
              <a:gd name="connsiteY577" fmla="*/ 1263064 h 6858000"/>
              <a:gd name="connsiteX578" fmla="*/ 5736320 w 7467600"/>
              <a:gd name="connsiteY578" fmla="*/ 1501803 h 6858000"/>
              <a:gd name="connsiteX579" fmla="*/ 6516292 w 7467600"/>
              <a:gd name="connsiteY579" fmla="*/ 1263064 h 6858000"/>
              <a:gd name="connsiteX580" fmla="*/ 291466 w 7467600"/>
              <a:gd name="connsiteY580" fmla="*/ 1250369 h 6858000"/>
              <a:gd name="connsiteX581" fmla="*/ 323180 w 7467600"/>
              <a:gd name="connsiteY581" fmla="*/ 1435283 h 6858000"/>
              <a:gd name="connsiteX582" fmla="*/ 349381 w 7467600"/>
              <a:gd name="connsiteY582" fmla="*/ 1875041 h 6858000"/>
              <a:gd name="connsiteX583" fmla="*/ 374363 w 7467600"/>
              <a:gd name="connsiteY583" fmla="*/ 1506494 h 6858000"/>
              <a:gd name="connsiteX584" fmla="*/ 302168 w 7467600"/>
              <a:gd name="connsiteY584" fmla="*/ 1274495 h 6858000"/>
              <a:gd name="connsiteX585" fmla="*/ 291466 w 7467600"/>
              <a:gd name="connsiteY585" fmla="*/ 1250369 h 6858000"/>
              <a:gd name="connsiteX586" fmla="*/ 678222 w 7467600"/>
              <a:gd name="connsiteY586" fmla="*/ 1248670 h 6858000"/>
              <a:gd name="connsiteX587" fmla="*/ 775536 w 7467600"/>
              <a:gd name="connsiteY587" fmla="*/ 1388015 h 6858000"/>
              <a:gd name="connsiteX588" fmla="*/ 894529 w 7467600"/>
              <a:gd name="connsiteY588" fmla="*/ 1567739 h 6858000"/>
              <a:gd name="connsiteX589" fmla="*/ 948000 w 7467600"/>
              <a:gd name="connsiteY589" fmla="*/ 1663088 h 6858000"/>
              <a:gd name="connsiteX590" fmla="*/ 1006812 w 7467600"/>
              <a:gd name="connsiteY590" fmla="*/ 1767683 h 6858000"/>
              <a:gd name="connsiteX591" fmla="*/ 1149133 w 7467600"/>
              <a:gd name="connsiteY591" fmla="*/ 1971513 h 6858000"/>
              <a:gd name="connsiteX592" fmla="*/ 1333952 w 7467600"/>
              <a:gd name="connsiteY592" fmla="*/ 2251620 h 6858000"/>
              <a:gd name="connsiteX593" fmla="*/ 1337329 w 7467600"/>
              <a:gd name="connsiteY593" fmla="*/ 2258350 h 6858000"/>
              <a:gd name="connsiteX594" fmla="*/ 1014726 w 7467600"/>
              <a:gd name="connsiteY594" fmla="*/ 1615556 h 6858000"/>
              <a:gd name="connsiteX595" fmla="*/ 678222 w 7467600"/>
              <a:gd name="connsiteY595" fmla="*/ 1248670 h 6858000"/>
              <a:gd name="connsiteX596" fmla="*/ 6691602 w 7467600"/>
              <a:gd name="connsiteY596" fmla="*/ 1140573 h 6858000"/>
              <a:gd name="connsiteX597" fmla="*/ 6571100 w 7467600"/>
              <a:gd name="connsiteY597" fmla="*/ 1183662 h 6858000"/>
              <a:gd name="connsiteX598" fmla="*/ 6241687 w 7467600"/>
              <a:gd name="connsiteY598" fmla="*/ 1257600 h 6858000"/>
              <a:gd name="connsiteX599" fmla="*/ 5693009 w 7467600"/>
              <a:gd name="connsiteY599" fmla="*/ 1478256 h 6858000"/>
              <a:gd name="connsiteX600" fmla="*/ 6548420 w 7467600"/>
              <a:gd name="connsiteY600" fmla="*/ 1214599 h 6858000"/>
              <a:gd name="connsiteX601" fmla="*/ 6605473 w 7467600"/>
              <a:gd name="connsiteY601" fmla="*/ 1184686 h 6858000"/>
              <a:gd name="connsiteX602" fmla="*/ 6691602 w 7467600"/>
              <a:gd name="connsiteY602" fmla="*/ 1140573 h 6858000"/>
              <a:gd name="connsiteX603" fmla="*/ 4002475 w 7467600"/>
              <a:gd name="connsiteY603" fmla="*/ 1037802 h 6858000"/>
              <a:gd name="connsiteX604" fmla="*/ 4000324 w 7467600"/>
              <a:gd name="connsiteY604" fmla="*/ 1039362 h 6858000"/>
              <a:gd name="connsiteX605" fmla="*/ 4002862 w 7467600"/>
              <a:gd name="connsiteY605" fmla="*/ 1042866 h 6858000"/>
              <a:gd name="connsiteX606" fmla="*/ 4002475 w 7467600"/>
              <a:gd name="connsiteY606" fmla="*/ 1037802 h 6858000"/>
              <a:gd name="connsiteX607" fmla="*/ 506322 w 7467600"/>
              <a:gd name="connsiteY607" fmla="*/ 1020997 h 6858000"/>
              <a:gd name="connsiteX608" fmla="*/ 533068 w 7467600"/>
              <a:gd name="connsiteY608" fmla="*/ 1029409 h 6858000"/>
              <a:gd name="connsiteX609" fmla="*/ 1232525 w 7467600"/>
              <a:gd name="connsiteY609" fmla="*/ 1804675 h 6858000"/>
              <a:gd name="connsiteX610" fmla="*/ 1388858 w 7467600"/>
              <a:gd name="connsiteY610" fmla="*/ 2368011 h 6858000"/>
              <a:gd name="connsiteX611" fmla="*/ 1384098 w 7467600"/>
              <a:gd name="connsiteY611" fmla="*/ 2378125 h 6858000"/>
              <a:gd name="connsiteX612" fmla="*/ 1425393 w 7467600"/>
              <a:gd name="connsiteY612" fmla="*/ 2589124 h 6858000"/>
              <a:gd name="connsiteX613" fmla="*/ 1424001 w 7467600"/>
              <a:gd name="connsiteY613" fmla="*/ 2597541 h 6858000"/>
              <a:gd name="connsiteX614" fmla="*/ 2152729 w 7467600"/>
              <a:gd name="connsiteY614" fmla="*/ 2864487 h 6858000"/>
              <a:gd name="connsiteX615" fmla="*/ 2020609 w 7467600"/>
              <a:gd name="connsiteY615" fmla="*/ 2539671 h 6858000"/>
              <a:gd name="connsiteX616" fmla="*/ 2018920 w 7467600"/>
              <a:gd name="connsiteY616" fmla="*/ 2536309 h 6858000"/>
              <a:gd name="connsiteX617" fmla="*/ 1342441 w 7467600"/>
              <a:gd name="connsiteY617" fmla="*/ 1173017 h 6858000"/>
              <a:gd name="connsiteX618" fmla="*/ 1367925 w 7467600"/>
              <a:gd name="connsiteY618" fmla="*/ 1135648 h 6858000"/>
              <a:gd name="connsiteX619" fmla="*/ 1771401 w 7467600"/>
              <a:gd name="connsiteY619" fmla="*/ 1806673 h 6858000"/>
              <a:gd name="connsiteX620" fmla="*/ 1972385 w 7467600"/>
              <a:gd name="connsiteY620" fmla="*/ 2198735 h 6858000"/>
              <a:gd name="connsiteX621" fmla="*/ 2040892 w 7467600"/>
              <a:gd name="connsiteY621" fmla="*/ 2405205 h 6858000"/>
              <a:gd name="connsiteX622" fmla="*/ 2131689 w 7467600"/>
              <a:gd name="connsiteY622" fmla="*/ 1936926 h 6858000"/>
              <a:gd name="connsiteX623" fmla="*/ 2454820 w 7467600"/>
              <a:gd name="connsiteY623" fmla="*/ 1248808 h 6858000"/>
              <a:gd name="connsiteX624" fmla="*/ 2492512 w 7467600"/>
              <a:gd name="connsiteY624" fmla="*/ 1302920 h 6858000"/>
              <a:gd name="connsiteX625" fmla="*/ 2081216 w 7467600"/>
              <a:gd name="connsiteY625" fmla="*/ 2527513 h 6858000"/>
              <a:gd name="connsiteX626" fmla="*/ 2081211 w 7467600"/>
              <a:gd name="connsiteY626" fmla="*/ 2528916 h 6858000"/>
              <a:gd name="connsiteX627" fmla="*/ 2199067 w 7467600"/>
              <a:gd name="connsiteY627" fmla="*/ 2884061 h 6858000"/>
              <a:gd name="connsiteX628" fmla="*/ 3192586 w 7467600"/>
              <a:gd name="connsiteY628" fmla="*/ 3411496 h 6858000"/>
              <a:gd name="connsiteX629" fmla="*/ 3182620 w 7467600"/>
              <a:gd name="connsiteY629" fmla="*/ 3483279 h 6858000"/>
              <a:gd name="connsiteX630" fmla="*/ 2435119 w 7467600"/>
              <a:gd name="connsiteY630" fmla="*/ 3080173 h 6858000"/>
              <a:gd name="connsiteX631" fmla="*/ 2410152 w 7467600"/>
              <a:gd name="connsiteY631" fmla="*/ 3063751 h 6858000"/>
              <a:gd name="connsiteX632" fmla="*/ 2408099 w 7467600"/>
              <a:gd name="connsiteY632" fmla="*/ 3064403 h 6858000"/>
              <a:gd name="connsiteX633" fmla="*/ 2407218 w 7467600"/>
              <a:gd name="connsiteY633" fmla="*/ 3070324 h 6858000"/>
              <a:gd name="connsiteX634" fmla="*/ 2380138 w 7467600"/>
              <a:gd name="connsiteY634" fmla="*/ 3099341 h 6858000"/>
              <a:gd name="connsiteX635" fmla="*/ 1765923 w 7467600"/>
              <a:gd name="connsiteY635" fmla="*/ 3581043 h 6858000"/>
              <a:gd name="connsiteX636" fmla="*/ 1702258 w 7467600"/>
              <a:gd name="connsiteY636" fmla="*/ 3612286 h 6858000"/>
              <a:gd name="connsiteX637" fmla="*/ 1538370 w 7467600"/>
              <a:gd name="connsiteY637" fmla="*/ 3811804 h 6858000"/>
              <a:gd name="connsiteX638" fmla="*/ 542867 w 7467600"/>
              <a:gd name="connsiteY638" fmla="*/ 4944092 h 6858000"/>
              <a:gd name="connsiteX639" fmla="*/ 515800 w 7467600"/>
              <a:gd name="connsiteY639" fmla="*/ 4862180 h 6858000"/>
              <a:gd name="connsiteX640" fmla="*/ 909145 w 7467600"/>
              <a:gd name="connsiteY640" fmla="*/ 4199225 h 6858000"/>
              <a:gd name="connsiteX641" fmla="*/ 1214067 w 7467600"/>
              <a:gd name="connsiteY641" fmla="*/ 3908561 h 6858000"/>
              <a:gd name="connsiteX642" fmla="*/ 640967 w 7467600"/>
              <a:gd name="connsiteY642" fmla="*/ 4105601 h 6858000"/>
              <a:gd name="connsiteX643" fmla="*/ 112563 w 7467600"/>
              <a:gd name="connsiteY643" fmla="*/ 4396952 h 6858000"/>
              <a:gd name="connsiteX644" fmla="*/ 0 w 7467600"/>
              <a:gd name="connsiteY644" fmla="*/ 4466006 h 6858000"/>
              <a:gd name="connsiteX645" fmla="*/ 0 w 7467600"/>
              <a:gd name="connsiteY645" fmla="*/ 4233763 h 6858000"/>
              <a:gd name="connsiteX646" fmla="*/ 36881 w 7467600"/>
              <a:gd name="connsiteY646" fmla="*/ 4200118 h 6858000"/>
              <a:gd name="connsiteX647" fmla="*/ 910534 w 7467600"/>
              <a:gd name="connsiteY647" fmla="*/ 3629753 h 6858000"/>
              <a:gd name="connsiteX648" fmla="*/ 1578717 w 7467600"/>
              <a:gd name="connsiteY648" fmla="*/ 3575982 h 6858000"/>
              <a:gd name="connsiteX649" fmla="*/ 2338780 w 7467600"/>
              <a:gd name="connsiteY649" fmla="*/ 3033725 h 6858000"/>
              <a:gd name="connsiteX650" fmla="*/ 1807991 w 7467600"/>
              <a:gd name="connsiteY650" fmla="*/ 2807184 h 6858000"/>
              <a:gd name="connsiteX651" fmla="*/ 1416358 w 7467600"/>
              <a:gd name="connsiteY651" fmla="*/ 3112571 h 6858000"/>
              <a:gd name="connsiteX652" fmla="*/ 939066 w 7467600"/>
              <a:gd name="connsiteY652" fmla="*/ 3378798 h 6858000"/>
              <a:gd name="connsiteX653" fmla="*/ 115099 w 7467600"/>
              <a:gd name="connsiteY653" fmla="*/ 3607650 h 6858000"/>
              <a:gd name="connsiteX654" fmla="*/ 97284 w 7467600"/>
              <a:gd name="connsiteY654" fmla="*/ 3520393 h 6858000"/>
              <a:gd name="connsiteX655" fmla="*/ 922050 w 7467600"/>
              <a:gd name="connsiteY655" fmla="*/ 3074867 h 6858000"/>
              <a:gd name="connsiteX656" fmla="*/ 1405265 w 7467600"/>
              <a:gd name="connsiteY656" fmla="*/ 3016319 h 6858000"/>
              <a:gd name="connsiteX657" fmla="*/ 1407512 w 7467600"/>
              <a:gd name="connsiteY657" fmla="*/ 3018001 h 6858000"/>
              <a:gd name="connsiteX658" fmla="*/ 1726266 w 7467600"/>
              <a:gd name="connsiteY658" fmla="*/ 2777274 h 6858000"/>
              <a:gd name="connsiteX659" fmla="*/ 625390 w 7467600"/>
              <a:gd name="connsiteY659" fmla="*/ 2514541 h 6858000"/>
              <a:gd name="connsiteX660" fmla="*/ 619799 w 7467600"/>
              <a:gd name="connsiteY660" fmla="*/ 2527180 h 6858000"/>
              <a:gd name="connsiteX661" fmla="*/ 310030 w 7467600"/>
              <a:gd name="connsiteY661" fmla="*/ 2771818 h 6858000"/>
              <a:gd name="connsiteX662" fmla="*/ 173877 w 7467600"/>
              <a:gd name="connsiteY662" fmla="*/ 2937056 h 6858000"/>
              <a:gd name="connsiteX663" fmla="*/ 77889 w 7467600"/>
              <a:gd name="connsiteY663" fmla="*/ 3138440 h 6858000"/>
              <a:gd name="connsiteX664" fmla="*/ 0 w 7467600"/>
              <a:gd name="connsiteY664" fmla="*/ 3271395 h 6858000"/>
              <a:gd name="connsiteX665" fmla="*/ 0 w 7467600"/>
              <a:gd name="connsiteY665" fmla="*/ 3153002 h 6858000"/>
              <a:gd name="connsiteX666" fmla="*/ 2386 w 7467600"/>
              <a:gd name="connsiteY666" fmla="*/ 3149203 h 6858000"/>
              <a:gd name="connsiteX667" fmla="*/ 89753 w 7467600"/>
              <a:gd name="connsiteY667" fmla="*/ 2987702 h 6858000"/>
              <a:gd name="connsiteX668" fmla="*/ 76869 w 7467600"/>
              <a:gd name="connsiteY668" fmla="*/ 3005404 h 6858000"/>
              <a:gd name="connsiteX669" fmla="*/ 32049 w 7467600"/>
              <a:gd name="connsiteY669" fmla="*/ 3065814 h 6858000"/>
              <a:gd name="connsiteX670" fmla="*/ 0 w 7467600"/>
              <a:gd name="connsiteY670" fmla="*/ 3108744 h 6858000"/>
              <a:gd name="connsiteX671" fmla="*/ 0 w 7467600"/>
              <a:gd name="connsiteY671" fmla="*/ 3058059 h 6858000"/>
              <a:gd name="connsiteX672" fmla="*/ 7610 w 7467600"/>
              <a:gd name="connsiteY672" fmla="*/ 3047889 h 6858000"/>
              <a:gd name="connsiteX673" fmla="*/ 52419 w 7467600"/>
              <a:gd name="connsiteY673" fmla="*/ 2987479 h 6858000"/>
              <a:gd name="connsiteX674" fmla="*/ 59142 w 7467600"/>
              <a:gd name="connsiteY674" fmla="*/ 2978488 h 6858000"/>
              <a:gd name="connsiteX675" fmla="*/ 0 w 7467600"/>
              <a:gd name="connsiteY675" fmla="*/ 3015334 h 6858000"/>
              <a:gd name="connsiteX676" fmla="*/ 0 w 7467600"/>
              <a:gd name="connsiteY676" fmla="*/ 2914286 h 6858000"/>
              <a:gd name="connsiteX677" fmla="*/ 36383 w 7467600"/>
              <a:gd name="connsiteY677" fmla="*/ 2901128 h 6858000"/>
              <a:gd name="connsiteX678" fmla="*/ 156329 w 7467600"/>
              <a:gd name="connsiteY678" fmla="*/ 2840533 h 6858000"/>
              <a:gd name="connsiteX679" fmla="*/ 358355 w 7467600"/>
              <a:gd name="connsiteY679" fmla="*/ 2620471 h 6858000"/>
              <a:gd name="connsiteX680" fmla="*/ 510577 w 7467600"/>
              <a:gd name="connsiteY680" fmla="*/ 2501244 h 6858000"/>
              <a:gd name="connsiteX681" fmla="*/ 211967 w 7467600"/>
              <a:gd name="connsiteY681" fmla="*/ 2479171 h 6858000"/>
              <a:gd name="connsiteX682" fmla="*/ 0 w 7467600"/>
              <a:gd name="connsiteY682" fmla="*/ 2476398 h 6858000"/>
              <a:gd name="connsiteX683" fmla="*/ 0 w 7467600"/>
              <a:gd name="connsiteY683" fmla="*/ 2389189 h 6858000"/>
              <a:gd name="connsiteX684" fmla="*/ 103062 w 7467600"/>
              <a:gd name="connsiteY684" fmla="*/ 2389518 h 6858000"/>
              <a:gd name="connsiteX685" fmla="*/ 510734 w 7467600"/>
              <a:gd name="connsiteY685" fmla="*/ 2416201 h 6858000"/>
              <a:gd name="connsiteX686" fmla="*/ 279257 w 7467600"/>
              <a:gd name="connsiteY686" fmla="*/ 2092102 h 6858000"/>
              <a:gd name="connsiteX687" fmla="*/ 65265 w 7467600"/>
              <a:gd name="connsiteY687" fmla="*/ 2006049 h 6858000"/>
              <a:gd name="connsiteX688" fmla="*/ 0 w 7467600"/>
              <a:gd name="connsiteY688" fmla="*/ 1982532 h 6858000"/>
              <a:gd name="connsiteX689" fmla="*/ 0 w 7467600"/>
              <a:gd name="connsiteY689" fmla="*/ 1912789 h 6858000"/>
              <a:gd name="connsiteX690" fmla="*/ 97460 w 7467600"/>
              <a:gd name="connsiteY690" fmla="*/ 1953725 h 6858000"/>
              <a:gd name="connsiteX691" fmla="*/ 221272 w 7467600"/>
              <a:gd name="connsiteY691" fmla="*/ 1980766 h 6858000"/>
              <a:gd name="connsiteX692" fmla="*/ 116765 w 7467600"/>
              <a:gd name="connsiteY692" fmla="*/ 1911033 h 6858000"/>
              <a:gd name="connsiteX693" fmla="*/ 16405 w 7467600"/>
              <a:gd name="connsiteY693" fmla="*/ 1803412 h 6858000"/>
              <a:gd name="connsiteX694" fmla="*/ 0 w 7467600"/>
              <a:gd name="connsiteY694" fmla="*/ 1784777 h 6858000"/>
              <a:gd name="connsiteX695" fmla="*/ 0 w 7467600"/>
              <a:gd name="connsiteY695" fmla="*/ 1740082 h 6858000"/>
              <a:gd name="connsiteX696" fmla="*/ 39394 w 7467600"/>
              <a:gd name="connsiteY696" fmla="*/ 1784856 h 6858000"/>
              <a:gd name="connsiteX697" fmla="*/ 135813 w 7467600"/>
              <a:gd name="connsiteY697" fmla="*/ 1888838 h 6858000"/>
              <a:gd name="connsiteX698" fmla="*/ 242575 w 7467600"/>
              <a:gd name="connsiteY698" fmla="*/ 1958841 h 6858000"/>
              <a:gd name="connsiteX699" fmla="*/ 82197 w 7467600"/>
              <a:gd name="connsiteY699" fmla="*/ 1754826 h 6858000"/>
              <a:gd name="connsiteX700" fmla="*/ 0 w 7467600"/>
              <a:gd name="connsiteY700" fmla="*/ 1679650 h 6858000"/>
              <a:gd name="connsiteX701" fmla="*/ 0 w 7467600"/>
              <a:gd name="connsiteY701" fmla="*/ 1602463 h 6858000"/>
              <a:gd name="connsiteX702" fmla="*/ 84689 w 7467600"/>
              <a:gd name="connsiteY702" fmla="*/ 1677442 h 6858000"/>
              <a:gd name="connsiteX703" fmla="*/ 298437 w 7467600"/>
              <a:gd name="connsiteY703" fmla="*/ 1968019 h 6858000"/>
              <a:gd name="connsiteX704" fmla="*/ 227269 w 7467600"/>
              <a:gd name="connsiteY704" fmla="*/ 1114064 h 6858000"/>
              <a:gd name="connsiteX705" fmla="*/ 248003 w 7467600"/>
              <a:gd name="connsiteY705" fmla="*/ 1089613 h 6858000"/>
              <a:gd name="connsiteX706" fmla="*/ 427020 w 7467600"/>
              <a:gd name="connsiteY706" fmla="*/ 1619803 h 6858000"/>
              <a:gd name="connsiteX707" fmla="*/ 340345 w 7467600"/>
              <a:gd name="connsiteY707" fmla="*/ 2027739 h 6858000"/>
              <a:gd name="connsiteX708" fmla="*/ 360865 w 7467600"/>
              <a:gd name="connsiteY708" fmla="*/ 2044827 h 6858000"/>
              <a:gd name="connsiteX709" fmla="*/ 560414 w 7467600"/>
              <a:gd name="connsiteY709" fmla="*/ 2421457 h 6858000"/>
              <a:gd name="connsiteX710" fmla="*/ 1359703 w 7467600"/>
              <a:gd name="connsiteY710" fmla="*/ 2578554 h 6858000"/>
              <a:gd name="connsiteX711" fmla="*/ 1359422 w 7467600"/>
              <a:gd name="connsiteY711" fmla="*/ 2577994 h 6858000"/>
              <a:gd name="connsiteX712" fmla="*/ 828701 w 7467600"/>
              <a:gd name="connsiteY712" fmla="*/ 1839520 h 6858000"/>
              <a:gd name="connsiteX713" fmla="*/ 494427 w 7467600"/>
              <a:gd name="connsiteY713" fmla="*/ 1092333 h 6858000"/>
              <a:gd name="connsiteX714" fmla="*/ 506322 w 7467600"/>
              <a:gd name="connsiteY714" fmla="*/ 1020997 h 6858000"/>
              <a:gd name="connsiteX715" fmla="*/ 4570198 w 7467600"/>
              <a:gd name="connsiteY715" fmla="*/ 978081 h 6858000"/>
              <a:gd name="connsiteX716" fmla="*/ 4523691 w 7467600"/>
              <a:gd name="connsiteY716" fmla="*/ 1127776 h 6858000"/>
              <a:gd name="connsiteX717" fmla="*/ 4509875 w 7467600"/>
              <a:gd name="connsiteY717" fmla="*/ 1167552 h 6858000"/>
              <a:gd name="connsiteX718" fmla="*/ 4478168 w 7467600"/>
              <a:gd name="connsiteY718" fmla="*/ 1260735 h 6858000"/>
              <a:gd name="connsiteX719" fmla="*/ 4409309 w 7467600"/>
              <a:gd name="connsiteY719" fmla="*/ 1666996 h 6858000"/>
              <a:gd name="connsiteX720" fmla="*/ 4370031 w 7467600"/>
              <a:gd name="connsiteY720" fmla="*/ 1955666 h 6858000"/>
              <a:gd name="connsiteX721" fmla="*/ 4570198 w 7467600"/>
              <a:gd name="connsiteY721" fmla="*/ 978081 h 6858000"/>
              <a:gd name="connsiteX722" fmla="*/ 4557898 w 7467600"/>
              <a:gd name="connsiteY722" fmla="*/ 900011 h 6858000"/>
              <a:gd name="connsiteX723" fmla="*/ 4344840 w 7467600"/>
              <a:gd name="connsiteY723" fmla="*/ 1922038 h 6858000"/>
              <a:gd name="connsiteX724" fmla="*/ 4378710 w 7467600"/>
              <a:gd name="connsiteY724" fmla="*/ 1665516 h 6858000"/>
              <a:gd name="connsiteX725" fmla="*/ 4448798 w 7467600"/>
              <a:gd name="connsiteY725" fmla="*/ 1253024 h 6858000"/>
              <a:gd name="connsiteX726" fmla="*/ 4480315 w 7467600"/>
              <a:gd name="connsiteY726" fmla="*/ 1158454 h 6858000"/>
              <a:gd name="connsiteX727" fmla="*/ 4494133 w 7467600"/>
              <a:gd name="connsiteY727" fmla="*/ 1118676 h 6858000"/>
              <a:gd name="connsiteX728" fmla="*/ 4557898 w 7467600"/>
              <a:gd name="connsiteY728" fmla="*/ 900011 h 6858000"/>
              <a:gd name="connsiteX729" fmla="*/ 5870151 w 7467600"/>
              <a:gd name="connsiteY729" fmla="*/ 898890 h 6858000"/>
              <a:gd name="connsiteX730" fmla="*/ 5861335 w 7467600"/>
              <a:gd name="connsiteY730" fmla="*/ 899177 h 6858000"/>
              <a:gd name="connsiteX731" fmla="*/ 5843702 w 7467600"/>
              <a:gd name="connsiteY731" fmla="*/ 899748 h 6858000"/>
              <a:gd name="connsiteX732" fmla="*/ 5651107 w 7467600"/>
              <a:gd name="connsiteY732" fmla="*/ 920306 h 6858000"/>
              <a:gd name="connsiteX733" fmla="*/ 5459407 w 7467600"/>
              <a:gd name="connsiteY733" fmla="*/ 940975 h 6858000"/>
              <a:gd name="connsiteX734" fmla="*/ 5374846 w 7467600"/>
              <a:gd name="connsiteY734" fmla="*/ 941988 h 6858000"/>
              <a:gd name="connsiteX735" fmla="*/ 5256105 w 7467600"/>
              <a:gd name="connsiteY735" fmla="*/ 945632 h 6858000"/>
              <a:gd name="connsiteX736" fmla="*/ 5107071 w 7467600"/>
              <a:gd name="connsiteY736" fmla="*/ 969720 h 6858000"/>
              <a:gd name="connsiteX737" fmla="*/ 4998681 w 7467600"/>
              <a:gd name="connsiteY737" fmla="*/ 988771 h 6858000"/>
              <a:gd name="connsiteX738" fmla="*/ 5870151 w 7467600"/>
              <a:gd name="connsiteY738" fmla="*/ 898890 h 6858000"/>
              <a:gd name="connsiteX739" fmla="*/ 5504425 w 7467600"/>
              <a:gd name="connsiteY739" fmla="*/ 848067 h 6858000"/>
              <a:gd name="connsiteX740" fmla="*/ 4968849 w 7467600"/>
              <a:gd name="connsiteY740" fmla="*/ 962318 h 6858000"/>
              <a:gd name="connsiteX741" fmla="*/ 5104039 w 7467600"/>
              <a:gd name="connsiteY741" fmla="*/ 940634 h 6858000"/>
              <a:gd name="connsiteX742" fmla="*/ 5256311 w 7467600"/>
              <a:gd name="connsiteY742" fmla="*/ 916490 h 6858000"/>
              <a:gd name="connsiteX743" fmla="*/ 5377381 w 7467600"/>
              <a:gd name="connsiteY743" fmla="*/ 912671 h 6858000"/>
              <a:gd name="connsiteX744" fmla="*/ 5460148 w 7467600"/>
              <a:gd name="connsiteY744" fmla="*/ 911442 h 6858000"/>
              <a:gd name="connsiteX745" fmla="*/ 5648971 w 7467600"/>
              <a:gd name="connsiteY745" fmla="*/ 891331 h 6858000"/>
              <a:gd name="connsiteX746" fmla="*/ 5844807 w 7467600"/>
              <a:gd name="connsiteY746" fmla="*/ 870718 h 6858000"/>
              <a:gd name="connsiteX747" fmla="*/ 5862975 w 7467600"/>
              <a:gd name="connsiteY747" fmla="*/ 869756 h 6858000"/>
              <a:gd name="connsiteX748" fmla="*/ 5920887 w 7467600"/>
              <a:gd name="connsiteY748" fmla="*/ 865929 h 6858000"/>
              <a:gd name="connsiteX749" fmla="*/ 5504425 w 7467600"/>
              <a:gd name="connsiteY749" fmla="*/ 848067 h 6858000"/>
              <a:gd name="connsiteX750" fmla="*/ 3607114 w 7467600"/>
              <a:gd name="connsiteY750" fmla="*/ 467441 h 6858000"/>
              <a:gd name="connsiteX751" fmla="*/ 3296242 w 7467600"/>
              <a:gd name="connsiteY751" fmla="*/ 807991 h 6858000"/>
              <a:gd name="connsiteX752" fmla="*/ 3174674 w 7467600"/>
              <a:gd name="connsiteY752" fmla="*/ 919759 h 6858000"/>
              <a:gd name="connsiteX753" fmla="*/ 3042978 w 7467600"/>
              <a:gd name="connsiteY753" fmla="*/ 1054894 h 6858000"/>
              <a:gd name="connsiteX754" fmla="*/ 2968914 w 7467600"/>
              <a:gd name="connsiteY754" fmla="*/ 1133756 h 6858000"/>
              <a:gd name="connsiteX755" fmla="*/ 3103823 w 7467600"/>
              <a:gd name="connsiteY755" fmla="*/ 1026814 h 6858000"/>
              <a:gd name="connsiteX756" fmla="*/ 3607114 w 7467600"/>
              <a:gd name="connsiteY756" fmla="*/ 467441 h 6858000"/>
              <a:gd name="connsiteX757" fmla="*/ 3744487 w 7467600"/>
              <a:gd name="connsiteY757" fmla="*/ 383136 h 6858000"/>
              <a:gd name="connsiteX758" fmla="*/ 3970213 w 7467600"/>
              <a:gd name="connsiteY758" fmla="*/ 995559 h 6858000"/>
              <a:gd name="connsiteX759" fmla="*/ 3744487 w 7467600"/>
              <a:gd name="connsiteY759" fmla="*/ 383136 h 6858000"/>
              <a:gd name="connsiteX760" fmla="*/ 3624562 w 7467600"/>
              <a:gd name="connsiteY760" fmla="*/ 367041 h 6858000"/>
              <a:gd name="connsiteX761" fmla="*/ 3489712 w 7467600"/>
              <a:gd name="connsiteY761" fmla="*/ 485386 h 6858000"/>
              <a:gd name="connsiteX762" fmla="*/ 3182994 w 7467600"/>
              <a:gd name="connsiteY762" fmla="*/ 828265 h 6858000"/>
              <a:gd name="connsiteX763" fmla="*/ 2892114 w 7467600"/>
              <a:gd name="connsiteY763" fmla="*/ 1172635 h 6858000"/>
              <a:gd name="connsiteX764" fmla="*/ 3021459 w 7467600"/>
              <a:gd name="connsiteY764" fmla="*/ 1035385 h 6858000"/>
              <a:gd name="connsiteX765" fmla="*/ 3153873 w 7467600"/>
              <a:gd name="connsiteY765" fmla="*/ 898971 h 6858000"/>
              <a:gd name="connsiteX766" fmla="*/ 3276511 w 7467600"/>
              <a:gd name="connsiteY766" fmla="*/ 786423 h 6858000"/>
              <a:gd name="connsiteX767" fmla="*/ 3584154 w 7467600"/>
              <a:gd name="connsiteY767" fmla="*/ 448218 h 6858000"/>
              <a:gd name="connsiteX768" fmla="*/ 3624562 w 7467600"/>
              <a:gd name="connsiteY768" fmla="*/ 367041 h 6858000"/>
              <a:gd name="connsiteX769" fmla="*/ 3766672 w 7467600"/>
              <a:gd name="connsiteY769" fmla="*/ 359429 h 6858000"/>
              <a:gd name="connsiteX770" fmla="*/ 3996338 w 7467600"/>
              <a:gd name="connsiteY770" fmla="*/ 968237 h 6858000"/>
              <a:gd name="connsiteX771" fmla="*/ 3766672 w 7467600"/>
              <a:gd name="connsiteY771" fmla="*/ 359429 h 6858000"/>
              <a:gd name="connsiteX772" fmla="*/ 5805386 w 7467600"/>
              <a:gd name="connsiteY772" fmla="*/ 239240 h 6858000"/>
              <a:gd name="connsiteX773" fmla="*/ 5736947 w 7467600"/>
              <a:gd name="connsiteY773" fmla="*/ 261367 h 6858000"/>
              <a:gd name="connsiteX774" fmla="*/ 5427012 w 7467600"/>
              <a:gd name="connsiteY774" fmla="*/ 311272 h 6858000"/>
              <a:gd name="connsiteX775" fmla="*/ 5147818 w 7467600"/>
              <a:gd name="connsiteY775" fmla="*/ 322112 h 6858000"/>
              <a:gd name="connsiteX776" fmla="*/ 5060854 w 7467600"/>
              <a:gd name="connsiteY776" fmla="*/ 311882 h 6858000"/>
              <a:gd name="connsiteX777" fmla="*/ 4945989 w 7467600"/>
              <a:gd name="connsiteY777" fmla="*/ 300516 h 6858000"/>
              <a:gd name="connsiteX778" fmla="*/ 5410479 w 7467600"/>
              <a:gd name="connsiteY778" fmla="*/ 348434 h 6858000"/>
              <a:gd name="connsiteX779" fmla="*/ 5805386 w 7467600"/>
              <a:gd name="connsiteY779" fmla="*/ 239240 h 6858000"/>
              <a:gd name="connsiteX780" fmla="*/ 5905192 w 7467600"/>
              <a:gd name="connsiteY780" fmla="*/ 163079 h 6858000"/>
              <a:gd name="connsiteX781" fmla="*/ 5865655 w 7467600"/>
              <a:gd name="connsiteY781" fmla="*/ 171901 h 6858000"/>
              <a:gd name="connsiteX782" fmla="*/ 5259740 w 7467600"/>
              <a:gd name="connsiteY782" fmla="*/ 257013 h 6858000"/>
              <a:gd name="connsiteX783" fmla="*/ 5208466 w 7467600"/>
              <a:gd name="connsiteY783" fmla="*/ 257550 h 6858000"/>
              <a:gd name="connsiteX784" fmla="*/ 4980204 w 7467600"/>
              <a:gd name="connsiteY784" fmla="*/ 271903 h 6858000"/>
              <a:gd name="connsiteX785" fmla="*/ 5068068 w 7467600"/>
              <a:gd name="connsiteY785" fmla="*/ 282244 h 6858000"/>
              <a:gd name="connsiteX786" fmla="*/ 5153231 w 7467600"/>
              <a:gd name="connsiteY786" fmla="*/ 292240 h 6858000"/>
              <a:gd name="connsiteX787" fmla="*/ 5426491 w 7467600"/>
              <a:gd name="connsiteY787" fmla="*/ 281128 h 6858000"/>
              <a:gd name="connsiteX788" fmla="*/ 5731212 w 7467600"/>
              <a:gd name="connsiteY788" fmla="*/ 231951 h 6858000"/>
              <a:gd name="connsiteX789" fmla="*/ 5905192 w 7467600"/>
              <a:gd name="connsiteY789" fmla="*/ 163079 h 6858000"/>
              <a:gd name="connsiteX790" fmla="*/ 5944437 w 7467600"/>
              <a:gd name="connsiteY790" fmla="*/ 113829 h 6858000"/>
              <a:gd name="connsiteX791" fmla="*/ 5825032 w 7467600"/>
              <a:gd name="connsiteY791" fmla="*/ 146405 h 6858000"/>
              <a:gd name="connsiteX792" fmla="*/ 4955599 w 7467600"/>
              <a:gd name="connsiteY792" fmla="*/ 247008 h 6858000"/>
              <a:gd name="connsiteX793" fmla="*/ 5210104 w 7467600"/>
              <a:gd name="connsiteY793" fmla="*/ 228123 h 6858000"/>
              <a:gd name="connsiteX794" fmla="*/ 5261015 w 7467600"/>
              <a:gd name="connsiteY794" fmla="*/ 227087 h 6858000"/>
              <a:gd name="connsiteX795" fmla="*/ 5861181 w 7467600"/>
              <a:gd name="connsiteY795" fmla="*/ 143093 h 6858000"/>
              <a:gd name="connsiteX796" fmla="*/ 5961252 w 7467600"/>
              <a:gd name="connsiteY796" fmla="*/ 114820 h 6858000"/>
              <a:gd name="connsiteX797" fmla="*/ 5944437 w 7467600"/>
              <a:gd name="connsiteY797" fmla="*/ 113829 h 6858000"/>
              <a:gd name="connsiteX798" fmla="*/ 3882765 w 7467600"/>
              <a:gd name="connsiteY798" fmla="*/ 0 h 6858000"/>
              <a:gd name="connsiteX799" fmla="*/ 3995099 w 7467600"/>
              <a:gd name="connsiteY799" fmla="*/ 0 h 6858000"/>
              <a:gd name="connsiteX800" fmla="*/ 4163818 w 7467600"/>
              <a:gd name="connsiteY800" fmla="*/ 234104 h 6858000"/>
              <a:gd name="connsiteX801" fmla="*/ 4172099 w 7467600"/>
              <a:gd name="connsiteY801" fmla="*/ 234207 h 6858000"/>
              <a:gd name="connsiteX802" fmla="*/ 4784282 w 7467600"/>
              <a:gd name="connsiteY802" fmla="*/ 276561 h 6858000"/>
              <a:gd name="connsiteX803" fmla="*/ 4801687 w 7467600"/>
              <a:gd name="connsiteY803" fmla="*/ 267764 h 6858000"/>
              <a:gd name="connsiteX804" fmla="*/ 6082788 w 7467600"/>
              <a:gd name="connsiteY804" fmla="*/ 64119 h 6858000"/>
              <a:gd name="connsiteX805" fmla="*/ 6099442 w 7467600"/>
              <a:gd name="connsiteY805" fmla="*/ 82568 h 6858000"/>
              <a:gd name="connsiteX806" fmla="*/ 4804137 w 7467600"/>
              <a:gd name="connsiteY806" fmla="*/ 320931 h 6858000"/>
              <a:gd name="connsiteX807" fmla="*/ 4227047 w 7467600"/>
              <a:gd name="connsiteY807" fmla="*/ 313415 h 6858000"/>
              <a:gd name="connsiteX808" fmla="*/ 4346041 w 7467600"/>
              <a:gd name="connsiteY808" fmla="*/ 456086 h 6858000"/>
              <a:gd name="connsiteX809" fmla="*/ 4870967 w 7467600"/>
              <a:gd name="connsiteY809" fmla="*/ 963061 h 6858000"/>
              <a:gd name="connsiteX810" fmla="*/ 4889647 w 7467600"/>
              <a:gd name="connsiteY810" fmla="*/ 957147 h 6858000"/>
              <a:gd name="connsiteX811" fmla="*/ 5422504 w 7467600"/>
              <a:gd name="connsiteY811" fmla="*/ 805191 h 6858000"/>
              <a:gd name="connsiteX812" fmla="*/ 6087656 w 7467600"/>
              <a:gd name="connsiteY812" fmla="*/ 826703 h 6858000"/>
              <a:gd name="connsiteX813" fmla="*/ 6058717 w 7467600"/>
              <a:gd name="connsiteY813" fmla="*/ 865992 h 6858000"/>
              <a:gd name="connsiteX814" fmla="*/ 4974153 w 7467600"/>
              <a:gd name="connsiteY814" fmla="*/ 1045456 h 6858000"/>
              <a:gd name="connsiteX815" fmla="*/ 5627835 w 7467600"/>
              <a:gd name="connsiteY815" fmla="*/ 1472077 h 6858000"/>
              <a:gd name="connsiteX816" fmla="*/ 5629817 w 7467600"/>
              <a:gd name="connsiteY816" fmla="*/ 1471412 h 6858000"/>
              <a:gd name="connsiteX817" fmla="*/ 5634124 w 7467600"/>
              <a:gd name="connsiteY817" fmla="*/ 1470572 h 6858000"/>
              <a:gd name="connsiteX818" fmla="*/ 5755832 w 7467600"/>
              <a:gd name="connsiteY818" fmla="*/ 1383886 h 6858000"/>
              <a:gd name="connsiteX819" fmla="*/ 6014186 w 7467600"/>
              <a:gd name="connsiteY819" fmla="*/ 1279799 h 6858000"/>
              <a:gd name="connsiteX820" fmla="*/ 6901619 w 7467600"/>
              <a:gd name="connsiteY820" fmla="*/ 1047874 h 6858000"/>
              <a:gd name="connsiteX821" fmla="*/ 6931566 w 7467600"/>
              <a:gd name="connsiteY821" fmla="*/ 1062034 h 6858000"/>
              <a:gd name="connsiteX822" fmla="*/ 5790982 w 7467600"/>
              <a:gd name="connsiteY822" fmla="*/ 1561380 h 6858000"/>
              <a:gd name="connsiteX823" fmla="*/ 6188971 w 7467600"/>
              <a:gd name="connsiteY823" fmla="*/ 1755168 h 6858000"/>
              <a:gd name="connsiteX824" fmla="*/ 6202446 w 7467600"/>
              <a:gd name="connsiteY824" fmla="*/ 1752268 h 6858000"/>
              <a:gd name="connsiteX825" fmla="*/ 7179560 w 7467600"/>
              <a:gd name="connsiteY825" fmla="*/ 1467551 h 6858000"/>
              <a:gd name="connsiteX826" fmla="*/ 7158730 w 7467600"/>
              <a:gd name="connsiteY826" fmla="*/ 1507835 h 6858000"/>
              <a:gd name="connsiteX827" fmla="*/ 6326959 w 7467600"/>
              <a:gd name="connsiteY827" fmla="*/ 1817686 h 6858000"/>
              <a:gd name="connsiteX828" fmla="*/ 6537433 w 7467600"/>
              <a:gd name="connsiteY828" fmla="*/ 1907790 h 6858000"/>
              <a:gd name="connsiteX829" fmla="*/ 6550221 w 7467600"/>
              <a:gd name="connsiteY829" fmla="*/ 1910729 h 6858000"/>
              <a:gd name="connsiteX830" fmla="*/ 6964438 w 7467600"/>
              <a:gd name="connsiteY830" fmla="*/ 2209505 h 6858000"/>
              <a:gd name="connsiteX831" fmla="*/ 7367862 w 7467600"/>
              <a:gd name="connsiteY831" fmla="*/ 2806833 h 6858000"/>
              <a:gd name="connsiteX832" fmla="*/ 7364329 w 7467600"/>
              <a:gd name="connsiteY832" fmla="*/ 2826907 h 6858000"/>
              <a:gd name="connsiteX833" fmla="*/ 7290545 w 7467600"/>
              <a:gd name="connsiteY833" fmla="*/ 2850663 h 6858000"/>
              <a:gd name="connsiteX834" fmla="*/ 6472036 w 7467600"/>
              <a:gd name="connsiteY834" fmla="*/ 1959003 h 6858000"/>
              <a:gd name="connsiteX835" fmla="*/ 5792897 w 7467600"/>
              <a:gd name="connsiteY835" fmla="*/ 1647747 h 6858000"/>
              <a:gd name="connsiteX836" fmla="*/ 5842751 w 7467600"/>
              <a:gd name="connsiteY836" fmla="*/ 1816112 h 6858000"/>
              <a:gd name="connsiteX837" fmla="*/ 5847424 w 7467600"/>
              <a:gd name="connsiteY837" fmla="*/ 1815776 h 6858000"/>
              <a:gd name="connsiteX838" fmla="*/ 6399821 w 7467600"/>
              <a:gd name="connsiteY838" fmla="*/ 2344799 h 6858000"/>
              <a:gd name="connsiteX839" fmla="*/ 6323232 w 7467600"/>
              <a:gd name="connsiteY839" fmla="*/ 2389634 h 6858000"/>
              <a:gd name="connsiteX840" fmla="*/ 5942958 w 7467600"/>
              <a:gd name="connsiteY840" fmla="*/ 2077708 h 6858000"/>
              <a:gd name="connsiteX841" fmla="*/ 5921559 w 7467600"/>
              <a:gd name="connsiteY841" fmla="*/ 2378596 h 6858000"/>
              <a:gd name="connsiteX842" fmla="*/ 5817651 w 7467600"/>
              <a:gd name="connsiteY842" fmla="*/ 3023919 h 6858000"/>
              <a:gd name="connsiteX843" fmla="*/ 5729634 w 7467600"/>
              <a:gd name="connsiteY843" fmla="*/ 3051849 h 6858000"/>
              <a:gd name="connsiteX844" fmla="*/ 5611018 w 7467600"/>
              <a:gd name="connsiteY844" fmla="*/ 2316769 h 6858000"/>
              <a:gd name="connsiteX845" fmla="*/ 5687608 w 7467600"/>
              <a:gd name="connsiteY845" fmla="*/ 2039972 h 6858000"/>
              <a:gd name="connsiteX846" fmla="*/ 5657554 w 7467600"/>
              <a:gd name="connsiteY846" fmla="*/ 1576445 h 6858000"/>
              <a:gd name="connsiteX847" fmla="*/ 5150475 w 7467600"/>
              <a:gd name="connsiteY847" fmla="*/ 1274012 h 6858000"/>
              <a:gd name="connsiteX848" fmla="*/ 5349142 w 7467600"/>
              <a:gd name="connsiteY848" fmla="*/ 2204405 h 6858000"/>
              <a:gd name="connsiteX849" fmla="*/ 5262214 w 7467600"/>
              <a:gd name="connsiteY849" fmla="*/ 2233836 h 6858000"/>
              <a:gd name="connsiteX850" fmla="*/ 4981539 w 7467600"/>
              <a:gd name="connsiteY850" fmla="*/ 1542201 h 6858000"/>
              <a:gd name="connsiteX851" fmla="*/ 4958461 w 7467600"/>
              <a:gd name="connsiteY851" fmla="*/ 1136957 h 6858000"/>
              <a:gd name="connsiteX852" fmla="*/ 4655015 w 7467600"/>
              <a:gd name="connsiteY852" fmla="*/ 891426 h 6858000"/>
              <a:gd name="connsiteX853" fmla="*/ 4348002 w 7467600"/>
              <a:gd name="connsiteY853" fmla="*/ 2205895 h 6858000"/>
              <a:gd name="connsiteX854" fmla="*/ 4262250 w 7467600"/>
              <a:gd name="connsiteY854" fmla="*/ 2219972 h 6858000"/>
              <a:gd name="connsiteX855" fmla="*/ 4550611 w 7467600"/>
              <a:gd name="connsiteY855" fmla="*/ 817540 h 6858000"/>
              <a:gd name="connsiteX856" fmla="*/ 4564418 w 7467600"/>
              <a:gd name="connsiteY856" fmla="*/ 808293 h 6858000"/>
              <a:gd name="connsiteX857" fmla="*/ 4266388 w 7467600"/>
              <a:gd name="connsiteY857" fmla="*/ 500083 h 6858000"/>
              <a:gd name="connsiteX858" fmla="*/ 4032842 w 7467600"/>
              <a:gd name="connsiteY858" fmla="*/ 211809 h 6858000"/>
              <a:gd name="connsiteX859" fmla="*/ 3882765 w 7467600"/>
              <a:gd name="connsiteY859" fmla="*/ 0 h 6858000"/>
              <a:gd name="connsiteX860" fmla="*/ 3721337 w 7467600"/>
              <a:gd name="connsiteY860" fmla="*/ 0 h 6858000"/>
              <a:gd name="connsiteX861" fmla="*/ 3797544 w 7467600"/>
              <a:gd name="connsiteY861" fmla="*/ 0 h 6858000"/>
              <a:gd name="connsiteX862" fmla="*/ 3775734 w 7467600"/>
              <a:gd name="connsiteY862" fmla="*/ 95131 h 6858000"/>
              <a:gd name="connsiteX863" fmla="*/ 3724807 w 7467600"/>
              <a:gd name="connsiteY863" fmla="*/ 272257 h 6858000"/>
              <a:gd name="connsiteX864" fmla="*/ 3726844 w 7467600"/>
              <a:gd name="connsiteY864" fmla="*/ 282988 h 6858000"/>
              <a:gd name="connsiteX865" fmla="*/ 3742664 w 7467600"/>
              <a:gd name="connsiteY865" fmla="*/ 279918 h 6858000"/>
              <a:gd name="connsiteX866" fmla="*/ 4103910 w 7467600"/>
              <a:gd name="connsiteY866" fmla="*/ 1161917 h 6858000"/>
              <a:gd name="connsiteX867" fmla="*/ 4020269 w 7467600"/>
              <a:gd name="connsiteY867" fmla="*/ 1200406 h 6858000"/>
              <a:gd name="connsiteX868" fmla="*/ 3674882 w 7467600"/>
              <a:gd name="connsiteY868" fmla="*/ 488524 h 6858000"/>
              <a:gd name="connsiteX869" fmla="*/ 3132682 w 7467600"/>
              <a:gd name="connsiteY869" fmla="*/ 1072284 h 6858000"/>
              <a:gd name="connsiteX870" fmla="*/ 2716346 w 7467600"/>
              <a:gd name="connsiteY870" fmla="*/ 1276376 h 6858000"/>
              <a:gd name="connsiteX871" fmla="*/ 2716772 w 7467600"/>
              <a:gd name="connsiteY871" fmla="*/ 1255462 h 6858000"/>
              <a:gd name="connsiteX872" fmla="*/ 3471096 w 7467600"/>
              <a:gd name="connsiteY872" fmla="*/ 437072 h 6858000"/>
              <a:gd name="connsiteX873" fmla="*/ 3639057 w 7467600"/>
              <a:gd name="connsiteY873" fmla="*/ 286334 h 6858000"/>
              <a:gd name="connsiteX874" fmla="*/ 3640309 w 7467600"/>
              <a:gd name="connsiteY874" fmla="*/ 284664 h 6858000"/>
              <a:gd name="connsiteX875" fmla="*/ 3646022 w 7467600"/>
              <a:gd name="connsiteY875" fmla="*/ 276711 h 6858000"/>
              <a:gd name="connsiteX876" fmla="*/ 3707943 w 7467600"/>
              <a:gd name="connsiteY876" fmla="*/ 65958 h 6858000"/>
              <a:gd name="connsiteX877" fmla="*/ 3721337 w 7467600"/>
              <a:gd name="connsiteY877" fmla="*/ 0 h 6858000"/>
              <a:gd name="connsiteX878" fmla="*/ 2867960 w 7467600"/>
              <a:gd name="connsiteY878" fmla="*/ 0 h 6858000"/>
              <a:gd name="connsiteX879" fmla="*/ 2926351 w 7467600"/>
              <a:gd name="connsiteY879" fmla="*/ 0 h 6858000"/>
              <a:gd name="connsiteX880" fmla="*/ 2902823 w 7467600"/>
              <a:gd name="connsiteY880" fmla="*/ 262929 h 6858000"/>
              <a:gd name="connsiteX881" fmla="*/ 2940663 w 7467600"/>
              <a:gd name="connsiteY881" fmla="*/ 140884 h 6858000"/>
              <a:gd name="connsiteX882" fmla="*/ 2947039 w 7467600"/>
              <a:gd name="connsiteY882" fmla="*/ 122524 h 6858000"/>
              <a:gd name="connsiteX883" fmla="*/ 2984316 w 7467600"/>
              <a:gd name="connsiteY883" fmla="*/ 0 h 6858000"/>
              <a:gd name="connsiteX884" fmla="*/ 3016114 w 7467600"/>
              <a:gd name="connsiteY884" fmla="*/ 0 h 6858000"/>
              <a:gd name="connsiteX885" fmla="*/ 2979949 w 7467600"/>
              <a:gd name="connsiteY885" fmla="*/ 119274 h 6858000"/>
              <a:gd name="connsiteX886" fmla="*/ 3023879 w 7467600"/>
              <a:gd name="connsiteY886" fmla="*/ 0 h 6858000"/>
              <a:gd name="connsiteX887" fmla="*/ 3105400 w 7467600"/>
              <a:gd name="connsiteY887" fmla="*/ 0 h 6858000"/>
              <a:gd name="connsiteX888" fmla="*/ 3094669 w 7467600"/>
              <a:gd name="connsiteY888" fmla="*/ 30308 h 6858000"/>
              <a:gd name="connsiteX889" fmla="*/ 2901945 w 7467600"/>
              <a:gd name="connsiteY889" fmla="*/ 466538 h 6858000"/>
              <a:gd name="connsiteX890" fmla="*/ 2815209 w 7467600"/>
              <a:gd name="connsiteY890" fmla="*/ 497361 h 6858000"/>
              <a:gd name="connsiteX891" fmla="*/ 2844845 w 7467600"/>
              <a:gd name="connsiteY891" fmla="*/ 127638 h 6858000"/>
              <a:gd name="connsiteX892" fmla="*/ 2867960 w 7467600"/>
              <a:gd name="connsiteY892" fmla="*/ 0 h 6858000"/>
              <a:gd name="connsiteX893" fmla="*/ 1057230 w 7467600"/>
              <a:gd name="connsiteY893" fmla="*/ 0 h 6858000"/>
              <a:gd name="connsiteX894" fmla="*/ 1111003 w 7467600"/>
              <a:gd name="connsiteY894" fmla="*/ 0 h 6858000"/>
              <a:gd name="connsiteX895" fmla="*/ 1125553 w 7467600"/>
              <a:gd name="connsiteY895" fmla="*/ 52588 h 6858000"/>
              <a:gd name="connsiteX896" fmla="*/ 1304276 w 7467600"/>
              <a:gd name="connsiteY896" fmla="*/ 476275 h 6858000"/>
              <a:gd name="connsiteX897" fmla="*/ 1492066 w 7467600"/>
              <a:gd name="connsiteY897" fmla="*/ 886333 h 6858000"/>
              <a:gd name="connsiteX898" fmla="*/ 1423698 w 7467600"/>
              <a:gd name="connsiteY898" fmla="*/ 710817 h 6858000"/>
              <a:gd name="connsiteX899" fmla="*/ 1357609 w 7467600"/>
              <a:gd name="connsiteY899" fmla="*/ 532892 h 6858000"/>
              <a:gd name="connsiteX900" fmla="*/ 1309550 w 7467600"/>
              <a:gd name="connsiteY900" fmla="*/ 374031 h 6858000"/>
              <a:gd name="connsiteX901" fmla="*/ 1193673 w 7467600"/>
              <a:gd name="connsiteY901" fmla="*/ 49533 h 6858000"/>
              <a:gd name="connsiteX902" fmla="*/ 1164391 w 7467600"/>
              <a:gd name="connsiteY902" fmla="*/ 0 h 6858000"/>
              <a:gd name="connsiteX903" fmla="*/ 1200666 w 7467600"/>
              <a:gd name="connsiteY903" fmla="*/ 0 h 6858000"/>
              <a:gd name="connsiteX904" fmla="*/ 1223408 w 7467600"/>
              <a:gd name="connsiteY904" fmla="*/ 38996 h 6858000"/>
              <a:gd name="connsiteX905" fmla="*/ 1339635 w 7467600"/>
              <a:gd name="connsiteY905" fmla="*/ 365517 h 6858000"/>
              <a:gd name="connsiteX906" fmla="*/ 1387469 w 7467600"/>
              <a:gd name="connsiteY906" fmla="*/ 523079 h 6858000"/>
              <a:gd name="connsiteX907" fmla="*/ 1452685 w 7467600"/>
              <a:gd name="connsiteY907" fmla="*/ 699806 h 6858000"/>
              <a:gd name="connsiteX908" fmla="*/ 1492092 w 7467600"/>
              <a:gd name="connsiteY908" fmla="*/ 800424 h 6858000"/>
              <a:gd name="connsiteX909" fmla="*/ 1455302 w 7467600"/>
              <a:gd name="connsiteY909" fmla="*/ 632913 h 6858000"/>
              <a:gd name="connsiteX910" fmla="*/ 1222336 w 7467600"/>
              <a:gd name="connsiteY910" fmla="*/ 9480 h 6858000"/>
              <a:gd name="connsiteX911" fmla="*/ 1214634 w 7467600"/>
              <a:gd name="connsiteY911" fmla="*/ 0 h 6858000"/>
              <a:gd name="connsiteX912" fmla="*/ 1289827 w 7467600"/>
              <a:gd name="connsiteY912" fmla="*/ 0 h 6858000"/>
              <a:gd name="connsiteX913" fmla="*/ 1321076 w 7467600"/>
              <a:gd name="connsiteY913" fmla="*/ 59722 h 6858000"/>
              <a:gd name="connsiteX914" fmla="*/ 1512579 w 7467600"/>
              <a:gd name="connsiteY914" fmla="*/ 626441 h 6858000"/>
              <a:gd name="connsiteX915" fmla="*/ 1506076 w 7467600"/>
              <a:gd name="connsiteY915" fmla="*/ 1089289 h 6858000"/>
              <a:gd name="connsiteX916" fmla="*/ 1486346 w 7467600"/>
              <a:gd name="connsiteY916" fmla="*/ 1079919 h 6858000"/>
              <a:gd name="connsiteX917" fmla="*/ 1070511 w 7467600"/>
              <a:gd name="connsiteY917" fmla="*/ 48609 h 6858000"/>
              <a:gd name="connsiteX918" fmla="*/ 1057230 w 7467600"/>
              <a:gd name="connsiteY918" fmla="*/ 0 h 6858000"/>
              <a:gd name="connsiteX919" fmla="*/ 43151 w 7467600"/>
              <a:gd name="connsiteY919" fmla="*/ 0 h 6858000"/>
              <a:gd name="connsiteX920" fmla="*/ 95283 w 7467600"/>
              <a:gd name="connsiteY920" fmla="*/ 0 h 6858000"/>
              <a:gd name="connsiteX921" fmla="*/ 300708 w 7467600"/>
              <a:gd name="connsiteY921" fmla="*/ 154571 h 6858000"/>
              <a:gd name="connsiteX922" fmla="*/ 530414 w 7467600"/>
              <a:gd name="connsiteY922" fmla="*/ 354673 h 6858000"/>
              <a:gd name="connsiteX923" fmla="*/ 333785 w 7467600"/>
              <a:gd name="connsiteY923" fmla="*/ 161564 h 6858000"/>
              <a:gd name="connsiteX924" fmla="*/ 147005 w 7467600"/>
              <a:gd name="connsiteY924" fmla="*/ 0 h 6858000"/>
              <a:gd name="connsiteX925" fmla="*/ 272509 w 7467600"/>
              <a:gd name="connsiteY925" fmla="*/ 0 h 6858000"/>
              <a:gd name="connsiteX926" fmla="*/ 326276 w 7467600"/>
              <a:gd name="connsiteY926" fmla="*/ 45847 h 6858000"/>
              <a:gd name="connsiteX927" fmla="*/ 823759 w 7467600"/>
              <a:gd name="connsiteY927" fmla="*/ 574145 h 6858000"/>
              <a:gd name="connsiteX928" fmla="*/ 811254 w 7467600"/>
              <a:gd name="connsiteY928" fmla="*/ 665546 h 6858000"/>
              <a:gd name="connsiteX929" fmla="*/ 154042 w 7467600"/>
              <a:gd name="connsiteY929" fmla="*/ 261522 h 6858000"/>
              <a:gd name="connsiteX930" fmla="*/ 13550 w 7467600"/>
              <a:gd name="connsiteY930" fmla="*/ 158423 h 6858000"/>
              <a:gd name="connsiteX931" fmla="*/ 0 w 7467600"/>
              <a:gd name="connsiteY931" fmla="*/ 146618 h 6858000"/>
              <a:gd name="connsiteX932" fmla="*/ 0 w 7467600"/>
              <a:gd name="connsiteY932" fmla="*/ 59161 h 6858000"/>
              <a:gd name="connsiteX933" fmla="*/ 45427 w 7467600"/>
              <a:gd name="connsiteY933" fmla="*/ 101078 h 6858000"/>
              <a:gd name="connsiteX934" fmla="*/ 630103 w 7467600"/>
              <a:gd name="connsiteY934" fmla="*/ 485885 h 6858000"/>
              <a:gd name="connsiteX935" fmla="*/ 532040 w 7467600"/>
              <a:gd name="connsiteY935" fmla="*/ 399359 h 6858000"/>
              <a:gd name="connsiteX936" fmla="*/ 517618 w 7467600"/>
              <a:gd name="connsiteY936" fmla="*/ 385726 h 6858000"/>
              <a:gd name="connsiteX937" fmla="*/ 285074 w 7467600"/>
              <a:gd name="connsiteY937" fmla="*/ 182755 h 6858000"/>
              <a:gd name="connsiteX938" fmla="*/ 43151 w 7467600"/>
              <a:gd name="connsiteY938" fmla="*/ 0 h 6858000"/>
              <a:gd name="connsiteX0" fmla="*/ 369702 w 7369701"/>
              <a:gd name="connsiteY0" fmla="*/ 6712169 h 6858000"/>
              <a:gd name="connsiteX1" fmla="*/ 366575 w 7369701"/>
              <a:gd name="connsiteY1" fmla="*/ 6715556 h 6858000"/>
              <a:gd name="connsiteX2" fmla="*/ 371637 w 7369701"/>
              <a:gd name="connsiteY2" fmla="*/ 6713954 h 6858000"/>
              <a:gd name="connsiteX3" fmla="*/ 369702 w 7369701"/>
              <a:gd name="connsiteY3" fmla="*/ 6712169 h 6858000"/>
              <a:gd name="connsiteX4" fmla="*/ 1019354 w 7369701"/>
              <a:gd name="connsiteY4" fmla="*/ 6315006 h 6858000"/>
              <a:gd name="connsiteX5" fmla="*/ 441046 w 7369701"/>
              <a:gd name="connsiteY5" fmla="*/ 6691153 h 6858000"/>
              <a:gd name="connsiteX6" fmla="*/ 1019354 w 7369701"/>
              <a:gd name="connsiteY6" fmla="*/ 6315006 h 6858000"/>
              <a:gd name="connsiteX7" fmla="*/ 991680 w 7369701"/>
              <a:gd name="connsiteY7" fmla="*/ 6298413 h 6858000"/>
              <a:gd name="connsiteX8" fmla="*/ 409060 w 7369701"/>
              <a:gd name="connsiteY8" fmla="*/ 6671470 h 6858000"/>
              <a:gd name="connsiteX9" fmla="*/ 991680 w 7369701"/>
              <a:gd name="connsiteY9" fmla="*/ 6298413 h 6858000"/>
              <a:gd name="connsiteX10" fmla="*/ 103333 w 7369701"/>
              <a:gd name="connsiteY10" fmla="*/ 5699602 h 6858000"/>
              <a:gd name="connsiteX11" fmla="*/ 233938 w 7369701"/>
              <a:gd name="connsiteY11" fmla="*/ 5809416 h 6858000"/>
              <a:gd name="connsiteX12" fmla="*/ 883580 w 7369701"/>
              <a:gd name="connsiteY12" fmla="*/ 6180710 h 6858000"/>
              <a:gd name="connsiteX13" fmla="*/ 487337 w 7369701"/>
              <a:gd name="connsiteY13" fmla="*/ 5950182 h 6858000"/>
              <a:gd name="connsiteX14" fmla="*/ 354051 w 7369701"/>
              <a:gd name="connsiteY14" fmla="*/ 5854912 h 6858000"/>
              <a:gd name="connsiteX15" fmla="*/ 195436 w 7369701"/>
              <a:gd name="connsiteY15" fmla="*/ 5755068 h 6858000"/>
              <a:gd name="connsiteX16" fmla="*/ 103333 w 7369701"/>
              <a:gd name="connsiteY16" fmla="*/ 5699602 h 6858000"/>
              <a:gd name="connsiteX17" fmla="*/ 5539432 w 7369701"/>
              <a:gd name="connsiteY17" fmla="*/ 5642928 h 6858000"/>
              <a:gd name="connsiteX18" fmla="*/ 5555462 w 7369701"/>
              <a:gd name="connsiteY18" fmla="*/ 5694454 h 6858000"/>
              <a:gd name="connsiteX19" fmla="*/ 5828270 w 7369701"/>
              <a:gd name="connsiteY19" fmla="*/ 6320663 h 6858000"/>
              <a:gd name="connsiteX20" fmla="*/ 5947416 w 7369701"/>
              <a:gd name="connsiteY20" fmla="*/ 6574846 h 6858000"/>
              <a:gd name="connsiteX21" fmla="*/ 5539432 w 7369701"/>
              <a:gd name="connsiteY21" fmla="*/ 5642928 h 6858000"/>
              <a:gd name="connsiteX22" fmla="*/ 51253 w 7369701"/>
              <a:gd name="connsiteY22" fmla="*/ 5631825 h 6858000"/>
              <a:gd name="connsiteX23" fmla="*/ 211622 w 7369701"/>
              <a:gd name="connsiteY23" fmla="*/ 5728803 h 6858000"/>
              <a:gd name="connsiteX24" fmla="*/ 371652 w 7369701"/>
              <a:gd name="connsiteY24" fmla="*/ 5829062 h 6858000"/>
              <a:gd name="connsiteX25" fmla="*/ 505903 w 7369701"/>
              <a:gd name="connsiteY25" fmla="*/ 5925221 h 6858000"/>
              <a:gd name="connsiteX26" fmla="*/ 899240 w 7369701"/>
              <a:gd name="connsiteY26" fmla="*/ 6153068 h 6858000"/>
              <a:gd name="connsiteX27" fmla="*/ 988114 w 7369701"/>
              <a:gd name="connsiteY27" fmla="*/ 6174204 h 6858000"/>
              <a:gd name="connsiteX28" fmla="*/ 845971 w 7369701"/>
              <a:gd name="connsiteY28" fmla="*/ 6067177 h 6858000"/>
              <a:gd name="connsiteX29" fmla="*/ 448057 w 7369701"/>
              <a:gd name="connsiteY29" fmla="*/ 5841376 h 6858000"/>
              <a:gd name="connsiteX30" fmla="*/ 51253 w 7369701"/>
              <a:gd name="connsiteY30" fmla="*/ 5631825 h 6858000"/>
              <a:gd name="connsiteX31" fmla="*/ 2606687 w 7369701"/>
              <a:gd name="connsiteY31" fmla="*/ 5630718 h 6858000"/>
              <a:gd name="connsiteX32" fmla="*/ 2645658 w 7369701"/>
              <a:gd name="connsiteY32" fmla="*/ 6640259 h 6858000"/>
              <a:gd name="connsiteX33" fmla="*/ 2606687 w 7369701"/>
              <a:gd name="connsiteY33" fmla="*/ 5630718 h 6858000"/>
              <a:gd name="connsiteX34" fmla="*/ 3642057 w 7369701"/>
              <a:gd name="connsiteY34" fmla="*/ 5573487 h 6858000"/>
              <a:gd name="connsiteX35" fmla="*/ 3632981 w 7369701"/>
              <a:gd name="connsiteY35" fmla="*/ 5579437 h 6858000"/>
              <a:gd name="connsiteX36" fmla="*/ 3382436 w 7369701"/>
              <a:gd name="connsiteY36" fmla="*/ 5952726 h 6858000"/>
              <a:gd name="connsiteX37" fmla="*/ 3191929 w 7369701"/>
              <a:gd name="connsiteY37" fmla="*/ 6662669 h 6858000"/>
              <a:gd name="connsiteX38" fmla="*/ 3369898 w 7369701"/>
              <a:gd name="connsiteY38" fmla="*/ 6081771 h 6858000"/>
              <a:gd name="connsiteX39" fmla="*/ 3642057 w 7369701"/>
              <a:gd name="connsiteY39" fmla="*/ 5573487 h 6858000"/>
              <a:gd name="connsiteX40" fmla="*/ 2650666 w 7369701"/>
              <a:gd name="connsiteY40" fmla="*/ 5530686 h 6858000"/>
              <a:gd name="connsiteX41" fmla="*/ 2650249 w 7369701"/>
              <a:gd name="connsiteY41" fmla="*/ 5532101 h 6858000"/>
              <a:gd name="connsiteX42" fmla="*/ 2663808 w 7369701"/>
              <a:gd name="connsiteY42" fmla="*/ 6535215 h 6858000"/>
              <a:gd name="connsiteX43" fmla="*/ 2665418 w 7369701"/>
              <a:gd name="connsiteY43" fmla="*/ 6132756 h 6858000"/>
              <a:gd name="connsiteX44" fmla="*/ 2650666 w 7369701"/>
              <a:gd name="connsiteY44" fmla="*/ 5530686 h 6858000"/>
              <a:gd name="connsiteX45" fmla="*/ 2680277 w 7369701"/>
              <a:gd name="connsiteY45" fmla="*/ 5479204 h 6858000"/>
              <a:gd name="connsiteX46" fmla="*/ 2678972 w 7369701"/>
              <a:gd name="connsiteY46" fmla="*/ 5481582 h 6858000"/>
              <a:gd name="connsiteX47" fmla="*/ 2696666 w 7369701"/>
              <a:gd name="connsiteY47" fmla="*/ 6133836 h 6858000"/>
              <a:gd name="connsiteX48" fmla="*/ 2695769 w 7369701"/>
              <a:gd name="connsiteY48" fmla="*/ 6390955 h 6858000"/>
              <a:gd name="connsiteX49" fmla="*/ 2739893 w 7369701"/>
              <a:gd name="connsiteY49" fmla="*/ 6108357 h 6858000"/>
              <a:gd name="connsiteX50" fmla="*/ 2680277 w 7369701"/>
              <a:gd name="connsiteY50" fmla="*/ 5479204 h 6858000"/>
              <a:gd name="connsiteX51" fmla="*/ 1132195 w 7369701"/>
              <a:gd name="connsiteY51" fmla="*/ 5467980 h 6858000"/>
              <a:gd name="connsiteX52" fmla="*/ 1679056 w 7369701"/>
              <a:gd name="connsiteY52" fmla="*/ 5516907 h 6858000"/>
              <a:gd name="connsiteX53" fmla="*/ 2128648 w 7369701"/>
              <a:gd name="connsiteY53" fmla="*/ 5474249 h 6858000"/>
              <a:gd name="connsiteX54" fmla="*/ 1825619 w 7369701"/>
              <a:gd name="connsiteY54" fmla="*/ 5478447 h 6858000"/>
              <a:gd name="connsiteX55" fmla="*/ 1737798 w 7369701"/>
              <a:gd name="connsiteY55" fmla="*/ 5483353 h 6858000"/>
              <a:gd name="connsiteX56" fmla="*/ 1132195 w 7369701"/>
              <a:gd name="connsiteY56" fmla="*/ 5467980 h 6858000"/>
              <a:gd name="connsiteX57" fmla="*/ 1456157 w 7369701"/>
              <a:gd name="connsiteY57" fmla="*/ 5371404 h 6858000"/>
              <a:gd name="connsiteX58" fmla="*/ 1244432 w 7369701"/>
              <a:gd name="connsiteY58" fmla="*/ 5385601 h 6858000"/>
              <a:gd name="connsiteX59" fmla="*/ 973990 w 7369701"/>
              <a:gd name="connsiteY59" fmla="*/ 5424940 h 6858000"/>
              <a:gd name="connsiteX60" fmla="*/ 1103809 w 7369701"/>
              <a:gd name="connsiteY60" fmla="*/ 5433720 h 6858000"/>
              <a:gd name="connsiteX61" fmla="*/ 1123454 w 7369701"/>
              <a:gd name="connsiteY61" fmla="*/ 5435727 h 6858000"/>
              <a:gd name="connsiteX62" fmla="*/ 1737017 w 7369701"/>
              <a:gd name="connsiteY62" fmla="*/ 5452183 h 6858000"/>
              <a:gd name="connsiteX63" fmla="*/ 1824397 w 7369701"/>
              <a:gd name="connsiteY63" fmla="*/ 5447757 h 6858000"/>
              <a:gd name="connsiteX64" fmla="*/ 2070059 w 7369701"/>
              <a:gd name="connsiteY64" fmla="*/ 5441660 h 6858000"/>
              <a:gd name="connsiteX65" fmla="*/ 1456157 w 7369701"/>
              <a:gd name="connsiteY65" fmla="*/ 5371404 h 6858000"/>
              <a:gd name="connsiteX66" fmla="*/ 4988186 w 7369701"/>
              <a:gd name="connsiteY66" fmla="*/ 5216467 h 6858000"/>
              <a:gd name="connsiteX67" fmla="*/ 4777334 w 7369701"/>
              <a:gd name="connsiteY67" fmla="*/ 5406072 h 6858000"/>
              <a:gd name="connsiteX68" fmla="*/ 4718341 w 7369701"/>
              <a:gd name="connsiteY68" fmla="*/ 5468043 h 6858000"/>
              <a:gd name="connsiteX69" fmla="*/ 4604655 w 7369701"/>
              <a:gd name="connsiteY69" fmla="*/ 5583434 h 6858000"/>
              <a:gd name="connsiteX70" fmla="*/ 4565074 w 7369701"/>
              <a:gd name="connsiteY70" fmla="*/ 5618550 h 6858000"/>
              <a:gd name="connsiteX71" fmla="*/ 4988186 w 7369701"/>
              <a:gd name="connsiteY71" fmla="*/ 5216467 h 6858000"/>
              <a:gd name="connsiteX72" fmla="*/ 4978032 w 7369701"/>
              <a:gd name="connsiteY72" fmla="*/ 5183809 h 6858000"/>
              <a:gd name="connsiteX73" fmla="*/ 4463413 w 7369701"/>
              <a:gd name="connsiteY73" fmla="*/ 5615162 h 6858000"/>
              <a:gd name="connsiteX74" fmla="*/ 4358134 w 7369701"/>
              <a:gd name="connsiteY74" fmla="*/ 5742791 h 6858000"/>
              <a:gd name="connsiteX75" fmla="*/ 4376219 w 7369701"/>
              <a:gd name="connsiteY75" fmla="*/ 5729027 h 6858000"/>
              <a:gd name="connsiteX76" fmla="*/ 4582340 w 7369701"/>
              <a:gd name="connsiteY76" fmla="*/ 5561037 h 6858000"/>
              <a:gd name="connsiteX77" fmla="*/ 4694684 w 7369701"/>
              <a:gd name="connsiteY77" fmla="*/ 5447098 h 6858000"/>
              <a:gd name="connsiteX78" fmla="*/ 4754123 w 7369701"/>
              <a:gd name="connsiteY78" fmla="*/ 5384643 h 6858000"/>
              <a:gd name="connsiteX79" fmla="*/ 4978032 w 7369701"/>
              <a:gd name="connsiteY79" fmla="*/ 5183809 h 6858000"/>
              <a:gd name="connsiteX80" fmla="*/ 1903353 w 7369701"/>
              <a:gd name="connsiteY80" fmla="*/ 5044827 h 6858000"/>
              <a:gd name="connsiteX81" fmla="*/ 1936931 w 7369701"/>
              <a:gd name="connsiteY81" fmla="*/ 5093954 h 6858000"/>
              <a:gd name="connsiteX82" fmla="*/ 2195868 w 7369701"/>
              <a:gd name="connsiteY82" fmla="*/ 5396574 h 6858000"/>
              <a:gd name="connsiteX83" fmla="*/ 2088852 w 7369701"/>
              <a:gd name="connsiteY83" fmla="*/ 5166123 h 6858000"/>
              <a:gd name="connsiteX84" fmla="*/ 1958241 w 7369701"/>
              <a:gd name="connsiteY84" fmla="*/ 5067955 h 6858000"/>
              <a:gd name="connsiteX85" fmla="*/ 1903353 w 7369701"/>
              <a:gd name="connsiteY85" fmla="*/ 5044827 h 6858000"/>
              <a:gd name="connsiteX86" fmla="*/ 1979378 w 7369701"/>
              <a:gd name="connsiteY86" fmla="*/ 4769504 h 6858000"/>
              <a:gd name="connsiteX87" fmla="*/ 2882120 w 7369701"/>
              <a:gd name="connsiteY87" fmla="*/ 5064547 h 6858000"/>
              <a:gd name="connsiteX88" fmla="*/ 2793103 w 7369701"/>
              <a:gd name="connsiteY88" fmla="*/ 5039699 h 6858000"/>
              <a:gd name="connsiteX89" fmla="*/ 2770041 w 7369701"/>
              <a:gd name="connsiteY89" fmla="*/ 5033634 h 6858000"/>
              <a:gd name="connsiteX90" fmla="*/ 1979378 w 7369701"/>
              <a:gd name="connsiteY90" fmla="*/ 4769504 h 6858000"/>
              <a:gd name="connsiteX91" fmla="*/ 1927410 w 7369701"/>
              <a:gd name="connsiteY91" fmla="*/ 4716164 h 6858000"/>
              <a:gd name="connsiteX92" fmla="*/ 1959587 w 7369701"/>
              <a:gd name="connsiteY92" fmla="*/ 4728849 h 6858000"/>
              <a:gd name="connsiteX93" fmla="*/ 2777707 w 7369701"/>
              <a:gd name="connsiteY93" fmla="*/ 5003991 h 6858000"/>
              <a:gd name="connsiteX94" fmla="*/ 2800768 w 7369701"/>
              <a:gd name="connsiteY94" fmla="*/ 5010056 h 6858000"/>
              <a:gd name="connsiteX95" fmla="*/ 2879408 w 7369701"/>
              <a:gd name="connsiteY95" fmla="*/ 5031590 h 6858000"/>
              <a:gd name="connsiteX96" fmla="*/ 2862295 w 7369701"/>
              <a:gd name="connsiteY96" fmla="*/ 5022958 h 6858000"/>
              <a:gd name="connsiteX97" fmla="*/ 2813343 w 7369701"/>
              <a:gd name="connsiteY97" fmla="*/ 4998369 h 6858000"/>
              <a:gd name="connsiteX98" fmla="*/ 2646245 w 7369701"/>
              <a:gd name="connsiteY98" fmla="*/ 4930999 h 6858000"/>
              <a:gd name="connsiteX99" fmla="*/ 1999243 w 7369701"/>
              <a:gd name="connsiteY99" fmla="*/ 4730524 h 6858000"/>
              <a:gd name="connsiteX100" fmla="*/ 1979527 w 7369701"/>
              <a:gd name="connsiteY100" fmla="*/ 4726651 h 6858000"/>
              <a:gd name="connsiteX101" fmla="*/ 1927410 w 7369701"/>
              <a:gd name="connsiteY101" fmla="*/ 4716164 h 6858000"/>
              <a:gd name="connsiteX102" fmla="*/ 1997014 w 7369701"/>
              <a:gd name="connsiteY102" fmla="*/ 4698007 h 6858000"/>
              <a:gd name="connsiteX103" fmla="*/ 2005458 w 7369701"/>
              <a:gd name="connsiteY103" fmla="*/ 4699540 h 6858000"/>
              <a:gd name="connsiteX104" fmla="*/ 2657186 w 7369701"/>
              <a:gd name="connsiteY104" fmla="*/ 4901687 h 6858000"/>
              <a:gd name="connsiteX105" fmla="*/ 2826662 w 7369701"/>
              <a:gd name="connsiteY105" fmla="*/ 4970362 h 6858000"/>
              <a:gd name="connsiteX106" fmla="*/ 2876100 w 7369701"/>
              <a:gd name="connsiteY106" fmla="*/ 4995397 h 6858000"/>
              <a:gd name="connsiteX107" fmla="*/ 3042600 w 7369701"/>
              <a:gd name="connsiteY107" fmla="*/ 5059532 h 6858000"/>
              <a:gd name="connsiteX108" fmla="*/ 1997014 w 7369701"/>
              <a:gd name="connsiteY108" fmla="*/ 4698007 h 6858000"/>
              <a:gd name="connsiteX109" fmla="*/ 2305292 w 7369701"/>
              <a:gd name="connsiteY109" fmla="*/ 4219492 h 6858000"/>
              <a:gd name="connsiteX110" fmla="*/ 3360922 w 7369701"/>
              <a:gd name="connsiteY110" fmla="*/ 4529373 h 6858000"/>
              <a:gd name="connsiteX111" fmla="*/ 3492420 w 7369701"/>
              <a:gd name="connsiteY111" fmla="*/ 4510145 h 6858000"/>
              <a:gd name="connsiteX112" fmla="*/ 3364086 w 7369701"/>
              <a:gd name="connsiteY112" fmla="*/ 4480340 h 6858000"/>
              <a:gd name="connsiteX113" fmla="*/ 3225818 w 7369701"/>
              <a:gd name="connsiteY113" fmla="*/ 4411822 h 6858000"/>
              <a:gd name="connsiteX114" fmla="*/ 3129696 w 7369701"/>
              <a:gd name="connsiteY114" fmla="*/ 4360704 h 6858000"/>
              <a:gd name="connsiteX115" fmla="*/ 2814545 w 7369701"/>
              <a:gd name="connsiteY115" fmla="*/ 4282955 h 6858000"/>
              <a:gd name="connsiteX116" fmla="*/ 2305292 w 7369701"/>
              <a:gd name="connsiteY116" fmla="*/ 4219492 h 6858000"/>
              <a:gd name="connsiteX117" fmla="*/ 2626982 w 7369701"/>
              <a:gd name="connsiteY117" fmla="*/ 4206450 h 6858000"/>
              <a:gd name="connsiteX118" fmla="*/ 2490617 w 7369701"/>
              <a:gd name="connsiteY118" fmla="*/ 4206951 h 6858000"/>
              <a:gd name="connsiteX119" fmla="*/ 2819869 w 7369701"/>
              <a:gd name="connsiteY119" fmla="*/ 4252936 h 6858000"/>
              <a:gd name="connsiteX120" fmla="*/ 3143018 w 7369701"/>
              <a:gd name="connsiteY120" fmla="*/ 4332698 h 6858000"/>
              <a:gd name="connsiteX121" fmla="*/ 3241520 w 7369701"/>
              <a:gd name="connsiteY121" fmla="*/ 4385112 h 6858000"/>
              <a:gd name="connsiteX122" fmla="*/ 3374575 w 7369701"/>
              <a:gd name="connsiteY122" fmla="*/ 4451517 h 6858000"/>
              <a:gd name="connsiteX123" fmla="*/ 3505221 w 7369701"/>
              <a:gd name="connsiteY123" fmla="*/ 4480757 h 6858000"/>
              <a:gd name="connsiteX124" fmla="*/ 2626982 w 7369701"/>
              <a:gd name="connsiteY124" fmla="*/ 4206450 h 6858000"/>
              <a:gd name="connsiteX125" fmla="*/ 1310106 w 7369701"/>
              <a:gd name="connsiteY125" fmla="*/ 3943217 h 6858000"/>
              <a:gd name="connsiteX126" fmla="*/ 854994 w 7369701"/>
              <a:gd name="connsiteY126" fmla="*/ 4399136 h 6858000"/>
              <a:gd name="connsiteX127" fmla="*/ 742462 w 7369701"/>
              <a:gd name="connsiteY127" fmla="*/ 4594648 h 6858000"/>
              <a:gd name="connsiteX128" fmla="*/ 820602 w 7369701"/>
              <a:gd name="connsiteY128" fmla="*/ 4485915 h 6858000"/>
              <a:gd name="connsiteX129" fmla="*/ 878295 w 7369701"/>
              <a:gd name="connsiteY129" fmla="*/ 4403594 h 6858000"/>
              <a:gd name="connsiteX130" fmla="*/ 1240607 w 7369701"/>
              <a:gd name="connsiteY130" fmla="*/ 4010401 h 6858000"/>
              <a:gd name="connsiteX131" fmla="*/ 1310106 w 7369701"/>
              <a:gd name="connsiteY131" fmla="*/ 3943217 h 6858000"/>
              <a:gd name="connsiteX132" fmla="*/ 1423113 w 7369701"/>
              <a:gd name="connsiteY132" fmla="*/ 3874565 h 6858000"/>
              <a:gd name="connsiteX133" fmla="*/ 1260565 w 7369701"/>
              <a:gd name="connsiteY133" fmla="*/ 4031982 h 6858000"/>
              <a:gd name="connsiteX134" fmla="*/ 901900 w 7369701"/>
              <a:gd name="connsiteY134" fmla="*/ 4421236 h 6858000"/>
              <a:gd name="connsiteX135" fmla="*/ 845044 w 7369701"/>
              <a:gd name="connsiteY135" fmla="*/ 4502436 h 6858000"/>
              <a:gd name="connsiteX136" fmla="*/ 685926 w 7369701"/>
              <a:gd name="connsiteY136" fmla="*/ 4703069 h 6858000"/>
              <a:gd name="connsiteX137" fmla="*/ 684248 w 7369701"/>
              <a:gd name="connsiteY137" fmla="*/ 4706721 h 6858000"/>
              <a:gd name="connsiteX138" fmla="*/ 1423113 w 7369701"/>
              <a:gd name="connsiteY138" fmla="*/ 3874565 h 6858000"/>
              <a:gd name="connsiteX139" fmla="*/ 3316479 w 7369701"/>
              <a:gd name="connsiteY139" fmla="*/ 3872136 h 6858000"/>
              <a:gd name="connsiteX140" fmla="*/ 3546806 w 7369701"/>
              <a:gd name="connsiteY140" fmla="*/ 4356139 h 6858000"/>
              <a:gd name="connsiteX141" fmla="*/ 3364433 w 7369701"/>
              <a:gd name="connsiteY141" fmla="*/ 3953121 h 6858000"/>
              <a:gd name="connsiteX142" fmla="*/ 3316479 w 7369701"/>
              <a:gd name="connsiteY142" fmla="*/ 3872136 h 6858000"/>
              <a:gd name="connsiteX143" fmla="*/ 3291335 w 7369701"/>
              <a:gd name="connsiteY143" fmla="*/ 3767420 h 6858000"/>
              <a:gd name="connsiteX144" fmla="*/ 3390805 w 7369701"/>
              <a:gd name="connsiteY144" fmla="*/ 3937163 h 6858000"/>
              <a:gd name="connsiteX145" fmla="*/ 3579062 w 7369701"/>
              <a:gd name="connsiteY145" fmla="*/ 4359040 h 6858000"/>
              <a:gd name="connsiteX146" fmla="*/ 3467355 w 7369701"/>
              <a:gd name="connsiteY146" fmla="*/ 3988130 h 6858000"/>
              <a:gd name="connsiteX147" fmla="*/ 3310753 w 7369701"/>
              <a:gd name="connsiteY147" fmla="*/ 3787140 h 6858000"/>
              <a:gd name="connsiteX148" fmla="*/ 3291335 w 7369701"/>
              <a:gd name="connsiteY148" fmla="*/ 3767420 h 6858000"/>
              <a:gd name="connsiteX149" fmla="*/ 1635889 w 7369701"/>
              <a:gd name="connsiteY149" fmla="*/ 3709494 h 6858000"/>
              <a:gd name="connsiteX150" fmla="*/ 1634800 w 7369701"/>
              <a:gd name="connsiteY150" fmla="*/ 3731111 h 6858000"/>
              <a:gd name="connsiteX151" fmla="*/ 1635889 w 7369701"/>
              <a:gd name="connsiteY151" fmla="*/ 3709494 h 6858000"/>
              <a:gd name="connsiteX152" fmla="*/ 1510397 w 7369701"/>
              <a:gd name="connsiteY152" fmla="*/ 3684705 h 6858000"/>
              <a:gd name="connsiteX153" fmla="*/ 1146550 w 7369701"/>
              <a:gd name="connsiteY153" fmla="*/ 3802012 h 6858000"/>
              <a:gd name="connsiteX154" fmla="*/ 698834 w 7369701"/>
              <a:gd name="connsiteY154" fmla="*/ 3952272 h 6858000"/>
              <a:gd name="connsiteX155" fmla="*/ 34256 w 7369701"/>
              <a:gd name="connsiteY155" fmla="*/ 4347603 h 6858000"/>
              <a:gd name="connsiteX156" fmla="*/ 527241 w 7369701"/>
              <a:gd name="connsiteY156" fmla="*/ 4065078 h 6858000"/>
              <a:gd name="connsiteX157" fmla="*/ 1510397 w 7369701"/>
              <a:gd name="connsiteY157" fmla="*/ 3684705 h 6858000"/>
              <a:gd name="connsiteX158" fmla="*/ 1313114 w 7369701"/>
              <a:gd name="connsiteY158" fmla="*/ 3655216 h 6858000"/>
              <a:gd name="connsiteX159" fmla="*/ 1109304 w 7369701"/>
              <a:gd name="connsiteY159" fmla="*/ 3669030 h 6858000"/>
              <a:gd name="connsiteX160" fmla="*/ 8129 w 7369701"/>
              <a:gd name="connsiteY160" fmla="*/ 4330519 h 6858000"/>
              <a:gd name="connsiteX161" fmla="*/ 687572 w 7369701"/>
              <a:gd name="connsiteY161" fmla="*/ 3925629 h 6858000"/>
              <a:gd name="connsiteX162" fmla="*/ 1138365 w 7369701"/>
              <a:gd name="connsiteY162" fmla="*/ 3774515 h 6858000"/>
              <a:gd name="connsiteX163" fmla="*/ 1505579 w 7369701"/>
              <a:gd name="connsiteY163" fmla="*/ 3655526 h 6858000"/>
              <a:gd name="connsiteX164" fmla="*/ 1313114 w 7369701"/>
              <a:gd name="connsiteY164" fmla="*/ 3655216 h 6858000"/>
              <a:gd name="connsiteX165" fmla="*/ 3655073 w 7369701"/>
              <a:gd name="connsiteY165" fmla="*/ 3650884 h 6858000"/>
              <a:gd name="connsiteX166" fmla="*/ 3989938 w 7369701"/>
              <a:gd name="connsiteY166" fmla="*/ 3991685 h 6858000"/>
              <a:gd name="connsiteX167" fmla="*/ 4393907 w 7369701"/>
              <a:gd name="connsiteY167" fmla="*/ 4261258 h 6858000"/>
              <a:gd name="connsiteX168" fmla="*/ 4648051 w 7369701"/>
              <a:gd name="connsiteY168" fmla="*/ 4374051 h 6858000"/>
              <a:gd name="connsiteX169" fmla="*/ 4383389 w 7369701"/>
              <a:gd name="connsiteY169" fmla="*/ 4184369 h 6858000"/>
              <a:gd name="connsiteX170" fmla="*/ 4165508 w 7369701"/>
              <a:gd name="connsiteY170" fmla="*/ 4035196 h 6858000"/>
              <a:gd name="connsiteX171" fmla="*/ 4068162 w 7369701"/>
              <a:gd name="connsiteY171" fmla="*/ 3953394 h 6858000"/>
              <a:gd name="connsiteX172" fmla="*/ 3981416 w 7369701"/>
              <a:gd name="connsiteY172" fmla="*/ 3880482 h 6858000"/>
              <a:gd name="connsiteX173" fmla="*/ 3800147 w 7369701"/>
              <a:gd name="connsiteY173" fmla="*/ 3749872 h 6858000"/>
              <a:gd name="connsiteX174" fmla="*/ 3655073 w 7369701"/>
              <a:gd name="connsiteY174" fmla="*/ 3650884 h 6858000"/>
              <a:gd name="connsiteX175" fmla="*/ 3670252 w 7369701"/>
              <a:gd name="connsiteY175" fmla="*/ 3622798 h 6858000"/>
              <a:gd name="connsiteX176" fmla="*/ 3817258 w 7369701"/>
              <a:gd name="connsiteY176" fmla="*/ 3723577 h 6858000"/>
              <a:gd name="connsiteX177" fmla="*/ 4000461 w 7369701"/>
              <a:gd name="connsiteY177" fmla="*/ 3855966 h 6858000"/>
              <a:gd name="connsiteX178" fmla="*/ 4088180 w 7369701"/>
              <a:gd name="connsiteY178" fmla="*/ 3929774 h 6858000"/>
              <a:gd name="connsiteX179" fmla="*/ 4184555 w 7369701"/>
              <a:gd name="connsiteY179" fmla="*/ 4010683 h 6858000"/>
              <a:gd name="connsiteX180" fmla="*/ 4399563 w 7369701"/>
              <a:gd name="connsiteY180" fmla="*/ 4158106 h 6858000"/>
              <a:gd name="connsiteX181" fmla="*/ 4684469 w 7369701"/>
              <a:gd name="connsiteY181" fmla="*/ 4364680 h 6858000"/>
              <a:gd name="connsiteX182" fmla="*/ 4690271 w 7369701"/>
              <a:gd name="connsiteY182" fmla="*/ 4370034 h 6858000"/>
              <a:gd name="connsiteX183" fmla="*/ 4136093 w 7369701"/>
              <a:gd name="connsiteY183" fmla="*/ 3858466 h 6858000"/>
              <a:gd name="connsiteX184" fmla="*/ 3670252 w 7369701"/>
              <a:gd name="connsiteY184" fmla="*/ 3622798 h 6858000"/>
              <a:gd name="connsiteX185" fmla="*/ 4440129 w 7369701"/>
              <a:gd name="connsiteY185" fmla="*/ 3448571 h 6858000"/>
              <a:gd name="connsiteX186" fmla="*/ 4856525 w 7369701"/>
              <a:gd name="connsiteY186" fmla="*/ 3915351 h 6858000"/>
              <a:gd name="connsiteX187" fmla="*/ 5059055 w 7369701"/>
              <a:gd name="connsiteY187" fmla="*/ 4108918 h 6858000"/>
              <a:gd name="connsiteX188" fmla="*/ 5290070 w 7369701"/>
              <a:gd name="connsiteY188" fmla="*/ 4263619 h 6858000"/>
              <a:gd name="connsiteX189" fmla="*/ 4834991 w 7369701"/>
              <a:gd name="connsiteY189" fmla="*/ 3830985 h 6858000"/>
              <a:gd name="connsiteX190" fmla="*/ 4440129 w 7369701"/>
              <a:gd name="connsiteY190" fmla="*/ 3448571 h 6858000"/>
              <a:gd name="connsiteX191" fmla="*/ 4441737 w 7369701"/>
              <a:gd name="connsiteY191" fmla="*/ 3399734 h 6858000"/>
              <a:gd name="connsiteX192" fmla="*/ 4431236 w 7369701"/>
              <a:gd name="connsiteY192" fmla="*/ 3400954 h 6858000"/>
              <a:gd name="connsiteX193" fmla="*/ 4557150 w 7369701"/>
              <a:gd name="connsiteY193" fmla="*/ 3510023 h 6858000"/>
              <a:gd name="connsiteX194" fmla="*/ 4856936 w 7369701"/>
              <a:gd name="connsiteY194" fmla="*/ 3809146 h 6858000"/>
              <a:gd name="connsiteX195" fmla="*/ 5111996 w 7369701"/>
              <a:gd name="connsiteY195" fmla="*/ 4065759 h 6858000"/>
              <a:gd name="connsiteX196" fmla="*/ 5388878 w 7369701"/>
              <a:gd name="connsiteY196" fmla="*/ 4300185 h 6858000"/>
              <a:gd name="connsiteX197" fmla="*/ 5425556 w 7369701"/>
              <a:gd name="connsiteY197" fmla="*/ 4308967 h 6858000"/>
              <a:gd name="connsiteX198" fmla="*/ 4943646 w 7369701"/>
              <a:gd name="connsiteY198" fmla="*/ 3822916 h 6858000"/>
              <a:gd name="connsiteX199" fmla="*/ 4594837 w 7369701"/>
              <a:gd name="connsiteY199" fmla="*/ 3532274 h 6858000"/>
              <a:gd name="connsiteX200" fmla="*/ 4441737 w 7369701"/>
              <a:gd name="connsiteY200" fmla="*/ 3399734 h 6858000"/>
              <a:gd name="connsiteX201" fmla="*/ 5425834 w 7369701"/>
              <a:gd name="connsiteY201" fmla="*/ 3162785 h 6858000"/>
              <a:gd name="connsiteX202" fmla="*/ 5401644 w 7369701"/>
              <a:gd name="connsiteY202" fmla="*/ 3617847 h 6858000"/>
              <a:gd name="connsiteX203" fmla="*/ 5467256 w 7369701"/>
              <a:gd name="connsiteY203" fmla="*/ 4175494 h 6858000"/>
              <a:gd name="connsiteX204" fmla="*/ 5448069 w 7369701"/>
              <a:gd name="connsiteY204" fmla="*/ 3567554 h 6858000"/>
              <a:gd name="connsiteX205" fmla="*/ 5425834 w 7369701"/>
              <a:gd name="connsiteY205" fmla="*/ 3162785 h 6858000"/>
              <a:gd name="connsiteX206" fmla="*/ 1318687 w 7369701"/>
              <a:gd name="connsiteY206" fmla="*/ 3113840 h 6858000"/>
              <a:gd name="connsiteX207" fmla="*/ 1066793 w 7369701"/>
              <a:gd name="connsiteY207" fmla="*/ 3212171 h 6858000"/>
              <a:gd name="connsiteX208" fmla="*/ 993319 w 7369701"/>
              <a:gd name="connsiteY208" fmla="*/ 3247648 h 6858000"/>
              <a:gd name="connsiteX209" fmla="*/ 853081 w 7369701"/>
              <a:gd name="connsiteY209" fmla="*/ 3312410 h 6858000"/>
              <a:gd name="connsiteX210" fmla="*/ 805957 w 7369701"/>
              <a:gd name="connsiteY210" fmla="*/ 3330443 h 6858000"/>
              <a:gd name="connsiteX211" fmla="*/ 1318687 w 7369701"/>
              <a:gd name="connsiteY211" fmla="*/ 3113840 h 6858000"/>
              <a:gd name="connsiteX212" fmla="*/ 5453702 w 7369701"/>
              <a:gd name="connsiteY212" fmla="*/ 3090882 h 6858000"/>
              <a:gd name="connsiteX213" fmla="*/ 5480135 w 7369701"/>
              <a:gd name="connsiteY213" fmla="*/ 3565802 h 6858000"/>
              <a:gd name="connsiteX214" fmla="*/ 5499023 w 7369701"/>
              <a:gd name="connsiteY214" fmla="*/ 4166310 h 6858000"/>
              <a:gd name="connsiteX215" fmla="*/ 5547022 w 7369701"/>
              <a:gd name="connsiteY215" fmla="*/ 3607838 h 6858000"/>
              <a:gd name="connsiteX216" fmla="*/ 5515964 w 7369701"/>
              <a:gd name="connsiteY216" fmla="*/ 3378541 h 6858000"/>
              <a:gd name="connsiteX217" fmla="*/ 5453702 w 7369701"/>
              <a:gd name="connsiteY217" fmla="*/ 3090882 h 6858000"/>
              <a:gd name="connsiteX218" fmla="*/ 1238695 w 7369701"/>
              <a:gd name="connsiteY218" fmla="*/ 3076820 h 6858000"/>
              <a:gd name="connsiteX219" fmla="*/ 716371 w 7369701"/>
              <a:gd name="connsiteY219" fmla="*/ 3293249 h 6858000"/>
              <a:gd name="connsiteX220" fmla="*/ 579522 w 7369701"/>
              <a:gd name="connsiteY220" fmla="*/ 3371759 h 6858000"/>
              <a:gd name="connsiteX221" fmla="*/ 600288 w 7369701"/>
              <a:gd name="connsiteY221" fmla="*/ 3365555 h 6858000"/>
              <a:gd name="connsiteX222" fmla="*/ 840692 w 7369701"/>
              <a:gd name="connsiteY222" fmla="*/ 3284921 h 6858000"/>
              <a:gd name="connsiteX223" fmla="*/ 979248 w 7369701"/>
              <a:gd name="connsiteY223" fmla="*/ 3221003 h 6858000"/>
              <a:gd name="connsiteX224" fmla="*/ 1053282 w 7369701"/>
              <a:gd name="connsiteY224" fmla="*/ 3185247 h 6858000"/>
              <a:gd name="connsiteX225" fmla="*/ 1320603 w 7369701"/>
              <a:gd name="connsiteY225" fmla="*/ 3081281 h 6858000"/>
              <a:gd name="connsiteX226" fmla="*/ 1238695 w 7369701"/>
              <a:gd name="connsiteY226" fmla="*/ 3076820 h 6858000"/>
              <a:gd name="connsiteX227" fmla="*/ 5425627 w 7369701"/>
              <a:gd name="connsiteY227" fmla="*/ 2954192 h 6858000"/>
              <a:gd name="connsiteX228" fmla="*/ 5470770 w 7369701"/>
              <a:gd name="connsiteY228" fmla="*/ 3005435 h 6858000"/>
              <a:gd name="connsiteX229" fmla="*/ 5519779 w 7369701"/>
              <a:gd name="connsiteY229" fmla="*/ 4359223 h 6858000"/>
              <a:gd name="connsiteX230" fmla="*/ 5520293 w 7369701"/>
              <a:gd name="connsiteY230" fmla="*/ 4360602 h 6858000"/>
              <a:gd name="connsiteX231" fmla="*/ 5767221 w 7369701"/>
              <a:gd name="connsiteY231" fmla="*/ 4665564 h 6858000"/>
              <a:gd name="connsiteX232" fmla="*/ 6937169 w 7369701"/>
              <a:gd name="connsiteY232" fmla="*/ 4815941 h 6858000"/>
              <a:gd name="connsiteX233" fmla="*/ 6953922 w 7369701"/>
              <a:gd name="connsiteY233" fmla="*/ 4890068 h 6858000"/>
              <a:gd name="connsiteX234" fmla="*/ 6071359 w 7369701"/>
              <a:gd name="connsiteY234" fmla="*/ 4770770 h 6858000"/>
              <a:gd name="connsiteX235" fmla="*/ 6038839 w 7369701"/>
              <a:gd name="connsiteY235" fmla="*/ 4764474 h 6858000"/>
              <a:gd name="connsiteX236" fmla="*/ 6038706 w 7369701"/>
              <a:gd name="connsiteY236" fmla="*/ 4763847 h 6858000"/>
              <a:gd name="connsiteX237" fmla="*/ 6037784 w 7369701"/>
              <a:gd name="connsiteY237" fmla="*/ 4764270 h 6858000"/>
              <a:gd name="connsiteX238" fmla="*/ 6038839 w 7369701"/>
              <a:gd name="connsiteY238" fmla="*/ 4764474 h 6858000"/>
              <a:gd name="connsiteX239" fmla="*/ 6040338 w 7369701"/>
              <a:gd name="connsiteY239" fmla="*/ 4771418 h 6858000"/>
              <a:gd name="connsiteX240" fmla="*/ 6024488 w 7369701"/>
              <a:gd name="connsiteY240" fmla="*/ 4809903 h 6858000"/>
              <a:gd name="connsiteX241" fmla="*/ 5599771 w 7369701"/>
              <a:gd name="connsiteY241" fmla="*/ 5509652 h 6858000"/>
              <a:gd name="connsiteX242" fmla="*/ 5548843 w 7369701"/>
              <a:gd name="connsiteY242" fmla="*/ 5563845 h 6858000"/>
              <a:gd name="connsiteX243" fmla="*/ 5940952 w 7369701"/>
              <a:gd name="connsiteY243" fmla="*/ 6250028 h 6858000"/>
              <a:gd name="connsiteX244" fmla="*/ 6043441 w 7369701"/>
              <a:gd name="connsiteY244" fmla="*/ 6665847 h 6858000"/>
              <a:gd name="connsiteX245" fmla="*/ 6093432 w 7369701"/>
              <a:gd name="connsiteY245" fmla="*/ 6858000 h 6858000"/>
              <a:gd name="connsiteX246" fmla="*/ 6034344 w 7369701"/>
              <a:gd name="connsiteY246" fmla="*/ 6858000 h 6858000"/>
              <a:gd name="connsiteX247" fmla="*/ 6026679 w 7369701"/>
              <a:gd name="connsiteY247" fmla="*/ 6836959 h 6858000"/>
              <a:gd name="connsiteX248" fmla="*/ 5800441 w 7369701"/>
              <a:gd name="connsiteY248" fmla="*/ 6335286 h 6858000"/>
              <a:gd name="connsiteX249" fmla="*/ 5526562 w 7369701"/>
              <a:gd name="connsiteY249" fmla="*/ 5705388 h 6858000"/>
              <a:gd name="connsiteX250" fmla="*/ 5519640 w 7369701"/>
              <a:gd name="connsiteY250" fmla="*/ 5683774 h 6858000"/>
              <a:gd name="connsiteX251" fmla="*/ 5844559 w 7369701"/>
              <a:gd name="connsiteY251" fmla="*/ 6553349 h 6858000"/>
              <a:gd name="connsiteX252" fmla="*/ 5975994 w 7369701"/>
              <a:gd name="connsiteY252" fmla="*/ 6858000 h 6858000"/>
              <a:gd name="connsiteX253" fmla="*/ 5898547 w 7369701"/>
              <a:gd name="connsiteY253" fmla="*/ 6858000 h 6858000"/>
              <a:gd name="connsiteX254" fmla="*/ 5682041 w 7369701"/>
              <a:gd name="connsiteY254" fmla="*/ 6355860 h 6858000"/>
              <a:gd name="connsiteX255" fmla="*/ 5461758 w 7369701"/>
              <a:gd name="connsiteY255" fmla="*/ 5820220 h 6858000"/>
              <a:gd name="connsiteX256" fmla="*/ 5237282 w 7369701"/>
              <a:gd name="connsiteY256" fmla="*/ 6579086 h 6858000"/>
              <a:gd name="connsiteX257" fmla="*/ 5115009 w 7369701"/>
              <a:gd name="connsiteY257" fmla="*/ 6858000 h 6858000"/>
              <a:gd name="connsiteX258" fmla="*/ 5028074 w 7369701"/>
              <a:gd name="connsiteY258" fmla="*/ 6858000 h 6858000"/>
              <a:gd name="connsiteX259" fmla="*/ 5079508 w 7369701"/>
              <a:gd name="connsiteY259" fmla="*/ 6749074 h 6858000"/>
              <a:gd name="connsiteX260" fmla="*/ 5371846 w 7369701"/>
              <a:gd name="connsiteY260" fmla="*/ 5924413 h 6858000"/>
              <a:gd name="connsiteX261" fmla="*/ 5270512 w 7369701"/>
              <a:gd name="connsiteY261" fmla="*/ 6138975 h 6858000"/>
              <a:gd name="connsiteX262" fmla="*/ 5062409 w 7369701"/>
              <a:gd name="connsiteY262" fmla="*/ 6653544 h 6858000"/>
              <a:gd name="connsiteX263" fmla="*/ 5036628 w 7369701"/>
              <a:gd name="connsiteY263" fmla="*/ 6754247 h 6858000"/>
              <a:gd name="connsiteX264" fmla="*/ 5009112 w 7369701"/>
              <a:gd name="connsiteY264" fmla="*/ 6858000 h 6858000"/>
              <a:gd name="connsiteX265" fmla="*/ 4976679 w 7369701"/>
              <a:gd name="connsiteY265" fmla="*/ 6858000 h 6858000"/>
              <a:gd name="connsiteX266" fmla="*/ 5006537 w 7369701"/>
              <a:gd name="connsiteY266" fmla="*/ 6747068 h 6858000"/>
              <a:gd name="connsiteX267" fmla="*/ 5032723 w 7369701"/>
              <a:gd name="connsiteY267" fmla="*/ 6644957 h 6858000"/>
              <a:gd name="connsiteX268" fmla="*/ 5242949 w 7369701"/>
              <a:gd name="connsiteY268" fmla="*/ 6125175 h 6858000"/>
              <a:gd name="connsiteX269" fmla="*/ 5286321 w 7369701"/>
              <a:gd name="connsiteY269" fmla="*/ 6033555 h 6858000"/>
              <a:gd name="connsiteX270" fmla="*/ 5008210 w 7369701"/>
              <a:gd name="connsiteY270" fmla="*/ 6649194 h 6858000"/>
              <a:gd name="connsiteX271" fmla="*/ 4986321 w 7369701"/>
              <a:gd name="connsiteY271" fmla="*/ 6765687 h 6858000"/>
              <a:gd name="connsiteX272" fmla="*/ 4973474 w 7369701"/>
              <a:gd name="connsiteY272" fmla="*/ 6858000 h 6858000"/>
              <a:gd name="connsiteX273" fmla="*/ 4907178 w 7369701"/>
              <a:gd name="connsiteY273" fmla="*/ 6858000 h 6858000"/>
              <a:gd name="connsiteX274" fmla="*/ 4910810 w 7369701"/>
              <a:gd name="connsiteY274" fmla="*/ 6829660 h 6858000"/>
              <a:gd name="connsiteX275" fmla="*/ 4987461 w 7369701"/>
              <a:gd name="connsiteY275" fmla="*/ 6432994 h 6858000"/>
              <a:gd name="connsiteX276" fmla="*/ 5179262 w 7369701"/>
              <a:gd name="connsiteY276" fmla="*/ 6035044 h 6858000"/>
              <a:gd name="connsiteX277" fmla="*/ 4689678 w 7369701"/>
              <a:gd name="connsiteY277" fmla="*/ 6440241 h 6858000"/>
              <a:gd name="connsiteX278" fmla="*/ 4477543 w 7369701"/>
              <a:gd name="connsiteY278" fmla="*/ 6674836 h 6858000"/>
              <a:gd name="connsiteX279" fmla="*/ 4329957 w 7369701"/>
              <a:gd name="connsiteY279" fmla="*/ 6858000 h 6858000"/>
              <a:gd name="connsiteX280" fmla="*/ 4218595 w 7369701"/>
              <a:gd name="connsiteY280" fmla="*/ 6858000 h 6858000"/>
              <a:gd name="connsiteX281" fmla="*/ 4368888 w 7369701"/>
              <a:gd name="connsiteY281" fmla="*/ 6668412 h 6858000"/>
              <a:gd name="connsiteX282" fmla="*/ 4563091 w 7369701"/>
              <a:gd name="connsiteY282" fmla="*/ 6442508 h 6858000"/>
              <a:gd name="connsiteX283" fmla="*/ 5387324 w 7369701"/>
              <a:gd name="connsiteY283" fmla="*/ 5705830 h 6858000"/>
              <a:gd name="connsiteX284" fmla="*/ 5073620 w 7369701"/>
              <a:gd name="connsiteY284" fmla="*/ 5955437 h 6858000"/>
              <a:gd name="connsiteX285" fmla="*/ 4689789 w 7369701"/>
              <a:gd name="connsiteY285" fmla="*/ 6268382 h 6858000"/>
              <a:gd name="connsiteX286" fmla="*/ 4418722 w 7369701"/>
              <a:gd name="connsiteY286" fmla="*/ 6570886 h 6858000"/>
              <a:gd name="connsiteX287" fmla="*/ 4214944 w 7369701"/>
              <a:gd name="connsiteY287" fmla="*/ 6858000 h 6858000"/>
              <a:gd name="connsiteX288" fmla="*/ 4177898 w 7369701"/>
              <a:gd name="connsiteY288" fmla="*/ 6858000 h 6858000"/>
              <a:gd name="connsiteX289" fmla="*/ 4391597 w 7369701"/>
              <a:gd name="connsiteY289" fmla="*/ 6556370 h 6858000"/>
              <a:gd name="connsiteX290" fmla="*/ 4668889 w 7369701"/>
              <a:gd name="connsiteY290" fmla="*/ 6246399 h 6858000"/>
              <a:gd name="connsiteX291" fmla="*/ 5055427 w 7369701"/>
              <a:gd name="connsiteY291" fmla="*/ 5931476 h 6858000"/>
              <a:gd name="connsiteX292" fmla="*/ 5371814 w 7369701"/>
              <a:gd name="connsiteY292" fmla="*/ 5678975 h 6858000"/>
              <a:gd name="connsiteX293" fmla="*/ 4987918 w 7369701"/>
              <a:gd name="connsiteY293" fmla="*/ 5838701 h 6858000"/>
              <a:gd name="connsiteX294" fmla="*/ 4317146 w 7369701"/>
              <a:gd name="connsiteY294" fmla="*/ 6587716 h 6858000"/>
              <a:gd name="connsiteX295" fmla="*/ 4171627 w 7369701"/>
              <a:gd name="connsiteY295" fmla="*/ 6858000 h 6858000"/>
              <a:gd name="connsiteX296" fmla="*/ 4081585 w 7369701"/>
              <a:gd name="connsiteY296" fmla="*/ 6858000 h 6858000"/>
              <a:gd name="connsiteX297" fmla="*/ 4238603 w 7369701"/>
              <a:gd name="connsiteY297" fmla="*/ 6559341 h 6858000"/>
              <a:gd name="connsiteX298" fmla="*/ 4778333 w 7369701"/>
              <a:gd name="connsiteY298" fmla="*/ 5873626 h 6858000"/>
              <a:gd name="connsiteX299" fmla="*/ 5414185 w 7369701"/>
              <a:gd name="connsiteY299" fmla="*/ 5573882 h 6858000"/>
              <a:gd name="connsiteX300" fmla="*/ 5959648 w 7369701"/>
              <a:gd name="connsiteY300" fmla="*/ 4760797 h 6858000"/>
              <a:gd name="connsiteX301" fmla="*/ 5355019 w 7369701"/>
              <a:gd name="connsiteY301" fmla="*/ 4734672 h 6858000"/>
              <a:gd name="connsiteX302" fmla="*/ 5083565 w 7369701"/>
              <a:gd name="connsiteY302" fmla="*/ 5179121 h 6858000"/>
              <a:gd name="connsiteX303" fmla="*/ 4713577 w 7369701"/>
              <a:gd name="connsiteY303" fmla="*/ 5616803 h 6858000"/>
              <a:gd name="connsiteX304" fmla="*/ 3989559 w 7369701"/>
              <a:gd name="connsiteY304" fmla="*/ 6145945 h 6858000"/>
              <a:gd name="connsiteX305" fmla="*/ 3939824 w 7369701"/>
              <a:gd name="connsiteY305" fmla="*/ 6066900 h 6858000"/>
              <a:gd name="connsiteX306" fmla="*/ 4584537 w 7369701"/>
              <a:gd name="connsiteY306" fmla="*/ 5324826 h 6858000"/>
              <a:gd name="connsiteX307" fmla="*/ 5037105 w 7369701"/>
              <a:gd name="connsiteY307" fmla="*/ 5088765 h 6858000"/>
              <a:gd name="connsiteX308" fmla="*/ 5039930 w 7369701"/>
              <a:gd name="connsiteY308" fmla="*/ 5089585 h 6858000"/>
              <a:gd name="connsiteX309" fmla="*/ 5263764 w 7369701"/>
              <a:gd name="connsiteY309" fmla="*/ 4735525 h 6858000"/>
              <a:gd name="connsiteX310" fmla="*/ 4086300 w 7369701"/>
              <a:gd name="connsiteY310" fmla="*/ 4884599 h 6858000"/>
              <a:gd name="connsiteX311" fmla="*/ 4085485 w 7369701"/>
              <a:gd name="connsiteY311" fmla="*/ 4899070 h 6858000"/>
              <a:gd name="connsiteX312" fmla="*/ 3871915 w 7369701"/>
              <a:gd name="connsiteY312" fmla="*/ 5253645 h 6858000"/>
              <a:gd name="connsiteX313" fmla="*/ 3799374 w 7369701"/>
              <a:gd name="connsiteY313" fmla="*/ 5466127 h 6858000"/>
              <a:gd name="connsiteX314" fmla="*/ 3498850 w 7369701"/>
              <a:gd name="connsiteY314" fmla="*/ 6661888 h 6858000"/>
              <a:gd name="connsiteX315" fmla="*/ 3399216 w 7369701"/>
              <a:gd name="connsiteY315" fmla="*/ 6858000 h 6858000"/>
              <a:gd name="connsiteX316" fmla="*/ 3303688 w 7369701"/>
              <a:gd name="connsiteY316" fmla="*/ 6858000 h 6858000"/>
              <a:gd name="connsiteX317" fmla="*/ 3391774 w 7369701"/>
              <a:gd name="connsiteY317" fmla="*/ 6697181 h 6858000"/>
              <a:gd name="connsiteX318" fmla="*/ 3735540 w 7369701"/>
              <a:gd name="connsiteY318" fmla="*/ 5546923 h 6858000"/>
              <a:gd name="connsiteX319" fmla="*/ 3729438 w 7369701"/>
              <a:gd name="connsiteY319" fmla="*/ 5569058 h 6858000"/>
              <a:gd name="connsiteX320" fmla="*/ 3707782 w 7369701"/>
              <a:gd name="connsiteY320" fmla="*/ 5644908 h 6858000"/>
              <a:gd name="connsiteX321" fmla="*/ 3583827 w 7369701"/>
              <a:gd name="connsiteY321" fmla="*/ 6039215 h 6858000"/>
              <a:gd name="connsiteX322" fmla="*/ 3547861 w 7369701"/>
              <a:gd name="connsiteY322" fmla="*/ 6129609 h 6858000"/>
              <a:gd name="connsiteX323" fmla="*/ 3490905 w 7369701"/>
              <a:gd name="connsiteY323" fmla="*/ 6277660 h 6858000"/>
              <a:gd name="connsiteX324" fmla="*/ 3455859 w 7369701"/>
              <a:gd name="connsiteY324" fmla="*/ 6391301 h 6858000"/>
              <a:gd name="connsiteX325" fmla="*/ 3429112 w 7369701"/>
              <a:gd name="connsiteY325" fmla="*/ 6479469 h 6858000"/>
              <a:gd name="connsiteX326" fmla="*/ 3304862 w 7369701"/>
              <a:gd name="connsiteY326" fmla="*/ 6796476 h 6858000"/>
              <a:gd name="connsiteX327" fmla="*/ 3276071 w 7369701"/>
              <a:gd name="connsiteY327" fmla="*/ 6858000 h 6858000"/>
              <a:gd name="connsiteX328" fmla="*/ 3240805 w 7369701"/>
              <a:gd name="connsiteY328" fmla="*/ 6858000 h 6858000"/>
              <a:gd name="connsiteX329" fmla="*/ 3275917 w 7369701"/>
              <a:gd name="connsiteY329" fmla="*/ 6783192 h 6858000"/>
              <a:gd name="connsiteX330" fmla="*/ 3399358 w 7369701"/>
              <a:gd name="connsiteY330" fmla="*/ 6469011 h 6858000"/>
              <a:gd name="connsiteX331" fmla="*/ 3425650 w 7369701"/>
              <a:gd name="connsiteY331" fmla="*/ 6381333 h 6858000"/>
              <a:gd name="connsiteX332" fmla="*/ 3460661 w 7369701"/>
              <a:gd name="connsiteY332" fmla="*/ 6266763 h 6858000"/>
              <a:gd name="connsiteX333" fmla="*/ 3518021 w 7369701"/>
              <a:gd name="connsiteY333" fmla="*/ 6117298 h 6858000"/>
              <a:gd name="connsiteX334" fmla="*/ 3554035 w 7369701"/>
              <a:gd name="connsiteY334" fmla="*/ 6027832 h 6858000"/>
              <a:gd name="connsiteX335" fmla="*/ 3677174 w 7369701"/>
              <a:gd name="connsiteY335" fmla="*/ 5636351 h 6858000"/>
              <a:gd name="connsiteX336" fmla="*/ 3698819 w 7369701"/>
              <a:gd name="connsiteY336" fmla="*/ 5560503 h 6858000"/>
              <a:gd name="connsiteX337" fmla="*/ 3702094 w 7369701"/>
              <a:gd name="connsiteY337" fmla="*/ 5549194 h 6858000"/>
              <a:gd name="connsiteX338" fmla="*/ 3398355 w 7369701"/>
              <a:gd name="connsiteY338" fmla="*/ 6094603 h 6858000"/>
              <a:gd name="connsiteX339" fmla="*/ 3193941 w 7369701"/>
              <a:gd name="connsiteY339" fmla="*/ 6798775 h 6858000"/>
              <a:gd name="connsiteX340" fmla="*/ 3184140 w 7369701"/>
              <a:gd name="connsiteY340" fmla="*/ 6858000 h 6858000"/>
              <a:gd name="connsiteX341" fmla="*/ 3099978 w 7369701"/>
              <a:gd name="connsiteY341" fmla="*/ 6858000 h 6858000"/>
              <a:gd name="connsiteX342" fmla="*/ 3101556 w 7369701"/>
              <a:gd name="connsiteY342" fmla="*/ 6843337 h 6858000"/>
              <a:gd name="connsiteX343" fmla="*/ 3370162 w 7369701"/>
              <a:gd name="connsiteY343" fmla="*/ 5785550 h 6858000"/>
              <a:gd name="connsiteX344" fmla="*/ 3746477 w 7369701"/>
              <a:gd name="connsiteY344" fmla="*/ 5377889 h 6858000"/>
              <a:gd name="connsiteX345" fmla="*/ 3863399 w 7369701"/>
              <a:gd name="connsiteY345" fmla="*/ 5087257 h 6858000"/>
              <a:gd name="connsiteX346" fmla="*/ 3968712 w 7369701"/>
              <a:gd name="connsiteY346" fmla="*/ 4913989 h 6858000"/>
              <a:gd name="connsiteX347" fmla="*/ 2792390 w 7369701"/>
              <a:gd name="connsiteY347" fmla="*/ 5382974 h 6858000"/>
              <a:gd name="connsiteX348" fmla="*/ 2714982 w 7369701"/>
              <a:gd name="connsiteY348" fmla="*/ 5427051 h 6858000"/>
              <a:gd name="connsiteX349" fmla="*/ 2813361 w 7369701"/>
              <a:gd name="connsiteY349" fmla="*/ 6023912 h 6858000"/>
              <a:gd name="connsiteX350" fmla="*/ 2688430 w 7369701"/>
              <a:gd name="connsiteY350" fmla="*/ 6801564 h 6858000"/>
              <a:gd name="connsiteX351" fmla="*/ 2629626 w 7369701"/>
              <a:gd name="connsiteY351" fmla="*/ 6763394 h 6858000"/>
              <a:gd name="connsiteX352" fmla="*/ 2565328 w 7369701"/>
              <a:gd name="connsiteY352" fmla="*/ 5516399 h 6858000"/>
              <a:gd name="connsiteX353" fmla="*/ 1922999 w 7369701"/>
              <a:gd name="connsiteY353" fmla="*/ 5980343 h 6858000"/>
              <a:gd name="connsiteX354" fmla="*/ 1950261 w 7369701"/>
              <a:gd name="connsiteY354" fmla="*/ 6405858 h 6858000"/>
              <a:gd name="connsiteX355" fmla="*/ 2365554 w 7369701"/>
              <a:gd name="connsiteY355" fmla="*/ 6759107 h 6858000"/>
              <a:gd name="connsiteX356" fmla="*/ 2424142 w 7369701"/>
              <a:gd name="connsiteY356" fmla="*/ 6858000 h 6858000"/>
              <a:gd name="connsiteX357" fmla="*/ 2395994 w 7369701"/>
              <a:gd name="connsiteY357" fmla="*/ 6858000 h 6858000"/>
              <a:gd name="connsiteX358" fmla="*/ 2392863 w 7369701"/>
              <a:gd name="connsiteY358" fmla="*/ 6852964 h 6858000"/>
              <a:gd name="connsiteX359" fmla="*/ 2017589 w 7369701"/>
              <a:gd name="connsiteY359" fmla="*/ 6493982 h 6858000"/>
              <a:gd name="connsiteX360" fmla="*/ 2147336 w 7369701"/>
              <a:gd name="connsiteY360" fmla="*/ 6594052 h 6858000"/>
              <a:gd name="connsiteX361" fmla="*/ 2207047 w 7369701"/>
              <a:gd name="connsiteY361" fmla="*/ 6654540 h 6858000"/>
              <a:gd name="connsiteX362" fmla="*/ 2299106 w 7369701"/>
              <a:gd name="connsiteY362" fmla="*/ 6778931 h 6858000"/>
              <a:gd name="connsiteX363" fmla="*/ 2314430 w 7369701"/>
              <a:gd name="connsiteY363" fmla="*/ 6801144 h 6858000"/>
              <a:gd name="connsiteX364" fmla="*/ 2352406 w 7369701"/>
              <a:gd name="connsiteY364" fmla="*/ 6858000 h 6858000"/>
              <a:gd name="connsiteX365" fmla="*/ 2314492 w 7369701"/>
              <a:gd name="connsiteY365" fmla="*/ 6858000 h 6858000"/>
              <a:gd name="connsiteX366" fmla="*/ 2288095 w 7369701"/>
              <a:gd name="connsiteY366" fmla="*/ 6818030 h 6858000"/>
              <a:gd name="connsiteX367" fmla="*/ 2272768 w 7369701"/>
              <a:gd name="connsiteY367" fmla="*/ 6795822 h 6858000"/>
              <a:gd name="connsiteX368" fmla="*/ 2182715 w 7369701"/>
              <a:gd name="connsiteY368" fmla="*/ 6675071 h 6858000"/>
              <a:gd name="connsiteX369" fmla="*/ 2032061 w 7369701"/>
              <a:gd name="connsiteY369" fmla="*/ 6541380 h 6858000"/>
              <a:gd name="connsiteX370" fmla="*/ 2257220 w 7369701"/>
              <a:gd name="connsiteY370" fmla="*/ 6826257 h 6858000"/>
              <a:gd name="connsiteX371" fmla="*/ 2281324 w 7369701"/>
              <a:gd name="connsiteY371" fmla="*/ 6858000 h 6858000"/>
              <a:gd name="connsiteX372" fmla="*/ 2242860 w 7369701"/>
              <a:gd name="connsiteY372" fmla="*/ 6858000 h 6858000"/>
              <a:gd name="connsiteX373" fmla="*/ 2232818 w 7369701"/>
              <a:gd name="connsiteY373" fmla="*/ 6844926 h 6858000"/>
              <a:gd name="connsiteX374" fmla="*/ 1990172 w 7369701"/>
              <a:gd name="connsiteY374" fmla="*/ 6542121 h 6858000"/>
              <a:gd name="connsiteX375" fmla="*/ 2124090 w 7369701"/>
              <a:gd name="connsiteY375" fmla="*/ 6761017 h 6858000"/>
              <a:gd name="connsiteX376" fmla="*/ 2200380 w 7369701"/>
              <a:gd name="connsiteY376" fmla="*/ 6858000 h 6858000"/>
              <a:gd name="connsiteX377" fmla="*/ 2147507 w 7369701"/>
              <a:gd name="connsiteY377" fmla="*/ 6858000 h 6858000"/>
              <a:gd name="connsiteX378" fmla="*/ 2070668 w 7369701"/>
              <a:gd name="connsiteY378" fmla="*/ 6761520 h 6858000"/>
              <a:gd name="connsiteX379" fmla="*/ 1975142 w 7369701"/>
              <a:gd name="connsiteY379" fmla="*/ 6585570 h 6858000"/>
              <a:gd name="connsiteX380" fmla="*/ 2050035 w 7369701"/>
              <a:gd name="connsiteY380" fmla="*/ 6813345 h 6858000"/>
              <a:gd name="connsiteX381" fmla="*/ 2063025 w 7369701"/>
              <a:gd name="connsiteY381" fmla="*/ 6858000 h 6858000"/>
              <a:gd name="connsiteX382" fmla="*/ 2021675 w 7369701"/>
              <a:gd name="connsiteY382" fmla="*/ 6858000 h 6858000"/>
              <a:gd name="connsiteX383" fmla="*/ 2019308 w 7369701"/>
              <a:gd name="connsiteY383" fmla="*/ 6847118 h 6858000"/>
              <a:gd name="connsiteX384" fmla="*/ 1938835 w 7369701"/>
              <a:gd name="connsiteY384" fmla="*/ 6551160 h 6858000"/>
              <a:gd name="connsiteX385" fmla="*/ 1953230 w 7369701"/>
              <a:gd name="connsiteY385" fmla="*/ 6759699 h 6858000"/>
              <a:gd name="connsiteX386" fmla="*/ 1956763 w 7369701"/>
              <a:gd name="connsiteY386" fmla="*/ 6778191 h 6858000"/>
              <a:gd name="connsiteX387" fmla="*/ 1967925 w 7369701"/>
              <a:gd name="connsiteY387" fmla="*/ 6858000 h 6858000"/>
              <a:gd name="connsiteX388" fmla="*/ 1936622 w 7369701"/>
              <a:gd name="connsiteY388" fmla="*/ 6858000 h 6858000"/>
              <a:gd name="connsiteX389" fmla="*/ 1926261 w 7369701"/>
              <a:gd name="connsiteY389" fmla="*/ 6784064 h 6858000"/>
              <a:gd name="connsiteX390" fmla="*/ 1922724 w 7369701"/>
              <a:gd name="connsiteY390" fmla="*/ 6765577 h 6858000"/>
              <a:gd name="connsiteX391" fmla="*/ 1904650 w 7369701"/>
              <a:gd name="connsiteY391" fmla="*/ 6639616 h 6858000"/>
              <a:gd name="connsiteX392" fmla="*/ 1885273 w 7369701"/>
              <a:gd name="connsiteY392" fmla="*/ 6858000 h 6858000"/>
              <a:gd name="connsiteX393" fmla="*/ 1854363 w 7369701"/>
              <a:gd name="connsiteY393" fmla="*/ 6858000 h 6858000"/>
              <a:gd name="connsiteX394" fmla="*/ 1880391 w 7369701"/>
              <a:gd name="connsiteY394" fmla="*/ 6603796 h 6858000"/>
              <a:gd name="connsiteX395" fmla="*/ 1818273 w 7369701"/>
              <a:gd name="connsiteY395" fmla="*/ 6715729 h 6858000"/>
              <a:gd name="connsiteX396" fmla="*/ 1794691 w 7369701"/>
              <a:gd name="connsiteY396" fmla="*/ 6843239 h 6858000"/>
              <a:gd name="connsiteX397" fmla="*/ 1794914 w 7369701"/>
              <a:gd name="connsiteY397" fmla="*/ 6858000 h 6858000"/>
              <a:gd name="connsiteX398" fmla="*/ 1746128 w 7369701"/>
              <a:gd name="connsiteY398" fmla="*/ 6858000 h 6858000"/>
              <a:gd name="connsiteX399" fmla="*/ 1753934 w 7369701"/>
              <a:gd name="connsiteY399" fmla="*/ 6724796 h 6858000"/>
              <a:gd name="connsiteX400" fmla="*/ 1792053 w 7369701"/>
              <a:gd name="connsiteY400" fmla="*/ 6572396 h 6858000"/>
              <a:gd name="connsiteX401" fmla="*/ 1862248 w 7369701"/>
              <a:gd name="connsiteY401" fmla="*/ 6266397 h 6858000"/>
              <a:gd name="connsiteX402" fmla="*/ 1862250 w 7369701"/>
              <a:gd name="connsiteY402" fmla="*/ 6033531 h 6858000"/>
              <a:gd name="connsiteX403" fmla="*/ 1211999 w 7369701"/>
              <a:gd name="connsiteY403" fmla="*/ 6683610 h 6858000"/>
              <a:gd name="connsiteX404" fmla="*/ 1213266 w 7369701"/>
              <a:gd name="connsiteY404" fmla="*/ 6691947 h 6858000"/>
              <a:gd name="connsiteX405" fmla="*/ 1203370 w 7369701"/>
              <a:gd name="connsiteY405" fmla="*/ 6850676 h 6858000"/>
              <a:gd name="connsiteX406" fmla="*/ 1203671 w 7369701"/>
              <a:gd name="connsiteY406" fmla="*/ 6858000 h 6858000"/>
              <a:gd name="connsiteX407" fmla="*/ 1143180 w 7369701"/>
              <a:gd name="connsiteY407" fmla="*/ 6858000 h 6858000"/>
              <a:gd name="connsiteX408" fmla="*/ 1142176 w 7369701"/>
              <a:gd name="connsiteY408" fmla="*/ 6766045 h 6858000"/>
              <a:gd name="connsiteX409" fmla="*/ 1067484 w 7369701"/>
              <a:gd name="connsiteY409" fmla="*/ 6858000 h 6858000"/>
              <a:gd name="connsiteX410" fmla="*/ 953928 w 7369701"/>
              <a:gd name="connsiteY410" fmla="*/ 6858000 h 6858000"/>
              <a:gd name="connsiteX411" fmla="*/ 959715 w 7369701"/>
              <a:gd name="connsiteY411" fmla="*/ 6850185 h 6858000"/>
              <a:gd name="connsiteX412" fmla="*/ 1483788 w 7369701"/>
              <a:gd name="connsiteY412" fmla="*/ 6259174 h 6858000"/>
              <a:gd name="connsiteX413" fmla="*/ 1100671 w 7369701"/>
              <a:gd name="connsiteY413" fmla="*/ 6252137 h 6858000"/>
              <a:gd name="connsiteX414" fmla="*/ 1090144 w 7369701"/>
              <a:gd name="connsiteY414" fmla="*/ 6256748 h 6858000"/>
              <a:gd name="connsiteX415" fmla="*/ 1095872 w 7369701"/>
              <a:gd name="connsiteY415" fmla="*/ 6271892 h 6858000"/>
              <a:gd name="connsiteX416" fmla="*/ 262785 w 7369701"/>
              <a:gd name="connsiteY416" fmla="*/ 6845450 h 6858000"/>
              <a:gd name="connsiteX417" fmla="*/ 209968 w 7369701"/>
              <a:gd name="connsiteY417" fmla="*/ 6770713 h 6858000"/>
              <a:gd name="connsiteX418" fmla="*/ 873460 w 7369701"/>
              <a:gd name="connsiteY418" fmla="*/ 6253768 h 6858000"/>
              <a:gd name="connsiteX419" fmla="*/ 192686 w 7369701"/>
              <a:gd name="connsiteY419" fmla="*/ 5849257 h 6858000"/>
              <a:gd name="connsiteX420" fmla="*/ 4696 w 7369701"/>
              <a:gd name="connsiteY420" fmla="*/ 5697668 h 6858000"/>
              <a:gd name="connsiteX421" fmla="*/ 0 w 7369701"/>
              <a:gd name="connsiteY421" fmla="*/ 5689984 h 6858000"/>
              <a:gd name="connsiteX422" fmla="*/ 0 w 7369701"/>
              <a:gd name="connsiteY422" fmla="*/ 5513472 h 6858000"/>
              <a:gd name="connsiteX423" fmla="*/ 174101 w 7369701"/>
              <a:gd name="connsiteY423" fmla="*/ 5620277 h 6858000"/>
              <a:gd name="connsiteX424" fmla="*/ 891800 w 7369701"/>
              <a:gd name="connsiteY424" fmla="*/ 6036935 h 6858000"/>
              <a:gd name="connsiteX425" fmla="*/ 1072219 w 7369701"/>
              <a:gd name="connsiteY425" fmla="*/ 6169443 h 6858000"/>
              <a:gd name="connsiteX426" fmla="*/ 1074117 w 7369701"/>
              <a:gd name="connsiteY426" fmla="*/ 6170301 h 6858000"/>
              <a:gd name="connsiteX427" fmla="*/ 1083114 w 7369701"/>
              <a:gd name="connsiteY427" fmla="*/ 6174131 h 6858000"/>
              <a:gd name="connsiteX428" fmla="*/ 1543010 w 7369701"/>
              <a:gd name="connsiteY428" fmla="*/ 6191140 h 6858000"/>
              <a:gd name="connsiteX429" fmla="*/ 1551080 w 7369701"/>
              <a:gd name="connsiteY429" fmla="*/ 6195006 h 6858000"/>
              <a:gd name="connsiteX430" fmla="*/ 2345443 w 7369701"/>
              <a:gd name="connsiteY430" fmla="*/ 5549882 h 6858000"/>
              <a:gd name="connsiteX431" fmla="*/ 1721499 w 7369701"/>
              <a:gd name="connsiteY431" fmla="*/ 5599969 h 6858000"/>
              <a:gd name="connsiteX432" fmla="*/ 767716 w 7369701"/>
              <a:gd name="connsiteY432" fmla="*/ 5472768 h 6858000"/>
              <a:gd name="connsiteX433" fmla="*/ 722147 w 7369701"/>
              <a:gd name="connsiteY433" fmla="*/ 5393091 h 6858000"/>
              <a:gd name="connsiteX434" fmla="*/ 1485552 w 7369701"/>
              <a:gd name="connsiteY434" fmla="*/ 5313202 h 6858000"/>
              <a:gd name="connsiteX435" fmla="*/ 2143004 w 7369701"/>
              <a:gd name="connsiteY435" fmla="*/ 5402420 h 6858000"/>
              <a:gd name="connsiteX436" fmla="*/ 1933391 w 7369701"/>
              <a:gd name="connsiteY436" fmla="*/ 5156971 h 6858000"/>
              <a:gd name="connsiteX437" fmla="*/ 1827118 w 7369701"/>
              <a:gd name="connsiteY437" fmla="*/ 4968410 h 6858000"/>
              <a:gd name="connsiteX438" fmla="*/ 1837349 w 7369701"/>
              <a:gd name="connsiteY438" fmla="*/ 4956357 h 6858000"/>
              <a:gd name="connsiteX439" fmla="*/ 2162835 w 7369701"/>
              <a:gd name="connsiteY439" fmla="*/ 5187853 h 6858000"/>
              <a:gd name="connsiteX440" fmla="*/ 2257167 w 7369701"/>
              <a:gd name="connsiteY440" fmla="*/ 5462123 h 6858000"/>
              <a:gd name="connsiteX441" fmla="*/ 2261598 w 7369701"/>
              <a:gd name="connsiteY441" fmla="*/ 5467998 h 6858000"/>
              <a:gd name="connsiteX442" fmla="*/ 2437177 w 7369701"/>
              <a:gd name="connsiteY442" fmla="*/ 5479608 h 6858000"/>
              <a:gd name="connsiteX443" fmla="*/ 2445247 w 7369701"/>
              <a:gd name="connsiteY443" fmla="*/ 5483476 h 6858000"/>
              <a:gd name="connsiteX444" fmla="*/ 2743626 w 7369701"/>
              <a:gd name="connsiteY444" fmla="*/ 5304819 h 6858000"/>
              <a:gd name="connsiteX445" fmla="*/ 3048102 w 7369701"/>
              <a:gd name="connsiteY445" fmla="*/ 5150595 h 6858000"/>
              <a:gd name="connsiteX446" fmla="*/ 1799414 w 7369701"/>
              <a:gd name="connsiteY446" fmla="*/ 4694732 h 6858000"/>
              <a:gd name="connsiteX447" fmla="*/ 1771735 w 7369701"/>
              <a:gd name="connsiteY447" fmla="*/ 4619929 h 6858000"/>
              <a:gd name="connsiteX448" fmla="*/ 3104273 w 7369701"/>
              <a:gd name="connsiteY448" fmla="*/ 5076159 h 6858000"/>
              <a:gd name="connsiteX449" fmla="*/ 3113245 w 7369701"/>
              <a:gd name="connsiteY449" fmla="*/ 5090705 h 6858000"/>
              <a:gd name="connsiteX450" fmla="*/ 3126294 w 7369701"/>
              <a:gd name="connsiteY450" fmla="*/ 5114400 h 6858000"/>
              <a:gd name="connsiteX451" fmla="*/ 3937433 w 7369701"/>
              <a:gd name="connsiteY451" fmla="*/ 4830473 h 6858000"/>
              <a:gd name="connsiteX452" fmla="*/ 3590475 w 7369701"/>
              <a:gd name="connsiteY452" fmla="*/ 4597974 h 6858000"/>
              <a:gd name="connsiteX453" fmla="*/ 3100264 w 7369701"/>
              <a:gd name="connsiteY453" fmla="*/ 4579845 h 6858000"/>
              <a:gd name="connsiteX454" fmla="*/ 2183576 w 7369701"/>
              <a:gd name="connsiteY454" fmla="*/ 4227150 h 6858000"/>
              <a:gd name="connsiteX455" fmla="*/ 2151029 w 7369701"/>
              <a:gd name="connsiteY455" fmla="*/ 4146947 h 6858000"/>
              <a:gd name="connsiteX456" fmla="*/ 3563434 w 7369701"/>
              <a:gd name="connsiteY456" fmla="*/ 4469115 h 6858000"/>
              <a:gd name="connsiteX457" fmla="*/ 3177952 w 7369701"/>
              <a:gd name="connsiteY457" fmla="*/ 3657386 h 6858000"/>
              <a:gd name="connsiteX458" fmla="*/ 3189263 w 7369701"/>
              <a:gd name="connsiteY458" fmla="*/ 3625726 h 6858000"/>
              <a:gd name="connsiteX459" fmla="*/ 3560912 w 7369701"/>
              <a:gd name="connsiteY459" fmla="*/ 4079863 h 6858000"/>
              <a:gd name="connsiteX460" fmla="*/ 3626636 w 7369701"/>
              <a:gd name="connsiteY460" fmla="*/ 4512230 h 6858000"/>
              <a:gd name="connsiteX461" fmla="*/ 3653088 w 7369701"/>
              <a:gd name="connsiteY461" fmla="*/ 4521417 h 6858000"/>
              <a:gd name="connsiteX462" fmla="*/ 3988128 w 7369701"/>
              <a:gd name="connsiteY462" fmla="*/ 4817267 h 6858000"/>
              <a:gd name="connsiteX463" fmla="*/ 4830582 w 7369701"/>
              <a:gd name="connsiteY463" fmla="*/ 4676000 h 6858000"/>
              <a:gd name="connsiteX464" fmla="*/ 4830100 w 7369701"/>
              <a:gd name="connsiteY464" fmla="*/ 4675554 h 6858000"/>
              <a:gd name="connsiteX465" fmla="*/ 4036318 w 7369701"/>
              <a:gd name="connsiteY465" fmla="*/ 4147013 h 6858000"/>
              <a:gd name="connsiteX466" fmla="*/ 3432098 w 7369701"/>
              <a:gd name="connsiteY466" fmla="*/ 3537312 h 6858000"/>
              <a:gd name="connsiteX467" fmla="*/ 3446761 w 7369701"/>
              <a:gd name="connsiteY467" fmla="*/ 3461278 h 6858000"/>
              <a:gd name="connsiteX468" fmla="*/ 4419733 w 7369701"/>
              <a:gd name="connsiteY468" fmla="*/ 3963555 h 6858000"/>
              <a:gd name="connsiteX469" fmla="*/ 4781371 w 7369701"/>
              <a:gd name="connsiteY469" fmla="*/ 4458604 h 6858000"/>
              <a:gd name="connsiteX470" fmla="*/ 4780440 w 7369701"/>
              <a:gd name="connsiteY470" fmla="*/ 4470290 h 6858000"/>
              <a:gd name="connsiteX471" fmla="*/ 4898954 w 7369701"/>
              <a:gd name="connsiteY471" fmla="*/ 4662092 h 6858000"/>
              <a:gd name="connsiteX472" fmla="*/ 4900699 w 7369701"/>
              <a:gd name="connsiteY472" fmla="*/ 4670867 h 6858000"/>
              <a:gd name="connsiteX473" fmla="*/ 5714511 w 7369701"/>
              <a:gd name="connsiteY473" fmla="*/ 4663483 h 6858000"/>
              <a:gd name="connsiteX474" fmla="*/ 5464793 w 7369701"/>
              <a:gd name="connsiteY474" fmla="*/ 4393556 h 6858000"/>
              <a:gd name="connsiteX475" fmla="*/ 5461897 w 7369701"/>
              <a:gd name="connsiteY475" fmla="*/ 4390879 h 6858000"/>
              <a:gd name="connsiteX476" fmla="*/ 4294126 w 7369701"/>
              <a:gd name="connsiteY476" fmla="*/ 3303048 h 6858000"/>
              <a:gd name="connsiteX477" fmla="*/ 4305321 w 7369701"/>
              <a:gd name="connsiteY477" fmla="*/ 3256953 h 6858000"/>
              <a:gd name="connsiteX478" fmla="*/ 4949299 w 7369701"/>
              <a:gd name="connsiteY478" fmla="*/ 3766336 h 6858000"/>
              <a:gd name="connsiteX479" fmla="*/ 5291452 w 7369701"/>
              <a:gd name="connsiteY479" fmla="*/ 4076801 h 6858000"/>
              <a:gd name="connsiteX480" fmla="*/ 5434998 w 7369701"/>
              <a:gd name="connsiteY480" fmla="*/ 4254100 h 6858000"/>
              <a:gd name="connsiteX481" fmla="*/ 5351015 w 7369701"/>
              <a:gd name="connsiteY481" fmla="*/ 3760989 h 6858000"/>
              <a:gd name="connsiteX482" fmla="*/ 5413780 w 7369701"/>
              <a:gd name="connsiteY482" fmla="*/ 2966265 h 6858000"/>
              <a:gd name="connsiteX483" fmla="*/ 5425627 w 7369701"/>
              <a:gd name="connsiteY483" fmla="*/ 2954192 h 6858000"/>
              <a:gd name="connsiteX484" fmla="*/ 6604735 w 7369701"/>
              <a:gd name="connsiteY484" fmla="*/ 2041381 h 6858000"/>
              <a:gd name="connsiteX485" fmla="*/ 7204487 w 7369701"/>
              <a:gd name="connsiteY485" fmla="*/ 2742112 h 6858000"/>
              <a:gd name="connsiteX486" fmla="*/ 7131592 w 7369701"/>
              <a:gd name="connsiteY486" fmla="*/ 2672096 h 6858000"/>
              <a:gd name="connsiteX487" fmla="*/ 6996344 w 7369701"/>
              <a:gd name="connsiteY487" fmla="*/ 2518310 h 6858000"/>
              <a:gd name="connsiteX488" fmla="*/ 6735495 w 7369701"/>
              <a:gd name="connsiteY488" fmla="*/ 2196890 h 6858000"/>
              <a:gd name="connsiteX489" fmla="*/ 6721901 w 7369701"/>
              <a:gd name="connsiteY489" fmla="*/ 2179274 h 6858000"/>
              <a:gd name="connsiteX490" fmla="*/ 6604735 w 7369701"/>
              <a:gd name="connsiteY490" fmla="*/ 2041381 h 6858000"/>
              <a:gd name="connsiteX491" fmla="*/ 6591670 w 7369701"/>
              <a:gd name="connsiteY491" fmla="*/ 1988277 h 6858000"/>
              <a:gd name="connsiteX492" fmla="*/ 6747349 w 7369701"/>
              <a:gd name="connsiteY492" fmla="*/ 2160069 h 6858000"/>
              <a:gd name="connsiteX493" fmla="*/ 6760943 w 7369701"/>
              <a:gd name="connsiteY493" fmla="*/ 2177686 h 6858000"/>
              <a:gd name="connsiteX494" fmla="*/ 7021065 w 7369701"/>
              <a:gd name="connsiteY494" fmla="*/ 2498102 h 6858000"/>
              <a:gd name="connsiteX495" fmla="*/ 7155223 w 7369701"/>
              <a:gd name="connsiteY495" fmla="*/ 2650386 h 6858000"/>
              <a:gd name="connsiteX496" fmla="*/ 7203167 w 7369701"/>
              <a:gd name="connsiteY496" fmla="*/ 2697288 h 6858000"/>
              <a:gd name="connsiteX497" fmla="*/ 6937703 w 7369701"/>
              <a:gd name="connsiteY497" fmla="*/ 2321981 h 6858000"/>
              <a:gd name="connsiteX498" fmla="*/ 6591670 w 7369701"/>
              <a:gd name="connsiteY498" fmla="*/ 1988277 h 6858000"/>
              <a:gd name="connsiteX499" fmla="*/ 5798671 w 7369701"/>
              <a:gd name="connsiteY499" fmla="*/ 1981601 h 6858000"/>
              <a:gd name="connsiteX500" fmla="*/ 5754709 w 7369701"/>
              <a:gd name="connsiteY500" fmla="*/ 2071454 h 6858000"/>
              <a:gd name="connsiteX501" fmla="*/ 5763044 w 7369701"/>
              <a:gd name="connsiteY501" fmla="*/ 2842206 h 6858000"/>
              <a:gd name="connsiteX502" fmla="*/ 5764974 w 7369701"/>
              <a:gd name="connsiteY502" fmla="*/ 2799609 h 6858000"/>
              <a:gd name="connsiteX503" fmla="*/ 5767665 w 7369701"/>
              <a:gd name="connsiteY503" fmla="*/ 2666409 h 6858000"/>
              <a:gd name="connsiteX504" fmla="*/ 5763055 w 7369701"/>
              <a:gd name="connsiteY504" fmla="*/ 2579705 h 6858000"/>
              <a:gd name="connsiteX505" fmla="*/ 5758079 w 7369701"/>
              <a:gd name="connsiteY505" fmla="*/ 2492508 h 6858000"/>
              <a:gd name="connsiteX506" fmla="*/ 5779325 w 7369701"/>
              <a:gd name="connsiteY506" fmla="*/ 2197069 h 6858000"/>
              <a:gd name="connsiteX507" fmla="*/ 5798671 w 7369701"/>
              <a:gd name="connsiteY507" fmla="*/ 1981601 h 6858000"/>
              <a:gd name="connsiteX508" fmla="*/ 5829202 w 7369701"/>
              <a:gd name="connsiteY508" fmla="*/ 1971679 h 6858000"/>
              <a:gd name="connsiteX509" fmla="*/ 5809558 w 7369701"/>
              <a:gd name="connsiteY509" fmla="*/ 2198043 h 6858000"/>
              <a:gd name="connsiteX510" fmla="*/ 5788653 w 7369701"/>
              <a:gd name="connsiteY510" fmla="*/ 2489430 h 6858000"/>
              <a:gd name="connsiteX511" fmla="*/ 5793439 w 7369701"/>
              <a:gd name="connsiteY511" fmla="*/ 2575235 h 6858000"/>
              <a:gd name="connsiteX512" fmla="*/ 5796837 w 7369701"/>
              <a:gd name="connsiteY512" fmla="*/ 2637633 h 6858000"/>
              <a:gd name="connsiteX513" fmla="*/ 5818614 w 7369701"/>
              <a:gd name="connsiteY513" fmla="*/ 2473055 h 6858000"/>
              <a:gd name="connsiteX514" fmla="*/ 5829202 w 7369701"/>
              <a:gd name="connsiteY514" fmla="*/ 1971679 h 6858000"/>
              <a:gd name="connsiteX515" fmla="*/ 5911389 w 7369701"/>
              <a:gd name="connsiteY515" fmla="*/ 1898371 h 6858000"/>
              <a:gd name="connsiteX516" fmla="*/ 6237627 w 7369701"/>
              <a:gd name="connsiteY516" fmla="*/ 2231921 h 6858000"/>
              <a:gd name="connsiteX517" fmla="*/ 5911389 w 7369701"/>
              <a:gd name="connsiteY517" fmla="*/ 1898371 h 6858000"/>
              <a:gd name="connsiteX518" fmla="*/ 6944437 w 7369701"/>
              <a:gd name="connsiteY518" fmla="*/ 1575402 h 6858000"/>
              <a:gd name="connsiteX519" fmla="*/ 6304730 w 7369701"/>
              <a:gd name="connsiteY519" fmla="*/ 1766654 h 6858000"/>
              <a:gd name="connsiteX520" fmla="*/ 6944437 w 7369701"/>
              <a:gd name="connsiteY520" fmla="*/ 1575402 h 6858000"/>
              <a:gd name="connsiteX521" fmla="*/ 7019523 w 7369701"/>
              <a:gd name="connsiteY521" fmla="*/ 1519450 h 6858000"/>
              <a:gd name="connsiteX522" fmla="*/ 6298091 w 7369701"/>
              <a:gd name="connsiteY522" fmla="*/ 1737122 h 6858000"/>
              <a:gd name="connsiteX523" fmla="*/ 7019523 w 7369701"/>
              <a:gd name="connsiteY523" fmla="*/ 1519450 h 6858000"/>
              <a:gd name="connsiteX524" fmla="*/ 2399523 w 7369701"/>
              <a:gd name="connsiteY524" fmla="*/ 1428234 h 6858000"/>
              <a:gd name="connsiteX525" fmla="*/ 2224982 w 7369701"/>
              <a:gd name="connsiteY525" fmla="*/ 1826201 h 6858000"/>
              <a:gd name="connsiteX526" fmla="*/ 2096099 w 7369701"/>
              <a:gd name="connsiteY526" fmla="*/ 2345900 h 6858000"/>
              <a:gd name="connsiteX527" fmla="*/ 2283317 w 7369701"/>
              <a:gd name="connsiteY527" fmla="*/ 1796925 h 6858000"/>
              <a:gd name="connsiteX528" fmla="*/ 2399523 w 7369701"/>
              <a:gd name="connsiteY528" fmla="*/ 1428234 h 6858000"/>
              <a:gd name="connsiteX529" fmla="*/ 2448558 w 7369701"/>
              <a:gd name="connsiteY529" fmla="*/ 1373435 h 6858000"/>
              <a:gd name="connsiteX530" fmla="*/ 2312521 w 7369701"/>
              <a:gd name="connsiteY530" fmla="*/ 1806140 h 6858000"/>
              <a:gd name="connsiteX531" fmla="*/ 2127533 w 7369701"/>
              <a:gd name="connsiteY531" fmla="*/ 2348380 h 6858000"/>
              <a:gd name="connsiteX532" fmla="*/ 2358080 w 7369701"/>
              <a:gd name="connsiteY532" fmla="*/ 1866134 h 6858000"/>
              <a:gd name="connsiteX533" fmla="*/ 2407436 w 7369701"/>
              <a:gd name="connsiteY533" fmla="*/ 1651070 h 6858000"/>
              <a:gd name="connsiteX534" fmla="*/ 2448558 w 7369701"/>
              <a:gd name="connsiteY534" fmla="*/ 1373435 h 6858000"/>
              <a:gd name="connsiteX535" fmla="*/ 278707 w 7369701"/>
              <a:gd name="connsiteY535" fmla="*/ 1352270 h 6858000"/>
              <a:gd name="connsiteX536" fmla="*/ 321570 w 7369701"/>
              <a:gd name="connsiteY536" fmla="*/ 1861610 h 6858000"/>
              <a:gd name="connsiteX537" fmla="*/ 294281 w 7369701"/>
              <a:gd name="connsiteY537" fmla="*/ 1440658 h 6858000"/>
              <a:gd name="connsiteX538" fmla="*/ 278707 w 7369701"/>
              <a:gd name="connsiteY538" fmla="*/ 1352270 h 6858000"/>
              <a:gd name="connsiteX539" fmla="*/ 1423821 w 7369701"/>
              <a:gd name="connsiteY539" fmla="*/ 1351958 h 6858000"/>
              <a:gd name="connsiteX540" fmla="*/ 1638521 w 7369701"/>
              <a:gd name="connsiteY540" fmla="*/ 1908470 h 6858000"/>
              <a:gd name="connsiteX541" fmla="*/ 1754199 w 7369701"/>
              <a:gd name="connsiteY541" fmla="*/ 2149284 h 6858000"/>
              <a:gd name="connsiteX542" fmla="*/ 1908359 w 7369701"/>
              <a:gd name="connsiteY542" fmla="*/ 2364988 h 6858000"/>
              <a:gd name="connsiteX543" fmla="*/ 1647661 w 7369701"/>
              <a:gd name="connsiteY543" fmla="*/ 1825945 h 6858000"/>
              <a:gd name="connsiteX544" fmla="*/ 1423821 w 7369701"/>
              <a:gd name="connsiteY544" fmla="*/ 1351958 h 6858000"/>
              <a:gd name="connsiteX545" fmla="*/ 1431890 w 7369701"/>
              <a:gd name="connsiteY545" fmla="*/ 1306475 h 6858000"/>
              <a:gd name="connsiteX546" fmla="*/ 1507597 w 7369701"/>
              <a:gd name="connsiteY546" fmla="*/ 1446132 h 6858000"/>
              <a:gd name="connsiteX547" fmla="*/ 1674586 w 7369701"/>
              <a:gd name="connsiteY547" fmla="*/ 1813832 h 6858000"/>
              <a:gd name="connsiteX548" fmla="*/ 1815950 w 7369701"/>
              <a:gd name="connsiteY548" fmla="*/ 2128564 h 6858000"/>
              <a:gd name="connsiteX549" fmla="*/ 1984242 w 7369701"/>
              <a:gd name="connsiteY549" fmla="*/ 2430829 h 6858000"/>
              <a:gd name="connsiteX550" fmla="*/ 2014023 w 7369701"/>
              <a:gd name="connsiteY550" fmla="*/ 2450995 h 6858000"/>
              <a:gd name="connsiteX551" fmla="*/ 1747337 w 7369701"/>
              <a:gd name="connsiteY551" fmla="*/ 1855264 h 6858000"/>
              <a:gd name="connsiteX552" fmla="*/ 1533749 w 7369701"/>
              <a:gd name="connsiteY552" fmla="*/ 1478656 h 6858000"/>
              <a:gd name="connsiteX553" fmla="*/ 1431890 w 7369701"/>
              <a:gd name="connsiteY553" fmla="*/ 1306475 h 6858000"/>
              <a:gd name="connsiteX554" fmla="*/ 5052692 w 7369701"/>
              <a:gd name="connsiteY554" fmla="*/ 1292994 h 6858000"/>
              <a:gd name="connsiteX555" fmla="*/ 5200661 w 7369701"/>
              <a:gd name="connsiteY555" fmla="*/ 1635186 h 6858000"/>
              <a:gd name="connsiteX556" fmla="*/ 5297138 w 7369701"/>
              <a:gd name="connsiteY556" fmla="*/ 1906351 h 6858000"/>
              <a:gd name="connsiteX557" fmla="*/ 5052692 w 7369701"/>
              <a:gd name="connsiteY557" fmla="*/ 1292994 h 6858000"/>
              <a:gd name="connsiteX558" fmla="*/ 5009948 w 7369701"/>
              <a:gd name="connsiteY558" fmla="*/ 1273619 h 6858000"/>
              <a:gd name="connsiteX559" fmla="*/ 5121777 w 7369701"/>
              <a:gd name="connsiteY559" fmla="*/ 1654213 h 6858000"/>
              <a:gd name="connsiteX560" fmla="*/ 5293545 w 7369701"/>
              <a:gd name="connsiteY560" fmla="*/ 2072247 h 6858000"/>
              <a:gd name="connsiteX561" fmla="*/ 5294042 w 7369701"/>
              <a:gd name="connsiteY561" fmla="*/ 2065019 h 6858000"/>
              <a:gd name="connsiteX562" fmla="*/ 5171936 w 7369701"/>
              <a:gd name="connsiteY562" fmla="*/ 1647613 h 6858000"/>
              <a:gd name="connsiteX563" fmla="*/ 5009948 w 7369701"/>
              <a:gd name="connsiteY563" fmla="*/ 1273619 h 6858000"/>
              <a:gd name="connsiteX564" fmla="*/ 655236 w 7369701"/>
              <a:gd name="connsiteY564" fmla="*/ 1268632 h 6858000"/>
              <a:gd name="connsiteX565" fmla="*/ 839521 w 7369701"/>
              <a:gd name="connsiteY565" fmla="*/ 1685315 h 6858000"/>
              <a:gd name="connsiteX566" fmla="*/ 1109416 w 7369701"/>
              <a:gd name="connsiteY566" fmla="*/ 2061663 h 6858000"/>
              <a:gd name="connsiteX567" fmla="*/ 1298300 w 7369701"/>
              <a:gd name="connsiteY567" fmla="*/ 2247742 h 6858000"/>
              <a:gd name="connsiteX568" fmla="*/ 1125871 w 7369701"/>
              <a:gd name="connsiteY568" fmla="*/ 1989513 h 6858000"/>
              <a:gd name="connsiteX569" fmla="*/ 981574 w 7369701"/>
              <a:gd name="connsiteY569" fmla="*/ 1783157 h 6858000"/>
              <a:gd name="connsiteX570" fmla="*/ 922198 w 7369701"/>
              <a:gd name="connsiteY570" fmla="*/ 1677437 h 6858000"/>
              <a:gd name="connsiteX571" fmla="*/ 869293 w 7369701"/>
              <a:gd name="connsiteY571" fmla="*/ 1583214 h 6858000"/>
              <a:gd name="connsiteX572" fmla="*/ 751431 w 7369701"/>
              <a:gd name="connsiteY572" fmla="*/ 1405731 h 6858000"/>
              <a:gd name="connsiteX573" fmla="*/ 655236 w 7369701"/>
              <a:gd name="connsiteY573" fmla="*/ 1268632 h 6858000"/>
              <a:gd name="connsiteX574" fmla="*/ 6516292 w 7369701"/>
              <a:gd name="connsiteY574" fmla="*/ 1263064 h 6858000"/>
              <a:gd name="connsiteX575" fmla="*/ 5736320 w 7369701"/>
              <a:gd name="connsiteY575" fmla="*/ 1501803 h 6858000"/>
              <a:gd name="connsiteX576" fmla="*/ 6516292 w 7369701"/>
              <a:gd name="connsiteY576" fmla="*/ 1263064 h 6858000"/>
              <a:gd name="connsiteX577" fmla="*/ 291466 w 7369701"/>
              <a:gd name="connsiteY577" fmla="*/ 1250369 h 6858000"/>
              <a:gd name="connsiteX578" fmla="*/ 323180 w 7369701"/>
              <a:gd name="connsiteY578" fmla="*/ 1435283 h 6858000"/>
              <a:gd name="connsiteX579" fmla="*/ 349381 w 7369701"/>
              <a:gd name="connsiteY579" fmla="*/ 1875041 h 6858000"/>
              <a:gd name="connsiteX580" fmla="*/ 374363 w 7369701"/>
              <a:gd name="connsiteY580" fmla="*/ 1506494 h 6858000"/>
              <a:gd name="connsiteX581" fmla="*/ 302168 w 7369701"/>
              <a:gd name="connsiteY581" fmla="*/ 1274495 h 6858000"/>
              <a:gd name="connsiteX582" fmla="*/ 291466 w 7369701"/>
              <a:gd name="connsiteY582" fmla="*/ 1250369 h 6858000"/>
              <a:gd name="connsiteX583" fmla="*/ 678222 w 7369701"/>
              <a:gd name="connsiteY583" fmla="*/ 1248670 h 6858000"/>
              <a:gd name="connsiteX584" fmla="*/ 775536 w 7369701"/>
              <a:gd name="connsiteY584" fmla="*/ 1388015 h 6858000"/>
              <a:gd name="connsiteX585" fmla="*/ 894529 w 7369701"/>
              <a:gd name="connsiteY585" fmla="*/ 1567739 h 6858000"/>
              <a:gd name="connsiteX586" fmla="*/ 948000 w 7369701"/>
              <a:gd name="connsiteY586" fmla="*/ 1663088 h 6858000"/>
              <a:gd name="connsiteX587" fmla="*/ 1006812 w 7369701"/>
              <a:gd name="connsiteY587" fmla="*/ 1767683 h 6858000"/>
              <a:gd name="connsiteX588" fmla="*/ 1149133 w 7369701"/>
              <a:gd name="connsiteY588" fmla="*/ 1971513 h 6858000"/>
              <a:gd name="connsiteX589" fmla="*/ 1333952 w 7369701"/>
              <a:gd name="connsiteY589" fmla="*/ 2251620 h 6858000"/>
              <a:gd name="connsiteX590" fmla="*/ 1337329 w 7369701"/>
              <a:gd name="connsiteY590" fmla="*/ 2258350 h 6858000"/>
              <a:gd name="connsiteX591" fmla="*/ 1014726 w 7369701"/>
              <a:gd name="connsiteY591" fmla="*/ 1615556 h 6858000"/>
              <a:gd name="connsiteX592" fmla="*/ 678222 w 7369701"/>
              <a:gd name="connsiteY592" fmla="*/ 1248670 h 6858000"/>
              <a:gd name="connsiteX593" fmla="*/ 6691602 w 7369701"/>
              <a:gd name="connsiteY593" fmla="*/ 1140573 h 6858000"/>
              <a:gd name="connsiteX594" fmla="*/ 6571100 w 7369701"/>
              <a:gd name="connsiteY594" fmla="*/ 1183662 h 6858000"/>
              <a:gd name="connsiteX595" fmla="*/ 6241687 w 7369701"/>
              <a:gd name="connsiteY595" fmla="*/ 1257600 h 6858000"/>
              <a:gd name="connsiteX596" fmla="*/ 5693009 w 7369701"/>
              <a:gd name="connsiteY596" fmla="*/ 1478256 h 6858000"/>
              <a:gd name="connsiteX597" fmla="*/ 6548420 w 7369701"/>
              <a:gd name="connsiteY597" fmla="*/ 1214599 h 6858000"/>
              <a:gd name="connsiteX598" fmla="*/ 6605473 w 7369701"/>
              <a:gd name="connsiteY598" fmla="*/ 1184686 h 6858000"/>
              <a:gd name="connsiteX599" fmla="*/ 6691602 w 7369701"/>
              <a:gd name="connsiteY599" fmla="*/ 1140573 h 6858000"/>
              <a:gd name="connsiteX600" fmla="*/ 4002475 w 7369701"/>
              <a:gd name="connsiteY600" fmla="*/ 1037802 h 6858000"/>
              <a:gd name="connsiteX601" fmla="*/ 4000324 w 7369701"/>
              <a:gd name="connsiteY601" fmla="*/ 1039362 h 6858000"/>
              <a:gd name="connsiteX602" fmla="*/ 4002862 w 7369701"/>
              <a:gd name="connsiteY602" fmla="*/ 1042866 h 6858000"/>
              <a:gd name="connsiteX603" fmla="*/ 4002475 w 7369701"/>
              <a:gd name="connsiteY603" fmla="*/ 1037802 h 6858000"/>
              <a:gd name="connsiteX604" fmla="*/ 506322 w 7369701"/>
              <a:gd name="connsiteY604" fmla="*/ 1020997 h 6858000"/>
              <a:gd name="connsiteX605" fmla="*/ 533068 w 7369701"/>
              <a:gd name="connsiteY605" fmla="*/ 1029409 h 6858000"/>
              <a:gd name="connsiteX606" fmla="*/ 1232525 w 7369701"/>
              <a:gd name="connsiteY606" fmla="*/ 1804675 h 6858000"/>
              <a:gd name="connsiteX607" fmla="*/ 1388858 w 7369701"/>
              <a:gd name="connsiteY607" fmla="*/ 2368011 h 6858000"/>
              <a:gd name="connsiteX608" fmla="*/ 1384098 w 7369701"/>
              <a:gd name="connsiteY608" fmla="*/ 2378125 h 6858000"/>
              <a:gd name="connsiteX609" fmla="*/ 1425393 w 7369701"/>
              <a:gd name="connsiteY609" fmla="*/ 2589124 h 6858000"/>
              <a:gd name="connsiteX610" fmla="*/ 1424001 w 7369701"/>
              <a:gd name="connsiteY610" fmla="*/ 2597541 h 6858000"/>
              <a:gd name="connsiteX611" fmla="*/ 2152729 w 7369701"/>
              <a:gd name="connsiteY611" fmla="*/ 2864487 h 6858000"/>
              <a:gd name="connsiteX612" fmla="*/ 2020609 w 7369701"/>
              <a:gd name="connsiteY612" fmla="*/ 2539671 h 6858000"/>
              <a:gd name="connsiteX613" fmla="*/ 2018920 w 7369701"/>
              <a:gd name="connsiteY613" fmla="*/ 2536309 h 6858000"/>
              <a:gd name="connsiteX614" fmla="*/ 1342441 w 7369701"/>
              <a:gd name="connsiteY614" fmla="*/ 1173017 h 6858000"/>
              <a:gd name="connsiteX615" fmla="*/ 1367925 w 7369701"/>
              <a:gd name="connsiteY615" fmla="*/ 1135648 h 6858000"/>
              <a:gd name="connsiteX616" fmla="*/ 1771401 w 7369701"/>
              <a:gd name="connsiteY616" fmla="*/ 1806673 h 6858000"/>
              <a:gd name="connsiteX617" fmla="*/ 1972385 w 7369701"/>
              <a:gd name="connsiteY617" fmla="*/ 2198735 h 6858000"/>
              <a:gd name="connsiteX618" fmla="*/ 2040892 w 7369701"/>
              <a:gd name="connsiteY618" fmla="*/ 2405205 h 6858000"/>
              <a:gd name="connsiteX619" fmla="*/ 2131689 w 7369701"/>
              <a:gd name="connsiteY619" fmla="*/ 1936926 h 6858000"/>
              <a:gd name="connsiteX620" fmla="*/ 2454820 w 7369701"/>
              <a:gd name="connsiteY620" fmla="*/ 1248808 h 6858000"/>
              <a:gd name="connsiteX621" fmla="*/ 2492512 w 7369701"/>
              <a:gd name="connsiteY621" fmla="*/ 1302920 h 6858000"/>
              <a:gd name="connsiteX622" fmla="*/ 2081216 w 7369701"/>
              <a:gd name="connsiteY622" fmla="*/ 2527513 h 6858000"/>
              <a:gd name="connsiteX623" fmla="*/ 2081211 w 7369701"/>
              <a:gd name="connsiteY623" fmla="*/ 2528916 h 6858000"/>
              <a:gd name="connsiteX624" fmla="*/ 2199067 w 7369701"/>
              <a:gd name="connsiteY624" fmla="*/ 2884061 h 6858000"/>
              <a:gd name="connsiteX625" fmla="*/ 3192586 w 7369701"/>
              <a:gd name="connsiteY625" fmla="*/ 3411496 h 6858000"/>
              <a:gd name="connsiteX626" fmla="*/ 3182620 w 7369701"/>
              <a:gd name="connsiteY626" fmla="*/ 3483279 h 6858000"/>
              <a:gd name="connsiteX627" fmla="*/ 2435119 w 7369701"/>
              <a:gd name="connsiteY627" fmla="*/ 3080173 h 6858000"/>
              <a:gd name="connsiteX628" fmla="*/ 2410152 w 7369701"/>
              <a:gd name="connsiteY628" fmla="*/ 3063751 h 6858000"/>
              <a:gd name="connsiteX629" fmla="*/ 2408099 w 7369701"/>
              <a:gd name="connsiteY629" fmla="*/ 3064403 h 6858000"/>
              <a:gd name="connsiteX630" fmla="*/ 2407218 w 7369701"/>
              <a:gd name="connsiteY630" fmla="*/ 3070324 h 6858000"/>
              <a:gd name="connsiteX631" fmla="*/ 2380138 w 7369701"/>
              <a:gd name="connsiteY631" fmla="*/ 3099341 h 6858000"/>
              <a:gd name="connsiteX632" fmla="*/ 1765923 w 7369701"/>
              <a:gd name="connsiteY632" fmla="*/ 3581043 h 6858000"/>
              <a:gd name="connsiteX633" fmla="*/ 1702258 w 7369701"/>
              <a:gd name="connsiteY633" fmla="*/ 3612286 h 6858000"/>
              <a:gd name="connsiteX634" fmla="*/ 1538370 w 7369701"/>
              <a:gd name="connsiteY634" fmla="*/ 3811804 h 6858000"/>
              <a:gd name="connsiteX635" fmla="*/ 542867 w 7369701"/>
              <a:gd name="connsiteY635" fmla="*/ 4944092 h 6858000"/>
              <a:gd name="connsiteX636" fmla="*/ 515800 w 7369701"/>
              <a:gd name="connsiteY636" fmla="*/ 4862180 h 6858000"/>
              <a:gd name="connsiteX637" fmla="*/ 909145 w 7369701"/>
              <a:gd name="connsiteY637" fmla="*/ 4199225 h 6858000"/>
              <a:gd name="connsiteX638" fmla="*/ 1214067 w 7369701"/>
              <a:gd name="connsiteY638" fmla="*/ 3908561 h 6858000"/>
              <a:gd name="connsiteX639" fmla="*/ 640967 w 7369701"/>
              <a:gd name="connsiteY639" fmla="*/ 4105601 h 6858000"/>
              <a:gd name="connsiteX640" fmla="*/ 112563 w 7369701"/>
              <a:gd name="connsiteY640" fmla="*/ 4396952 h 6858000"/>
              <a:gd name="connsiteX641" fmla="*/ 0 w 7369701"/>
              <a:gd name="connsiteY641" fmla="*/ 4466006 h 6858000"/>
              <a:gd name="connsiteX642" fmla="*/ 0 w 7369701"/>
              <a:gd name="connsiteY642" fmla="*/ 4233763 h 6858000"/>
              <a:gd name="connsiteX643" fmla="*/ 36881 w 7369701"/>
              <a:gd name="connsiteY643" fmla="*/ 4200118 h 6858000"/>
              <a:gd name="connsiteX644" fmla="*/ 910534 w 7369701"/>
              <a:gd name="connsiteY644" fmla="*/ 3629753 h 6858000"/>
              <a:gd name="connsiteX645" fmla="*/ 1578717 w 7369701"/>
              <a:gd name="connsiteY645" fmla="*/ 3575982 h 6858000"/>
              <a:gd name="connsiteX646" fmla="*/ 2338780 w 7369701"/>
              <a:gd name="connsiteY646" fmla="*/ 3033725 h 6858000"/>
              <a:gd name="connsiteX647" fmla="*/ 1807991 w 7369701"/>
              <a:gd name="connsiteY647" fmla="*/ 2807184 h 6858000"/>
              <a:gd name="connsiteX648" fmla="*/ 1416358 w 7369701"/>
              <a:gd name="connsiteY648" fmla="*/ 3112571 h 6858000"/>
              <a:gd name="connsiteX649" fmla="*/ 939066 w 7369701"/>
              <a:gd name="connsiteY649" fmla="*/ 3378798 h 6858000"/>
              <a:gd name="connsiteX650" fmla="*/ 115099 w 7369701"/>
              <a:gd name="connsiteY650" fmla="*/ 3607650 h 6858000"/>
              <a:gd name="connsiteX651" fmla="*/ 97284 w 7369701"/>
              <a:gd name="connsiteY651" fmla="*/ 3520393 h 6858000"/>
              <a:gd name="connsiteX652" fmla="*/ 922050 w 7369701"/>
              <a:gd name="connsiteY652" fmla="*/ 3074867 h 6858000"/>
              <a:gd name="connsiteX653" fmla="*/ 1405265 w 7369701"/>
              <a:gd name="connsiteY653" fmla="*/ 3016319 h 6858000"/>
              <a:gd name="connsiteX654" fmla="*/ 1407512 w 7369701"/>
              <a:gd name="connsiteY654" fmla="*/ 3018001 h 6858000"/>
              <a:gd name="connsiteX655" fmla="*/ 1726266 w 7369701"/>
              <a:gd name="connsiteY655" fmla="*/ 2777274 h 6858000"/>
              <a:gd name="connsiteX656" fmla="*/ 625390 w 7369701"/>
              <a:gd name="connsiteY656" fmla="*/ 2514541 h 6858000"/>
              <a:gd name="connsiteX657" fmla="*/ 619799 w 7369701"/>
              <a:gd name="connsiteY657" fmla="*/ 2527180 h 6858000"/>
              <a:gd name="connsiteX658" fmla="*/ 310030 w 7369701"/>
              <a:gd name="connsiteY658" fmla="*/ 2771818 h 6858000"/>
              <a:gd name="connsiteX659" fmla="*/ 173877 w 7369701"/>
              <a:gd name="connsiteY659" fmla="*/ 2937056 h 6858000"/>
              <a:gd name="connsiteX660" fmla="*/ 77889 w 7369701"/>
              <a:gd name="connsiteY660" fmla="*/ 3138440 h 6858000"/>
              <a:gd name="connsiteX661" fmla="*/ 0 w 7369701"/>
              <a:gd name="connsiteY661" fmla="*/ 3271395 h 6858000"/>
              <a:gd name="connsiteX662" fmla="*/ 0 w 7369701"/>
              <a:gd name="connsiteY662" fmla="*/ 3153002 h 6858000"/>
              <a:gd name="connsiteX663" fmla="*/ 2386 w 7369701"/>
              <a:gd name="connsiteY663" fmla="*/ 3149203 h 6858000"/>
              <a:gd name="connsiteX664" fmla="*/ 89753 w 7369701"/>
              <a:gd name="connsiteY664" fmla="*/ 2987702 h 6858000"/>
              <a:gd name="connsiteX665" fmla="*/ 76869 w 7369701"/>
              <a:gd name="connsiteY665" fmla="*/ 3005404 h 6858000"/>
              <a:gd name="connsiteX666" fmla="*/ 32049 w 7369701"/>
              <a:gd name="connsiteY666" fmla="*/ 3065814 h 6858000"/>
              <a:gd name="connsiteX667" fmla="*/ 0 w 7369701"/>
              <a:gd name="connsiteY667" fmla="*/ 3108744 h 6858000"/>
              <a:gd name="connsiteX668" fmla="*/ 0 w 7369701"/>
              <a:gd name="connsiteY668" fmla="*/ 3058059 h 6858000"/>
              <a:gd name="connsiteX669" fmla="*/ 7610 w 7369701"/>
              <a:gd name="connsiteY669" fmla="*/ 3047889 h 6858000"/>
              <a:gd name="connsiteX670" fmla="*/ 52419 w 7369701"/>
              <a:gd name="connsiteY670" fmla="*/ 2987479 h 6858000"/>
              <a:gd name="connsiteX671" fmla="*/ 59142 w 7369701"/>
              <a:gd name="connsiteY671" fmla="*/ 2978488 h 6858000"/>
              <a:gd name="connsiteX672" fmla="*/ 0 w 7369701"/>
              <a:gd name="connsiteY672" fmla="*/ 3015334 h 6858000"/>
              <a:gd name="connsiteX673" fmla="*/ 0 w 7369701"/>
              <a:gd name="connsiteY673" fmla="*/ 2914286 h 6858000"/>
              <a:gd name="connsiteX674" fmla="*/ 36383 w 7369701"/>
              <a:gd name="connsiteY674" fmla="*/ 2901128 h 6858000"/>
              <a:gd name="connsiteX675" fmla="*/ 156329 w 7369701"/>
              <a:gd name="connsiteY675" fmla="*/ 2840533 h 6858000"/>
              <a:gd name="connsiteX676" fmla="*/ 358355 w 7369701"/>
              <a:gd name="connsiteY676" fmla="*/ 2620471 h 6858000"/>
              <a:gd name="connsiteX677" fmla="*/ 510577 w 7369701"/>
              <a:gd name="connsiteY677" fmla="*/ 2501244 h 6858000"/>
              <a:gd name="connsiteX678" fmla="*/ 211967 w 7369701"/>
              <a:gd name="connsiteY678" fmla="*/ 2479171 h 6858000"/>
              <a:gd name="connsiteX679" fmla="*/ 0 w 7369701"/>
              <a:gd name="connsiteY679" fmla="*/ 2476398 h 6858000"/>
              <a:gd name="connsiteX680" fmla="*/ 0 w 7369701"/>
              <a:gd name="connsiteY680" fmla="*/ 2389189 h 6858000"/>
              <a:gd name="connsiteX681" fmla="*/ 103062 w 7369701"/>
              <a:gd name="connsiteY681" fmla="*/ 2389518 h 6858000"/>
              <a:gd name="connsiteX682" fmla="*/ 510734 w 7369701"/>
              <a:gd name="connsiteY682" fmla="*/ 2416201 h 6858000"/>
              <a:gd name="connsiteX683" fmla="*/ 279257 w 7369701"/>
              <a:gd name="connsiteY683" fmla="*/ 2092102 h 6858000"/>
              <a:gd name="connsiteX684" fmla="*/ 65265 w 7369701"/>
              <a:gd name="connsiteY684" fmla="*/ 2006049 h 6858000"/>
              <a:gd name="connsiteX685" fmla="*/ 0 w 7369701"/>
              <a:gd name="connsiteY685" fmla="*/ 1982532 h 6858000"/>
              <a:gd name="connsiteX686" fmla="*/ 0 w 7369701"/>
              <a:gd name="connsiteY686" fmla="*/ 1912789 h 6858000"/>
              <a:gd name="connsiteX687" fmla="*/ 97460 w 7369701"/>
              <a:gd name="connsiteY687" fmla="*/ 1953725 h 6858000"/>
              <a:gd name="connsiteX688" fmla="*/ 221272 w 7369701"/>
              <a:gd name="connsiteY688" fmla="*/ 1980766 h 6858000"/>
              <a:gd name="connsiteX689" fmla="*/ 116765 w 7369701"/>
              <a:gd name="connsiteY689" fmla="*/ 1911033 h 6858000"/>
              <a:gd name="connsiteX690" fmla="*/ 16405 w 7369701"/>
              <a:gd name="connsiteY690" fmla="*/ 1803412 h 6858000"/>
              <a:gd name="connsiteX691" fmla="*/ 0 w 7369701"/>
              <a:gd name="connsiteY691" fmla="*/ 1784777 h 6858000"/>
              <a:gd name="connsiteX692" fmla="*/ 0 w 7369701"/>
              <a:gd name="connsiteY692" fmla="*/ 1740082 h 6858000"/>
              <a:gd name="connsiteX693" fmla="*/ 39394 w 7369701"/>
              <a:gd name="connsiteY693" fmla="*/ 1784856 h 6858000"/>
              <a:gd name="connsiteX694" fmla="*/ 135813 w 7369701"/>
              <a:gd name="connsiteY694" fmla="*/ 1888838 h 6858000"/>
              <a:gd name="connsiteX695" fmla="*/ 242575 w 7369701"/>
              <a:gd name="connsiteY695" fmla="*/ 1958841 h 6858000"/>
              <a:gd name="connsiteX696" fmla="*/ 82197 w 7369701"/>
              <a:gd name="connsiteY696" fmla="*/ 1754826 h 6858000"/>
              <a:gd name="connsiteX697" fmla="*/ 0 w 7369701"/>
              <a:gd name="connsiteY697" fmla="*/ 1679650 h 6858000"/>
              <a:gd name="connsiteX698" fmla="*/ 0 w 7369701"/>
              <a:gd name="connsiteY698" fmla="*/ 1602463 h 6858000"/>
              <a:gd name="connsiteX699" fmla="*/ 84689 w 7369701"/>
              <a:gd name="connsiteY699" fmla="*/ 1677442 h 6858000"/>
              <a:gd name="connsiteX700" fmla="*/ 298437 w 7369701"/>
              <a:gd name="connsiteY700" fmla="*/ 1968019 h 6858000"/>
              <a:gd name="connsiteX701" fmla="*/ 227269 w 7369701"/>
              <a:gd name="connsiteY701" fmla="*/ 1114064 h 6858000"/>
              <a:gd name="connsiteX702" fmla="*/ 248003 w 7369701"/>
              <a:gd name="connsiteY702" fmla="*/ 1089613 h 6858000"/>
              <a:gd name="connsiteX703" fmla="*/ 427020 w 7369701"/>
              <a:gd name="connsiteY703" fmla="*/ 1619803 h 6858000"/>
              <a:gd name="connsiteX704" fmla="*/ 340345 w 7369701"/>
              <a:gd name="connsiteY704" fmla="*/ 2027739 h 6858000"/>
              <a:gd name="connsiteX705" fmla="*/ 360865 w 7369701"/>
              <a:gd name="connsiteY705" fmla="*/ 2044827 h 6858000"/>
              <a:gd name="connsiteX706" fmla="*/ 560414 w 7369701"/>
              <a:gd name="connsiteY706" fmla="*/ 2421457 h 6858000"/>
              <a:gd name="connsiteX707" fmla="*/ 1359703 w 7369701"/>
              <a:gd name="connsiteY707" fmla="*/ 2578554 h 6858000"/>
              <a:gd name="connsiteX708" fmla="*/ 1359422 w 7369701"/>
              <a:gd name="connsiteY708" fmla="*/ 2577994 h 6858000"/>
              <a:gd name="connsiteX709" fmla="*/ 828701 w 7369701"/>
              <a:gd name="connsiteY709" fmla="*/ 1839520 h 6858000"/>
              <a:gd name="connsiteX710" fmla="*/ 494427 w 7369701"/>
              <a:gd name="connsiteY710" fmla="*/ 1092333 h 6858000"/>
              <a:gd name="connsiteX711" fmla="*/ 506322 w 7369701"/>
              <a:gd name="connsiteY711" fmla="*/ 1020997 h 6858000"/>
              <a:gd name="connsiteX712" fmla="*/ 4570198 w 7369701"/>
              <a:gd name="connsiteY712" fmla="*/ 978081 h 6858000"/>
              <a:gd name="connsiteX713" fmla="*/ 4523691 w 7369701"/>
              <a:gd name="connsiteY713" fmla="*/ 1127776 h 6858000"/>
              <a:gd name="connsiteX714" fmla="*/ 4509875 w 7369701"/>
              <a:gd name="connsiteY714" fmla="*/ 1167552 h 6858000"/>
              <a:gd name="connsiteX715" fmla="*/ 4478168 w 7369701"/>
              <a:gd name="connsiteY715" fmla="*/ 1260735 h 6858000"/>
              <a:gd name="connsiteX716" fmla="*/ 4409309 w 7369701"/>
              <a:gd name="connsiteY716" fmla="*/ 1666996 h 6858000"/>
              <a:gd name="connsiteX717" fmla="*/ 4370031 w 7369701"/>
              <a:gd name="connsiteY717" fmla="*/ 1955666 h 6858000"/>
              <a:gd name="connsiteX718" fmla="*/ 4570198 w 7369701"/>
              <a:gd name="connsiteY718" fmla="*/ 978081 h 6858000"/>
              <a:gd name="connsiteX719" fmla="*/ 4557898 w 7369701"/>
              <a:gd name="connsiteY719" fmla="*/ 900011 h 6858000"/>
              <a:gd name="connsiteX720" fmla="*/ 4344840 w 7369701"/>
              <a:gd name="connsiteY720" fmla="*/ 1922038 h 6858000"/>
              <a:gd name="connsiteX721" fmla="*/ 4378710 w 7369701"/>
              <a:gd name="connsiteY721" fmla="*/ 1665516 h 6858000"/>
              <a:gd name="connsiteX722" fmla="*/ 4448798 w 7369701"/>
              <a:gd name="connsiteY722" fmla="*/ 1253024 h 6858000"/>
              <a:gd name="connsiteX723" fmla="*/ 4480315 w 7369701"/>
              <a:gd name="connsiteY723" fmla="*/ 1158454 h 6858000"/>
              <a:gd name="connsiteX724" fmla="*/ 4494133 w 7369701"/>
              <a:gd name="connsiteY724" fmla="*/ 1118676 h 6858000"/>
              <a:gd name="connsiteX725" fmla="*/ 4557898 w 7369701"/>
              <a:gd name="connsiteY725" fmla="*/ 900011 h 6858000"/>
              <a:gd name="connsiteX726" fmla="*/ 5870151 w 7369701"/>
              <a:gd name="connsiteY726" fmla="*/ 898890 h 6858000"/>
              <a:gd name="connsiteX727" fmla="*/ 5861335 w 7369701"/>
              <a:gd name="connsiteY727" fmla="*/ 899177 h 6858000"/>
              <a:gd name="connsiteX728" fmla="*/ 5843702 w 7369701"/>
              <a:gd name="connsiteY728" fmla="*/ 899748 h 6858000"/>
              <a:gd name="connsiteX729" fmla="*/ 5651107 w 7369701"/>
              <a:gd name="connsiteY729" fmla="*/ 920306 h 6858000"/>
              <a:gd name="connsiteX730" fmla="*/ 5459407 w 7369701"/>
              <a:gd name="connsiteY730" fmla="*/ 940975 h 6858000"/>
              <a:gd name="connsiteX731" fmla="*/ 5374846 w 7369701"/>
              <a:gd name="connsiteY731" fmla="*/ 941988 h 6858000"/>
              <a:gd name="connsiteX732" fmla="*/ 5256105 w 7369701"/>
              <a:gd name="connsiteY732" fmla="*/ 945632 h 6858000"/>
              <a:gd name="connsiteX733" fmla="*/ 5107071 w 7369701"/>
              <a:gd name="connsiteY733" fmla="*/ 969720 h 6858000"/>
              <a:gd name="connsiteX734" fmla="*/ 4998681 w 7369701"/>
              <a:gd name="connsiteY734" fmla="*/ 988771 h 6858000"/>
              <a:gd name="connsiteX735" fmla="*/ 5870151 w 7369701"/>
              <a:gd name="connsiteY735" fmla="*/ 898890 h 6858000"/>
              <a:gd name="connsiteX736" fmla="*/ 5504425 w 7369701"/>
              <a:gd name="connsiteY736" fmla="*/ 848067 h 6858000"/>
              <a:gd name="connsiteX737" fmla="*/ 4968849 w 7369701"/>
              <a:gd name="connsiteY737" fmla="*/ 962318 h 6858000"/>
              <a:gd name="connsiteX738" fmla="*/ 5104039 w 7369701"/>
              <a:gd name="connsiteY738" fmla="*/ 940634 h 6858000"/>
              <a:gd name="connsiteX739" fmla="*/ 5256311 w 7369701"/>
              <a:gd name="connsiteY739" fmla="*/ 916490 h 6858000"/>
              <a:gd name="connsiteX740" fmla="*/ 5377381 w 7369701"/>
              <a:gd name="connsiteY740" fmla="*/ 912671 h 6858000"/>
              <a:gd name="connsiteX741" fmla="*/ 5460148 w 7369701"/>
              <a:gd name="connsiteY741" fmla="*/ 911442 h 6858000"/>
              <a:gd name="connsiteX742" fmla="*/ 5648971 w 7369701"/>
              <a:gd name="connsiteY742" fmla="*/ 891331 h 6858000"/>
              <a:gd name="connsiteX743" fmla="*/ 5844807 w 7369701"/>
              <a:gd name="connsiteY743" fmla="*/ 870718 h 6858000"/>
              <a:gd name="connsiteX744" fmla="*/ 5862975 w 7369701"/>
              <a:gd name="connsiteY744" fmla="*/ 869756 h 6858000"/>
              <a:gd name="connsiteX745" fmla="*/ 5920887 w 7369701"/>
              <a:gd name="connsiteY745" fmla="*/ 865929 h 6858000"/>
              <a:gd name="connsiteX746" fmla="*/ 5504425 w 7369701"/>
              <a:gd name="connsiteY746" fmla="*/ 848067 h 6858000"/>
              <a:gd name="connsiteX747" fmla="*/ 3607114 w 7369701"/>
              <a:gd name="connsiteY747" fmla="*/ 467441 h 6858000"/>
              <a:gd name="connsiteX748" fmla="*/ 3296242 w 7369701"/>
              <a:gd name="connsiteY748" fmla="*/ 807991 h 6858000"/>
              <a:gd name="connsiteX749" fmla="*/ 3174674 w 7369701"/>
              <a:gd name="connsiteY749" fmla="*/ 919759 h 6858000"/>
              <a:gd name="connsiteX750" fmla="*/ 3042978 w 7369701"/>
              <a:gd name="connsiteY750" fmla="*/ 1054894 h 6858000"/>
              <a:gd name="connsiteX751" fmla="*/ 2968914 w 7369701"/>
              <a:gd name="connsiteY751" fmla="*/ 1133756 h 6858000"/>
              <a:gd name="connsiteX752" fmla="*/ 3103823 w 7369701"/>
              <a:gd name="connsiteY752" fmla="*/ 1026814 h 6858000"/>
              <a:gd name="connsiteX753" fmla="*/ 3607114 w 7369701"/>
              <a:gd name="connsiteY753" fmla="*/ 467441 h 6858000"/>
              <a:gd name="connsiteX754" fmla="*/ 3744487 w 7369701"/>
              <a:gd name="connsiteY754" fmla="*/ 383136 h 6858000"/>
              <a:gd name="connsiteX755" fmla="*/ 3970213 w 7369701"/>
              <a:gd name="connsiteY755" fmla="*/ 995559 h 6858000"/>
              <a:gd name="connsiteX756" fmla="*/ 3744487 w 7369701"/>
              <a:gd name="connsiteY756" fmla="*/ 383136 h 6858000"/>
              <a:gd name="connsiteX757" fmla="*/ 3624562 w 7369701"/>
              <a:gd name="connsiteY757" fmla="*/ 367041 h 6858000"/>
              <a:gd name="connsiteX758" fmla="*/ 3489712 w 7369701"/>
              <a:gd name="connsiteY758" fmla="*/ 485386 h 6858000"/>
              <a:gd name="connsiteX759" fmla="*/ 3182994 w 7369701"/>
              <a:gd name="connsiteY759" fmla="*/ 828265 h 6858000"/>
              <a:gd name="connsiteX760" fmla="*/ 2892114 w 7369701"/>
              <a:gd name="connsiteY760" fmla="*/ 1172635 h 6858000"/>
              <a:gd name="connsiteX761" fmla="*/ 3021459 w 7369701"/>
              <a:gd name="connsiteY761" fmla="*/ 1035385 h 6858000"/>
              <a:gd name="connsiteX762" fmla="*/ 3153873 w 7369701"/>
              <a:gd name="connsiteY762" fmla="*/ 898971 h 6858000"/>
              <a:gd name="connsiteX763" fmla="*/ 3276511 w 7369701"/>
              <a:gd name="connsiteY763" fmla="*/ 786423 h 6858000"/>
              <a:gd name="connsiteX764" fmla="*/ 3584154 w 7369701"/>
              <a:gd name="connsiteY764" fmla="*/ 448218 h 6858000"/>
              <a:gd name="connsiteX765" fmla="*/ 3624562 w 7369701"/>
              <a:gd name="connsiteY765" fmla="*/ 367041 h 6858000"/>
              <a:gd name="connsiteX766" fmla="*/ 3766672 w 7369701"/>
              <a:gd name="connsiteY766" fmla="*/ 359429 h 6858000"/>
              <a:gd name="connsiteX767" fmla="*/ 3996338 w 7369701"/>
              <a:gd name="connsiteY767" fmla="*/ 968237 h 6858000"/>
              <a:gd name="connsiteX768" fmla="*/ 3766672 w 7369701"/>
              <a:gd name="connsiteY768" fmla="*/ 359429 h 6858000"/>
              <a:gd name="connsiteX769" fmla="*/ 5805386 w 7369701"/>
              <a:gd name="connsiteY769" fmla="*/ 239240 h 6858000"/>
              <a:gd name="connsiteX770" fmla="*/ 5736947 w 7369701"/>
              <a:gd name="connsiteY770" fmla="*/ 261367 h 6858000"/>
              <a:gd name="connsiteX771" fmla="*/ 5427012 w 7369701"/>
              <a:gd name="connsiteY771" fmla="*/ 311272 h 6858000"/>
              <a:gd name="connsiteX772" fmla="*/ 5147818 w 7369701"/>
              <a:gd name="connsiteY772" fmla="*/ 322112 h 6858000"/>
              <a:gd name="connsiteX773" fmla="*/ 5060854 w 7369701"/>
              <a:gd name="connsiteY773" fmla="*/ 311882 h 6858000"/>
              <a:gd name="connsiteX774" fmla="*/ 4945989 w 7369701"/>
              <a:gd name="connsiteY774" fmla="*/ 300516 h 6858000"/>
              <a:gd name="connsiteX775" fmla="*/ 5410479 w 7369701"/>
              <a:gd name="connsiteY775" fmla="*/ 348434 h 6858000"/>
              <a:gd name="connsiteX776" fmla="*/ 5805386 w 7369701"/>
              <a:gd name="connsiteY776" fmla="*/ 239240 h 6858000"/>
              <a:gd name="connsiteX777" fmla="*/ 5905192 w 7369701"/>
              <a:gd name="connsiteY777" fmla="*/ 163079 h 6858000"/>
              <a:gd name="connsiteX778" fmla="*/ 5865655 w 7369701"/>
              <a:gd name="connsiteY778" fmla="*/ 171901 h 6858000"/>
              <a:gd name="connsiteX779" fmla="*/ 5259740 w 7369701"/>
              <a:gd name="connsiteY779" fmla="*/ 257013 h 6858000"/>
              <a:gd name="connsiteX780" fmla="*/ 5208466 w 7369701"/>
              <a:gd name="connsiteY780" fmla="*/ 257550 h 6858000"/>
              <a:gd name="connsiteX781" fmla="*/ 4980204 w 7369701"/>
              <a:gd name="connsiteY781" fmla="*/ 271903 h 6858000"/>
              <a:gd name="connsiteX782" fmla="*/ 5068068 w 7369701"/>
              <a:gd name="connsiteY782" fmla="*/ 282244 h 6858000"/>
              <a:gd name="connsiteX783" fmla="*/ 5153231 w 7369701"/>
              <a:gd name="connsiteY783" fmla="*/ 292240 h 6858000"/>
              <a:gd name="connsiteX784" fmla="*/ 5426491 w 7369701"/>
              <a:gd name="connsiteY784" fmla="*/ 281128 h 6858000"/>
              <a:gd name="connsiteX785" fmla="*/ 5731212 w 7369701"/>
              <a:gd name="connsiteY785" fmla="*/ 231951 h 6858000"/>
              <a:gd name="connsiteX786" fmla="*/ 5905192 w 7369701"/>
              <a:gd name="connsiteY786" fmla="*/ 163079 h 6858000"/>
              <a:gd name="connsiteX787" fmla="*/ 5944437 w 7369701"/>
              <a:gd name="connsiteY787" fmla="*/ 113829 h 6858000"/>
              <a:gd name="connsiteX788" fmla="*/ 5825032 w 7369701"/>
              <a:gd name="connsiteY788" fmla="*/ 146405 h 6858000"/>
              <a:gd name="connsiteX789" fmla="*/ 4955599 w 7369701"/>
              <a:gd name="connsiteY789" fmla="*/ 247008 h 6858000"/>
              <a:gd name="connsiteX790" fmla="*/ 5210104 w 7369701"/>
              <a:gd name="connsiteY790" fmla="*/ 228123 h 6858000"/>
              <a:gd name="connsiteX791" fmla="*/ 5261015 w 7369701"/>
              <a:gd name="connsiteY791" fmla="*/ 227087 h 6858000"/>
              <a:gd name="connsiteX792" fmla="*/ 5861181 w 7369701"/>
              <a:gd name="connsiteY792" fmla="*/ 143093 h 6858000"/>
              <a:gd name="connsiteX793" fmla="*/ 5961252 w 7369701"/>
              <a:gd name="connsiteY793" fmla="*/ 114820 h 6858000"/>
              <a:gd name="connsiteX794" fmla="*/ 5944437 w 7369701"/>
              <a:gd name="connsiteY794" fmla="*/ 113829 h 6858000"/>
              <a:gd name="connsiteX795" fmla="*/ 3882765 w 7369701"/>
              <a:gd name="connsiteY795" fmla="*/ 0 h 6858000"/>
              <a:gd name="connsiteX796" fmla="*/ 3995099 w 7369701"/>
              <a:gd name="connsiteY796" fmla="*/ 0 h 6858000"/>
              <a:gd name="connsiteX797" fmla="*/ 4163818 w 7369701"/>
              <a:gd name="connsiteY797" fmla="*/ 234104 h 6858000"/>
              <a:gd name="connsiteX798" fmla="*/ 4172099 w 7369701"/>
              <a:gd name="connsiteY798" fmla="*/ 234207 h 6858000"/>
              <a:gd name="connsiteX799" fmla="*/ 4784282 w 7369701"/>
              <a:gd name="connsiteY799" fmla="*/ 276561 h 6858000"/>
              <a:gd name="connsiteX800" fmla="*/ 4801687 w 7369701"/>
              <a:gd name="connsiteY800" fmla="*/ 267764 h 6858000"/>
              <a:gd name="connsiteX801" fmla="*/ 6082788 w 7369701"/>
              <a:gd name="connsiteY801" fmla="*/ 64119 h 6858000"/>
              <a:gd name="connsiteX802" fmla="*/ 6099442 w 7369701"/>
              <a:gd name="connsiteY802" fmla="*/ 82568 h 6858000"/>
              <a:gd name="connsiteX803" fmla="*/ 4804137 w 7369701"/>
              <a:gd name="connsiteY803" fmla="*/ 320931 h 6858000"/>
              <a:gd name="connsiteX804" fmla="*/ 4227047 w 7369701"/>
              <a:gd name="connsiteY804" fmla="*/ 313415 h 6858000"/>
              <a:gd name="connsiteX805" fmla="*/ 4346041 w 7369701"/>
              <a:gd name="connsiteY805" fmla="*/ 456086 h 6858000"/>
              <a:gd name="connsiteX806" fmla="*/ 4870967 w 7369701"/>
              <a:gd name="connsiteY806" fmla="*/ 963061 h 6858000"/>
              <a:gd name="connsiteX807" fmla="*/ 4889647 w 7369701"/>
              <a:gd name="connsiteY807" fmla="*/ 957147 h 6858000"/>
              <a:gd name="connsiteX808" fmla="*/ 5422504 w 7369701"/>
              <a:gd name="connsiteY808" fmla="*/ 805191 h 6858000"/>
              <a:gd name="connsiteX809" fmla="*/ 6087656 w 7369701"/>
              <a:gd name="connsiteY809" fmla="*/ 826703 h 6858000"/>
              <a:gd name="connsiteX810" fmla="*/ 6058717 w 7369701"/>
              <a:gd name="connsiteY810" fmla="*/ 865992 h 6858000"/>
              <a:gd name="connsiteX811" fmla="*/ 4974153 w 7369701"/>
              <a:gd name="connsiteY811" fmla="*/ 1045456 h 6858000"/>
              <a:gd name="connsiteX812" fmla="*/ 5627835 w 7369701"/>
              <a:gd name="connsiteY812" fmla="*/ 1472077 h 6858000"/>
              <a:gd name="connsiteX813" fmla="*/ 5629817 w 7369701"/>
              <a:gd name="connsiteY813" fmla="*/ 1471412 h 6858000"/>
              <a:gd name="connsiteX814" fmla="*/ 5634124 w 7369701"/>
              <a:gd name="connsiteY814" fmla="*/ 1470572 h 6858000"/>
              <a:gd name="connsiteX815" fmla="*/ 5755832 w 7369701"/>
              <a:gd name="connsiteY815" fmla="*/ 1383886 h 6858000"/>
              <a:gd name="connsiteX816" fmla="*/ 6014186 w 7369701"/>
              <a:gd name="connsiteY816" fmla="*/ 1279799 h 6858000"/>
              <a:gd name="connsiteX817" fmla="*/ 6901619 w 7369701"/>
              <a:gd name="connsiteY817" fmla="*/ 1047874 h 6858000"/>
              <a:gd name="connsiteX818" fmla="*/ 6931566 w 7369701"/>
              <a:gd name="connsiteY818" fmla="*/ 1062034 h 6858000"/>
              <a:gd name="connsiteX819" fmla="*/ 5790982 w 7369701"/>
              <a:gd name="connsiteY819" fmla="*/ 1561380 h 6858000"/>
              <a:gd name="connsiteX820" fmla="*/ 6188971 w 7369701"/>
              <a:gd name="connsiteY820" fmla="*/ 1755168 h 6858000"/>
              <a:gd name="connsiteX821" fmla="*/ 6202446 w 7369701"/>
              <a:gd name="connsiteY821" fmla="*/ 1752268 h 6858000"/>
              <a:gd name="connsiteX822" fmla="*/ 7179560 w 7369701"/>
              <a:gd name="connsiteY822" fmla="*/ 1467551 h 6858000"/>
              <a:gd name="connsiteX823" fmla="*/ 7158730 w 7369701"/>
              <a:gd name="connsiteY823" fmla="*/ 1507835 h 6858000"/>
              <a:gd name="connsiteX824" fmla="*/ 6326959 w 7369701"/>
              <a:gd name="connsiteY824" fmla="*/ 1817686 h 6858000"/>
              <a:gd name="connsiteX825" fmla="*/ 6537433 w 7369701"/>
              <a:gd name="connsiteY825" fmla="*/ 1907790 h 6858000"/>
              <a:gd name="connsiteX826" fmla="*/ 6550221 w 7369701"/>
              <a:gd name="connsiteY826" fmla="*/ 1910729 h 6858000"/>
              <a:gd name="connsiteX827" fmla="*/ 6964438 w 7369701"/>
              <a:gd name="connsiteY827" fmla="*/ 2209505 h 6858000"/>
              <a:gd name="connsiteX828" fmla="*/ 7367862 w 7369701"/>
              <a:gd name="connsiteY828" fmla="*/ 2806833 h 6858000"/>
              <a:gd name="connsiteX829" fmla="*/ 7364329 w 7369701"/>
              <a:gd name="connsiteY829" fmla="*/ 2826907 h 6858000"/>
              <a:gd name="connsiteX830" fmla="*/ 7290545 w 7369701"/>
              <a:gd name="connsiteY830" fmla="*/ 2850663 h 6858000"/>
              <a:gd name="connsiteX831" fmla="*/ 6472036 w 7369701"/>
              <a:gd name="connsiteY831" fmla="*/ 1959003 h 6858000"/>
              <a:gd name="connsiteX832" fmla="*/ 5792897 w 7369701"/>
              <a:gd name="connsiteY832" fmla="*/ 1647747 h 6858000"/>
              <a:gd name="connsiteX833" fmla="*/ 5842751 w 7369701"/>
              <a:gd name="connsiteY833" fmla="*/ 1816112 h 6858000"/>
              <a:gd name="connsiteX834" fmla="*/ 5847424 w 7369701"/>
              <a:gd name="connsiteY834" fmla="*/ 1815776 h 6858000"/>
              <a:gd name="connsiteX835" fmla="*/ 6399821 w 7369701"/>
              <a:gd name="connsiteY835" fmla="*/ 2344799 h 6858000"/>
              <a:gd name="connsiteX836" fmla="*/ 6323232 w 7369701"/>
              <a:gd name="connsiteY836" fmla="*/ 2389634 h 6858000"/>
              <a:gd name="connsiteX837" fmla="*/ 5942958 w 7369701"/>
              <a:gd name="connsiteY837" fmla="*/ 2077708 h 6858000"/>
              <a:gd name="connsiteX838" fmla="*/ 5921559 w 7369701"/>
              <a:gd name="connsiteY838" fmla="*/ 2378596 h 6858000"/>
              <a:gd name="connsiteX839" fmla="*/ 5817651 w 7369701"/>
              <a:gd name="connsiteY839" fmla="*/ 3023919 h 6858000"/>
              <a:gd name="connsiteX840" fmla="*/ 5729634 w 7369701"/>
              <a:gd name="connsiteY840" fmla="*/ 3051849 h 6858000"/>
              <a:gd name="connsiteX841" fmla="*/ 5611018 w 7369701"/>
              <a:gd name="connsiteY841" fmla="*/ 2316769 h 6858000"/>
              <a:gd name="connsiteX842" fmla="*/ 5687608 w 7369701"/>
              <a:gd name="connsiteY842" fmla="*/ 2039972 h 6858000"/>
              <a:gd name="connsiteX843" fmla="*/ 5657554 w 7369701"/>
              <a:gd name="connsiteY843" fmla="*/ 1576445 h 6858000"/>
              <a:gd name="connsiteX844" fmla="*/ 5150475 w 7369701"/>
              <a:gd name="connsiteY844" fmla="*/ 1274012 h 6858000"/>
              <a:gd name="connsiteX845" fmla="*/ 5349142 w 7369701"/>
              <a:gd name="connsiteY845" fmla="*/ 2204405 h 6858000"/>
              <a:gd name="connsiteX846" fmla="*/ 5262214 w 7369701"/>
              <a:gd name="connsiteY846" fmla="*/ 2233836 h 6858000"/>
              <a:gd name="connsiteX847" fmla="*/ 4981539 w 7369701"/>
              <a:gd name="connsiteY847" fmla="*/ 1542201 h 6858000"/>
              <a:gd name="connsiteX848" fmla="*/ 4958461 w 7369701"/>
              <a:gd name="connsiteY848" fmla="*/ 1136957 h 6858000"/>
              <a:gd name="connsiteX849" fmla="*/ 4655015 w 7369701"/>
              <a:gd name="connsiteY849" fmla="*/ 891426 h 6858000"/>
              <a:gd name="connsiteX850" fmla="*/ 4348002 w 7369701"/>
              <a:gd name="connsiteY850" fmla="*/ 2205895 h 6858000"/>
              <a:gd name="connsiteX851" fmla="*/ 4262250 w 7369701"/>
              <a:gd name="connsiteY851" fmla="*/ 2219972 h 6858000"/>
              <a:gd name="connsiteX852" fmla="*/ 4550611 w 7369701"/>
              <a:gd name="connsiteY852" fmla="*/ 817540 h 6858000"/>
              <a:gd name="connsiteX853" fmla="*/ 4564418 w 7369701"/>
              <a:gd name="connsiteY853" fmla="*/ 808293 h 6858000"/>
              <a:gd name="connsiteX854" fmla="*/ 4266388 w 7369701"/>
              <a:gd name="connsiteY854" fmla="*/ 500083 h 6858000"/>
              <a:gd name="connsiteX855" fmla="*/ 4032842 w 7369701"/>
              <a:gd name="connsiteY855" fmla="*/ 211809 h 6858000"/>
              <a:gd name="connsiteX856" fmla="*/ 3882765 w 7369701"/>
              <a:gd name="connsiteY856" fmla="*/ 0 h 6858000"/>
              <a:gd name="connsiteX857" fmla="*/ 3721337 w 7369701"/>
              <a:gd name="connsiteY857" fmla="*/ 0 h 6858000"/>
              <a:gd name="connsiteX858" fmla="*/ 3797544 w 7369701"/>
              <a:gd name="connsiteY858" fmla="*/ 0 h 6858000"/>
              <a:gd name="connsiteX859" fmla="*/ 3775734 w 7369701"/>
              <a:gd name="connsiteY859" fmla="*/ 95131 h 6858000"/>
              <a:gd name="connsiteX860" fmla="*/ 3724807 w 7369701"/>
              <a:gd name="connsiteY860" fmla="*/ 272257 h 6858000"/>
              <a:gd name="connsiteX861" fmla="*/ 3726844 w 7369701"/>
              <a:gd name="connsiteY861" fmla="*/ 282988 h 6858000"/>
              <a:gd name="connsiteX862" fmla="*/ 3742664 w 7369701"/>
              <a:gd name="connsiteY862" fmla="*/ 279918 h 6858000"/>
              <a:gd name="connsiteX863" fmla="*/ 4103910 w 7369701"/>
              <a:gd name="connsiteY863" fmla="*/ 1161917 h 6858000"/>
              <a:gd name="connsiteX864" fmla="*/ 4020269 w 7369701"/>
              <a:gd name="connsiteY864" fmla="*/ 1200406 h 6858000"/>
              <a:gd name="connsiteX865" fmla="*/ 3674882 w 7369701"/>
              <a:gd name="connsiteY865" fmla="*/ 488524 h 6858000"/>
              <a:gd name="connsiteX866" fmla="*/ 3132682 w 7369701"/>
              <a:gd name="connsiteY866" fmla="*/ 1072284 h 6858000"/>
              <a:gd name="connsiteX867" fmla="*/ 2716346 w 7369701"/>
              <a:gd name="connsiteY867" fmla="*/ 1276376 h 6858000"/>
              <a:gd name="connsiteX868" fmla="*/ 2716772 w 7369701"/>
              <a:gd name="connsiteY868" fmla="*/ 1255462 h 6858000"/>
              <a:gd name="connsiteX869" fmla="*/ 3471096 w 7369701"/>
              <a:gd name="connsiteY869" fmla="*/ 437072 h 6858000"/>
              <a:gd name="connsiteX870" fmla="*/ 3639057 w 7369701"/>
              <a:gd name="connsiteY870" fmla="*/ 286334 h 6858000"/>
              <a:gd name="connsiteX871" fmla="*/ 3640309 w 7369701"/>
              <a:gd name="connsiteY871" fmla="*/ 284664 h 6858000"/>
              <a:gd name="connsiteX872" fmla="*/ 3646022 w 7369701"/>
              <a:gd name="connsiteY872" fmla="*/ 276711 h 6858000"/>
              <a:gd name="connsiteX873" fmla="*/ 3707943 w 7369701"/>
              <a:gd name="connsiteY873" fmla="*/ 65958 h 6858000"/>
              <a:gd name="connsiteX874" fmla="*/ 3721337 w 7369701"/>
              <a:gd name="connsiteY874" fmla="*/ 0 h 6858000"/>
              <a:gd name="connsiteX875" fmla="*/ 2867960 w 7369701"/>
              <a:gd name="connsiteY875" fmla="*/ 0 h 6858000"/>
              <a:gd name="connsiteX876" fmla="*/ 2926351 w 7369701"/>
              <a:gd name="connsiteY876" fmla="*/ 0 h 6858000"/>
              <a:gd name="connsiteX877" fmla="*/ 2902823 w 7369701"/>
              <a:gd name="connsiteY877" fmla="*/ 262929 h 6858000"/>
              <a:gd name="connsiteX878" fmla="*/ 2940663 w 7369701"/>
              <a:gd name="connsiteY878" fmla="*/ 140884 h 6858000"/>
              <a:gd name="connsiteX879" fmla="*/ 2947039 w 7369701"/>
              <a:gd name="connsiteY879" fmla="*/ 122524 h 6858000"/>
              <a:gd name="connsiteX880" fmla="*/ 2984316 w 7369701"/>
              <a:gd name="connsiteY880" fmla="*/ 0 h 6858000"/>
              <a:gd name="connsiteX881" fmla="*/ 3016114 w 7369701"/>
              <a:gd name="connsiteY881" fmla="*/ 0 h 6858000"/>
              <a:gd name="connsiteX882" fmla="*/ 2979949 w 7369701"/>
              <a:gd name="connsiteY882" fmla="*/ 119274 h 6858000"/>
              <a:gd name="connsiteX883" fmla="*/ 3023879 w 7369701"/>
              <a:gd name="connsiteY883" fmla="*/ 0 h 6858000"/>
              <a:gd name="connsiteX884" fmla="*/ 3105400 w 7369701"/>
              <a:gd name="connsiteY884" fmla="*/ 0 h 6858000"/>
              <a:gd name="connsiteX885" fmla="*/ 3094669 w 7369701"/>
              <a:gd name="connsiteY885" fmla="*/ 30308 h 6858000"/>
              <a:gd name="connsiteX886" fmla="*/ 2901945 w 7369701"/>
              <a:gd name="connsiteY886" fmla="*/ 466538 h 6858000"/>
              <a:gd name="connsiteX887" fmla="*/ 2815209 w 7369701"/>
              <a:gd name="connsiteY887" fmla="*/ 497361 h 6858000"/>
              <a:gd name="connsiteX888" fmla="*/ 2844845 w 7369701"/>
              <a:gd name="connsiteY888" fmla="*/ 127638 h 6858000"/>
              <a:gd name="connsiteX889" fmla="*/ 2867960 w 7369701"/>
              <a:gd name="connsiteY889" fmla="*/ 0 h 6858000"/>
              <a:gd name="connsiteX890" fmla="*/ 1057230 w 7369701"/>
              <a:gd name="connsiteY890" fmla="*/ 0 h 6858000"/>
              <a:gd name="connsiteX891" fmla="*/ 1111003 w 7369701"/>
              <a:gd name="connsiteY891" fmla="*/ 0 h 6858000"/>
              <a:gd name="connsiteX892" fmla="*/ 1125553 w 7369701"/>
              <a:gd name="connsiteY892" fmla="*/ 52588 h 6858000"/>
              <a:gd name="connsiteX893" fmla="*/ 1304276 w 7369701"/>
              <a:gd name="connsiteY893" fmla="*/ 476275 h 6858000"/>
              <a:gd name="connsiteX894" fmla="*/ 1492066 w 7369701"/>
              <a:gd name="connsiteY894" fmla="*/ 886333 h 6858000"/>
              <a:gd name="connsiteX895" fmla="*/ 1423698 w 7369701"/>
              <a:gd name="connsiteY895" fmla="*/ 710817 h 6858000"/>
              <a:gd name="connsiteX896" fmla="*/ 1357609 w 7369701"/>
              <a:gd name="connsiteY896" fmla="*/ 532892 h 6858000"/>
              <a:gd name="connsiteX897" fmla="*/ 1309550 w 7369701"/>
              <a:gd name="connsiteY897" fmla="*/ 374031 h 6858000"/>
              <a:gd name="connsiteX898" fmla="*/ 1193673 w 7369701"/>
              <a:gd name="connsiteY898" fmla="*/ 49533 h 6858000"/>
              <a:gd name="connsiteX899" fmla="*/ 1164391 w 7369701"/>
              <a:gd name="connsiteY899" fmla="*/ 0 h 6858000"/>
              <a:gd name="connsiteX900" fmla="*/ 1200666 w 7369701"/>
              <a:gd name="connsiteY900" fmla="*/ 0 h 6858000"/>
              <a:gd name="connsiteX901" fmla="*/ 1223408 w 7369701"/>
              <a:gd name="connsiteY901" fmla="*/ 38996 h 6858000"/>
              <a:gd name="connsiteX902" fmla="*/ 1339635 w 7369701"/>
              <a:gd name="connsiteY902" fmla="*/ 365517 h 6858000"/>
              <a:gd name="connsiteX903" fmla="*/ 1387469 w 7369701"/>
              <a:gd name="connsiteY903" fmla="*/ 523079 h 6858000"/>
              <a:gd name="connsiteX904" fmla="*/ 1452685 w 7369701"/>
              <a:gd name="connsiteY904" fmla="*/ 699806 h 6858000"/>
              <a:gd name="connsiteX905" fmla="*/ 1492092 w 7369701"/>
              <a:gd name="connsiteY905" fmla="*/ 800424 h 6858000"/>
              <a:gd name="connsiteX906" fmla="*/ 1455302 w 7369701"/>
              <a:gd name="connsiteY906" fmla="*/ 632913 h 6858000"/>
              <a:gd name="connsiteX907" fmla="*/ 1222336 w 7369701"/>
              <a:gd name="connsiteY907" fmla="*/ 9480 h 6858000"/>
              <a:gd name="connsiteX908" fmla="*/ 1214634 w 7369701"/>
              <a:gd name="connsiteY908" fmla="*/ 0 h 6858000"/>
              <a:gd name="connsiteX909" fmla="*/ 1289827 w 7369701"/>
              <a:gd name="connsiteY909" fmla="*/ 0 h 6858000"/>
              <a:gd name="connsiteX910" fmla="*/ 1321076 w 7369701"/>
              <a:gd name="connsiteY910" fmla="*/ 59722 h 6858000"/>
              <a:gd name="connsiteX911" fmla="*/ 1512579 w 7369701"/>
              <a:gd name="connsiteY911" fmla="*/ 626441 h 6858000"/>
              <a:gd name="connsiteX912" fmla="*/ 1506076 w 7369701"/>
              <a:gd name="connsiteY912" fmla="*/ 1089289 h 6858000"/>
              <a:gd name="connsiteX913" fmla="*/ 1486346 w 7369701"/>
              <a:gd name="connsiteY913" fmla="*/ 1079919 h 6858000"/>
              <a:gd name="connsiteX914" fmla="*/ 1070511 w 7369701"/>
              <a:gd name="connsiteY914" fmla="*/ 48609 h 6858000"/>
              <a:gd name="connsiteX915" fmla="*/ 1057230 w 7369701"/>
              <a:gd name="connsiteY915" fmla="*/ 0 h 6858000"/>
              <a:gd name="connsiteX916" fmla="*/ 43151 w 7369701"/>
              <a:gd name="connsiteY916" fmla="*/ 0 h 6858000"/>
              <a:gd name="connsiteX917" fmla="*/ 95283 w 7369701"/>
              <a:gd name="connsiteY917" fmla="*/ 0 h 6858000"/>
              <a:gd name="connsiteX918" fmla="*/ 300708 w 7369701"/>
              <a:gd name="connsiteY918" fmla="*/ 154571 h 6858000"/>
              <a:gd name="connsiteX919" fmla="*/ 530414 w 7369701"/>
              <a:gd name="connsiteY919" fmla="*/ 354673 h 6858000"/>
              <a:gd name="connsiteX920" fmla="*/ 333785 w 7369701"/>
              <a:gd name="connsiteY920" fmla="*/ 161564 h 6858000"/>
              <a:gd name="connsiteX921" fmla="*/ 147005 w 7369701"/>
              <a:gd name="connsiteY921" fmla="*/ 0 h 6858000"/>
              <a:gd name="connsiteX922" fmla="*/ 272509 w 7369701"/>
              <a:gd name="connsiteY922" fmla="*/ 0 h 6858000"/>
              <a:gd name="connsiteX923" fmla="*/ 326276 w 7369701"/>
              <a:gd name="connsiteY923" fmla="*/ 45847 h 6858000"/>
              <a:gd name="connsiteX924" fmla="*/ 823759 w 7369701"/>
              <a:gd name="connsiteY924" fmla="*/ 574145 h 6858000"/>
              <a:gd name="connsiteX925" fmla="*/ 811254 w 7369701"/>
              <a:gd name="connsiteY925" fmla="*/ 665546 h 6858000"/>
              <a:gd name="connsiteX926" fmla="*/ 154042 w 7369701"/>
              <a:gd name="connsiteY926" fmla="*/ 261522 h 6858000"/>
              <a:gd name="connsiteX927" fmla="*/ 13550 w 7369701"/>
              <a:gd name="connsiteY927" fmla="*/ 158423 h 6858000"/>
              <a:gd name="connsiteX928" fmla="*/ 0 w 7369701"/>
              <a:gd name="connsiteY928" fmla="*/ 146618 h 6858000"/>
              <a:gd name="connsiteX929" fmla="*/ 0 w 7369701"/>
              <a:gd name="connsiteY929" fmla="*/ 59161 h 6858000"/>
              <a:gd name="connsiteX930" fmla="*/ 45427 w 7369701"/>
              <a:gd name="connsiteY930" fmla="*/ 101078 h 6858000"/>
              <a:gd name="connsiteX931" fmla="*/ 630103 w 7369701"/>
              <a:gd name="connsiteY931" fmla="*/ 485885 h 6858000"/>
              <a:gd name="connsiteX932" fmla="*/ 532040 w 7369701"/>
              <a:gd name="connsiteY932" fmla="*/ 399359 h 6858000"/>
              <a:gd name="connsiteX933" fmla="*/ 517618 w 7369701"/>
              <a:gd name="connsiteY933" fmla="*/ 385726 h 6858000"/>
              <a:gd name="connsiteX934" fmla="*/ 285074 w 7369701"/>
              <a:gd name="connsiteY934" fmla="*/ 182755 h 6858000"/>
              <a:gd name="connsiteX935" fmla="*/ 43151 w 7369701"/>
              <a:gd name="connsiteY93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</a:cxnLst>
            <a:rect l="l" t="t" r="r" b="b"/>
            <a:pathLst>
              <a:path w="73697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lnTo>
                  <a:pt x="369702" y="6712169"/>
                </a:ln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lnTo>
                  <a:pt x="103333" y="5699602"/>
                </a:lnTo>
                <a:close/>
                <a:moveTo>
                  <a:pt x="5539432" y="5642928"/>
                </a:moveTo>
                <a:cubicBezTo>
                  <a:pt x="5544304" y="5659969"/>
                  <a:pt x="5549664" y="5677449"/>
                  <a:pt x="5555462" y="5694454"/>
                </a:cubicBezTo>
                <a:cubicBezTo>
                  <a:pt x="5631122" y="5909386"/>
                  <a:pt x="5731219" y="6118228"/>
                  <a:pt x="5828270" y="6320663"/>
                </a:cubicBezTo>
                <a:cubicBezTo>
                  <a:pt x="5868407" y="6404290"/>
                  <a:pt x="5908582" y="6488842"/>
                  <a:pt x="5947416" y="6574846"/>
                </a:cubicBezTo>
                <a:cubicBezTo>
                  <a:pt x="5894674" y="6327329"/>
                  <a:pt x="5793018" y="5718484"/>
                  <a:pt x="5539432" y="564292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cubicBezTo>
                  <a:pt x="2664345" y="6401062"/>
                  <a:pt x="2664881" y="6266909"/>
                  <a:pt x="2665418" y="6132756"/>
                </a:cubicBez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lnTo>
                  <a:pt x="1824397" y="5447757"/>
                </a:ln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988186" y="5216467"/>
                </a:moveTo>
                <a:cubicBezTo>
                  <a:pt x="4914642" y="5275764"/>
                  <a:pt x="4843105" y="5338703"/>
                  <a:pt x="4777334" y="5406072"/>
                </a:cubicBezTo>
                <a:cubicBezTo>
                  <a:pt x="4757662" y="5426414"/>
                  <a:pt x="4737537" y="5447249"/>
                  <a:pt x="4718341" y="5468043"/>
                </a:cubicBez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712605" y="5511121"/>
                  <a:pt x="4908425" y="5376611"/>
                  <a:pt x="4988186" y="5216467"/>
                </a:cubicBezTo>
                <a:close/>
                <a:moveTo>
                  <a:pt x="4978032" y="5183809"/>
                </a:moveTo>
                <a:cubicBezTo>
                  <a:pt x="4748175" y="5235846"/>
                  <a:pt x="4611576" y="5430393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lnTo>
                  <a:pt x="4376219" y="5729027"/>
                </a:ln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cubicBezTo>
                  <a:pt x="4714806" y="5426264"/>
                  <a:pt x="4733997" y="5405475"/>
                  <a:pt x="4754123" y="5384643"/>
                </a:cubicBezTo>
                <a:cubicBezTo>
                  <a:pt x="4823909" y="5312925"/>
                  <a:pt x="4899949" y="5246074"/>
                  <a:pt x="4978032" y="5183809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lnTo>
                  <a:pt x="2879408" y="5031590"/>
                </a:ln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lnTo>
                  <a:pt x="1927410" y="4716164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lnTo>
                  <a:pt x="1310106" y="3943217"/>
                </a:ln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lnTo>
                  <a:pt x="3316479" y="3872136"/>
                </a:ln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4441737" y="3399734"/>
                </a:move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99925" y="4149276"/>
                  <a:pt x="5291490" y="4229096"/>
                  <a:pt x="5388878" y="4300185"/>
                </a:cubicBezTo>
                <a:cubicBezTo>
                  <a:pt x="5401114" y="4303421"/>
                  <a:pt x="5413353" y="4306662"/>
                  <a:pt x="5425556" y="4308967"/>
                </a:cubicBezTo>
                <a:cubicBezTo>
                  <a:pt x="5290970" y="4122931"/>
                  <a:pt x="5119226" y="3974244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lnTo>
                  <a:pt x="5425834" y="3162785"/>
                </a:ln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lnTo>
                  <a:pt x="993319" y="3247648"/>
                </a:ln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lnTo>
                  <a:pt x="600288" y="3365555"/>
                </a:ln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lnTo>
                  <a:pt x="1053282" y="3185247"/>
                </a:ln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608772" y="3451680"/>
                  <a:pt x="5674122" y="3909676"/>
                  <a:pt x="5519779" y="4359223"/>
                </a:cubicBezTo>
                <a:cubicBezTo>
                  <a:pt x="5520262" y="4359669"/>
                  <a:pt x="5520293" y="4360602"/>
                  <a:pt x="5520293" y="4360602"/>
                </a:cubicBezTo>
                <a:cubicBezTo>
                  <a:pt x="5627244" y="4437825"/>
                  <a:pt x="5699666" y="4548575"/>
                  <a:pt x="5767221" y="4665564"/>
                </a:cubicBezTo>
                <a:cubicBezTo>
                  <a:pt x="6275281" y="4699277"/>
                  <a:pt x="6739386" y="4778523"/>
                  <a:pt x="6937169" y="4815941"/>
                </a:cubicBezTo>
                <a:cubicBezTo>
                  <a:pt x="7134952" y="4853359"/>
                  <a:pt x="7020263" y="4903218"/>
                  <a:pt x="6953922" y="4890068"/>
                </a:cubicBezTo>
                <a:cubicBezTo>
                  <a:pt x="6799988" y="4859556"/>
                  <a:pt x="6485790" y="4815676"/>
                  <a:pt x="6071359" y="4770770"/>
                </a:cubicBezTo>
                <a:lnTo>
                  <a:pt x="6038839" y="4764474"/>
                </a:lnTo>
                <a:cubicBezTo>
                  <a:pt x="6038795" y="4764265"/>
                  <a:pt x="6038750" y="4764056"/>
                  <a:pt x="6038706" y="4763847"/>
                </a:cubicBezTo>
                <a:lnTo>
                  <a:pt x="6037784" y="4764270"/>
                </a:lnTo>
                <a:lnTo>
                  <a:pt x="6038839" y="4764474"/>
                </a:lnTo>
                <a:lnTo>
                  <a:pt x="6040338" y="4771418"/>
                </a:lnTo>
                <a:cubicBezTo>
                  <a:pt x="6039088" y="4781803"/>
                  <a:pt x="6034314" y="4794510"/>
                  <a:pt x="6024488" y="4809903"/>
                </a:cubicBezTo>
                <a:cubicBezTo>
                  <a:pt x="5910095" y="5058984"/>
                  <a:pt x="5773348" y="5296385"/>
                  <a:pt x="5599771" y="5509652"/>
                </a:cubicBezTo>
                <a:cubicBezTo>
                  <a:pt x="5583815" y="5529842"/>
                  <a:pt x="5566811" y="5547293"/>
                  <a:pt x="5548843" y="5563845"/>
                </a:cubicBezTo>
                <a:cubicBezTo>
                  <a:pt x="5773782" y="5645205"/>
                  <a:pt x="5890323" y="6067151"/>
                  <a:pt x="5940952" y="6250028"/>
                </a:cubicBezTo>
                <a:cubicBezTo>
                  <a:pt x="5979301" y="6387982"/>
                  <a:pt x="6009900" y="6527294"/>
                  <a:pt x="6043441" y="6665847"/>
                </a:cubicBezTo>
                <a:lnTo>
                  <a:pt x="6093432" y="6858000"/>
                </a:lnTo>
                <a:lnTo>
                  <a:pt x="6034344" y="6858000"/>
                </a:lnTo>
                <a:lnTo>
                  <a:pt x="6026679" y="6836959"/>
                </a:lnTo>
                <a:cubicBezTo>
                  <a:pt x="5958957" y="6665497"/>
                  <a:pt x="5878558" y="6498078"/>
                  <a:pt x="5800441" y="6335286"/>
                </a:cubicBezTo>
                <a:cubicBezTo>
                  <a:pt x="5703359" y="6131918"/>
                  <a:pt x="5602295" y="5922187"/>
                  <a:pt x="5526562" y="5705388"/>
                </a:cubicBezTo>
                <a:cubicBezTo>
                  <a:pt x="5523956" y="5698505"/>
                  <a:pt x="5521803" y="5691139"/>
                  <a:pt x="5519640" y="5683774"/>
                </a:cubicBezTo>
                <a:cubicBezTo>
                  <a:pt x="5523207" y="5970988"/>
                  <a:pt x="5738292" y="6306566"/>
                  <a:pt x="5844559" y="6553349"/>
                </a:cubicBezTo>
                <a:lnTo>
                  <a:pt x="5975994" y="6858000"/>
                </a:lnTo>
                <a:lnTo>
                  <a:pt x="5898547" y="6858000"/>
                </a:lnTo>
                <a:lnTo>
                  <a:pt x="5682041" y="6355860"/>
                </a:lnTo>
                <a:cubicBezTo>
                  <a:pt x="5609136" y="6186449"/>
                  <a:pt x="5505535" y="6006625"/>
                  <a:pt x="5461758" y="5820220"/>
                </a:cubicBezTo>
                <a:cubicBezTo>
                  <a:pt x="5415457" y="6083349"/>
                  <a:pt x="5335494" y="6334433"/>
                  <a:pt x="5237282" y="6579086"/>
                </a:cubicBezTo>
                <a:lnTo>
                  <a:pt x="5115009" y="6858000"/>
                </a:lnTo>
                <a:lnTo>
                  <a:pt x="5028074" y="6858000"/>
                </a:lnTo>
                <a:lnTo>
                  <a:pt x="5079508" y="6749074"/>
                </a:lnTo>
                <a:cubicBezTo>
                  <a:pt x="5200211" y="6482556"/>
                  <a:pt x="5305048" y="6210716"/>
                  <a:pt x="5371846" y="5924413"/>
                </a:cubicBezTo>
                <a:lnTo>
                  <a:pt x="5270512" y="6138975"/>
                </a:lnTo>
                <a:cubicBezTo>
                  <a:pt x="5192357" y="6304175"/>
                  <a:pt x="5112108" y="6475512"/>
                  <a:pt x="5062409" y="6653544"/>
                </a:cubicBezTo>
                <a:cubicBezTo>
                  <a:pt x="5053035" y="6686987"/>
                  <a:pt x="5045072" y="6720843"/>
                  <a:pt x="5036628" y="6754247"/>
                </a:cubicBezTo>
                <a:lnTo>
                  <a:pt x="5009112" y="6858000"/>
                </a:lnTo>
                <a:lnTo>
                  <a:pt x="4976679" y="6858000"/>
                </a:lnTo>
                <a:lnTo>
                  <a:pt x="5006537" y="6747068"/>
                </a:lnTo>
                <a:cubicBezTo>
                  <a:pt x="5014940" y="6712729"/>
                  <a:pt x="5022903" y="6678883"/>
                  <a:pt x="5032723" y="6644957"/>
                </a:cubicBezTo>
                <a:cubicBezTo>
                  <a:pt x="5083245" y="6464091"/>
                  <a:pt x="5164383" y="6291790"/>
                  <a:pt x="5242949" y="6125175"/>
                </a:cubicBezTo>
                <a:lnTo>
                  <a:pt x="5286321" y="6033555"/>
                </a:lnTo>
                <a:cubicBezTo>
                  <a:pt x="5153522" y="6218172"/>
                  <a:pt x="5058694" y="6420826"/>
                  <a:pt x="5008210" y="6649194"/>
                </a:cubicBezTo>
                <a:cubicBezTo>
                  <a:pt x="4999505" y="6687732"/>
                  <a:pt x="4992445" y="6726670"/>
                  <a:pt x="4986321" y="6765687"/>
                </a:cubicBezTo>
                <a:lnTo>
                  <a:pt x="4973474" y="6858000"/>
                </a:lnTo>
                <a:lnTo>
                  <a:pt x="4907178" y="6858000"/>
                </a:lnTo>
                <a:lnTo>
                  <a:pt x="4910810" y="6829660"/>
                </a:lnTo>
                <a:cubicBezTo>
                  <a:pt x="4927183" y="6695980"/>
                  <a:pt x="4945608" y="6562743"/>
                  <a:pt x="4987461" y="6432994"/>
                </a:cubicBezTo>
                <a:cubicBezTo>
                  <a:pt x="5033887" y="6289556"/>
                  <a:pt x="5098947" y="6157948"/>
                  <a:pt x="5179262" y="6035044"/>
                </a:cubicBezTo>
                <a:cubicBezTo>
                  <a:pt x="5016033" y="6169178"/>
                  <a:pt x="4838252" y="6288995"/>
                  <a:pt x="4689678" y="6440241"/>
                </a:cubicBez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810353" y="6173676"/>
                  <a:pt x="5160740" y="5991069"/>
                  <a:pt x="5387324" y="5705830"/>
                </a:cubicBezTo>
                <a:cubicBezTo>
                  <a:pt x="5286064" y="5794177"/>
                  <a:pt x="5178968" y="5876241"/>
                  <a:pt x="5073620" y="5955437"/>
                </a:cubicBezTo>
                <a:cubicBezTo>
                  <a:pt x="4943865" y="6053305"/>
                  <a:pt x="4809130" y="6154627"/>
                  <a:pt x="4689789" y="6268382"/>
                </a:cubicBez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ubicBezTo>
                  <a:pt x="4789603" y="6132122"/>
                  <a:pt x="4925227" y="6029827"/>
                  <a:pt x="5055427" y="5931476"/>
                </a:cubicBezTo>
                <a:cubicBezTo>
                  <a:pt x="5161670" y="5851314"/>
                  <a:pt x="5270142" y="5768732"/>
                  <a:pt x="5371814" y="5678975"/>
                </a:cubicBezTo>
                <a:cubicBezTo>
                  <a:pt x="5250056" y="5732278"/>
                  <a:pt x="5117554" y="5761328"/>
                  <a:pt x="4987918" y="5838701"/>
                </a:cubicBezTo>
                <a:cubicBezTo>
                  <a:pt x="4699961" y="6010191"/>
                  <a:pt x="4491898" y="6286162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85995" y="6299856"/>
                  <a:pt x="4555804" y="6056475"/>
                  <a:pt x="4778333" y="5873626"/>
                </a:cubicBezTo>
                <a:cubicBezTo>
                  <a:pt x="4974935" y="5712072"/>
                  <a:pt x="5214460" y="5703893"/>
                  <a:pt x="5414185" y="5573882"/>
                </a:cubicBezTo>
                <a:cubicBezTo>
                  <a:pt x="5665168" y="5409695"/>
                  <a:pt x="5834734" y="5037780"/>
                  <a:pt x="5959648" y="4760797"/>
                </a:cubicBezTo>
                <a:cubicBezTo>
                  <a:pt x="5758178" y="4742307"/>
                  <a:pt x="5556149" y="4733150"/>
                  <a:pt x="5355019" y="4734672"/>
                </a:cubicBezTo>
                <a:cubicBezTo>
                  <a:pt x="5292258" y="4900655"/>
                  <a:pt x="5203125" y="5047664"/>
                  <a:pt x="5083565" y="5179121"/>
                </a:cubicBezTo>
                <a:cubicBezTo>
                  <a:pt x="5049677" y="5379813"/>
                  <a:pt x="4862890" y="5495797"/>
                  <a:pt x="4713577" y="5616803"/>
                </a:cubicBez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710868" y="5187971"/>
                  <a:pt x="4848359" y="5097244"/>
                  <a:pt x="5037105" y="5088765"/>
                </a:cubicBezTo>
                <a:cubicBezTo>
                  <a:pt x="5038033" y="5088728"/>
                  <a:pt x="5039001" y="5089622"/>
                  <a:pt x="5039930" y="5089585"/>
                </a:cubicBezTo>
                <a:cubicBezTo>
                  <a:pt x="5133008" y="4982937"/>
                  <a:pt x="5207480" y="4865387"/>
                  <a:pt x="5263764" y="4735525"/>
                </a:cubicBezTo>
                <a:cubicBezTo>
                  <a:pt x="4867298" y="4743930"/>
                  <a:pt x="4472427" y="4792315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lnTo>
                  <a:pt x="2714982" y="5427051"/>
                </a:ln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cubicBezTo>
                  <a:pt x="1794765" y="6848159"/>
                  <a:pt x="1794840" y="6853080"/>
                  <a:pt x="1794914" y="6858000"/>
                </a:cubicBez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cubicBezTo>
                  <a:pt x="1203470" y="6853117"/>
                  <a:pt x="1203571" y="6855559"/>
                  <a:pt x="1203671" y="6858000"/>
                </a:cubicBezTo>
                <a:lnTo>
                  <a:pt x="1143180" y="6858000"/>
                </a:lnTo>
                <a:cubicBezTo>
                  <a:pt x="1142845" y="6827348"/>
                  <a:pt x="1142511" y="6796697"/>
                  <a:pt x="1142176" y="6766045"/>
                </a:cubicBez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1337" y="3643210"/>
                  <a:pt x="3161442" y="3605414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265269" y="4747971"/>
                  <a:pt x="4547054" y="4701774"/>
                  <a:pt x="4830582" y="4676000"/>
                </a:cubicBezTo>
                <a:lnTo>
                  <a:pt x="4830100" y="4675554"/>
                </a:lnTo>
                <a:cubicBezTo>
                  <a:pt x="4727027" y="4369030"/>
                  <a:pt x="4271973" y="4333199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5134" y="3515099"/>
                  <a:pt x="3391592" y="3444385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97168" y="4091520"/>
                  <a:pt x="4760991" y="4228417"/>
                  <a:pt x="4781371" y="4458604"/>
                </a:cubicBezTo>
                <a:cubicBezTo>
                  <a:pt x="4781562" y="4463257"/>
                  <a:pt x="4780772" y="4467014"/>
                  <a:pt x="4780440" y="4470290"/>
                </a:cubicBezTo>
                <a:cubicBezTo>
                  <a:pt x="4830364" y="4519056"/>
                  <a:pt x="4870983" y="4579844"/>
                  <a:pt x="4898954" y="4662092"/>
                </a:cubicBezTo>
                <a:cubicBezTo>
                  <a:pt x="4900480" y="4665288"/>
                  <a:pt x="4900107" y="4667630"/>
                  <a:pt x="4900699" y="4670867"/>
                </a:cubicBezTo>
                <a:cubicBezTo>
                  <a:pt x="5170915" y="4649815"/>
                  <a:pt x="5442360" y="4647817"/>
                  <a:pt x="5714511" y="4663483"/>
                </a:cubicBezTo>
                <a:cubicBezTo>
                  <a:pt x="5651495" y="4555157"/>
                  <a:pt x="5582088" y="4449879"/>
                  <a:pt x="5464793" y="4393556"/>
                </a:cubicBezTo>
                <a:cubicBezTo>
                  <a:pt x="5463384" y="4393148"/>
                  <a:pt x="5462860" y="4391770"/>
                  <a:pt x="5461897" y="4390879"/>
                </a:cubicBezTo>
                <a:cubicBezTo>
                  <a:pt x="4970387" y="4293633"/>
                  <a:pt x="4556299" y="367493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cubicBezTo>
                  <a:pt x="5763687" y="2828007"/>
                  <a:pt x="5764331" y="2813808"/>
                  <a:pt x="5764974" y="2799609"/>
                </a:cubicBez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lnTo>
                  <a:pt x="2399523" y="1428234"/>
                </a:ln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lnTo>
                  <a:pt x="278707" y="1352270"/>
                </a:ln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lnTo>
                  <a:pt x="655236" y="1268632"/>
                </a:ln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lnTo>
                  <a:pt x="6605473" y="1184686"/>
                </a:ln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lnTo>
                  <a:pt x="4000324" y="1039362"/>
                </a:lnTo>
                <a:lnTo>
                  <a:pt x="4002862" y="1042866"/>
                </a:ln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lnTo>
                  <a:pt x="5460148" y="911442"/>
                </a:ln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lnTo>
                  <a:pt x="5208466" y="257550"/>
                </a:ln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lnTo>
                  <a:pt x="5261015" y="227087"/>
                </a:ln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lnTo>
                  <a:pt x="6537433" y="1907790"/>
                </a:ln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lnTo>
                  <a:pt x="3882765" y="0"/>
                </a:ln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lnTo>
                  <a:pt x="3721337" y="0"/>
                </a:ln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lnTo>
                  <a:pt x="2867960" y="0"/>
                </a:ln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lnTo>
                  <a:pt x="1057230" y="0"/>
                </a:ln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lnTo>
                  <a:pt x="43151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990600"/>
            <a:ext cx="11277600" cy="48768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F9A48AC-D22B-E548-03A5-660351944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146" y="1469895"/>
            <a:ext cx="3810000" cy="3505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Proposed Directory Map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22F4F1-AA4C-7A57-EBB1-847FA63920C1}"/>
              </a:ext>
            </a:extLst>
          </p:cNvPr>
          <p:cNvSpPr txBox="1"/>
          <p:nvPr/>
        </p:nvSpPr>
        <p:spPr>
          <a:xfrm>
            <a:off x="4275438" y="990600"/>
            <a:ext cx="7253416" cy="48768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alpha val="55000"/>
                  </a:schemeClr>
                </a:solidFill>
              </a:rPr>
              <a:t>```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chemeClr val="tx1">
                    <a:alpha val="55000"/>
                  </a:schemeClr>
                </a:solidFill>
              </a:rPr>
              <a:t>kiddraw</a:t>
            </a:r>
            <a:r>
              <a:rPr lang="en-US" sz="1200" b="1" dirty="0">
                <a:solidFill>
                  <a:schemeClr val="tx1">
                    <a:alpha val="55000"/>
                  </a:schemeClr>
                </a:solidFill>
              </a:rPr>
              <a:t>-ai/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alpha val="55000"/>
                  </a:schemeClr>
                </a:solidFill>
              </a:rPr>
              <a:t>├── </a:t>
            </a:r>
            <a:r>
              <a:rPr lang="en-US" sz="1200" b="1" dirty="0" err="1">
                <a:solidFill>
                  <a:schemeClr val="tx1">
                    <a:alpha val="55000"/>
                  </a:schemeClr>
                </a:solidFill>
              </a:rPr>
              <a:t>src</a:t>
            </a:r>
            <a:r>
              <a:rPr lang="en-US" sz="1200" b="1" dirty="0">
                <a:solidFill>
                  <a:schemeClr val="tx1">
                    <a:alpha val="55000"/>
                  </a:schemeClr>
                </a:solidFill>
              </a:rPr>
              <a:t>/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alpha val="55000"/>
                  </a:schemeClr>
                </a:solidFill>
              </a:rPr>
              <a:t>│   ├── components/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alpha val="55000"/>
                  </a:schemeClr>
                </a:solidFill>
              </a:rPr>
              <a:t>│   │   ├── drawing/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alpha val="55000"/>
                  </a:schemeClr>
                </a:solidFill>
              </a:rPr>
              <a:t>│   │   │   ├── </a:t>
            </a:r>
            <a:r>
              <a:rPr lang="en-US" sz="1200" b="1" dirty="0" err="1">
                <a:solidFill>
                  <a:schemeClr val="tx1">
                    <a:alpha val="55000"/>
                  </a:schemeClr>
                </a:solidFill>
              </a:rPr>
              <a:t>DrawingTools.js</a:t>
            </a:r>
            <a:endParaRPr lang="en-US" sz="1200" b="1" dirty="0">
              <a:solidFill>
                <a:schemeClr val="tx1">
                  <a:alpha val="55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alpha val="55000"/>
                  </a:schemeClr>
                </a:solidFill>
              </a:rPr>
              <a:t>│   │   │   ├── </a:t>
            </a:r>
            <a:r>
              <a:rPr lang="en-US" sz="1200" b="1" dirty="0" err="1">
                <a:solidFill>
                  <a:schemeClr val="tx1">
                    <a:alpha val="55000"/>
                  </a:schemeClr>
                </a:solidFill>
              </a:rPr>
              <a:t>Canvas.js</a:t>
            </a:r>
            <a:endParaRPr lang="en-US" sz="1200" b="1" dirty="0">
              <a:solidFill>
                <a:schemeClr val="tx1">
                  <a:alpha val="55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alpha val="55000"/>
                  </a:schemeClr>
                </a:solidFill>
              </a:rPr>
              <a:t>│   │   │   ├── </a:t>
            </a:r>
            <a:r>
              <a:rPr lang="en-US" sz="1200" b="1" dirty="0" err="1">
                <a:solidFill>
                  <a:schemeClr val="tx1">
                    <a:alpha val="55000"/>
                  </a:schemeClr>
                </a:solidFill>
              </a:rPr>
              <a:t>ColorPalette.ojs</a:t>
            </a:r>
            <a:endParaRPr lang="en-US" sz="1200" b="1" dirty="0">
              <a:solidFill>
                <a:schemeClr val="tx1">
                  <a:alpha val="55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alpha val="55000"/>
                  </a:schemeClr>
                </a:solidFill>
              </a:rPr>
              <a:t>│   │   │   ├── </a:t>
            </a:r>
            <a:r>
              <a:rPr lang="en-US" sz="1200" b="1" dirty="0" err="1">
                <a:solidFill>
                  <a:schemeClr val="tx1">
                    <a:alpha val="55000"/>
                  </a:schemeClr>
                </a:solidFill>
              </a:rPr>
              <a:t>BrushSizes.js</a:t>
            </a:r>
            <a:endParaRPr lang="en-US" sz="1200" b="1" dirty="0">
              <a:solidFill>
                <a:schemeClr val="tx1">
                  <a:alpha val="55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alpha val="55000"/>
                  </a:schemeClr>
                </a:solidFill>
              </a:rPr>
              <a:t>│   │   │   ├── </a:t>
            </a:r>
            <a:r>
              <a:rPr lang="en-US" sz="1200" b="1" dirty="0" err="1">
                <a:solidFill>
                  <a:schemeClr val="tx1">
                    <a:alpha val="55000"/>
                  </a:schemeClr>
                </a:solidFill>
              </a:rPr>
              <a:t>Stickers.js</a:t>
            </a:r>
            <a:endParaRPr lang="en-US" sz="1200" b="1" dirty="0">
              <a:solidFill>
                <a:schemeClr val="tx1">
                  <a:alpha val="55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alpha val="55000"/>
                  </a:schemeClr>
                </a:solidFill>
              </a:rPr>
              <a:t>│   │   │   └── </a:t>
            </a:r>
            <a:r>
              <a:rPr lang="en-US" sz="1200" b="1" dirty="0" err="1">
                <a:solidFill>
                  <a:schemeClr val="tx1">
                    <a:alpha val="55000"/>
                  </a:schemeClr>
                </a:solidFill>
              </a:rPr>
              <a:t>AIAnalysisPanel.js</a:t>
            </a:r>
            <a:endParaRPr lang="en-US" sz="1200" b="1" dirty="0">
              <a:solidFill>
                <a:schemeClr val="tx1">
                  <a:alpha val="55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alpha val="55000"/>
                  </a:schemeClr>
                </a:solidFill>
              </a:rPr>
              <a:t>│   │   ├── parent/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alpha val="55000"/>
                  </a:schemeClr>
                </a:solidFill>
              </a:rPr>
              <a:t>│   │   │   ├── </a:t>
            </a:r>
            <a:r>
              <a:rPr lang="en-US" sz="1200" b="1" dirty="0" err="1">
                <a:solidFill>
                  <a:schemeClr val="tx1">
                    <a:alpha val="55000"/>
                  </a:schemeClr>
                </a:solidFill>
              </a:rPr>
              <a:t>Dashboard.js</a:t>
            </a:r>
            <a:endParaRPr lang="en-US" sz="1200" b="1" dirty="0">
              <a:solidFill>
                <a:schemeClr val="tx1">
                  <a:alpha val="55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alpha val="55000"/>
                  </a:schemeClr>
                </a:solidFill>
              </a:rPr>
              <a:t>│   │   │   ├── </a:t>
            </a:r>
            <a:r>
              <a:rPr lang="en-US" sz="1200" b="1" dirty="0" err="1">
                <a:solidFill>
                  <a:schemeClr val="tx1">
                    <a:alpha val="55000"/>
                  </a:schemeClr>
                </a:solidFill>
              </a:rPr>
              <a:t>DrawingAnalysis.js</a:t>
            </a:r>
            <a:endParaRPr lang="en-US" sz="1200" b="1" dirty="0">
              <a:solidFill>
                <a:schemeClr val="tx1">
                  <a:alpha val="55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alpha val="55000"/>
                  </a:schemeClr>
                </a:solidFill>
              </a:rPr>
              <a:t>│   │   │   ├── </a:t>
            </a:r>
            <a:r>
              <a:rPr lang="en-US" sz="1200" b="1" dirty="0" err="1">
                <a:solidFill>
                  <a:schemeClr val="tx1">
                    <a:alpha val="55000"/>
                  </a:schemeClr>
                </a:solidFill>
              </a:rPr>
              <a:t>EmotionalTrends.js</a:t>
            </a:r>
            <a:endParaRPr lang="en-US" sz="1200" b="1" dirty="0">
              <a:solidFill>
                <a:schemeClr val="tx1">
                  <a:alpha val="55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alpha val="55000"/>
                  </a:schemeClr>
                </a:solidFill>
              </a:rPr>
              <a:t>│   │   │   ├── </a:t>
            </a:r>
            <a:r>
              <a:rPr lang="en-US" sz="1200" b="1" dirty="0" err="1">
                <a:solidFill>
                  <a:schemeClr val="tx1">
                    <a:alpha val="55000"/>
                  </a:schemeClr>
                </a:solidFill>
              </a:rPr>
              <a:t>AlertSystem.js</a:t>
            </a:r>
            <a:endParaRPr lang="en-US" sz="1200" b="1" dirty="0">
              <a:solidFill>
                <a:schemeClr val="tx1">
                  <a:alpha val="55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alpha val="55000"/>
                  </a:schemeClr>
                </a:solidFill>
              </a:rPr>
              <a:t>│   │   │   └── </a:t>
            </a:r>
            <a:r>
              <a:rPr lang="en-US" sz="1200" b="1" dirty="0" err="1">
                <a:solidFill>
                  <a:schemeClr val="tx1">
                    <a:alpha val="55000"/>
                  </a:schemeClr>
                </a:solidFill>
              </a:rPr>
              <a:t>SupportResources.js</a:t>
            </a:r>
            <a:endParaRPr lang="en-US" sz="1200" b="1" dirty="0">
              <a:solidFill>
                <a:schemeClr val="tx1">
                  <a:alpha val="55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alpha val="55000"/>
                  </a:schemeClr>
                </a:solidFill>
              </a:rPr>
              <a:t>│   │   └── shared/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alpha val="55000"/>
                  </a:schemeClr>
                </a:solidFill>
              </a:rPr>
              <a:t>│   │       ├── </a:t>
            </a:r>
            <a:r>
              <a:rPr lang="en-US" sz="1200" b="1" dirty="0" err="1">
                <a:solidFill>
                  <a:schemeClr val="tx1">
                    <a:alpha val="55000"/>
                  </a:schemeClr>
                </a:solidFill>
              </a:rPr>
              <a:t>PrivacyBanner.js</a:t>
            </a:r>
            <a:endParaRPr lang="en-US" sz="1200" b="1" dirty="0">
              <a:solidFill>
                <a:schemeClr val="tx1">
                  <a:alpha val="55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alpha val="55000"/>
                  </a:schemeClr>
                </a:solidFill>
              </a:rPr>
              <a:t>│   │       └── </a:t>
            </a:r>
            <a:r>
              <a:rPr lang="en-US" sz="1200" b="1" dirty="0" err="1">
                <a:solidFill>
                  <a:schemeClr val="tx1">
                    <a:alpha val="55000"/>
                  </a:schemeClr>
                </a:solidFill>
              </a:rPr>
              <a:t>VoiceInput.js</a:t>
            </a:r>
            <a:endParaRPr lang="en-US" sz="1200" b="1" dirty="0">
              <a:solidFill>
                <a:schemeClr val="tx1">
                  <a:alpha val="55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alpha val="55000"/>
                  </a:schemeClr>
                </a:solidFill>
              </a:rPr>
              <a:t>│   …</a:t>
            </a:r>
            <a:endParaRPr lang="en-US" sz="600" b="1" dirty="0">
              <a:solidFill>
                <a:schemeClr val="tx1">
                  <a:alpha val="5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CDE052-287A-BD53-DB2C-B9CE30012416}"/>
              </a:ext>
            </a:extLst>
          </p:cNvPr>
          <p:cNvSpPr txBox="1"/>
          <p:nvPr/>
        </p:nvSpPr>
        <p:spPr>
          <a:xfrm>
            <a:off x="8080291" y="852616"/>
            <a:ext cx="2968709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```</a:t>
            </a:r>
          </a:p>
          <a:p>
            <a:r>
              <a:rPr lang="en-US" sz="1200" dirty="0" err="1"/>
              <a:t>kiddraw</a:t>
            </a:r>
            <a:r>
              <a:rPr lang="en-US" sz="1200" dirty="0"/>
              <a:t>-ai/</a:t>
            </a:r>
          </a:p>
          <a:p>
            <a:r>
              <a:rPr lang="en-US" sz="1200" dirty="0"/>
              <a:t>├── </a:t>
            </a:r>
            <a:r>
              <a:rPr lang="en-US" sz="1200" dirty="0" err="1"/>
              <a:t>src</a:t>
            </a:r>
            <a:r>
              <a:rPr lang="en-US" sz="1200" dirty="0"/>
              <a:t>/</a:t>
            </a:r>
          </a:p>
          <a:p>
            <a:r>
              <a:rPr lang="en-US" sz="1200" dirty="0"/>
              <a:t>│   …</a:t>
            </a:r>
          </a:p>
          <a:p>
            <a:r>
              <a:rPr lang="en-US" sz="1200" dirty="0"/>
              <a:t>services/</a:t>
            </a:r>
          </a:p>
          <a:p>
            <a:r>
              <a:rPr lang="en-US" sz="1200" dirty="0"/>
              <a:t>│   │   ├── </a:t>
            </a:r>
            <a:r>
              <a:rPr lang="en-US" sz="1200" dirty="0" err="1"/>
              <a:t>llamaAPI.js</a:t>
            </a:r>
            <a:endParaRPr lang="en-US" sz="1200" dirty="0"/>
          </a:p>
          <a:p>
            <a:r>
              <a:rPr lang="en-US" sz="1200" dirty="0"/>
              <a:t>│   │   ├── </a:t>
            </a:r>
            <a:r>
              <a:rPr lang="en-US" sz="1200" dirty="0" err="1"/>
              <a:t>voiceRecognition.js</a:t>
            </a:r>
            <a:endParaRPr lang="en-US" sz="1200" dirty="0"/>
          </a:p>
          <a:p>
            <a:r>
              <a:rPr lang="en-US" sz="1200" dirty="0"/>
              <a:t>│   │   ├── </a:t>
            </a:r>
            <a:r>
              <a:rPr lang="en-US" sz="1200" dirty="0" err="1"/>
              <a:t>encryption.js</a:t>
            </a:r>
            <a:endParaRPr lang="en-US" sz="1200" dirty="0"/>
          </a:p>
          <a:p>
            <a:r>
              <a:rPr lang="en-US" sz="1200" dirty="0"/>
              <a:t>│   │   └── </a:t>
            </a:r>
            <a:r>
              <a:rPr lang="en-US" sz="1200" dirty="0" err="1"/>
              <a:t>storage.js</a:t>
            </a:r>
            <a:endParaRPr lang="en-US" sz="1200" dirty="0"/>
          </a:p>
          <a:p>
            <a:r>
              <a:rPr lang="en-US" sz="1200" dirty="0"/>
              <a:t>│   ├── utils/</a:t>
            </a:r>
          </a:p>
          <a:p>
            <a:r>
              <a:rPr lang="en-US" sz="1200" dirty="0"/>
              <a:t>│   │   ├── </a:t>
            </a:r>
            <a:r>
              <a:rPr lang="en-US" sz="1200" dirty="0" err="1"/>
              <a:t>drawingUtils.js</a:t>
            </a:r>
            <a:endParaRPr lang="en-US" sz="1200" dirty="0"/>
          </a:p>
          <a:p>
            <a:r>
              <a:rPr lang="en-US" sz="1200" dirty="0"/>
              <a:t>│   │   └── </a:t>
            </a:r>
            <a:r>
              <a:rPr lang="en-US" sz="1200" dirty="0" err="1"/>
              <a:t>analysisUtils.js</a:t>
            </a:r>
            <a:endParaRPr lang="en-US" sz="1200" dirty="0"/>
          </a:p>
          <a:p>
            <a:r>
              <a:rPr lang="en-US" sz="1200" dirty="0"/>
              <a:t>│   ├── styles/</a:t>
            </a:r>
          </a:p>
          <a:p>
            <a:r>
              <a:rPr lang="en-US" sz="1200" dirty="0"/>
              <a:t>│   │   └── </a:t>
            </a:r>
            <a:r>
              <a:rPr lang="en-US" sz="1200" dirty="0" err="1"/>
              <a:t>tailwind.css</a:t>
            </a:r>
            <a:endParaRPr lang="en-US" sz="1200" dirty="0"/>
          </a:p>
          <a:p>
            <a:r>
              <a:rPr lang="en-US" sz="1200" dirty="0"/>
              <a:t>│   ├── pages/</a:t>
            </a:r>
          </a:p>
          <a:p>
            <a:r>
              <a:rPr lang="en-US" sz="1200" dirty="0"/>
              <a:t>│   │   ├── </a:t>
            </a:r>
            <a:r>
              <a:rPr lang="en-US" sz="1200" dirty="0" err="1"/>
              <a:t>DrawingApp.js</a:t>
            </a:r>
            <a:endParaRPr lang="en-US" sz="1200" dirty="0"/>
          </a:p>
          <a:p>
            <a:r>
              <a:rPr lang="en-US" sz="1200" dirty="0"/>
              <a:t>│   │   └── </a:t>
            </a:r>
            <a:r>
              <a:rPr lang="en-US" sz="1200" dirty="0" err="1"/>
              <a:t>ParentPortal.js</a:t>
            </a:r>
            <a:endParaRPr lang="en-US" sz="1200" dirty="0"/>
          </a:p>
          <a:p>
            <a:r>
              <a:rPr lang="en-US" sz="1200" dirty="0"/>
              <a:t>│   └── </a:t>
            </a:r>
            <a:r>
              <a:rPr lang="en-US" sz="1200" dirty="0" err="1"/>
              <a:t>App.js</a:t>
            </a:r>
            <a:endParaRPr lang="en-US" sz="1200" dirty="0"/>
          </a:p>
          <a:p>
            <a:r>
              <a:rPr lang="en-US" sz="1200" dirty="0"/>
              <a:t>├── public/</a:t>
            </a:r>
          </a:p>
          <a:p>
            <a:r>
              <a:rPr lang="en-US" sz="1200" dirty="0"/>
              <a:t>│   ├── assets/</a:t>
            </a:r>
          </a:p>
          <a:p>
            <a:r>
              <a:rPr lang="en-US" sz="1200" dirty="0"/>
              <a:t>│   │   └── stickers/</a:t>
            </a:r>
          </a:p>
          <a:p>
            <a:r>
              <a:rPr lang="en-US" sz="1200" dirty="0"/>
              <a:t>└── config/</a:t>
            </a:r>
          </a:p>
          <a:p>
            <a:r>
              <a:rPr lang="en-US" sz="1200" dirty="0"/>
              <a:t>    ├── </a:t>
            </a:r>
            <a:r>
              <a:rPr lang="en-US" sz="1200" dirty="0" err="1"/>
              <a:t>llamaConfig.js</a:t>
            </a:r>
            <a:endParaRPr lang="en-US" sz="1200" dirty="0"/>
          </a:p>
          <a:p>
            <a:r>
              <a:rPr lang="en-US" sz="1200" dirty="0"/>
              <a:t>    └── </a:t>
            </a:r>
            <a:r>
              <a:rPr lang="en-US" sz="1200" dirty="0" err="1"/>
              <a:t>securityConfig.js</a:t>
            </a:r>
            <a:endParaRPr lang="en-US" sz="1200" dirty="0"/>
          </a:p>
          <a:p>
            <a:r>
              <a:rPr lang="en-US" sz="1200" dirty="0"/>
              <a:t>```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59616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4948B58-B41B-D4B9-EB4B-C060D94C0A4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7930" b="15278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35A218-E2AE-2732-EBDE-3D873EC72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dirty="0"/>
              <a:t>Development</a:t>
            </a:r>
            <a:r>
              <a:rPr lang="zh-TW" altLang="en-US" dirty="0"/>
              <a:t> </a:t>
            </a:r>
            <a:r>
              <a:rPr lang="en-US" altLang="zh-TW" dirty="0"/>
              <a:t>Timeline</a:t>
            </a:r>
            <a:r>
              <a:rPr lang="zh-TW" altLang="en-US" dirty="0"/>
              <a:t> </a:t>
            </a:r>
            <a:r>
              <a:rPr lang="en-US" altLang="zh-TW" dirty="0"/>
              <a:t>–</a:t>
            </a:r>
            <a:r>
              <a:rPr lang="zh-TW" altLang="en-US" dirty="0"/>
              <a:t> </a:t>
            </a:r>
            <a:r>
              <a:rPr lang="en-US" altLang="zh-TW" dirty="0"/>
              <a:t>1</a:t>
            </a:r>
            <a:r>
              <a:rPr lang="en-US" altLang="zh-TW" baseline="30000" dirty="0"/>
              <a:t>st</a:t>
            </a:r>
            <a:r>
              <a:rPr lang="zh-TW" altLang="en-US" dirty="0"/>
              <a:t> </a:t>
            </a:r>
            <a:r>
              <a:rPr lang="en-US" altLang="zh-TW" dirty="0"/>
              <a:t>Phase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615BBD9-F441-6D00-A7BB-FE71A5B4A0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4217522"/>
              </p:ext>
            </p:extLst>
          </p:nvPr>
        </p:nvGraphicFramePr>
        <p:xfrm>
          <a:off x="838200" y="1825625"/>
          <a:ext cx="9269627" cy="2375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2FEDF20-6532-9433-B784-4CB0CDA624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59799387"/>
              </p:ext>
            </p:extLst>
          </p:nvPr>
        </p:nvGraphicFramePr>
        <p:xfrm>
          <a:off x="3972010" y="3733228"/>
          <a:ext cx="8128000" cy="35928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749490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1A2394-3722-A817-BAE1-3401B338E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72409E-277C-679E-3B32-8C2FDAB21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US" altLang="zh-TW" sz="4800">
                <a:solidFill>
                  <a:srgbClr val="FFFFFF"/>
                </a:solidFill>
              </a:rPr>
              <a:t>Development</a:t>
            </a:r>
            <a:r>
              <a:rPr lang="zh-TW" altLang="en-US" sz="4800">
                <a:solidFill>
                  <a:srgbClr val="FFFFFF"/>
                </a:solidFill>
              </a:rPr>
              <a:t> </a:t>
            </a:r>
            <a:r>
              <a:rPr lang="en-US" altLang="zh-TW" sz="4800">
                <a:solidFill>
                  <a:srgbClr val="FFFFFF"/>
                </a:solidFill>
              </a:rPr>
              <a:t>Timeline</a:t>
            </a:r>
            <a:r>
              <a:rPr lang="zh-TW" altLang="en-US" sz="4800">
                <a:solidFill>
                  <a:srgbClr val="FFFFFF"/>
                </a:solidFill>
              </a:rPr>
              <a:t> </a:t>
            </a:r>
            <a:r>
              <a:rPr lang="en-US" altLang="zh-TW" sz="4800">
                <a:solidFill>
                  <a:srgbClr val="FFFFFF"/>
                </a:solidFill>
              </a:rPr>
              <a:t>–</a:t>
            </a:r>
            <a:r>
              <a:rPr lang="zh-TW" altLang="en-US" sz="4800">
                <a:solidFill>
                  <a:srgbClr val="FFFFFF"/>
                </a:solidFill>
              </a:rPr>
              <a:t> </a:t>
            </a:r>
            <a:r>
              <a:rPr lang="en-US" altLang="zh-TW" sz="4800">
                <a:solidFill>
                  <a:srgbClr val="FFFFFF"/>
                </a:solidFill>
              </a:rPr>
              <a:t>2</a:t>
            </a:r>
            <a:r>
              <a:rPr lang="en-US" altLang="zh-TW" sz="4800" baseline="30000">
                <a:solidFill>
                  <a:srgbClr val="FFFFFF"/>
                </a:solidFill>
              </a:rPr>
              <a:t>nd</a:t>
            </a:r>
            <a:r>
              <a:rPr lang="zh-TW" altLang="en-US" sz="4800">
                <a:solidFill>
                  <a:srgbClr val="FFFFFF"/>
                </a:solidFill>
              </a:rPr>
              <a:t> </a:t>
            </a:r>
            <a:r>
              <a:rPr lang="en-US" altLang="zh-TW" sz="4800">
                <a:solidFill>
                  <a:srgbClr val="FFFFFF"/>
                </a:solidFill>
              </a:rPr>
              <a:t>&amp; 3</a:t>
            </a:r>
            <a:r>
              <a:rPr lang="en-US" altLang="zh-TW" sz="4800" baseline="30000">
                <a:solidFill>
                  <a:srgbClr val="FFFFFF"/>
                </a:solidFill>
              </a:rPr>
              <a:t>rd</a:t>
            </a:r>
            <a:r>
              <a:rPr lang="en-US" altLang="zh-TW" sz="4800">
                <a:solidFill>
                  <a:srgbClr val="FFFFFF"/>
                </a:solidFill>
              </a:rPr>
              <a:t> Phase</a:t>
            </a:r>
            <a:endParaRPr lang="en-US" sz="4800">
              <a:solidFill>
                <a:srgbClr val="FFFFFF"/>
              </a:solidFill>
            </a:endParaRP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3549B-643C-B24B-9EEA-071F680A7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Month 3-4: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AI integration (Llama-3.2 API connections</a:t>
            </a:r>
            <a:r>
              <a:rPr lang="zh-TW" altLang="en-U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altLang="zh-TW" sz="2000" dirty="0">
                <a:solidFill>
                  <a:schemeClr val="tx1">
                    <a:alpha val="80000"/>
                  </a:schemeClr>
                </a:solidFill>
              </a:rPr>
              <a:t>completed</a:t>
            </a:r>
            <a:r>
              <a:rPr lang="zh-TW" altLang="en-U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altLang="zh-TW" sz="2000" dirty="0">
                <a:solidFill>
                  <a:schemeClr val="tx1">
                    <a:alpha val="80000"/>
                  </a:schemeClr>
                </a:solidFill>
              </a:rPr>
              <a:t>and</a:t>
            </a:r>
            <a:r>
              <a:rPr lang="zh-TW" altLang="en-U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altLang="zh-TW" sz="2000" dirty="0">
                <a:solidFill>
                  <a:schemeClr val="tx1">
                    <a:alpha val="80000"/>
                  </a:schemeClr>
                </a:solidFill>
              </a:rPr>
              <a:t>tested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)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Drawing analysis pipeline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Voice processing with Whisper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Behavioral pattern recognition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COPPA compliance implementation</a:t>
            </a:r>
          </a:p>
          <a:p>
            <a:pPr marL="0" indent="0">
              <a:buNone/>
            </a:pP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Month 4-5: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Parent dashboard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Real-time updates (WebSocket)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E2E encryption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Data anonymization</a:t>
            </a:r>
          </a:p>
          <a:p>
            <a:r>
              <a:rPr lang="en-US" sz="2000" dirty="0">
                <a:solidFill>
                  <a:schemeClr val="tx2"/>
                </a:solidFill>
              </a:rPr>
              <a:t>Custom fine-tuned Stable Diffusion for responses</a:t>
            </a: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Advanced security measures</a:t>
            </a:r>
          </a:p>
          <a:p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0604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27A092-C2E2-248D-797A-BD42ADD0C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1C8AFF-2702-7605-BFB2-1C05E4D8D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altLang="zh-TW" sz="4000"/>
              <a:t>Development</a:t>
            </a:r>
            <a:r>
              <a:rPr lang="zh-TW" altLang="en-US" sz="4000"/>
              <a:t> </a:t>
            </a:r>
            <a:r>
              <a:rPr lang="en-US" altLang="zh-TW" sz="4000"/>
              <a:t>Milestones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CE1D5-DA14-AF32-D7DB-3C5730A00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1974716"/>
            <a:ext cx="4646905" cy="438163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Week 8: Working drawing interface (1</a:t>
            </a:r>
            <a:r>
              <a:rPr lang="en-US" sz="2000" baseline="30000" dirty="0"/>
              <a:t>st</a:t>
            </a:r>
            <a:r>
              <a:rPr lang="en-US" sz="2000" dirty="0"/>
              <a:t> Phase)</a:t>
            </a:r>
          </a:p>
          <a:p>
            <a:r>
              <a:rPr lang="en-US" sz="2000" dirty="0"/>
              <a:t>Week 16: AI analysis fully functional (2</a:t>
            </a:r>
            <a:r>
              <a:rPr lang="en-US" sz="2000" baseline="30000" dirty="0"/>
              <a:t>nd</a:t>
            </a:r>
            <a:r>
              <a:rPr lang="en-US" sz="2000" dirty="0"/>
              <a:t> Phase)</a:t>
            </a:r>
          </a:p>
          <a:p>
            <a:r>
              <a:rPr lang="en-US" sz="2000" dirty="0"/>
              <a:t>Week 20: Security compliance complete (3</a:t>
            </a:r>
            <a:r>
              <a:rPr lang="en-US" sz="2000" baseline="30000" dirty="0"/>
              <a:t>rd</a:t>
            </a:r>
            <a:r>
              <a:rPr lang="en-US" sz="2000" dirty="0"/>
              <a:t> Phase)</a:t>
            </a:r>
          </a:p>
          <a:p>
            <a:r>
              <a:rPr lang="en-US" sz="2000" dirty="0"/>
              <a:t>Week 24: Production-ready (Launch)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D41795-B9C6-72B9-2C40-902AE6B675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272" r="22672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598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</TotalTime>
  <Words>509</Words>
  <Application>Microsoft Macintosh PowerPoint</Application>
  <PresentationFormat>Widescreen</PresentationFormat>
  <Paragraphs>116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KidDrawAI</vt:lpstr>
      <vt:lpstr>Deep Structure for KidDrawAI:</vt:lpstr>
      <vt:lpstr>Architecture for KidDrawAI:</vt:lpstr>
      <vt:lpstr>Parent Dashboard</vt:lpstr>
      <vt:lpstr>Proposed Directory Map</vt:lpstr>
      <vt:lpstr>Development Timeline – 1st Phase</vt:lpstr>
      <vt:lpstr>Development Timeline – 2nd &amp; 3rd Phase</vt:lpstr>
      <vt:lpstr>Development Milestones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 HK</dc:creator>
  <cp:lastModifiedBy>Vic HK</cp:lastModifiedBy>
  <cp:revision>11</cp:revision>
  <dcterms:created xsi:type="dcterms:W3CDTF">2025-01-24T02:05:46Z</dcterms:created>
  <dcterms:modified xsi:type="dcterms:W3CDTF">2025-01-24T15:47:50Z</dcterms:modified>
</cp:coreProperties>
</file>